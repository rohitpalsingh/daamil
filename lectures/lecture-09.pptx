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7" r:id="rId2"/>
    <p:sldId id="256" r:id="rId3"/>
    <p:sldId id="267" r:id="rId4"/>
    <p:sldId id="258" r:id="rId5"/>
    <p:sldId id="259" r:id="rId6"/>
    <p:sldId id="260" r:id="rId7"/>
    <p:sldId id="262" r:id="rId8"/>
    <p:sldId id="263" r:id="rId9"/>
    <p:sldId id="261" r:id="rId10"/>
    <p:sldId id="264" r:id="rId11"/>
    <p:sldId id="265" r:id="rId12"/>
    <p:sldId id="266" r:id="rId13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89" autoAdjust="0"/>
    <p:restoredTop sz="94580" autoAdjust="0"/>
  </p:normalViewPr>
  <p:slideViewPr>
    <p:cSldViewPr>
      <p:cViewPr varScale="1">
        <p:scale>
          <a:sx n="107" d="100"/>
          <a:sy n="107" d="100"/>
        </p:scale>
        <p:origin x="1744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35FA9232-E17E-C87D-97FA-B1DA97A65C3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14BD9DCF-245B-C0CA-1305-1FF5A422A6B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8788" name="Rectangle 4">
            <a:extLst>
              <a:ext uri="{FF2B5EF4-FFF2-40B4-BE49-F238E27FC236}">
                <a16:creationId xmlns:a16="http://schemas.microsoft.com/office/drawing/2014/main" id="{7263D65B-99F7-BDB6-E6C7-DFB6E4B2C18F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8789" name="Rectangle 5">
            <a:extLst>
              <a:ext uri="{FF2B5EF4-FFF2-40B4-BE49-F238E27FC236}">
                <a16:creationId xmlns:a16="http://schemas.microsoft.com/office/drawing/2014/main" id="{6C6D809B-1020-DCE1-E6AD-36780D7EA010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C3C5DB88-A73A-DC4F-8CD8-5E413AAEBCE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30B825E2-C5E2-3093-CF00-04FE8DA5C09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EFAF0F3C-5254-A93F-C931-0EA2F23661D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8606997D-6B4A-BD30-C9C9-9130AE0A46DA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41" name="Rectangle 5">
            <a:extLst>
              <a:ext uri="{FF2B5EF4-FFF2-40B4-BE49-F238E27FC236}">
                <a16:creationId xmlns:a16="http://schemas.microsoft.com/office/drawing/2014/main" id="{CAD90A31-08EF-5B96-E44A-B8AA3CE61F4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9942" name="Rectangle 6">
            <a:extLst>
              <a:ext uri="{FF2B5EF4-FFF2-40B4-BE49-F238E27FC236}">
                <a16:creationId xmlns:a16="http://schemas.microsoft.com/office/drawing/2014/main" id="{858EB36A-03E2-0BF0-51CE-69794129547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3" name="Rectangle 7">
            <a:extLst>
              <a:ext uri="{FF2B5EF4-FFF2-40B4-BE49-F238E27FC236}">
                <a16:creationId xmlns:a16="http://schemas.microsoft.com/office/drawing/2014/main" id="{A7A86204-50EB-849F-BBB9-BD7EDFC837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07DA2426-F1AA-1A45-97B3-AC88A38149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B0EEC2-91AC-3736-22B5-D866CF8D5B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855773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F17E62-7EBD-B5BF-F186-C9E18AE0F67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1502648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C9E289-18F0-474B-AEA0-B2B93F53B01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664646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764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E0F5A-FF64-7540-87A2-E0180A6E54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3925371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C6A2A95-B570-8DBF-8767-1D76AB841E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23662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6BDF19-25B6-0CAE-4C1C-B5BE923287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20762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1864BE9-3C1E-22EC-CF5B-72C184CE6C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2366702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0E60B-CB3D-7589-A3F6-A3A68CBC30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3590667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78D0C-8CDE-3F28-F611-E16E2C677EA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1805807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0E864A-4F79-A2DF-2016-8DD9010EFF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1890170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2400"/>
            <a:ext cx="2057400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2400"/>
            <a:ext cx="6019800" cy="5943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D232CA-AD78-D79F-353C-9084B260235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31578390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676400"/>
            <a:ext cx="38100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8100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EB00C-2D9E-1A2E-E3B8-EA10DAA194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1580471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>
            <a:extLst>
              <a:ext uri="{FF2B5EF4-FFF2-40B4-BE49-F238E27FC236}">
                <a16:creationId xmlns:a16="http://schemas.microsoft.com/office/drawing/2014/main" id="{879FC486-836A-7922-D26A-88FB5BB097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8">
            <a:extLst>
              <a:ext uri="{FF2B5EF4-FFF2-40B4-BE49-F238E27FC236}">
                <a16:creationId xmlns:a16="http://schemas.microsoft.com/office/drawing/2014/main" id="{CB82E745-7E26-9C6A-87F8-3DC942CE48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9">
            <a:extLst>
              <a:ext uri="{FF2B5EF4-FFF2-40B4-BE49-F238E27FC236}">
                <a16:creationId xmlns:a16="http://schemas.microsoft.com/office/drawing/2014/main" id="{B99C3ADD-8996-BAD7-40FB-6D01302BD01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6591300"/>
          </a:xfrm>
          <a:prstGeom prst="rect">
            <a:avLst/>
          </a:prstGeom>
          <a:noFill/>
          <a:ln w="38100" cmpd="dbl" algn="ctr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pic>
        <p:nvPicPr>
          <p:cNvPr id="1029" name="Picture 14" descr="logo-1">
            <a:extLst>
              <a:ext uri="{FF2B5EF4-FFF2-40B4-BE49-F238E27FC236}">
                <a16:creationId xmlns:a16="http://schemas.microsoft.com/office/drawing/2014/main" id="{F78BDE83-8F25-F2B0-6000-A35390ACE3A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619875"/>
            <a:ext cx="91440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C8E9F7A4-165E-7743-812A-AD5F4B1CAD3C}"/>
              </a:ext>
            </a:extLst>
          </p:cNvPr>
          <p:cNvSpPr>
            <a:spLocks noGrp="1"/>
          </p:cNvSpPr>
          <p:nvPr userDrawn="1"/>
        </p:nvSpPr>
        <p:spPr bwMode="auto">
          <a:xfrm>
            <a:off x="1219200" y="6583363"/>
            <a:ext cx="7924800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sz="1100" dirty="0">
                <a:solidFill>
                  <a:schemeClr val="accent2"/>
                </a:solidFill>
              </a:rPr>
              <a:t>     Algorithm Design and Analysis (Spring 2024)                                       Lecture 9                                     Slides </a:t>
            </a:r>
            <a:fld id="{A6B4839D-8284-A342-8C23-7784CA62CC9E}" type="slidenum">
              <a:rPr lang="en-US" altLang="en-US" sz="1100" smtClean="0">
                <a:solidFill>
                  <a:schemeClr val="accent2"/>
                </a:solidFill>
              </a:rPr>
              <a:pPr>
                <a:defRPr/>
              </a:pPr>
              <a:t>‹#›</a:t>
            </a:fld>
            <a:r>
              <a:rPr lang="en-US" altLang="en-US" sz="1100" dirty="0">
                <a:solidFill>
                  <a:schemeClr val="accent2"/>
                </a:solidFill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  <p:sldLayoutId id="2147483852" r:id="rId12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A4A309FC-2A3A-49A8-D843-6F4064F061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Quiz #4</a:t>
            </a:r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CD506CAF-27BF-9438-4DD8-5D5799BBDF2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47700" y="1066800"/>
            <a:ext cx="8039100" cy="4724400"/>
          </a:xfrm>
        </p:spPr>
        <p:txBody>
          <a:bodyPr/>
          <a:lstStyle/>
          <a:p>
            <a:pPr marL="457200" indent="-457200" eaLnBrk="1" hangingPunct="1">
              <a:buFont typeface="+mj-lt"/>
              <a:buAutoNum type="arabicPeriod"/>
              <a:defRPr/>
            </a:pPr>
            <a:r>
              <a:rPr lang="en-US" altLang="en-US" sz="1800" dirty="0"/>
              <a:t>For the binary search tree (BST) below, draw the BST after:</a:t>
            </a:r>
          </a:p>
          <a:p>
            <a:pPr marL="857250" lvl="1" indent="-457200" eaLnBrk="1" hangingPunct="1">
              <a:buFont typeface="+mj-lt"/>
              <a:buAutoNum type="arabicParenR"/>
              <a:defRPr/>
            </a:pPr>
            <a:r>
              <a:rPr lang="en-US" altLang="en-US" sz="1600" dirty="0"/>
              <a:t>Inserting a new item of </a:t>
            </a:r>
            <a:r>
              <a:rPr lang="en-US" altLang="en-US" sz="1600" dirty="0">
                <a:solidFill>
                  <a:srgbClr val="FF0000"/>
                </a:solidFill>
              </a:rPr>
              <a:t>key 1.5</a:t>
            </a:r>
            <a:r>
              <a:rPr lang="en-US" altLang="en-US" sz="1600" dirty="0"/>
              <a:t>.</a:t>
            </a:r>
          </a:p>
          <a:p>
            <a:pPr marL="857250" lvl="1" indent="-457200" eaLnBrk="1" hangingPunct="1">
              <a:buFont typeface="+mj-lt"/>
              <a:buAutoNum type="arabicParenR"/>
              <a:defRPr/>
            </a:pPr>
            <a:r>
              <a:rPr lang="en-US" altLang="en-US" sz="1600" dirty="0"/>
              <a:t>Deleting the existing </a:t>
            </a:r>
            <a:r>
              <a:rPr lang="en-US" altLang="en-US" sz="1600" dirty="0">
                <a:solidFill>
                  <a:srgbClr val="FF0000"/>
                </a:solidFill>
              </a:rPr>
              <a:t>key 3, on the original tree (see below). </a:t>
            </a:r>
            <a:r>
              <a:rPr lang="en-US" altLang="en-US" sz="1600" dirty="0"/>
              <a:t> </a:t>
            </a:r>
          </a:p>
          <a:p>
            <a:pPr marL="857250" lvl="1" indent="-457200" eaLnBrk="1" hangingPunct="1">
              <a:buFont typeface="+mj-lt"/>
              <a:buAutoNum type="arabicParenR"/>
              <a:defRPr/>
            </a:pPr>
            <a:endParaRPr lang="en-US" altLang="en-US" sz="1600" dirty="0"/>
          </a:p>
          <a:p>
            <a:pPr marL="857250" lvl="1" indent="-457200" eaLnBrk="1" hangingPunct="1">
              <a:buFont typeface="+mj-lt"/>
              <a:buAutoNum type="arabicParenR"/>
              <a:defRPr/>
            </a:pPr>
            <a:endParaRPr lang="en-US" altLang="en-US" sz="1600" dirty="0"/>
          </a:p>
          <a:p>
            <a:pPr marL="857250" lvl="1" indent="-457200" eaLnBrk="1" hangingPunct="1">
              <a:buFont typeface="+mj-lt"/>
              <a:buAutoNum type="arabicParenR"/>
              <a:defRPr/>
            </a:pPr>
            <a:endParaRPr lang="en-US" altLang="en-US" sz="1600" dirty="0"/>
          </a:p>
          <a:p>
            <a:pPr marL="857250" lvl="1" indent="-457200" eaLnBrk="1" hangingPunct="1">
              <a:buFont typeface="+mj-lt"/>
              <a:buAutoNum type="arabicParenR"/>
              <a:defRPr/>
            </a:pPr>
            <a:endParaRPr lang="en-US" altLang="en-US" sz="1600" dirty="0"/>
          </a:p>
          <a:p>
            <a:pPr marL="857250" lvl="1" indent="-457200" eaLnBrk="1" hangingPunct="1">
              <a:buFont typeface="+mj-lt"/>
              <a:buAutoNum type="arabicParenR"/>
              <a:defRPr/>
            </a:pPr>
            <a:endParaRPr lang="en-US" altLang="en-US" sz="1600" dirty="0"/>
          </a:p>
          <a:p>
            <a:pPr marL="857250" lvl="1" indent="-457200" eaLnBrk="1" hangingPunct="1">
              <a:buFont typeface="+mj-lt"/>
              <a:buAutoNum type="arabicParenR"/>
              <a:defRPr/>
            </a:pPr>
            <a:endParaRPr lang="en-US" altLang="en-US" sz="1600" dirty="0"/>
          </a:p>
          <a:p>
            <a:pPr marL="857250" lvl="1" indent="-457200" eaLnBrk="1" hangingPunct="1">
              <a:buFont typeface="+mj-lt"/>
              <a:buAutoNum type="arabicParenR"/>
              <a:defRPr/>
            </a:pPr>
            <a:endParaRPr lang="en-US" altLang="en-US" sz="1600" dirty="0"/>
          </a:p>
          <a:p>
            <a:pPr marL="400050" lvl="1" indent="0" eaLnBrk="1" hangingPunct="1">
              <a:buFontTx/>
              <a:buNone/>
              <a:defRPr/>
            </a:pPr>
            <a:endParaRPr lang="en-US" altLang="en-US" sz="1600" dirty="0"/>
          </a:p>
          <a:p>
            <a:pPr marL="457200" indent="-457200" eaLnBrk="1" hangingPunct="1">
              <a:buFont typeface="+mj-lt"/>
              <a:buAutoNum type="arabicPeriod"/>
              <a:defRPr/>
            </a:pPr>
            <a:r>
              <a:rPr lang="en-US" altLang="en-US" sz="1800" dirty="0"/>
              <a:t>With the example of double hashing in Lecture 7, let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1800" b="1" i="1" dirty="0">
                <a:latin typeface="Symbol" pitchFamily="2" charset="2"/>
              </a:rPr>
              <a:t> </a:t>
            </a:r>
            <a:r>
              <a:rPr lang="en-US" altLang="en-US" sz="1800" dirty="0">
                <a:latin typeface="Symbol" pitchFamily="2" charset="2"/>
              </a:rPr>
              <a:t>= </a:t>
            </a:r>
            <a:r>
              <a:rPr lang="en-US" altLang="en-US" sz="1800" dirty="0">
                <a:latin typeface="Times New Roman" panose="02020603050405020304" pitchFamily="18" charset="0"/>
              </a:rPr>
              <a:t>13,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h</a:t>
            </a:r>
            <a:r>
              <a:rPr lang="en-US" altLang="en-US" sz="1800" dirty="0"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k</a:t>
            </a:r>
            <a:r>
              <a:rPr lang="en-US" altLang="en-US" sz="1800" dirty="0">
                <a:latin typeface="Times New Roman" panose="02020603050405020304" pitchFamily="18" charset="0"/>
              </a:rPr>
              <a:t>) </a:t>
            </a:r>
            <a:r>
              <a:rPr lang="en-US" altLang="en-US" sz="1800" dirty="0">
                <a:latin typeface="Symbol" pitchFamily="2" charset="2"/>
              </a:rPr>
              <a:t>=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 k </a:t>
            </a:r>
            <a:r>
              <a:rPr lang="en-US" altLang="en-US" sz="1800" dirty="0">
                <a:latin typeface="Times New Roman" panose="02020603050405020304" pitchFamily="18" charset="0"/>
              </a:rPr>
              <a:t>mod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Times New Roman" panose="02020603050405020304" pitchFamily="18" charset="0"/>
              </a:rPr>
              <a:t>13, and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d</a:t>
            </a:r>
            <a:r>
              <a:rPr lang="en-US" altLang="en-US" sz="1800" dirty="0"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k</a:t>
            </a:r>
            <a:r>
              <a:rPr lang="en-US" altLang="en-US" sz="1800" dirty="0">
                <a:latin typeface="Times New Roman" panose="02020603050405020304" pitchFamily="18" charset="0"/>
              </a:rPr>
              <a:t>) </a:t>
            </a:r>
            <a:r>
              <a:rPr lang="en-US" altLang="en-US" sz="1800" dirty="0">
                <a:latin typeface="Symbol" pitchFamily="2" charset="2"/>
              </a:rPr>
              <a:t>=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Times New Roman" panose="02020603050405020304" pitchFamily="18" charset="0"/>
              </a:rPr>
              <a:t>7 </a:t>
            </a:r>
            <a:r>
              <a:rPr lang="en-US" altLang="en-US" sz="1800" dirty="0">
                <a:latin typeface="Symbol" pitchFamily="2" charset="2"/>
              </a:rPr>
              <a:t>-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 k </a:t>
            </a:r>
            <a:r>
              <a:rPr lang="en-US" altLang="en-US" sz="1800" dirty="0">
                <a:latin typeface="Times New Roman" panose="02020603050405020304" pitchFamily="18" charset="0"/>
              </a:rPr>
              <a:t>mod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Times New Roman" panose="02020603050405020304" pitchFamily="18" charset="0"/>
              </a:rPr>
              <a:t>7. Assuming we have already inserted the keys in the array shown below, where would the new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18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key 19 </a:t>
            </a:r>
            <a:r>
              <a:rPr lang="en-US" altLang="en-US" sz="1800" dirty="0">
                <a:latin typeface="Times New Roman" panose="02020603050405020304" pitchFamily="18" charset="0"/>
              </a:rPr>
              <a:t>go in the array?</a:t>
            </a:r>
          </a:p>
          <a:p>
            <a:pPr marL="457200" indent="-457200" eaLnBrk="1" hangingPunct="1">
              <a:buFont typeface="+mj-lt"/>
              <a:buAutoNum type="arabicPeriod"/>
              <a:defRPr/>
            </a:pPr>
            <a:endParaRPr lang="en-US" altLang="en-US" sz="1800" dirty="0"/>
          </a:p>
        </p:txBody>
      </p:sp>
      <p:pic>
        <p:nvPicPr>
          <p:cNvPr id="16387" name="Picture 2">
            <a:extLst>
              <a:ext uri="{FF2B5EF4-FFF2-40B4-BE49-F238E27FC236}">
                <a16:creationId xmlns:a16="http://schemas.microsoft.com/office/drawing/2014/main" id="{006623F1-47A4-CB1D-FFD7-9EC329CF4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1600" y="2057400"/>
            <a:ext cx="4051300" cy="208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8" name="Picture 29">
            <a:extLst>
              <a:ext uri="{FF2B5EF4-FFF2-40B4-BE49-F238E27FC236}">
                <a16:creationId xmlns:a16="http://schemas.microsoft.com/office/drawing/2014/main" id="{AE79CE8A-C42A-7B23-AE6E-200095E689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4900" y="5489575"/>
            <a:ext cx="4584700" cy="91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773C2E5E-E0E1-0A1E-8D23-EEA1A4792A7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4800" y="1066800"/>
            <a:ext cx="8534400" cy="1698625"/>
          </a:xfrm>
        </p:spPr>
        <p:txBody>
          <a:bodyPr/>
          <a:lstStyle/>
          <a:p>
            <a:pPr eaLnBrk="1" hangingPunct="1"/>
            <a:r>
              <a:rPr lang="en-US" altLang="en-US" sz="2000">
                <a:solidFill>
                  <a:srgbClr val="FF9900"/>
                </a:solidFill>
              </a:rPr>
              <a:t>CS535: Algorithm Design and Analysis</a:t>
            </a: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r>
              <a:rPr lang="en-US" altLang="en-US" sz="2400"/>
              <a:t>AVL Trees</a:t>
            </a:r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28126129-E99F-B367-CB8E-959023896B9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657600"/>
            <a:ext cx="6400800" cy="1981200"/>
          </a:xfrm>
        </p:spPr>
        <p:txBody>
          <a:bodyPr/>
          <a:lstStyle/>
          <a:p>
            <a:pPr eaLnBrk="1" hangingPunct="1"/>
            <a:r>
              <a:rPr lang="en-US" altLang="en-US" sz="2000" b="1">
                <a:solidFill>
                  <a:srgbClr val="0000FF"/>
                </a:solidFill>
              </a:rPr>
              <a:t>Prof. Zane Yu</a:t>
            </a:r>
          </a:p>
          <a:p>
            <a:pPr eaLnBrk="1" hangingPunct="1"/>
            <a:r>
              <a:rPr lang="en-US" altLang="en-US" sz="1600" b="1">
                <a:solidFill>
                  <a:srgbClr val="0000FF"/>
                </a:solidFill>
              </a:rPr>
              <a:t>Department of Computer Science</a:t>
            </a:r>
          </a:p>
          <a:p>
            <a:pPr eaLnBrk="1" hangingPunct="1"/>
            <a:r>
              <a:rPr lang="en-US" altLang="en-US" sz="1600" b="1">
                <a:solidFill>
                  <a:srgbClr val="0000FF"/>
                </a:solidFill>
              </a:rPr>
              <a:t>University of Wisconsin, Milwaukee</a:t>
            </a:r>
          </a:p>
          <a:p>
            <a:pPr eaLnBrk="1" hangingPunct="1"/>
            <a:endParaRPr lang="en-US" altLang="en-US" sz="1600" b="1">
              <a:solidFill>
                <a:srgbClr val="0000FF"/>
              </a:solidFill>
            </a:endParaRPr>
          </a:p>
          <a:p>
            <a:pPr eaLnBrk="1" hangingPunct="1"/>
            <a:r>
              <a:rPr lang="en-US" altLang="en-US" sz="1600" b="1">
                <a:solidFill>
                  <a:srgbClr val="0000FF"/>
                </a:solidFill>
              </a:rPr>
              <a:t>February 20, 2024</a:t>
            </a:r>
          </a:p>
        </p:txBody>
      </p:sp>
      <p:sp>
        <p:nvSpPr>
          <p:cNvPr id="17411" name="TextBox 3">
            <a:extLst>
              <a:ext uri="{FF2B5EF4-FFF2-40B4-BE49-F238E27FC236}">
                <a16:creationId xmlns:a16="http://schemas.microsoft.com/office/drawing/2014/main" id="{218F01CA-4A4B-4ED7-409E-D9D8E6497D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638800"/>
            <a:ext cx="86106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Readings: Chapter 3.2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3BC01CC2-C561-BAB1-08EA-BF4F15DF79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AVL Tree Definition</a:t>
            </a:r>
          </a:p>
        </p:txBody>
      </p:sp>
      <p:sp>
        <p:nvSpPr>
          <p:cNvPr id="18434" name="Rectangle 3">
            <a:extLst>
              <a:ext uri="{FF2B5EF4-FFF2-40B4-BE49-F238E27FC236}">
                <a16:creationId xmlns:a16="http://schemas.microsoft.com/office/drawing/2014/main" id="{1B17635E-2E93-BC95-859F-AD2F7776EE2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905000"/>
            <a:ext cx="4038600" cy="4114800"/>
          </a:xfrm>
        </p:spPr>
        <p:txBody>
          <a:bodyPr/>
          <a:lstStyle/>
          <a:p>
            <a:pPr eaLnBrk="1" hangingPunct="1"/>
            <a:r>
              <a:rPr lang="en-US" altLang="en-US" sz="2000"/>
              <a:t>AVL trees are balanced.</a:t>
            </a:r>
          </a:p>
          <a:p>
            <a:pPr eaLnBrk="1" hangingPunct="1"/>
            <a:endParaRPr lang="en-US" altLang="en-US" sz="2000"/>
          </a:p>
          <a:p>
            <a:pPr eaLnBrk="1" hangingPunct="1"/>
            <a:r>
              <a:rPr lang="en-US" altLang="en-US" sz="2000"/>
              <a:t>An AVL Tree is a </a:t>
            </a:r>
            <a:r>
              <a:rPr lang="en-US" altLang="en-US" sz="2000" b="1" i="1">
                <a:solidFill>
                  <a:srgbClr val="3028FF"/>
                </a:solidFill>
              </a:rPr>
              <a:t>binary search tree</a:t>
            </a:r>
            <a:r>
              <a:rPr lang="en-US" altLang="en-US" sz="2000"/>
              <a:t> such that:</a:t>
            </a:r>
          </a:p>
          <a:p>
            <a:pPr eaLnBrk="1" hangingPunct="1">
              <a:buFontTx/>
              <a:buNone/>
            </a:pPr>
            <a:r>
              <a:rPr lang="en-US" altLang="en-US" sz="2000"/>
              <a:t>	for every internal node v of T, the </a:t>
            </a:r>
            <a:r>
              <a:rPr lang="en-US" altLang="en-US" sz="2000" i="1">
                <a:solidFill>
                  <a:srgbClr val="3028FF"/>
                </a:solidFill>
              </a:rPr>
              <a:t>heights of the children of v can differ by at most 1</a:t>
            </a:r>
            <a:r>
              <a:rPr lang="en-US" altLang="en-US" sz="2000" i="1"/>
              <a:t>.</a:t>
            </a:r>
            <a:endParaRPr lang="en-US" altLang="en-US" sz="1800" i="1"/>
          </a:p>
          <a:p>
            <a:pPr eaLnBrk="1" hangingPunct="1"/>
            <a:endParaRPr lang="en-US" altLang="en-US" sz="1800"/>
          </a:p>
        </p:txBody>
      </p:sp>
      <p:pic>
        <p:nvPicPr>
          <p:cNvPr id="18435" name="Picture 4">
            <a:extLst>
              <a:ext uri="{FF2B5EF4-FFF2-40B4-BE49-F238E27FC236}">
                <a16:creationId xmlns:a16="http://schemas.microsoft.com/office/drawing/2014/main" id="{5115D5A8-4DE7-2006-691F-D526EE8773E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2209800"/>
            <a:ext cx="4191000" cy="2667000"/>
          </a:xfrm>
        </p:spPr>
      </p:pic>
      <p:sp>
        <p:nvSpPr>
          <p:cNvPr id="18436" name="Text Box 5">
            <a:extLst>
              <a:ext uri="{FF2B5EF4-FFF2-40B4-BE49-F238E27FC236}">
                <a16:creationId xmlns:a16="http://schemas.microsoft.com/office/drawing/2014/main" id="{1B4D858A-241F-F9FF-C72D-D91B8B035A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5257800"/>
            <a:ext cx="4114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An example of an AVL tree where the heights are shown next to the nodes: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5E5F1C91-1CF3-4DF6-A4DC-588F00EA2C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Height of an AVL Tree</a:t>
            </a:r>
          </a:p>
        </p:txBody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7A430AD8-A260-C176-CDF3-BF119E934F7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371600"/>
            <a:ext cx="7924800" cy="4800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1800" b="1">
                <a:solidFill>
                  <a:srgbClr val="3028FF"/>
                </a:solidFill>
              </a:rPr>
              <a:t>Fact</a:t>
            </a:r>
            <a:r>
              <a:rPr lang="en-US" altLang="en-US" sz="1800"/>
              <a:t>: The </a:t>
            </a:r>
            <a:r>
              <a:rPr lang="en-US" altLang="en-US" sz="1800" b="1" i="1"/>
              <a:t>height</a:t>
            </a:r>
            <a:r>
              <a:rPr lang="en-US" altLang="en-US" sz="1800"/>
              <a:t> of an AVL tree storing n keys is O(log n).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1800" b="1">
                <a:solidFill>
                  <a:srgbClr val="3028FF"/>
                </a:solidFill>
              </a:rPr>
              <a:t>Proof</a:t>
            </a:r>
            <a:r>
              <a:rPr lang="en-US" altLang="en-US" sz="1800"/>
              <a:t>: Let us bound </a:t>
            </a:r>
            <a:r>
              <a:rPr lang="en-US" altLang="en-US" sz="1800" b="1"/>
              <a:t>n(h):</a:t>
            </a:r>
            <a:r>
              <a:rPr lang="en-US" altLang="en-US" sz="1800"/>
              <a:t> the minimum number of internal nodes of an AVL tree of height h.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/>
              <a:t>	We easily see that n(1) = 1 and n(2) = 2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/>
              <a:t>	For h &gt; 2, an AVL tree of height h contains the root node, one AVL subtree of height h-1 and another of height h-2.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/>
              <a:t>	That is,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/>
              <a:t>		n(h) = 1 + n(h-1) + n(h-2)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/>
              <a:t>	Knowing n(h-1) &gt; n(h-2), we get n(h) &gt; 2*n(h-2). So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600">
                <a:solidFill>
                  <a:schemeClr val="tx2"/>
                </a:solidFill>
              </a:rPr>
              <a:t>n(h) &gt; 2*n(h-2), n(h) &gt; 4*n(h-4), n(h) &gt; 8*n(n-6), … (by induction),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600">
                <a:solidFill>
                  <a:schemeClr val="tx2"/>
                </a:solidFill>
              </a:rPr>
              <a:t>n(h) &gt; 2</a:t>
            </a:r>
            <a:r>
              <a:rPr lang="en-US" altLang="en-US" sz="1600" baseline="30000">
                <a:solidFill>
                  <a:schemeClr val="tx2"/>
                </a:solidFill>
              </a:rPr>
              <a:t>i*</a:t>
            </a:r>
            <a:r>
              <a:rPr lang="en-US" altLang="en-US" sz="1600">
                <a:solidFill>
                  <a:schemeClr val="tx2"/>
                </a:solidFill>
              </a:rPr>
              <a:t>n(h-2i)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en-US" sz="16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/>
              <a:t>	Solving the base case we get: n(h) &gt; 2 </a:t>
            </a:r>
            <a:r>
              <a:rPr lang="en-US" altLang="en-US" sz="1800" baseline="30000"/>
              <a:t>h/2-1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/>
              <a:t>	Taking logarithms: h &lt; 2log n(h) +2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/>
              <a:t>	Thus the height of an AVL tree is O(log 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B792EE15-7D1B-BE49-EB8E-341BE92F4B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en-US" sz="2400"/>
              <a:t>Insertion in an AVL Tree</a:t>
            </a:r>
          </a:p>
        </p:txBody>
      </p:sp>
      <p:sp>
        <p:nvSpPr>
          <p:cNvPr id="20482" name="Rectangle 3">
            <a:extLst>
              <a:ext uri="{FF2B5EF4-FFF2-40B4-BE49-F238E27FC236}">
                <a16:creationId xmlns:a16="http://schemas.microsoft.com/office/drawing/2014/main" id="{C4D56C46-140A-A983-8991-57338CFBF1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7772400" cy="1066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000">
                <a:solidFill>
                  <a:srgbClr val="FF0066"/>
                </a:solidFill>
              </a:rPr>
              <a:t>Insertion is as in a binary search tree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/>
              <a:t>Always done by expanding an external node.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/>
              <a:t>Example: Insert(54)</a:t>
            </a:r>
          </a:p>
        </p:txBody>
      </p:sp>
      <p:grpSp>
        <p:nvGrpSpPr>
          <p:cNvPr id="20483" name="Group 4">
            <a:extLst>
              <a:ext uri="{FF2B5EF4-FFF2-40B4-BE49-F238E27FC236}">
                <a16:creationId xmlns:a16="http://schemas.microsoft.com/office/drawing/2014/main" id="{6388DE87-11E2-D234-95EE-5281D865A353}"/>
              </a:ext>
            </a:extLst>
          </p:cNvPr>
          <p:cNvGrpSpPr>
            <a:grpSpLocks/>
          </p:cNvGrpSpPr>
          <p:nvPr/>
        </p:nvGrpSpPr>
        <p:grpSpPr bwMode="auto">
          <a:xfrm>
            <a:off x="5251450" y="2482850"/>
            <a:ext cx="2743200" cy="3429000"/>
            <a:chOff x="3696" y="1200"/>
            <a:chExt cx="1728" cy="2160"/>
          </a:xfrm>
        </p:grpSpPr>
        <p:sp>
          <p:nvSpPr>
            <p:cNvPr id="20528" name="Oval 5">
              <a:extLst>
                <a:ext uri="{FF2B5EF4-FFF2-40B4-BE49-F238E27FC236}">
                  <a16:creationId xmlns:a16="http://schemas.microsoft.com/office/drawing/2014/main" id="{1301205A-9F93-2F18-79D4-DDBD4F77D6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2" y="1200"/>
              <a:ext cx="282" cy="25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44</a:t>
              </a:r>
            </a:p>
          </p:txBody>
        </p:sp>
        <p:sp>
          <p:nvSpPr>
            <p:cNvPr id="20529" name="Oval 6">
              <a:extLst>
                <a:ext uri="{FF2B5EF4-FFF2-40B4-BE49-F238E27FC236}">
                  <a16:creationId xmlns:a16="http://schemas.microsoft.com/office/drawing/2014/main" id="{48B45619-6119-FF49-F22A-26E6369203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8" y="1584"/>
              <a:ext cx="282" cy="25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17</a:t>
              </a:r>
            </a:p>
          </p:txBody>
        </p:sp>
        <p:sp>
          <p:nvSpPr>
            <p:cNvPr id="20530" name="Oval 7">
              <a:extLst>
                <a:ext uri="{FF2B5EF4-FFF2-40B4-BE49-F238E27FC236}">
                  <a16:creationId xmlns:a16="http://schemas.microsoft.com/office/drawing/2014/main" id="{045477D5-E096-7AE4-E56F-837C4C8DF8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2" y="1584"/>
              <a:ext cx="282" cy="25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78</a:t>
              </a:r>
            </a:p>
          </p:txBody>
        </p:sp>
        <p:sp>
          <p:nvSpPr>
            <p:cNvPr id="20531" name="Oval 8">
              <a:extLst>
                <a:ext uri="{FF2B5EF4-FFF2-40B4-BE49-F238E27FC236}">
                  <a16:creationId xmlns:a16="http://schemas.microsoft.com/office/drawing/2014/main" id="{C173E90B-FD5E-5781-73A3-84605245CD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0" y="2016"/>
              <a:ext cx="282" cy="25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32</a:t>
              </a:r>
            </a:p>
          </p:txBody>
        </p:sp>
        <p:sp>
          <p:nvSpPr>
            <p:cNvPr id="20532" name="Oval 9">
              <a:extLst>
                <a:ext uri="{FF2B5EF4-FFF2-40B4-BE49-F238E27FC236}">
                  <a16:creationId xmlns:a16="http://schemas.microsoft.com/office/drawing/2014/main" id="{2B46C855-F54F-0166-F86B-7FADCDF667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2" y="2016"/>
              <a:ext cx="282" cy="25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50</a:t>
              </a:r>
            </a:p>
          </p:txBody>
        </p:sp>
        <p:sp>
          <p:nvSpPr>
            <p:cNvPr id="20533" name="Oval 10">
              <a:extLst>
                <a:ext uri="{FF2B5EF4-FFF2-40B4-BE49-F238E27FC236}">
                  <a16:creationId xmlns:a16="http://schemas.microsoft.com/office/drawing/2014/main" id="{97A31FE2-966D-84B8-CC2A-EABB024CB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8" y="2016"/>
              <a:ext cx="282" cy="25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88</a:t>
              </a:r>
            </a:p>
          </p:txBody>
        </p:sp>
        <p:sp>
          <p:nvSpPr>
            <p:cNvPr id="20534" name="Oval 11">
              <a:extLst>
                <a:ext uri="{FF2B5EF4-FFF2-40B4-BE49-F238E27FC236}">
                  <a16:creationId xmlns:a16="http://schemas.microsoft.com/office/drawing/2014/main" id="{DF476621-2748-5C3D-FADC-FCD04725A6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0" y="2448"/>
              <a:ext cx="282" cy="25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48</a:t>
              </a:r>
            </a:p>
          </p:txBody>
        </p:sp>
        <p:sp>
          <p:nvSpPr>
            <p:cNvPr id="20535" name="Oval 12">
              <a:extLst>
                <a:ext uri="{FF2B5EF4-FFF2-40B4-BE49-F238E27FC236}">
                  <a16:creationId xmlns:a16="http://schemas.microsoft.com/office/drawing/2014/main" id="{AD293B87-3AB8-1F4A-C312-85AB0D4A4C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4" y="2448"/>
              <a:ext cx="282" cy="25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62</a:t>
              </a:r>
            </a:p>
          </p:txBody>
        </p:sp>
        <p:sp>
          <p:nvSpPr>
            <p:cNvPr id="20536" name="Rectangle 13">
              <a:extLst>
                <a:ext uri="{FF2B5EF4-FFF2-40B4-BE49-F238E27FC236}">
                  <a16:creationId xmlns:a16="http://schemas.microsoft.com/office/drawing/2014/main" id="{F8A9BC33-F11A-5481-41E6-89BC7E47B5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1976"/>
              <a:ext cx="96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37" name="Rectangle 14">
              <a:extLst>
                <a:ext uri="{FF2B5EF4-FFF2-40B4-BE49-F238E27FC236}">
                  <a16:creationId xmlns:a16="http://schemas.microsoft.com/office/drawing/2014/main" id="{E9EB3738-9741-9749-6EB1-492D81524B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408"/>
              <a:ext cx="96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38" name="Rectangle 15">
              <a:extLst>
                <a:ext uri="{FF2B5EF4-FFF2-40B4-BE49-F238E27FC236}">
                  <a16:creationId xmlns:a16="http://schemas.microsoft.com/office/drawing/2014/main" id="{B0444417-AF79-212D-4BB2-7329F13DA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2408"/>
              <a:ext cx="96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39" name="Rectangle 16">
              <a:extLst>
                <a:ext uri="{FF2B5EF4-FFF2-40B4-BE49-F238E27FC236}">
                  <a16:creationId xmlns:a16="http://schemas.microsoft.com/office/drawing/2014/main" id="{18CB5B86-22FF-5C4F-093E-EB98A5291F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2840"/>
              <a:ext cx="96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40" name="Rectangle 17">
              <a:extLst>
                <a:ext uri="{FF2B5EF4-FFF2-40B4-BE49-F238E27FC236}">
                  <a16:creationId xmlns:a16="http://schemas.microsoft.com/office/drawing/2014/main" id="{20F95311-761A-8853-A775-55E6FB9953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2840"/>
              <a:ext cx="96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41" name="Rectangle 18">
              <a:extLst>
                <a:ext uri="{FF2B5EF4-FFF2-40B4-BE49-F238E27FC236}">
                  <a16:creationId xmlns:a16="http://schemas.microsoft.com/office/drawing/2014/main" id="{A90E2BD3-E0DC-07B7-7CA5-A21BBD482A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2840"/>
              <a:ext cx="96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42" name="Rectangle 19">
              <a:extLst>
                <a:ext uri="{FF2B5EF4-FFF2-40B4-BE49-F238E27FC236}">
                  <a16:creationId xmlns:a16="http://schemas.microsoft.com/office/drawing/2014/main" id="{70081A49-DC1F-53DE-607D-FFFF7CA18F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2408"/>
              <a:ext cx="96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43" name="Rectangle 20">
              <a:extLst>
                <a:ext uri="{FF2B5EF4-FFF2-40B4-BE49-F238E27FC236}">
                  <a16:creationId xmlns:a16="http://schemas.microsoft.com/office/drawing/2014/main" id="{AB999BF1-1C47-8BCF-1523-C42CD9E8AD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8" y="2408"/>
              <a:ext cx="96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cxnSp>
          <p:nvCxnSpPr>
            <p:cNvPr id="20544" name="AutoShape 21">
              <a:extLst>
                <a:ext uri="{FF2B5EF4-FFF2-40B4-BE49-F238E27FC236}">
                  <a16:creationId xmlns:a16="http://schemas.microsoft.com/office/drawing/2014/main" id="{6BA54EE8-7F97-FEA3-C9D9-D0B7A39AF085}"/>
                </a:ext>
              </a:extLst>
            </p:cNvPr>
            <p:cNvCxnSpPr>
              <a:cxnSpLocks noChangeShapeType="1"/>
              <a:stCxn id="20528" idx="4"/>
              <a:endCxn id="20529" idx="0"/>
            </p:cNvCxnSpPr>
            <p:nvPr/>
          </p:nvCxnSpPr>
          <p:spPr bwMode="auto">
            <a:xfrm flipH="1">
              <a:off x="3889" y="1454"/>
              <a:ext cx="504" cy="13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45" name="AutoShape 22">
              <a:extLst>
                <a:ext uri="{FF2B5EF4-FFF2-40B4-BE49-F238E27FC236}">
                  <a16:creationId xmlns:a16="http://schemas.microsoft.com/office/drawing/2014/main" id="{13469467-6C39-66C1-87EB-9D23484F689C}"/>
                </a:ext>
              </a:extLst>
            </p:cNvPr>
            <p:cNvCxnSpPr>
              <a:cxnSpLocks noChangeShapeType="1"/>
              <a:stCxn id="20529" idx="4"/>
              <a:endCxn id="20536" idx="0"/>
            </p:cNvCxnSpPr>
            <p:nvPr/>
          </p:nvCxnSpPr>
          <p:spPr bwMode="auto">
            <a:xfrm flipH="1">
              <a:off x="3744" y="1838"/>
              <a:ext cx="145" cy="13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46" name="AutoShape 23">
              <a:extLst>
                <a:ext uri="{FF2B5EF4-FFF2-40B4-BE49-F238E27FC236}">
                  <a16:creationId xmlns:a16="http://schemas.microsoft.com/office/drawing/2014/main" id="{CD6EDFBF-E936-67C1-7089-403E0C17DC0D}"/>
                </a:ext>
              </a:extLst>
            </p:cNvPr>
            <p:cNvCxnSpPr>
              <a:cxnSpLocks noChangeShapeType="1"/>
              <a:stCxn id="20529" idx="4"/>
              <a:endCxn id="20531" idx="0"/>
            </p:cNvCxnSpPr>
            <p:nvPr/>
          </p:nvCxnSpPr>
          <p:spPr bwMode="auto">
            <a:xfrm>
              <a:off x="3889" y="1838"/>
              <a:ext cx="132" cy="17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47" name="AutoShape 24">
              <a:extLst>
                <a:ext uri="{FF2B5EF4-FFF2-40B4-BE49-F238E27FC236}">
                  <a16:creationId xmlns:a16="http://schemas.microsoft.com/office/drawing/2014/main" id="{20EB3455-A4F3-7073-567A-4B92197FA839}"/>
                </a:ext>
              </a:extLst>
            </p:cNvPr>
            <p:cNvCxnSpPr>
              <a:cxnSpLocks noChangeShapeType="1"/>
              <a:stCxn id="20528" idx="4"/>
              <a:endCxn id="20530" idx="0"/>
            </p:cNvCxnSpPr>
            <p:nvPr/>
          </p:nvCxnSpPr>
          <p:spPr bwMode="auto">
            <a:xfrm>
              <a:off x="4393" y="1454"/>
              <a:ext cx="540" cy="130"/>
            </a:xfrm>
            <a:prstGeom prst="straightConnector1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48" name="AutoShape 25">
              <a:extLst>
                <a:ext uri="{FF2B5EF4-FFF2-40B4-BE49-F238E27FC236}">
                  <a16:creationId xmlns:a16="http://schemas.microsoft.com/office/drawing/2014/main" id="{5218E423-CBED-439A-7099-F0B29DBDFC32}"/>
                </a:ext>
              </a:extLst>
            </p:cNvPr>
            <p:cNvCxnSpPr>
              <a:cxnSpLocks noChangeShapeType="1"/>
              <a:stCxn id="20530" idx="4"/>
              <a:endCxn id="20532" idx="0"/>
            </p:cNvCxnSpPr>
            <p:nvPr/>
          </p:nvCxnSpPr>
          <p:spPr bwMode="auto">
            <a:xfrm flipH="1">
              <a:off x="4633" y="1838"/>
              <a:ext cx="300" cy="178"/>
            </a:xfrm>
            <a:prstGeom prst="straightConnector1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49" name="AutoShape 26">
              <a:extLst>
                <a:ext uri="{FF2B5EF4-FFF2-40B4-BE49-F238E27FC236}">
                  <a16:creationId xmlns:a16="http://schemas.microsoft.com/office/drawing/2014/main" id="{23936CF5-7856-0823-7755-85149C747824}"/>
                </a:ext>
              </a:extLst>
            </p:cNvPr>
            <p:cNvCxnSpPr>
              <a:cxnSpLocks noChangeShapeType="1"/>
              <a:stCxn id="20530" idx="4"/>
              <a:endCxn id="20533" idx="0"/>
            </p:cNvCxnSpPr>
            <p:nvPr/>
          </p:nvCxnSpPr>
          <p:spPr bwMode="auto">
            <a:xfrm>
              <a:off x="4933" y="1838"/>
              <a:ext cx="336" cy="17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50" name="AutoShape 27">
              <a:extLst>
                <a:ext uri="{FF2B5EF4-FFF2-40B4-BE49-F238E27FC236}">
                  <a16:creationId xmlns:a16="http://schemas.microsoft.com/office/drawing/2014/main" id="{B12ADE5B-18AB-3275-2628-8E3416C129EB}"/>
                </a:ext>
              </a:extLst>
            </p:cNvPr>
            <p:cNvCxnSpPr>
              <a:cxnSpLocks noChangeShapeType="1"/>
              <a:stCxn id="20532" idx="4"/>
              <a:endCxn id="20534" idx="0"/>
            </p:cNvCxnSpPr>
            <p:nvPr/>
          </p:nvCxnSpPr>
          <p:spPr bwMode="auto">
            <a:xfrm flipH="1">
              <a:off x="4411" y="2270"/>
              <a:ext cx="222" cy="17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51" name="AutoShape 28">
              <a:extLst>
                <a:ext uri="{FF2B5EF4-FFF2-40B4-BE49-F238E27FC236}">
                  <a16:creationId xmlns:a16="http://schemas.microsoft.com/office/drawing/2014/main" id="{E8D494A0-FB5B-8E2A-F3A8-19A9CA1281CC}"/>
                </a:ext>
              </a:extLst>
            </p:cNvPr>
            <p:cNvCxnSpPr>
              <a:cxnSpLocks noChangeShapeType="1"/>
              <a:stCxn id="20531" idx="4"/>
              <a:endCxn id="20537" idx="0"/>
            </p:cNvCxnSpPr>
            <p:nvPr/>
          </p:nvCxnSpPr>
          <p:spPr bwMode="auto">
            <a:xfrm flipH="1">
              <a:off x="3936" y="2270"/>
              <a:ext cx="85" cy="13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52" name="AutoShape 29">
              <a:extLst>
                <a:ext uri="{FF2B5EF4-FFF2-40B4-BE49-F238E27FC236}">
                  <a16:creationId xmlns:a16="http://schemas.microsoft.com/office/drawing/2014/main" id="{1E1B1041-855E-884C-8D4F-E0BB33B52A5B}"/>
                </a:ext>
              </a:extLst>
            </p:cNvPr>
            <p:cNvCxnSpPr>
              <a:cxnSpLocks noChangeShapeType="1"/>
              <a:stCxn id="20531" idx="4"/>
              <a:endCxn id="20538" idx="0"/>
            </p:cNvCxnSpPr>
            <p:nvPr/>
          </p:nvCxnSpPr>
          <p:spPr bwMode="auto">
            <a:xfrm>
              <a:off x="4021" y="2270"/>
              <a:ext cx="107" cy="13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53" name="AutoShape 30">
              <a:extLst>
                <a:ext uri="{FF2B5EF4-FFF2-40B4-BE49-F238E27FC236}">
                  <a16:creationId xmlns:a16="http://schemas.microsoft.com/office/drawing/2014/main" id="{C23A561E-8FC4-006F-1223-9D4AAE218FF9}"/>
                </a:ext>
              </a:extLst>
            </p:cNvPr>
            <p:cNvCxnSpPr>
              <a:cxnSpLocks noChangeShapeType="1"/>
              <a:stCxn id="20534" idx="4"/>
              <a:endCxn id="20539" idx="0"/>
            </p:cNvCxnSpPr>
            <p:nvPr/>
          </p:nvCxnSpPr>
          <p:spPr bwMode="auto">
            <a:xfrm flipH="1">
              <a:off x="4320" y="2702"/>
              <a:ext cx="91" cy="13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54" name="AutoShape 31">
              <a:extLst>
                <a:ext uri="{FF2B5EF4-FFF2-40B4-BE49-F238E27FC236}">
                  <a16:creationId xmlns:a16="http://schemas.microsoft.com/office/drawing/2014/main" id="{695C9C20-9E5B-1C2E-67A0-E476A42A1ADB}"/>
                </a:ext>
              </a:extLst>
            </p:cNvPr>
            <p:cNvCxnSpPr>
              <a:cxnSpLocks noChangeShapeType="1"/>
              <a:stCxn id="20534" idx="4"/>
              <a:endCxn id="20540" idx="0"/>
            </p:cNvCxnSpPr>
            <p:nvPr/>
          </p:nvCxnSpPr>
          <p:spPr bwMode="auto">
            <a:xfrm>
              <a:off x="4411" y="2702"/>
              <a:ext cx="101" cy="13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55" name="AutoShape 32">
              <a:extLst>
                <a:ext uri="{FF2B5EF4-FFF2-40B4-BE49-F238E27FC236}">
                  <a16:creationId xmlns:a16="http://schemas.microsoft.com/office/drawing/2014/main" id="{98C72549-E6FA-75E7-25E5-8760D2935411}"/>
                </a:ext>
              </a:extLst>
            </p:cNvPr>
            <p:cNvCxnSpPr>
              <a:cxnSpLocks noChangeShapeType="1"/>
              <a:stCxn id="20535" idx="4"/>
              <a:endCxn id="20560" idx="0"/>
            </p:cNvCxnSpPr>
            <p:nvPr/>
          </p:nvCxnSpPr>
          <p:spPr bwMode="auto">
            <a:xfrm flipH="1">
              <a:off x="4757" y="2702"/>
              <a:ext cx="128" cy="170"/>
            </a:xfrm>
            <a:prstGeom prst="straightConnector1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56" name="AutoShape 33">
              <a:extLst>
                <a:ext uri="{FF2B5EF4-FFF2-40B4-BE49-F238E27FC236}">
                  <a16:creationId xmlns:a16="http://schemas.microsoft.com/office/drawing/2014/main" id="{AE3B0797-3D9A-F122-87A7-CFC7AEEBCD46}"/>
                </a:ext>
              </a:extLst>
            </p:cNvPr>
            <p:cNvCxnSpPr>
              <a:cxnSpLocks noChangeShapeType="1"/>
              <a:stCxn id="20535" idx="4"/>
              <a:endCxn id="20541" idx="0"/>
            </p:cNvCxnSpPr>
            <p:nvPr/>
          </p:nvCxnSpPr>
          <p:spPr bwMode="auto">
            <a:xfrm>
              <a:off x="4885" y="2702"/>
              <a:ext cx="107" cy="13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57" name="AutoShape 34">
              <a:extLst>
                <a:ext uri="{FF2B5EF4-FFF2-40B4-BE49-F238E27FC236}">
                  <a16:creationId xmlns:a16="http://schemas.microsoft.com/office/drawing/2014/main" id="{C19CC591-4864-6637-79DF-48276A7B84B6}"/>
                </a:ext>
              </a:extLst>
            </p:cNvPr>
            <p:cNvCxnSpPr>
              <a:cxnSpLocks noChangeShapeType="1"/>
              <a:stCxn id="20532" idx="4"/>
              <a:endCxn id="20535" idx="0"/>
            </p:cNvCxnSpPr>
            <p:nvPr/>
          </p:nvCxnSpPr>
          <p:spPr bwMode="auto">
            <a:xfrm>
              <a:off x="4633" y="2270"/>
              <a:ext cx="252" cy="178"/>
            </a:xfrm>
            <a:prstGeom prst="straightConnector1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58" name="AutoShape 35">
              <a:extLst>
                <a:ext uri="{FF2B5EF4-FFF2-40B4-BE49-F238E27FC236}">
                  <a16:creationId xmlns:a16="http://schemas.microsoft.com/office/drawing/2014/main" id="{B5585BEC-DCD4-4066-C0E6-C94D5D5233A2}"/>
                </a:ext>
              </a:extLst>
            </p:cNvPr>
            <p:cNvCxnSpPr>
              <a:cxnSpLocks noChangeShapeType="1"/>
              <a:stCxn id="20533" idx="4"/>
              <a:endCxn id="20542" idx="0"/>
            </p:cNvCxnSpPr>
            <p:nvPr/>
          </p:nvCxnSpPr>
          <p:spPr bwMode="auto">
            <a:xfrm flipH="1">
              <a:off x="5184" y="2270"/>
              <a:ext cx="85" cy="13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59" name="AutoShape 36">
              <a:extLst>
                <a:ext uri="{FF2B5EF4-FFF2-40B4-BE49-F238E27FC236}">
                  <a16:creationId xmlns:a16="http://schemas.microsoft.com/office/drawing/2014/main" id="{6465A334-2547-2435-0590-FD197DB64BAA}"/>
                </a:ext>
              </a:extLst>
            </p:cNvPr>
            <p:cNvCxnSpPr>
              <a:cxnSpLocks noChangeShapeType="1"/>
              <a:stCxn id="20533" idx="4"/>
              <a:endCxn id="20543" idx="0"/>
            </p:cNvCxnSpPr>
            <p:nvPr/>
          </p:nvCxnSpPr>
          <p:spPr bwMode="auto">
            <a:xfrm>
              <a:off x="5269" y="2270"/>
              <a:ext cx="107" cy="13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560" name="Oval 37">
              <a:extLst>
                <a:ext uri="{FF2B5EF4-FFF2-40B4-BE49-F238E27FC236}">
                  <a16:creationId xmlns:a16="http://schemas.microsoft.com/office/drawing/2014/main" id="{C982E163-DB69-9D76-CA6D-3B2708B400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6" y="2872"/>
              <a:ext cx="282" cy="25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54</a:t>
              </a:r>
            </a:p>
          </p:txBody>
        </p:sp>
        <p:sp>
          <p:nvSpPr>
            <p:cNvPr id="20561" name="Rectangle 38">
              <a:extLst>
                <a:ext uri="{FF2B5EF4-FFF2-40B4-BE49-F238E27FC236}">
                  <a16:creationId xmlns:a16="http://schemas.microsoft.com/office/drawing/2014/main" id="{72CAB6A9-68F5-12AE-9FFB-626BC6D325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8" y="3264"/>
              <a:ext cx="96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62" name="Rectangle 39">
              <a:extLst>
                <a:ext uri="{FF2B5EF4-FFF2-40B4-BE49-F238E27FC236}">
                  <a16:creationId xmlns:a16="http://schemas.microsoft.com/office/drawing/2014/main" id="{CDFCA668-A23D-2534-9251-7C08B3E0E8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0" y="3264"/>
              <a:ext cx="96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cxnSp>
          <p:nvCxnSpPr>
            <p:cNvPr id="20563" name="AutoShape 40">
              <a:extLst>
                <a:ext uri="{FF2B5EF4-FFF2-40B4-BE49-F238E27FC236}">
                  <a16:creationId xmlns:a16="http://schemas.microsoft.com/office/drawing/2014/main" id="{DF937E75-CD52-9517-25BB-0D2B6DF34AC9}"/>
                </a:ext>
              </a:extLst>
            </p:cNvPr>
            <p:cNvCxnSpPr>
              <a:cxnSpLocks noChangeShapeType="1"/>
              <a:stCxn id="20560" idx="4"/>
              <a:endCxn id="20561" idx="0"/>
            </p:cNvCxnSpPr>
            <p:nvPr/>
          </p:nvCxnSpPr>
          <p:spPr bwMode="auto">
            <a:xfrm flipH="1">
              <a:off x="4666" y="3126"/>
              <a:ext cx="91" cy="13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64" name="AutoShape 41">
              <a:extLst>
                <a:ext uri="{FF2B5EF4-FFF2-40B4-BE49-F238E27FC236}">
                  <a16:creationId xmlns:a16="http://schemas.microsoft.com/office/drawing/2014/main" id="{6A67F61D-B67F-0EDF-740C-CEE693834A13}"/>
                </a:ext>
              </a:extLst>
            </p:cNvPr>
            <p:cNvCxnSpPr>
              <a:cxnSpLocks noChangeShapeType="1"/>
              <a:stCxn id="20560" idx="4"/>
              <a:endCxn id="20562" idx="0"/>
            </p:cNvCxnSpPr>
            <p:nvPr/>
          </p:nvCxnSpPr>
          <p:spPr bwMode="auto">
            <a:xfrm>
              <a:off x="4757" y="3126"/>
              <a:ext cx="101" cy="13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0484" name="Text Box 42">
            <a:extLst>
              <a:ext uri="{FF2B5EF4-FFF2-40B4-BE49-F238E27FC236}">
                <a16:creationId xmlns:a16="http://schemas.microsoft.com/office/drawing/2014/main" id="{3450C679-5F28-9348-4E5D-8AB3B5B7CB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2050" y="5378450"/>
            <a:ext cx="3127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20485" name="Text Box 43">
            <a:extLst>
              <a:ext uri="{FF2B5EF4-FFF2-40B4-BE49-F238E27FC236}">
                <a16:creationId xmlns:a16="http://schemas.microsoft.com/office/drawing/2014/main" id="{107D7F8D-B50B-8D6A-1C36-445A32F1A7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0625" y="4645025"/>
            <a:ext cx="4619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accent2"/>
                </a:solidFill>
                <a:latin typeface="Times New Roman" panose="02020603050405020304" pitchFamily="18" charset="0"/>
              </a:rPr>
              <a:t>b=x</a:t>
            </a:r>
          </a:p>
        </p:txBody>
      </p:sp>
      <p:sp>
        <p:nvSpPr>
          <p:cNvPr id="20486" name="Text Box 44">
            <a:extLst>
              <a:ext uri="{FF2B5EF4-FFF2-40B4-BE49-F238E27FC236}">
                <a16:creationId xmlns:a16="http://schemas.microsoft.com/office/drawing/2014/main" id="{07B5D6DC-D976-F139-2F9F-6753734C28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8388" y="3359150"/>
            <a:ext cx="4524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accent2"/>
                </a:solidFill>
                <a:latin typeface="Times New Roman" panose="02020603050405020304" pitchFamily="18" charset="0"/>
              </a:rPr>
              <a:t>a=y</a:t>
            </a:r>
          </a:p>
        </p:txBody>
      </p:sp>
      <p:sp>
        <p:nvSpPr>
          <p:cNvPr id="20487" name="Text Box 45">
            <a:extLst>
              <a:ext uri="{FF2B5EF4-FFF2-40B4-BE49-F238E27FC236}">
                <a16:creationId xmlns:a16="http://schemas.microsoft.com/office/drawing/2014/main" id="{ECA983C5-3B91-8F15-44FF-8C4E953054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0488" y="3035300"/>
            <a:ext cx="4429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accent2"/>
                </a:solidFill>
                <a:latin typeface="Times New Roman" panose="02020603050405020304" pitchFamily="18" charset="0"/>
              </a:rPr>
              <a:t>c=z</a:t>
            </a:r>
          </a:p>
        </p:txBody>
      </p:sp>
      <p:sp>
        <p:nvSpPr>
          <p:cNvPr id="20488" name="Line 46">
            <a:extLst>
              <a:ext uri="{FF2B5EF4-FFF2-40B4-BE49-F238E27FC236}">
                <a16:creationId xmlns:a16="http://schemas.microsoft.com/office/drawing/2014/main" id="{5F979168-9CBA-D440-2C0B-B219607987C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99225" y="5349875"/>
            <a:ext cx="228600" cy="1524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0489" name="Line 47">
            <a:extLst>
              <a:ext uri="{FF2B5EF4-FFF2-40B4-BE49-F238E27FC236}">
                <a16:creationId xmlns:a16="http://schemas.microsoft.com/office/drawing/2014/main" id="{0F379223-1E2E-2355-3150-C3B526AA1147}"/>
              </a:ext>
            </a:extLst>
          </p:cNvPr>
          <p:cNvSpPr>
            <a:spLocks noChangeShapeType="1"/>
          </p:cNvSpPr>
          <p:nvPr/>
        </p:nvSpPr>
        <p:spPr bwMode="auto">
          <a:xfrm>
            <a:off x="6394450" y="3625850"/>
            <a:ext cx="152400" cy="1524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0490" name="Line 48">
            <a:extLst>
              <a:ext uri="{FF2B5EF4-FFF2-40B4-BE49-F238E27FC236}">
                <a16:creationId xmlns:a16="http://schemas.microsoft.com/office/drawing/2014/main" id="{42353FF6-A137-A9DB-8D3B-7261C5628DD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61250" y="3187700"/>
            <a:ext cx="3048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0491" name="Line 49">
            <a:extLst>
              <a:ext uri="{FF2B5EF4-FFF2-40B4-BE49-F238E27FC236}">
                <a16:creationId xmlns:a16="http://schemas.microsoft.com/office/drawing/2014/main" id="{6DC61336-88E1-0979-64CB-BB40FE43875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346950" y="4625975"/>
            <a:ext cx="228600" cy="1524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20492" name="Group 50">
            <a:extLst>
              <a:ext uri="{FF2B5EF4-FFF2-40B4-BE49-F238E27FC236}">
                <a16:creationId xmlns:a16="http://schemas.microsoft.com/office/drawing/2014/main" id="{D55CF8B0-878D-0215-5D27-1A411AE2BF7D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482850"/>
            <a:ext cx="2743200" cy="2755900"/>
            <a:chOff x="3840" y="1882"/>
            <a:chExt cx="1728" cy="1736"/>
          </a:xfrm>
        </p:grpSpPr>
        <p:sp>
          <p:nvSpPr>
            <p:cNvPr id="20495" name="Oval 51">
              <a:extLst>
                <a:ext uri="{FF2B5EF4-FFF2-40B4-BE49-F238E27FC236}">
                  <a16:creationId xmlns:a16="http://schemas.microsoft.com/office/drawing/2014/main" id="{5D9FE15E-CC06-313B-07B1-47FBDB934E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6" y="1882"/>
              <a:ext cx="282" cy="25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44</a:t>
              </a:r>
            </a:p>
          </p:txBody>
        </p:sp>
        <p:sp>
          <p:nvSpPr>
            <p:cNvPr id="20496" name="Oval 52">
              <a:extLst>
                <a:ext uri="{FF2B5EF4-FFF2-40B4-BE49-F238E27FC236}">
                  <a16:creationId xmlns:a16="http://schemas.microsoft.com/office/drawing/2014/main" id="{624ED8CD-D063-E91F-1177-D200D8F10E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2" y="2266"/>
              <a:ext cx="282" cy="25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17</a:t>
              </a:r>
            </a:p>
          </p:txBody>
        </p:sp>
        <p:sp>
          <p:nvSpPr>
            <p:cNvPr id="20497" name="Oval 53">
              <a:extLst>
                <a:ext uri="{FF2B5EF4-FFF2-40B4-BE49-F238E27FC236}">
                  <a16:creationId xmlns:a16="http://schemas.microsoft.com/office/drawing/2014/main" id="{9F438405-C3ED-FF13-CD1D-1CCC66CD93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6" y="2266"/>
              <a:ext cx="282" cy="25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78</a:t>
              </a:r>
            </a:p>
          </p:txBody>
        </p:sp>
        <p:sp>
          <p:nvSpPr>
            <p:cNvPr id="20498" name="Oval 54">
              <a:extLst>
                <a:ext uri="{FF2B5EF4-FFF2-40B4-BE49-F238E27FC236}">
                  <a16:creationId xmlns:a16="http://schemas.microsoft.com/office/drawing/2014/main" id="{565D5DAA-B286-4304-9013-DF15788E13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4" y="2698"/>
              <a:ext cx="282" cy="25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32</a:t>
              </a:r>
            </a:p>
          </p:txBody>
        </p:sp>
        <p:sp>
          <p:nvSpPr>
            <p:cNvPr id="20499" name="Oval 55">
              <a:extLst>
                <a:ext uri="{FF2B5EF4-FFF2-40B4-BE49-F238E27FC236}">
                  <a16:creationId xmlns:a16="http://schemas.microsoft.com/office/drawing/2014/main" id="{CD355533-CCBD-BB08-EDEC-C56A594A8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6" y="2698"/>
              <a:ext cx="282" cy="25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50</a:t>
              </a:r>
            </a:p>
          </p:txBody>
        </p:sp>
        <p:sp>
          <p:nvSpPr>
            <p:cNvPr id="20500" name="Oval 56">
              <a:extLst>
                <a:ext uri="{FF2B5EF4-FFF2-40B4-BE49-F238E27FC236}">
                  <a16:creationId xmlns:a16="http://schemas.microsoft.com/office/drawing/2014/main" id="{49442F9B-C00B-9083-F85E-692EC9084A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2" y="2698"/>
              <a:ext cx="282" cy="25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88</a:t>
              </a:r>
            </a:p>
          </p:txBody>
        </p:sp>
        <p:sp>
          <p:nvSpPr>
            <p:cNvPr id="20501" name="Oval 57">
              <a:extLst>
                <a:ext uri="{FF2B5EF4-FFF2-40B4-BE49-F238E27FC236}">
                  <a16:creationId xmlns:a16="http://schemas.microsoft.com/office/drawing/2014/main" id="{323A0E21-1B02-49DD-7A71-E613BC1D2A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4" y="3130"/>
              <a:ext cx="282" cy="25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48</a:t>
              </a:r>
            </a:p>
          </p:txBody>
        </p:sp>
        <p:sp>
          <p:nvSpPr>
            <p:cNvPr id="20502" name="Oval 58">
              <a:extLst>
                <a:ext uri="{FF2B5EF4-FFF2-40B4-BE49-F238E27FC236}">
                  <a16:creationId xmlns:a16="http://schemas.microsoft.com/office/drawing/2014/main" id="{2844AD0A-3573-FFE2-3D6B-039D19115C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8" y="3130"/>
              <a:ext cx="282" cy="25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62</a:t>
              </a:r>
            </a:p>
          </p:txBody>
        </p:sp>
        <p:sp>
          <p:nvSpPr>
            <p:cNvPr id="20503" name="Rectangle 59">
              <a:extLst>
                <a:ext uri="{FF2B5EF4-FFF2-40B4-BE49-F238E27FC236}">
                  <a16:creationId xmlns:a16="http://schemas.microsoft.com/office/drawing/2014/main" id="{2E2EBDA9-8AA7-DA98-85AE-F4FA667C8A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2658"/>
              <a:ext cx="96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04" name="Rectangle 60">
              <a:extLst>
                <a:ext uri="{FF2B5EF4-FFF2-40B4-BE49-F238E27FC236}">
                  <a16:creationId xmlns:a16="http://schemas.microsoft.com/office/drawing/2014/main" id="{946CDBA1-ED0C-D37C-BEF1-35F1B0ADE5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090"/>
              <a:ext cx="96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05" name="Rectangle 61">
              <a:extLst>
                <a:ext uri="{FF2B5EF4-FFF2-40B4-BE49-F238E27FC236}">
                  <a16:creationId xmlns:a16="http://schemas.microsoft.com/office/drawing/2014/main" id="{821077FF-5B09-DF9E-BD4C-A6479021FD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3090"/>
              <a:ext cx="96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06" name="Rectangle 62">
              <a:extLst>
                <a:ext uri="{FF2B5EF4-FFF2-40B4-BE49-F238E27FC236}">
                  <a16:creationId xmlns:a16="http://schemas.microsoft.com/office/drawing/2014/main" id="{9BDECA20-9E1A-D897-C39C-F4AD89FFEC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3522"/>
              <a:ext cx="96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07" name="Rectangle 63">
              <a:extLst>
                <a:ext uri="{FF2B5EF4-FFF2-40B4-BE49-F238E27FC236}">
                  <a16:creationId xmlns:a16="http://schemas.microsoft.com/office/drawing/2014/main" id="{04B778FC-AE9A-463A-60F1-730E83991E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3522"/>
              <a:ext cx="96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08" name="Rectangle 64">
              <a:extLst>
                <a:ext uri="{FF2B5EF4-FFF2-40B4-BE49-F238E27FC236}">
                  <a16:creationId xmlns:a16="http://schemas.microsoft.com/office/drawing/2014/main" id="{C042C04A-0737-88BF-897A-3C06BE3FA9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6" y="3522"/>
              <a:ext cx="96" cy="96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09" name="Rectangle 65">
              <a:extLst>
                <a:ext uri="{FF2B5EF4-FFF2-40B4-BE49-F238E27FC236}">
                  <a16:creationId xmlns:a16="http://schemas.microsoft.com/office/drawing/2014/main" id="{E06F0373-73D3-0D03-66B7-20101034F1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8" y="3522"/>
              <a:ext cx="96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10" name="Rectangle 66">
              <a:extLst>
                <a:ext uri="{FF2B5EF4-FFF2-40B4-BE49-F238E27FC236}">
                  <a16:creationId xmlns:a16="http://schemas.microsoft.com/office/drawing/2014/main" id="{BDE871EC-FE8F-FD29-ECC8-802F666054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0" y="3090"/>
              <a:ext cx="96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11" name="Rectangle 67">
              <a:extLst>
                <a:ext uri="{FF2B5EF4-FFF2-40B4-BE49-F238E27FC236}">
                  <a16:creationId xmlns:a16="http://schemas.microsoft.com/office/drawing/2014/main" id="{ED962B0C-AC5A-5DE0-40F1-59DB7A5CB0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3090"/>
              <a:ext cx="96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cxnSp>
          <p:nvCxnSpPr>
            <p:cNvPr id="20512" name="AutoShape 68">
              <a:extLst>
                <a:ext uri="{FF2B5EF4-FFF2-40B4-BE49-F238E27FC236}">
                  <a16:creationId xmlns:a16="http://schemas.microsoft.com/office/drawing/2014/main" id="{483CBBDD-73A3-21DB-EB04-18F22F3925EC}"/>
                </a:ext>
              </a:extLst>
            </p:cNvPr>
            <p:cNvCxnSpPr>
              <a:cxnSpLocks noChangeShapeType="1"/>
              <a:stCxn id="20495" idx="4"/>
              <a:endCxn id="20496" idx="0"/>
            </p:cNvCxnSpPr>
            <p:nvPr/>
          </p:nvCxnSpPr>
          <p:spPr bwMode="auto">
            <a:xfrm flipH="1">
              <a:off x="4033" y="2136"/>
              <a:ext cx="504" cy="13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13" name="AutoShape 69">
              <a:extLst>
                <a:ext uri="{FF2B5EF4-FFF2-40B4-BE49-F238E27FC236}">
                  <a16:creationId xmlns:a16="http://schemas.microsoft.com/office/drawing/2014/main" id="{970CF227-A6F2-CFDF-C70F-ECDEF2454215}"/>
                </a:ext>
              </a:extLst>
            </p:cNvPr>
            <p:cNvCxnSpPr>
              <a:cxnSpLocks noChangeShapeType="1"/>
              <a:stCxn id="20496" idx="4"/>
              <a:endCxn id="20503" idx="0"/>
            </p:cNvCxnSpPr>
            <p:nvPr/>
          </p:nvCxnSpPr>
          <p:spPr bwMode="auto">
            <a:xfrm flipH="1">
              <a:off x="3888" y="2520"/>
              <a:ext cx="145" cy="13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14" name="AutoShape 70">
              <a:extLst>
                <a:ext uri="{FF2B5EF4-FFF2-40B4-BE49-F238E27FC236}">
                  <a16:creationId xmlns:a16="http://schemas.microsoft.com/office/drawing/2014/main" id="{861903AA-7C0B-4170-67E8-E0DBE8C10B0A}"/>
                </a:ext>
              </a:extLst>
            </p:cNvPr>
            <p:cNvCxnSpPr>
              <a:cxnSpLocks noChangeShapeType="1"/>
              <a:stCxn id="20496" idx="4"/>
              <a:endCxn id="20498" idx="0"/>
            </p:cNvCxnSpPr>
            <p:nvPr/>
          </p:nvCxnSpPr>
          <p:spPr bwMode="auto">
            <a:xfrm>
              <a:off x="4033" y="2520"/>
              <a:ext cx="132" cy="17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15" name="AutoShape 71">
              <a:extLst>
                <a:ext uri="{FF2B5EF4-FFF2-40B4-BE49-F238E27FC236}">
                  <a16:creationId xmlns:a16="http://schemas.microsoft.com/office/drawing/2014/main" id="{B2FCE212-45ED-E299-D31B-3D110F7196C7}"/>
                </a:ext>
              </a:extLst>
            </p:cNvPr>
            <p:cNvCxnSpPr>
              <a:cxnSpLocks noChangeShapeType="1"/>
              <a:stCxn id="20495" idx="4"/>
              <a:endCxn id="20497" idx="0"/>
            </p:cNvCxnSpPr>
            <p:nvPr/>
          </p:nvCxnSpPr>
          <p:spPr bwMode="auto">
            <a:xfrm>
              <a:off x="4537" y="2136"/>
              <a:ext cx="540" cy="13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16" name="AutoShape 72">
              <a:extLst>
                <a:ext uri="{FF2B5EF4-FFF2-40B4-BE49-F238E27FC236}">
                  <a16:creationId xmlns:a16="http://schemas.microsoft.com/office/drawing/2014/main" id="{AB13F07F-DEE7-D345-0E91-DA9A3B059D4E}"/>
                </a:ext>
              </a:extLst>
            </p:cNvPr>
            <p:cNvCxnSpPr>
              <a:cxnSpLocks noChangeShapeType="1"/>
              <a:stCxn id="20497" idx="4"/>
              <a:endCxn id="20499" idx="0"/>
            </p:cNvCxnSpPr>
            <p:nvPr/>
          </p:nvCxnSpPr>
          <p:spPr bwMode="auto">
            <a:xfrm flipH="1">
              <a:off x="4777" y="2520"/>
              <a:ext cx="300" cy="17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17" name="AutoShape 73">
              <a:extLst>
                <a:ext uri="{FF2B5EF4-FFF2-40B4-BE49-F238E27FC236}">
                  <a16:creationId xmlns:a16="http://schemas.microsoft.com/office/drawing/2014/main" id="{51864DCE-E821-0D35-287A-908C9B359498}"/>
                </a:ext>
              </a:extLst>
            </p:cNvPr>
            <p:cNvCxnSpPr>
              <a:cxnSpLocks noChangeShapeType="1"/>
              <a:stCxn id="20497" idx="4"/>
              <a:endCxn id="20500" idx="0"/>
            </p:cNvCxnSpPr>
            <p:nvPr/>
          </p:nvCxnSpPr>
          <p:spPr bwMode="auto">
            <a:xfrm>
              <a:off x="5077" y="2520"/>
              <a:ext cx="336" cy="17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18" name="AutoShape 74">
              <a:extLst>
                <a:ext uri="{FF2B5EF4-FFF2-40B4-BE49-F238E27FC236}">
                  <a16:creationId xmlns:a16="http://schemas.microsoft.com/office/drawing/2014/main" id="{070A9E50-C4EE-C9FE-EF9B-FE1D3C820EF3}"/>
                </a:ext>
              </a:extLst>
            </p:cNvPr>
            <p:cNvCxnSpPr>
              <a:cxnSpLocks noChangeShapeType="1"/>
              <a:stCxn id="20499" idx="4"/>
              <a:endCxn id="20501" idx="0"/>
            </p:cNvCxnSpPr>
            <p:nvPr/>
          </p:nvCxnSpPr>
          <p:spPr bwMode="auto">
            <a:xfrm flipH="1">
              <a:off x="4555" y="2952"/>
              <a:ext cx="222" cy="17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19" name="AutoShape 75">
              <a:extLst>
                <a:ext uri="{FF2B5EF4-FFF2-40B4-BE49-F238E27FC236}">
                  <a16:creationId xmlns:a16="http://schemas.microsoft.com/office/drawing/2014/main" id="{23A26349-52F6-85F0-4B0B-28FDFE8D4CC6}"/>
                </a:ext>
              </a:extLst>
            </p:cNvPr>
            <p:cNvCxnSpPr>
              <a:cxnSpLocks noChangeShapeType="1"/>
              <a:stCxn id="20498" idx="4"/>
              <a:endCxn id="20504" idx="0"/>
            </p:cNvCxnSpPr>
            <p:nvPr/>
          </p:nvCxnSpPr>
          <p:spPr bwMode="auto">
            <a:xfrm flipH="1">
              <a:off x="4080" y="2952"/>
              <a:ext cx="85" cy="13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20" name="AutoShape 76">
              <a:extLst>
                <a:ext uri="{FF2B5EF4-FFF2-40B4-BE49-F238E27FC236}">
                  <a16:creationId xmlns:a16="http://schemas.microsoft.com/office/drawing/2014/main" id="{2A24AA37-FF09-517B-25D9-D0E09CCE4D97}"/>
                </a:ext>
              </a:extLst>
            </p:cNvPr>
            <p:cNvCxnSpPr>
              <a:cxnSpLocks noChangeShapeType="1"/>
              <a:stCxn id="20498" idx="4"/>
              <a:endCxn id="20505" idx="0"/>
            </p:cNvCxnSpPr>
            <p:nvPr/>
          </p:nvCxnSpPr>
          <p:spPr bwMode="auto">
            <a:xfrm>
              <a:off x="4165" y="2952"/>
              <a:ext cx="107" cy="13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21" name="AutoShape 77">
              <a:extLst>
                <a:ext uri="{FF2B5EF4-FFF2-40B4-BE49-F238E27FC236}">
                  <a16:creationId xmlns:a16="http://schemas.microsoft.com/office/drawing/2014/main" id="{E24AC188-1544-8244-29AD-4D8BD2DA2025}"/>
                </a:ext>
              </a:extLst>
            </p:cNvPr>
            <p:cNvCxnSpPr>
              <a:cxnSpLocks noChangeShapeType="1"/>
              <a:stCxn id="20501" idx="4"/>
              <a:endCxn id="20506" idx="0"/>
            </p:cNvCxnSpPr>
            <p:nvPr/>
          </p:nvCxnSpPr>
          <p:spPr bwMode="auto">
            <a:xfrm flipH="1">
              <a:off x="4464" y="3384"/>
              <a:ext cx="91" cy="13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22" name="AutoShape 78">
              <a:extLst>
                <a:ext uri="{FF2B5EF4-FFF2-40B4-BE49-F238E27FC236}">
                  <a16:creationId xmlns:a16="http://schemas.microsoft.com/office/drawing/2014/main" id="{7F7977EC-31FA-9446-F51B-8D78868557CF}"/>
                </a:ext>
              </a:extLst>
            </p:cNvPr>
            <p:cNvCxnSpPr>
              <a:cxnSpLocks noChangeShapeType="1"/>
              <a:stCxn id="20501" idx="4"/>
              <a:endCxn id="20507" idx="0"/>
            </p:cNvCxnSpPr>
            <p:nvPr/>
          </p:nvCxnSpPr>
          <p:spPr bwMode="auto">
            <a:xfrm>
              <a:off x="4555" y="3384"/>
              <a:ext cx="101" cy="13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23" name="AutoShape 79">
              <a:extLst>
                <a:ext uri="{FF2B5EF4-FFF2-40B4-BE49-F238E27FC236}">
                  <a16:creationId xmlns:a16="http://schemas.microsoft.com/office/drawing/2014/main" id="{B4A70A52-AFAF-106A-47CA-084F71E5032A}"/>
                </a:ext>
              </a:extLst>
            </p:cNvPr>
            <p:cNvCxnSpPr>
              <a:cxnSpLocks noChangeShapeType="1"/>
              <a:stCxn id="20502" idx="4"/>
              <a:endCxn id="20508" idx="0"/>
            </p:cNvCxnSpPr>
            <p:nvPr/>
          </p:nvCxnSpPr>
          <p:spPr bwMode="auto">
            <a:xfrm flipH="1">
              <a:off x="4944" y="3384"/>
              <a:ext cx="85" cy="13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24" name="AutoShape 80">
              <a:extLst>
                <a:ext uri="{FF2B5EF4-FFF2-40B4-BE49-F238E27FC236}">
                  <a16:creationId xmlns:a16="http://schemas.microsoft.com/office/drawing/2014/main" id="{0D80D139-BD11-F0B7-6BD4-A08D5B88F828}"/>
                </a:ext>
              </a:extLst>
            </p:cNvPr>
            <p:cNvCxnSpPr>
              <a:cxnSpLocks noChangeShapeType="1"/>
              <a:stCxn id="20502" idx="4"/>
              <a:endCxn id="20509" idx="0"/>
            </p:cNvCxnSpPr>
            <p:nvPr/>
          </p:nvCxnSpPr>
          <p:spPr bwMode="auto">
            <a:xfrm>
              <a:off x="5029" y="3384"/>
              <a:ext cx="107" cy="13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25" name="AutoShape 81">
              <a:extLst>
                <a:ext uri="{FF2B5EF4-FFF2-40B4-BE49-F238E27FC236}">
                  <a16:creationId xmlns:a16="http://schemas.microsoft.com/office/drawing/2014/main" id="{7A332128-056C-EE28-09AF-49A96C7DB56A}"/>
                </a:ext>
              </a:extLst>
            </p:cNvPr>
            <p:cNvCxnSpPr>
              <a:cxnSpLocks noChangeShapeType="1"/>
              <a:stCxn id="20499" idx="4"/>
              <a:endCxn id="20502" idx="0"/>
            </p:cNvCxnSpPr>
            <p:nvPr/>
          </p:nvCxnSpPr>
          <p:spPr bwMode="auto">
            <a:xfrm>
              <a:off x="4777" y="2952"/>
              <a:ext cx="252" cy="17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26" name="AutoShape 82">
              <a:extLst>
                <a:ext uri="{FF2B5EF4-FFF2-40B4-BE49-F238E27FC236}">
                  <a16:creationId xmlns:a16="http://schemas.microsoft.com/office/drawing/2014/main" id="{E2E387B3-AE9E-D524-DFAA-1B508AB52740}"/>
                </a:ext>
              </a:extLst>
            </p:cNvPr>
            <p:cNvCxnSpPr>
              <a:cxnSpLocks noChangeShapeType="1"/>
              <a:stCxn id="20500" idx="4"/>
              <a:endCxn id="20510" idx="0"/>
            </p:cNvCxnSpPr>
            <p:nvPr/>
          </p:nvCxnSpPr>
          <p:spPr bwMode="auto">
            <a:xfrm flipH="1">
              <a:off x="5328" y="2952"/>
              <a:ext cx="85" cy="13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27" name="AutoShape 83">
              <a:extLst>
                <a:ext uri="{FF2B5EF4-FFF2-40B4-BE49-F238E27FC236}">
                  <a16:creationId xmlns:a16="http://schemas.microsoft.com/office/drawing/2014/main" id="{49CE3264-3471-6A58-BD04-96D76F18408A}"/>
                </a:ext>
              </a:extLst>
            </p:cNvPr>
            <p:cNvCxnSpPr>
              <a:cxnSpLocks noChangeShapeType="1"/>
              <a:stCxn id="20500" idx="4"/>
              <a:endCxn id="20511" idx="0"/>
            </p:cNvCxnSpPr>
            <p:nvPr/>
          </p:nvCxnSpPr>
          <p:spPr bwMode="auto">
            <a:xfrm>
              <a:off x="5413" y="2952"/>
              <a:ext cx="107" cy="13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0493" name="Text Box 84">
            <a:extLst>
              <a:ext uri="{FF2B5EF4-FFF2-40B4-BE49-F238E27FC236}">
                <a16:creationId xmlns:a16="http://schemas.microsoft.com/office/drawing/2014/main" id="{4CE88E19-BF5F-BFEA-6310-9F51C27788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5988050"/>
            <a:ext cx="14700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before insertion</a:t>
            </a:r>
          </a:p>
        </p:txBody>
      </p:sp>
      <p:sp>
        <p:nvSpPr>
          <p:cNvPr id="20494" name="Text Box 85">
            <a:extLst>
              <a:ext uri="{FF2B5EF4-FFF2-40B4-BE49-F238E27FC236}">
                <a16:creationId xmlns:a16="http://schemas.microsoft.com/office/drawing/2014/main" id="{7717EEAB-E0D4-8FED-3173-09CCD6134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0725" y="5988050"/>
            <a:ext cx="1323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after insertion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4D2453B7-88A3-BAE1-8478-D227202FBB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 sz="2400"/>
              <a:t>Trinode Restructuring</a:t>
            </a: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854EF16B-3299-355E-E8D9-3D7068EC18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219200"/>
            <a:ext cx="77724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Must keep two properties: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Binary search tree (in-order traversal)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Height-balance property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The height changes only on path from the new node </a:t>
            </a:r>
            <a:r>
              <a:rPr lang="en-US" altLang="en-US" sz="2000" b="1"/>
              <a:t>w</a:t>
            </a:r>
            <a:r>
              <a:rPr lang="en-US" altLang="en-US" sz="2000"/>
              <a:t> to the root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Start from </a:t>
            </a:r>
            <a:r>
              <a:rPr lang="en-US" altLang="en-US" sz="2000" b="1"/>
              <a:t>w </a:t>
            </a:r>
            <a:r>
              <a:rPr lang="en-US" altLang="en-US" sz="2000"/>
              <a:t>along this path, find the first un-balanced node </a:t>
            </a:r>
            <a:r>
              <a:rPr lang="en-US" altLang="en-US" sz="2000" b="1"/>
              <a:t>z</a:t>
            </a:r>
            <a:r>
              <a:rPr lang="en-US" altLang="en-US" sz="2000"/>
              <a:t>, then one of its children, denoted by </a:t>
            </a:r>
            <a:r>
              <a:rPr lang="en-US" altLang="en-US" sz="2000" b="1"/>
              <a:t>y</a:t>
            </a:r>
            <a:r>
              <a:rPr lang="en-US" altLang="en-US" sz="2000"/>
              <a:t>, with higher height (</a:t>
            </a:r>
            <a:r>
              <a:rPr lang="en-US" altLang="en-US" sz="2000" b="1">
                <a:solidFill>
                  <a:srgbClr val="FF0066"/>
                </a:solidFill>
              </a:rPr>
              <a:t>y</a:t>
            </a:r>
            <a:r>
              <a:rPr lang="en-US" altLang="en-US" sz="2000">
                <a:solidFill>
                  <a:srgbClr val="FF0066"/>
                </a:solidFill>
              </a:rPr>
              <a:t> must be the ancestor of </a:t>
            </a:r>
            <a:r>
              <a:rPr lang="en-US" altLang="en-US" sz="2000" b="1">
                <a:solidFill>
                  <a:srgbClr val="FF0066"/>
                </a:solidFill>
              </a:rPr>
              <a:t>w</a:t>
            </a:r>
            <a:r>
              <a:rPr lang="en-US" altLang="en-US" sz="2000"/>
              <a:t>), finally one of </a:t>
            </a:r>
            <a:r>
              <a:rPr lang="en-US" altLang="en-US" sz="2000" b="1"/>
              <a:t>y</a:t>
            </a:r>
            <a:r>
              <a:rPr lang="en-US" altLang="en-US" sz="2000"/>
              <a:t>’s children, denoted by </a:t>
            </a:r>
            <a:r>
              <a:rPr lang="en-US" altLang="en-US" sz="2000" b="1"/>
              <a:t>x</a:t>
            </a:r>
            <a:r>
              <a:rPr lang="en-US" altLang="en-US" sz="2000"/>
              <a:t>, with higher height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let (</a:t>
            </a:r>
            <a:r>
              <a:rPr lang="en-US" altLang="en-US" sz="2000" i="1"/>
              <a:t>a</a:t>
            </a:r>
            <a:r>
              <a:rPr lang="en-US" altLang="en-US" sz="2000"/>
              <a:t>, </a:t>
            </a:r>
            <a:r>
              <a:rPr lang="en-US" altLang="en-US" sz="2000" i="1"/>
              <a:t>b</a:t>
            </a:r>
            <a:r>
              <a:rPr lang="en-US" altLang="en-US" sz="2000"/>
              <a:t>, </a:t>
            </a:r>
            <a:r>
              <a:rPr lang="en-US" altLang="en-US" sz="2000" i="1"/>
              <a:t>c</a:t>
            </a:r>
            <a:r>
              <a:rPr lang="en-US" altLang="en-US" sz="2000"/>
              <a:t>) be an in-order listing of </a:t>
            </a:r>
            <a:r>
              <a:rPr lang="en-US" altLang="en-US" sz="2000" i="1"/>
              <a:t>x</a:t>
            </a:r>
            <a:r>
              <a:rPr lang="en-US" altLang="en-US" sz="2000"/>
              <a:t>, </a:t>
            </a:r>
            <a:r>
              <a:rPr lang="en-US" altLang="en-US" sz="2000" i="1"/>
              <a:t>y</a:t>
            </a:r>
            <a:r>
              <a:rPr lang="en-US" altLang="en-US" sz="2000"/>
              <a:t>, </a:t>
            </a:r>
            <a:r>
              <a:rPr lang="en-US" altLang="en-US" sz="2000" i="1"/>
              <a:t>z, </a:t>
            </a:r>
            <a:r>
              <a:rPr lang="en-US" altLang="en-US" sz="2000"/>
              <a:t>so that </a:t>
            </a:r>
            <a:r>
              <a:rPr lang="en-US" altLang="en-US" sz="2000" i="1"/>
              <a:t>a ≤ b ≤ c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Four cases to arrange a, b, 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14EEEA9B-4FD8-007C-3724-EE71F3FE8A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76200"/>
            <a:ext cx="7342188" cy="914400"/>
          </a:xfrm>
        </p:spPr>
        <p:txBody>
          <a:bodyPr/>
          <a:lstStyle/>
          <a:p>
            <a:pPr eaLnBrk="1" hangingPunct="1"/>
            <a:r>
              <a:rPr lang="en-US" altLang="en-US" sz="2400"/>
              <a:t>Restructuring (as Single Rotations)</a:t>
            </a:r>
          </a:p>
        </p:txBody>
      </p:sp>
      <p:sp>
        <p:nvSpPr>
          <p:cNvPr id="22530" name="Rectangle 3">
            <a:extLst>
              <a:ext uri="{FF2B5EF4-FFF2-40B4-BE49-F238E27FC236}">
                <a16:creationId xmlns:a16="http://schemas.microsoft.com/office/drawing/2014/main" id="{56BC120D-B94D-AA01-6F1B-11940F38D17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143000"/>
            <a:ext cx="3048000" cy="914400"/>
          </a:xfrm>
        </p:spPr>
        <p:txBody>
          <a:bodyPr/>
          <a:lstStyle/>
          <a:p>
            <a:pPr eaLnBrk="1" hangingPunct="1">
              <a:buClr>
                <a:schemeClr val="tx1"/>
              </a:buClr>
            </a:pPr>
            <a:r>
              <a:rPr lang="en-US" altLang="en-US" sz="2000"/>
              <a:t>Single Rotations:</a:t>
            </a:r>
          </a:p>
        </p:txBody>
      </p:sp>
      <p:pic>
        <p:nvPicPr>
          <p:cNvPr id="22531" name="Picture 4">
            <a:extLst>
              <a:ext uri="{FF2B5EF4-FFF2-40B4-BE49-F238E27FC236}">
                <a16:creationId xmlns:a16="http://schemas.microsoft.com/office/drawing/2014/main" id="{FDA8E0F7-DBD2-C693-3CCF-4355ADA7E64A}"/>
              </a:ext>
            </a:extLst>
          </p:cNvPr>
          <p:cNvPicPr>
            <a:picLocks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71600" y="1752600"/>
            <a:ext cx="6400800" cy="2373313"/>
          </a:xfrm>
          <a:noFill/>
        </p:spPr>
      </p:pic>
      <p:pic>
        <p:nvPicPr>
          <p:cNvPr id="22532" name="Picture 6">
            <a:extLst>
              <a:ext uri="{FF2B5EF4-FFF2-40B4-BE49-F238E27FC236}">
                <a16:creationId xmlns:a16="http://schemas.microsoft.com/office/drawing/2014/main" id="{63FD5210-C992-2A7C-9B6D-DB3538B7C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4343400"/>
            <a:ext cx="6343650" cy="209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6EB900A7-6A7D-356F-0BB5-666DED1AD6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en-US" sz="2400"/>
              <a:t>Restructuring (as Double Rotations)</a:t>
            </a:r>
          </a:p>
        </p:txBody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43800579-B8A5-3BDD-B3B3-7764C082BF1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066800"/>
            <a:ext cx="3810000" cy="609600"/>
          </a:xfrm>
        </p:spPr>
        <p:txBody>
          <a:bodyPr/>
          <a:lstStyle/>
          <a:p>
            <a:pPr eaLnBrk="1" hangingPunct="1"/>
            <a:r>
              <a:rPr lang="en-US" altLang="en-US" sz="2000"/>
              <a:t>double rotations:</a:t>
            </a:r>
          </a:p>
        </p:txBody>
      </p:sp>
      <p:pic>
        <p:nvPicPr>
          <p:cNvPr id="23555" name="Picture 4">
            <a:extLst>
              <a:ext uri="{FF2B5EF4-FFF2-40B4-BE49-F238E27FC236}">
                <a16:creationId xmlns:a16="http://schemas.microsoft.com/office/drawing/2014/main" id="{8EF7EC94-7BA8-F898-B112-351BCAE76A9E}"/>
              </a:ext>
            </a:extLst>
          </p:cNvPr>
          <p:cNvPicPr>
            <a:picLocks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" y="1676400"/>
            <a:ext cx="6477000" cy="2373313"/>
          </a:xfrm>
          <a:noFill/>
        </p:spPr>
      </p:pic>
      <p:pic>
        <p:nvPicPr>
          <p:cNvPr id="23556" name="Picture 6">
            <a:extLst>
              <a:ext uri="{FF2B5EF4-FFF2-40B4-BE49-F238E27FC236}">
                <a16:creationId xmlns:a16="http://schemas.microsoft.com/office/drawing/2014/main" id="{F938CEC9-ABC9-2A47-AB12-83C4F15AC9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4286250"/>
            <a:ext cx="6362700" cy="219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6735ADCF-14E3-2ED0-8115-27AA12F9CD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7772400" cy="533400"/>
          </a:xfrm>
        </p:spPr>
        <p:txBody>
          <a:bodyPr/>
          <a:lstStyle/>
          <a:p>
            <a:pPr eaLnBrk="1" hangingPunct="1"/>
            <a:r>
              <a:rPr lang="en-US" altLang="en-US" sz="2400"/>
              <a:t>Insertion Example</a:t>
            </a:r>
          </a:p>
        </p:txBody>
      </p:sp>
      <p:pic>
        <p:nvPicPr>
          <p:cNvPr id="24578" name="Picture 3">
            <a:extLst>
              <a:ext uri="{FF2B5EF4-FFF2-40B4-BE49-F238E27FC236}">
                <a16:creationId xmlns:a16="http://schemas.microsoft.com/office/drawing/2014/main" id="{D5226BB4-A269-0B05-D1CE-43DE16E6D229}"/>
              </a:ext>
            </a:extLst>
          </p:cNvPr>
          <p:cNvPicPr>
            <a:picLocks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" y="1066800"/>
            <a:ext cx="4572000" cy="2530475"/>
          </a:xfrm>
          <a:noFill/>
        </p:spPr>
      </p:pic>
      <p:sp>
        <p:nvSpPr>
          <p:cNvPr id="24579" name="Text Box 199">
            <a:extLst>
              <a:ext uri="{FF2B5EF4-FFF2-40B4-BE49-F238E27FC236}">
                <a16:creationId xmlns:a16="http://schemas.microsoft.com/office/drawing/2014/main" id="{135E5E27-2411-C25D-D362-A21CB62D06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1676400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>
                <a:latin typeface="Times New Roman" panose="02020603050405020304" pitchFamily="18" charset="0"/>
              </a:rPr>
              <a:t>unbalanced</a:t>
            </a:r>
          </a:p>
        </p:txBody>
      </p:sp>
      <p:sp>
        <p:nvSpPr>
          <p:cNvPr id="21702" name="Text Box 200">
            <a:extLst>
              <a:ext uri="{FF2B5EF4-FFF2-40B4-BE49-F238E27FC236}">
                <a16:creationId xmlns:a16="http://schemas.microsoft.com/office/drawing/2014/main" id="{6F94EF15-4265-54B5-4367-4EAB7C884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5105400"/>
            <a:ext cx="2209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>
                <a:latin typeface="Times New Roman" panose="02020603050405020304" pitchFamily="18" charset="0"/>
              </a:rPr>
              <a:t>balanced</a:t>
            </a:r>
          </a:p>
        </p:txBody>
      </p:sp>
      <p:grpSp>
        <p:nvGrpSpPr>
          <p:cNvPr id="2" name="Group 205">
            <a:extLst>
              <a:ext uri="{FF2B5EF4-FFF2-40B4-BE49-F238E27FC236}">
                <a16:creationId xmlns:a16="http://schemas.microsoft.com/office/drawing/2014/main" id="{8EE58F34-14FB-37EE-243B-350D8A1DDB0C}"/>
              </a:ext>
            </a:extLst>
          </p:cNvPr>
          <p:cNvGrpSpPr>
            <a:grpSpLocks/>
          </p:cNvGrpSpPr>
          <p:nvPr/>
        </p:nvGrpSpPr>
        <p:grpSpPr bwMode="auto">
          <a:xfrm>
            <a:off x="4049713" y="3646488"/>
            <a:ext cx="4867275" cy="2876550"/>
            <a:chOff x="4049713" y="3646488"/>
            <a:chExt cx="4867275" cy="2876550"/>
          </a:xfrm>
        </p:grpSpPr>
        <p:sp>
          <p:nvSpPr>
            <p:cNvPr id="24585" name="Line 4">
              <a:extLst>
                <a:ext uri="{FF2B5EF4-FFF2-40B4-BE49-F238E27FC236}">
                  <a16:creationId xmlns:a16="http://schemas.microsoft.com/office/drawing/2014/main" id="{042B1590-23FF-227F-A66D-EEF4BCC76D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38775" y="5845175"/>
              <a:ext cx="9525" cy="87313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6" name="Freeform 5">
              <a:extLst>
                <a:ext uri="{FF2B5EF4-FFF2-40B4-BE49-F238E27FC236}">
                  <a16:creationId xmlns:a16="http://schemas.microsoft.com/office/drawing/2014/main" id="{E76C3859-CFC7-3673-0E11-6C2A83E1B6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9413" y="5997575"/>
              <a:ext cx="55562" cy="53975"/>
            </a:xfrm>
            <a:custGeom>
              <a:avLst/>
              <a:gdLst>
                <a:gd name="T0" fmla="*/ 0 w 35"/>
                <a:gd name="T1" fmla="*/ 0 h 34"/>
                <a:gd name="T2" fmla="*/ 0 w 35"/>
                <a:gd name="T3" fmla="*/ 2147483646 h 34"/>
                <a:gd name="T4" fmla="*/ 2147483646 w 35"/>
                <a:gd name="T5" fmla="*/ 2147483646 h 34"/>
                <a:gd name="T6" fmla="*/ 2147483646 w 35"/>
                <a:gd name="T7" fmla="*/ 2147483646 h 3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5"/>
                <a:gd name="T13" fmla="*/ 0 h 34"/>
                <a:gd name="T14" fmla="*/ 35 w 35"/>
                <a:gd name="T15" fmla="*/ 34 h 3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5" h="34">
                  <a:moveTo>
                    <a:pt x="0" y="0"/>
                  </a:moveTo>
                  <a:lnTo>
                    <a:pt x="0" y="14"/>
                  </a:lnTo>
                  <a:lnTo>
                    <a:pt x="21" y="34"/>
                  </a:lnTo>
                  <a:lnTo>
                    <a:pt x="35" y="34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7" name="Freeform 6">
              <a:extLst>
                <a:ext uri="{FF2B5EF4-FFF2-40B4-BE49-F238E27FC236}">
                  <a16:creationId xmlns:a16="http://schemas.microsoft.com/office/drawing/2014/main" id="{3570CAB2-F3E3-F457-D194-275BE28DA1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580063" y="6073775"/>
              <a:ext cx="87312" cy="1588"/>
            </a:xfrm>
            <a:custGeom>
              <a:avLst/>
              <a:gdLst>
                <a:gd name="T0" fmla="*/ 0 w 55"/>
                <a:gd name="T1" fmla="*/ 0 h 1588"/>
                <a:gd name="T2" fmla="*/ 2147483646 w 55"/>
                <a:gd name="T3" fmla="*/ 0 h 1588"/>
                <a:gd name="T4" fmla="*/ 2147483646 w 55"/>
                <a:gd name="T5" fmla="*/ 0 h 1588"/>
                <a:gd name="T6" fmla="*/ 0 60000 65536"/>
                <a:gd name="T7" fmla="*/ 0 60000 65536"/>
                <a:gd name="T8" fmla="*/ 0 60000 65536"/>
                <a:gd name="T9" fmla="*/ 0 w 55"/>
                <a:gd name="T10" fmla="*/ 0 h 1588"/>
                <a:gd name="T11" fmla="*/ 55 w 55"/>
                <a:gd name="T12" fmla="*/ 1588 h 15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5" h="1588">
                  <a:moveTo>
                    <a:pt x="0" y="0"/>
                  </a:moveTo>
                  <a:lnTo>
                    <a:pt x="28" y="0"/>
                  </a:lnTo>
                  <a:lnTo>
                    <a:pt x="55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8" name="Line 7">
              <a:extLst>
                <a:ext uri="{FF2B5EF4-FFF2-40B4-BE49-F238E27FC236}">
                  <a16:creationId xmlns:a16="http://schemas.microsoft.com/office/drawing/2014/main" id="{7922A23B-FC12-24AA-9E9A-4487C32636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34050" y="6084888"/>
              <a:ext cx="98425" cy="1587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9" name="Line 8">
              <a:extLst>
                <a:ext uri="{FF2B5EF4-FFF2-40B4-BE49-F238E27FC236}">
                  <a16:creationId xmlns:a16="http://schemas.microsoft.com/office/drawing/2014/main" id="{B52E01BB-3808-0CAF-1E92-33878B1859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97563" y="6084888"/>
              <a:ext cx="87312" cy="1587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0" name="Freeform 9">
              <a:extLst>
                <a:ext uri="{FF2B5EF4-FFF2-40B4-BE49-F238E27FC236}">
                  <a16:creationId xmlns:a16="http://schemas.microsoft.com/office/drawing/2014/main" id="{C8B32F7A-0EF2-2C69-1DC2-88707E7C3A1E}"/>
                </a:ext>
              </a:extLst>
            </p:cNvPr>
            <p:cNvSpPr>
              <a:spLocks/>
            </p:cNvSpPr>
            <p:nvPr/>
          </p:nvSpPr>
          <p:spPr bwMode="auto">
            <a:xfrm>
              <a:off x="6049963" y="6073775"/>
              <a:ext cx="87312" cy="1588"/>
            </a:xfrm>
            <a:custGeom>
              <a:avLst/>
              <a:gdLst>
                <a:gd name="T0" fmla="*/ 0 w 55"/>
                <a:gd name="T1" fmla="*/ 0 h 1588"/>
                <a:gd name="T2" fmla="*/ 2147483646 w 55"/>
                <a:gd name="T3" fmla="*/ 0 h 1588"/>
                <a:gd name="T4" fmla="*/ 2147483646 w 55"/>
                <a:gd name="T5" fmla="*/ 0 h 1588"/>
                <a:gd name="T6" fmla="*/ 0 60000 65536"/>
                <a:gd name="T7" fmla="*/ 0 60000 65536"/>
                <a:gd name="T8" fmla="*/ 0 60000 65536"/>
                <a:gd name="T9" fmla="*/ 0 w 55"/>
                <a:gd name="T10" fmla="*/ 0 h 1588"/>
                <a:gd name="T11" fmla="*/ 55 w 55"/>
                <a:gd name="T12" fmla="*/ 1588 h 15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5" h="1588">
                  <a:moveTo>
                    <a:pt x="0" y="0"/>
                  </a:moveTo>
                  <a:lnTo>
                    <a:pt x="42" y="0"/>
                  </a:lnTo>
                  <a:lnTo>
                    <a:pt x="55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1" name="Freeform 10">
              <a:extLst>
                <a:ext uri="{FF2B5EF4-FFF2-40B4-BE49-F238E27FC236}">
                  <a16:creationId xmlns:a16="http://schemas.microsoft.com/office/drawing/2014/main" id="{BA862939-4F14-DFCB-BA11-5A068D587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3950" y="6019800"/>
              <a:ext cx="76200" cy="42863"/>
            </a:xfrm>
            <a:custGeom>
              <a:avLst/>
              <a:gdLst>
                <a:gd name="T0" fmla="*/ 0 w 48"/>
                <a:gd name="T1" fmla="*/ 2147483646 h 27"/>
                <a:gd name="T2" fmla="*/ 2147483646 w 48"/>
                <a:gd name="T3" fmla="*/ 2147483646 h 27"/>
                <a:gd name="T4" fmla="*/ 2147483646 w 48"/>
                <a:gd name="T5" fmla="*/ 2147483646 h 27"/>
                <a:gd name="T6" fmla="*/ 2147483646 w 48"/>
                <a:gd name="T7" fmla="*/ 0 h 2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8"/>
                <a:gd name="T13" fmla="*/ 0 h 27"/>
                <a:gd name="T14" fmla="*/ 48 w 48"/>
                <a:gd name="T15" fmla="*/ 27 h 2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8" h="27">
                  <a:moveTo>
                    <a:pt x="0" y="27"/>
                  </a:moveTo>
                  <a:lnTo>
                    <a:pt x="27" y="20"/>
                  </a:lnTo>
                  <a:lnTo>
                    <a:pt x="48" y="7"/>
                  </a:lnTo>
                  <a:lnTo>
                    <a:pt x="48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2" name="Line 11">
              <a:extLst>
                <a:ext uri="{FF2B5EF4-FFF2-40B4-BE49-F238E27FC236}">
                  <a16:creationId xmlns:a16="http://schemas.microsoft.com/office/drawing/2014/main" id="{AFE2F8B2-B331-6D7C-721B-2714C9EA39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02375" y="5876925"/>
              <a:ext cx="20638" cy="87313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3" name="Freeform 12">
              <a:extLst>
                <a:ext uri="{FF2B5EF4-FFF2-40B4-BE49-F238E27FC236}">
                  <a16:creationId xmlns:a16="http://schemas.microsoft.com/office/drawing/2014/main" id="{4D519D78-5E3D-6B9B-BE52-243576CE063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3013" y="5713413"/>
              <a:ext cx="11112" cy="87312"/>
            </a:xfrm>
            <a:custGeom>
              <a:avLst/>
              <a:gdLst>
                <a:gd name="T0" fmla="*/ 0 w 7"/>
                <a:gd name="T1" fmla="*/ 2147483646 h 55"/>
                <a:gd name="T2" fmla="*/ 2147483646 w 7"/>
                <a:gd name="T3" fmla="*/ 2147483646 h 55"/>
                <a:gd name="T4" fmla="*/ 0 w 7"/>
                <a:gd name="T5" fmla="*/ 0 h 55"/>
                <a:gd name="T6" fmla="*/ 0 60000 65536"/>
                <a:gd name="T7" fmla="*/ 0 60000 65536"/>
                <a:gd name="T8" fmla="*/ 0 60000 65536"/>
                <a:gd name="T9" fmla="*/ 0 w 7"/>
                <a:gd name="T10" fmla="*/ 0 h 55"/>
                <a:gd name="T11" fmla="*/ 7 w 7"/>
                <a:gd name="T12" fmla="*/ 55 h 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" h="55">
                  <a:moveTo>
                    <a:pt x="0" y="55"/>
                  </a:moveTo>
                  <a:lnTo>
                    <a:pt x="7" y="21"/>
                  </a:lnTo>
                  <a:lnTo>
                    <a:pt x="0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4" name="Freeform 13">
              <a:extLst>
                <a:ext uri="{FF2B5EF4-FFF2-40B4-BE49-F238E27FC236}">
                  <a16:creationId xmlns:a16="http://schemas.microsoft.com/office/drawing/2014/main" id="{156534C2-2D84-D560-D594-291A61F96179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9038" y="5570538"/>
              <a:ext cx="44450" cy="77787"/>
            </a:xfrm>
            <a:custGeom>
              <a:avLst/>
              <a:gdLst>
                <a:gd name="T0" fmla="*/ 2147483646 w 28"/>
                <a:gd name="T1" fmla="*/ 2147483646 h 49"/>
                <a:gd name="T2" fmla="*/ 2147483646 w 28"/>
                <a:gd name="T3" fmla="*/ 2147483646 h 49"/>
                <a:gd name="T4" fmla="*/ 0 w 28"/>
                <a:gd name="T5" fmla="*/ 0 h 49"/>
                <a:gd name="T6" fmla="*/ 0 60000 65536"/>
                <a:gd name="T7" fmla="*/ 0 60000 65536"/>
                <a:gd name="T8" fmla="*/ 0 60000 65536"/>
                <a:gd name="T9" fmla="*/ 0 w 28"/>
                <a:gd name="T10" fmla="*/ 0 h 49"/>
                <a:gd name="T11" fmla="*/ 28 w 28"/>
                <a:gd name="T12" fmla="*/ 49 h 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" h="49">
                  <a:moveTo>
                    <a:pt x="28" y="49"/>
                  </a:moveTo>
                  <a:lnTo>
                    <a:pt x="28" y="49"/>
                  </a:lnTo>
                  <a:lnTo>
                    <a:pt x="0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5" name="Line 14">
              <a:extLst>
                <a:ext uri="{FF2B5EF4-FFF2-40B4-BE49-F238E27FC236}">
                  <a16:creationId xmlns:a16="http://schemas.microsoft.com/office/drawing/2014/main" id="{09A1E791-B404-1258-4969-DDB141DC09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192838" y="5440363"/>
              <a:ext cx="42862" cy="7620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6" name="Line 15">
              <a:extLst>
                <a:ext uri="{FF2B5EF4-FFF2-40B4-BE49-F238E27FC236}">
                  <a16:creationId xmlns:a16="http://schemas.microsoft.com/office/drawing/2014/main" id="{8AD5FA5D-6130-83BD-1A1D-80F72FA350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105525" y="5308600"/>
              <a:ext cx="53975" cy="7620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7" name="Line 16">
              <a:extLst>
                <a:ext uri="{FF2B5EF4-FFF2-40B4-BE49-F238E27FC236}">
                  <a16:creationId xmlns:a16="http://schemas.microsoft.com/office/drawing/2014/main" id="{6C2F5F01-0D4E-F7B8-C93A-64BCD6CEC2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018213" y="5176838"/>
              <a:ext cx="53975" cy="77787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8" name="Freeform 17">
              <a:extLst>
                <a:ext uri="{FF2B5EF4-FFF2-40B4-BE49-F238E27FC236}">
                  <a16:creationId xmlns:a16="http://schemas.microsoft.com/office/drawing/2014/main" id="{1DEFC86C-9C6C-00B7-FAE4-2814363D544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8675" y="5068888"/>
              <a:ext cx="65088" cy="53975"/>
            </a:xfrm>
            <a:custGeom>
              <a:avLst/>
              <a:gdLst>
                <a:gd name="T0" fmla="*/ 2147483646 w 41"/>
                <a:gd name="T1" fmla="*/ 2147483646 h 34"/>
                <a:gd name="T2" fmla="*/ 2147483646 w 41"/>
                <a:gd name="T3" fmla="*/ 2147483646 h 34"/>
                <a:gd name="T4" fmla="*/ 0 w 41"/>
                <a:gd name="T5" fmla="*/ 0 h 34"/>
                <a:gd name="T6" fmla="*/ 0 60000 65536"/>
                <a:gd name="T7" fmla="*/ 0 60000 65536"/>
                <a:gd name="T8" fmla="*/ 0 60000 65536"/>
                <a:gd name="T9" fmla="*/ 0 w 41"/>
                <a:gd name="T10" fmla="*/ 0 h 34"/>
                <a:gd name="T11" fmla="*/ 41 w 41"/>
                <a:gd name="T12" fmla="*/ 34 h 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34">
                  <a:moveTo>
                    <a:pt x="41" y="34"/>
                  </a:moveTo>
                  <a:lnTo>
                    <a:pt x="34" y="27"/>
                  </a:lnTo>
                  <a:lnTo>
                    <a:pt x="0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9" name="Freeform 18">
              <a:extLst>
                <a:ext uri="{FF2B5EF4-FFF2-40B4-BE49-F238E27FC236}">
                  <a16:creationId xmlns:a16="http://schemas.microsoft.com/office/drawing/2014/main" id="{5E7A9D30-93A8-0A8B-7394-F2FD0459C3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5800" y="5046663"/>
              <a:ext cx="76200" cy="42862"/>
            </a:xfrm>
            <a:custGeom>
              <a:avLst/>
              <a:gdLst>
                <a:gd name="T0" fmla="*/ 2147483646 w 48"/>
                <a:gd name="T1" fmla="*/ 0 h 27"/>
                <a:gd name="T2" fmla="*/ 2147483646 w 48"/>
                <a:gd name="T3" fmla="*/ 2147483646 h 27"/>
                <a:gd name="T4" fmla="*/ 0 w 48"/>
                <a:gd name="T5" fmla="*/ 2147483646 h 27"/>
                <a:gd name="T6" fmla="*/ 0 60000 65536"/>
                <a:gd name="T7" fmla="*/ 0 60000 65536"/>
                <a:gd name="T8" fmla="*/ 0 60000 65536"/>
                <a:gd name="T9" fmla="*/ 0 w 48"/>
                <a:gd name="T10" fmla="*/ 0 h 27"/>
                <a:gd name="T11" fmla="*/ 48 w 48"/>
                <a:gd name="T12" fmla="*/ 27 h 2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27">
                  <a:moveTo>
                    <a:pt x="48" y="0"/>
                  </a:moveTo>
                  <a:lnTo>
                    <a:pt x="14" y="14"/>
                  </a:lnTo>
                  <a:lnTo>
                    <a:pt x="0" y="27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0" name="Line 19">
              <a:extLst>
                <a:ext uri="{FF2B5EF4-FFF2-40B4-BE49-F238E27FC236}">
                  <a16:creationId xmlns:a16="http://schemas.microsoft.com/office/drawing/2014/main" id="{B9EFF334-8A3C-24E0-EB96-B883903343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67375" y="5133975"/>
              <a:ext cx="55563" cy="7620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1" name="Freeform 20">
              <a:extLst>
                <a:ext uri="{FF2B5EF4-FFF2-40B4-BE49-F238E27FC236}">
                  <a16:creationId xmlns:a16="http://schemas.microsoft.com/office/drawing/2014/main" id="{3E8D64D1-CE48-2D5E-7213-A9E4A0AD60B6}"/>
                </a:ext>
              </a:extLst>
            </p:cNvPr>
            <p:cNvSpPr>
              <a:spLocks/>
            </p:cNvSpPr>
            <p:nvPr/>
          </p:nvSpPr>
          <p:spPr bwMode="auto">
            <a:xfrm>
              <a:off x="5580063" y="5264150"/>
              <a:ext cx="55562" cy="77788"/>
            </a:xfrm>
            <a:custGeom>
              <a:avLst/>
              <a:gdLst>
                <a:gd name="T0" fmla="*/ 2147483646 w 35"/>
                <a:gd name="T1" fmla="*/ 0 h 49"/>
                <a:gd name="T2" fmla="*/ 2147483646 w 35"/>
                <a:gd name="T3" fmla="*/ 2147483646 h 49"/>
                <a:gd name="T4" fmla="*/ 0 w 35"/>
                <a:gd name="T5" fmla="*/ 2147483646 h 49"/>
                <a:gd name="T6" fmla="*/ 0 60000 65536"/>
                <a:gd name="T7" fmla="*/ 0 60000 65536"/>
                <a:gd name="T8" fmla="*/ 0 60000 65536"/>
                <a:gd name="T9" fmla="*/ 0 w 35"/>
                <a:gd name="T10" fmla="*/ 0 h 49"/>
                <a:gd name="T11" fmla="*/ 35 w 35"/>
                <a:gd name="T12" fmla="*/ 49 h 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" h="49">
                  <a:moveTo>
                    <a:pt x="35" y="0"/>
                  </a:moveTo>
                  <a:lnTo>
                    <a:pt x="14" y="28"/>
                  </a:lnTo>
                  <a:lnTo>
                    <a:pt x="0" y="49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2" name="Line 21">
              <a:extLst>
                <a:ext uri="{FF2B5EF4-FFF2-40B4-BE49-F238E27FC236}">
                  <a16:creationId xmlns:a16="http://schemas.microsoft.com/office/drawing/2014/main" id="{E389FBB0-E5EE-9A5C-DCB5-5D1CD740C4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03863" y="5395913"/>
              <a:ext cx="42862" cy="7620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3" name="Freeform 22">
              <a:extLst>
                <a:ext uri="{FF2B5EF4-FFF2-40B4-BE49-F238E27FC236}">
                  <a16:creationId xmlns:a16="http://schemas.microsoft.com/office/drawing/2014/main" id="{67960D49-4184-0370-ACF4-0CA274C69FC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8775" y="5538788"/>
              <a:ext cx="31750" cy="76200"/>
            </a:xfrm>
            <a:custGeom>
              <a:avLst/>
              <a:gdLst>
                <a:gd name="T0" fmla="*/ 2147483646 w 20"/>
                <a:gd name="T1" fmla="*/ 0 h 48"/>
                <a:gd name="T2" fmla="*/ 0 w 20"/>
                <a:gd name="T3" fmla="*/ 2147483646 h 48"/>
                <a:gd name="T4" fmla="*/ 0 w 20"/>
                <a:gd name="T5" fmla="*/ 2147483646 h 48"/>
                <a:gd name="T6" fmla="*/ 0 60000 65536"/>
                <a:gd name="T7" fmla="*/ 0 60000 65536"/>
                <a:gd name="T8" fmla="*/ 0 60000 65536"/>
                <a:gd name="T9" fmla="*/ 0 w 20"/>
                <a:gd name="T10" fmla="*/ 0 h 48"/>
                <a:gd name="T11" fmla="*/ 20 w 20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" h="48">
                  <a:moveTo>
                    <a:pt x="20" y="0"/>
                  </a:moveTo>
                  <a:lnTo>
                    <a:pt x="0" y="41"/>
                  </a:lnTo>
                  <a:lnTo>
                    <a:pt x="0" y="48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4" name="Line 23">
              <a:extLst>
                <a:ext uri="{FF2B5EF4-FFF2-40B4-BE49-F238E27FC236}">
                  <a16:creationId xmlns:a16="http://schemas.microsoft.com/office/drawing/2014/main" id="{7A9C0FBC-129D-D67E-7416-62C00D5661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38775" y="5691188"/>
              <a:ext cx="1588" cy="87312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5" name="Freeform 24">
              <a:extLst>
                <a:ext uri="{FF2B5EF4-FFF2-40B4-BE49-F238E27FC236}">
                  <a16:creationId xmlns:a16="http://schemas.microsoft.com/office/drawing/2014/main" id="{74D35409-190F-588E-3567-465E99254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0800" y="5046663"/>
              <a:ext cx="885825" cy="1038225"/>
            </a:xfrm>
            <a:custGeom>
              <a:avLst/>
              <a:gdLst>
                <a:gd name="T0" fmla="*/ 0 w 558"/>
                <a:gd name="T1" fmla="*/ 2147483646 h 654"/>
                <a:gd name="T2" fmla="*/ 0 w 558"/>
                <a:gd name="T3" fmla="*/ 2147483646 h 654"/>
                <a:gd name="T4" fmla="*/ 2147483646 w 558"/>
                <a:gd name="T5" fmla="*/ 2147483646 h 654"/>
                <a:gd name="T6" fmla="*/ 2147483646 w 558"/>
                <a:gd name="T7" fmla="*/ 2147483646 h 654"/>
                <a:gd name="T8" fmla="*/ 2147483646 w 558"/>
                <a:gd name="T9" fmla="*/ 2147483646 h 654"/>
                <a:gd name="T10" fmla="*/ 2147483646 w 558"/>
                <a:gd name="T11" fmla="*/ 2147483646 h 654"/>
                <a:gd name="T12" fmla="*/ 2147483646 w 558"/>
                <a:gd name="T13" fmla="*/ 2147483646 h 654"/>
                <a:gd name="T14" fmla="*/ 2147483646 w 558"/>
                <a:gd name="T15" fmla="*/ 2147483646 h 654"/>
                <a:gd name="T16" fmla="*/ 2147483646 w 558"/>
                <a:gd name="T17" fmla="*/ 2147483646 h 654"/>
                <a:gd name="T18" fmla="*/ 2147483646 w 558"/>
                <a:gd name="T19" fmla="*/ 2147483646 h 654"/>
                <a:gd name="T20" fmla="*/ 2147483646 w 558"/>
                <a:gd name="T21" fmla="*/ 2147483646 h 654"/>
                <a:gd name="T22" fmla="*/ 2147483646 w 558"/>
                <a:gd name="T23" fmla="*/ 2147483646 h 654"/>
                <a:gd name="T24" fmla="*/ 2147483646 w 558"/>
                <a:gd name="T25" fmla="*/ 2147483646 h 654"/>
                <a:gd name="T26" fmla="*/ 2147483646 w 558"/>
                <a:gd name="T27" fmla="*/ 2147483646 h 654"/>
                <a:gd name="T28" fmla="*/ 2147483646 w 558"/>
                <a:gd name="T29" fmla="*/ 2147483646 h 654"/>
                <a:gd name="T30" fmla="*/ 2147483646 w 558"/>
                <a:gd name="T31" fmla="*/ 2147483646 h 654"/>
                <a:gd name="T32" fmla="*/ 2147483646 w 558"/>
                <a:gd name="T33" fmla="*/ 0 h 654"/>
                <a:gd name="T34" fmla="*/ 2147483646 w 558"/>
                <a:gd name="T35" fmla="*/ 2147483646 h 654"/>
                <a:gd name="T36" fmla="*/ 2147483646 w 558"/>
                <a:gd name="T37" fmla="*/ 2147483646 h 654"/>
                <a:gd name="T38" fmla="*/ 2147483646 w 558"/>
                <a:gd name="T39" fmla="*/ 2147483646 h 654"/>
                <a:gd name="T40" fmla="*/ 2147483646 w 558"/>
                <a:gd name="T41" fmla="*/ 2147483646 h 654"/>
                <a:gd name="T42" fmla="*/ 0 w 558"/>
                <a:gd name="T43" fmla="*/ 2147483646 h 654"/>
                <a:gd name="T44" fmla="*/ 0 w 558"/>
                <a:gd name="T45" fmla="*/ 2147483646 h 654"/>
                <a:gd name="T46" fmla="*/ 0 w 558"/>
                <a:gd name="T47" fmla="*/ 2147483646 h 654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558"/>
                <a:gd name="T73" fmla="*/ 0 h 654"/>
                <a:gd name="T74" fmla="*/ 558 w 558"/>
                <a:gd name="T75" fmla="*/ 654 h 654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558" h="654">
                  <a:moveTo>
                    <a:pt x="0" y="503"/>
                  </a:moveTo>
                  <a:lnTo>
                    <a:pt x="0" y="585"/>
                  </a:lnTo>
                  <a:lnTo>
                    <a:pt x="13" y="613"/>
                  </a:lnTo>
                  <a:lnTo>
                    <a:pt x="27" y="633"/>
                  </a:lnTo>
                  <a:lnTo>
                    <a:pt x="110" y="647"/>
                  </a:lnTo>
                  <a:lnTo>
                    <a:pt x="268" y="654"/>
                  </a:lnTo>
                  <a:lnTo>
                    <a:pt x="420" y="647"/>
                  </a:lnTo>
                  <a:lnTo>
                    <a:pt x="502" y="633"/>
                  </a:lnTo>
                  <a:lnTo>
                    <a:pt x="523" y="620"/>
                  </a:lnTo>
                  <a:lnTo>
                    <a:pt x="537" y="599"/>
                  </a:lnTo>
                  <a:lnTo>
                    <a:pt x="551" y="523"/>
                  </a:lnTo>
                  <a:lnTo>
                    <a:pt x="558" y="441"/>
                  </a:lnTo>
                  <a:lnTo>
                    <a:pt x="544" y="379"/>
                  </a:lnTo>
                  <a:lnTo>
                    <a:pt x="413" y="165"/>
                  </a:lnTo>
                  <a:lnTo>
                    <a:pt x="323" y="41"/>
                  </a:lnTo>
                  <a:lnTo>
                    <a:pt x="282" y="7"/>
                  </a:lnTo>
                  <a:lnTo>
                    <a:pt x="248" y="0"/>
                  </a:lnTo>
                  <a:lnTo>
                    <a:pt x="220" y="14"/>
                  </a:lnTo>
                  <a:lnTo>
                    <a:pt x="186" y="41"/>
                  </a:lnTo>
                  <a:lnTo>
                    <a:pt x="96" y="165"/>
                  </a:lnTo>
                  <a:lnTo>
                    <a:pt x="27" y="282"/>
                  </a:lnTo>
                  <a:lnTo>
                    <a:pt x="0" y="351"/>
                  </a:lnTo>
                  <a:lnTo>
                    <a:pt x="0" y="503"/>
                  </a:lnTo>
                  <a:close/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6" name="Line 25">
              <a:extLst>
                <a:ext uri="{FF2B5EF4-FFF2-40B4-BE49-F238E27FC236}">
                  <a16:creationId xmlns:a16="http://schemas.microsoft.com/office/drawing/2014/main" id="{ED1E63DD-7895-46FC-A1AD-D74ED5BDC6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00800" y="5845175"/>
              <a:ext cx="1588" cy="87313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7" name="Freeform 26">
              <a:extLst>
                <a:ext uri="{FF2B5EF4-FFF2-40B4-BE49-F238E27FC236}">
                  <a16:creationId xmlns:a16="http://schemas.microsoft.com/office/drawing/2014/main" id="{B34F6294-8E2D-F3DE-DAC9-214CB36C8F0C}"/>
                </a:ext>
              </a:extLst>
            </p:cNvPr>
            <p:cNvSpPr>
              <a:spLocks/>
            </p:cNvSpPr>
            <p:nvPr/>
          </p:nvSpPr>
          <p:spPr bwMode="auto">
            <a:xfrm>
              <a:off x="6411913" y="5997575"/>
              <a:ext cx="53975" cy="53975"/>
            </a:xfrm>
            <a:custGeom>
              <a:avLst/>
              <a:gdLst>
                <a:gd name="T0" fmla="*/ 0 w 34"/>
                <a:gd name="T1" fmla="*/ 0 h 34"/>
                <a:gd name="T2" fmla="*/ 2147483646 w 34"/>
                <a:gd name="T3" fmla="*/ 2147483646 h 34"/>
                <a:gd name="T4" fmla="*/ 2147483646 w 34"/>
                <a:gd name="T5" fmla="*/ 2147483646 h 34"/>
                <a:gd name="T6" fmla="*/ 2147483646 w 34"/>
                <a:gd name="T7" fmla="*/ 2147483646 h 3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4"/>
                <a:gd name="T13" fmla="*/ 0 h 34"/>
                <a:gd name="T14" fmla="*/ 34 w 34"/>
                <a:gd name="T15" fmla="*/ 34 h 3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4" h="34">
                  <a:moveTo>
                    <a:pt x="0" y="0"/>
                  </a:moveTo>
                  <a:lnTo>
                    <a:pt x="6" y="14"/>
                  </a:lnTo>
                  <a:lnTo>
                    <a:pt x="20" y="34"/>
                  </a:lnTo>
                  <a:lnTo>
                    <a:pt x="34" y="34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8" name="Freeform 27">
              <a:extLst>
                <a:ext uri="{FF2B5EF4-FFF2-40B4-BE49-F238E27FC236}">
                  <a16:creationId xmlns:a16="http://schemas.microsoft.com/office/drawing/2014/main" id="{332AB3A6-E656-00F7-AE61-B48A60E23920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0975" y="6073775"/>
              <a:ext cx="87313" cy="1588"/>
            </a:xfrm>
            <a:custGeom>
              <a:avLst/>
              <a:gdLst>
                <a:gd name="T0" fmla="*/ 0 w 55"/>
                <a:gd name="T1" fmla="*/ 0 h 1588"/>
                <a:gd name="T2" fmla="*/ 2147483646 w 55"/>
                <a:gd name="T3" fmla="*/ 0 h 1588"/>
                <a:gd name="T4" fmla="*/ 2147483646 w 55"/>
                <a:gd name="T5" fmla="*/ 0 h 1588"/>
                <a:gd name="T6" fmla="*/ 0 60000 65536"/>
                <a:gd name="T7" fmla="*/ 0 60000 65536"/>
                <a:gd name="T8" fmla="*/ 0 60000 65536"/>
                <a:gd name="T9" fmla="*/ 0 w 55"/>
                <a:gd name="T10" fmla="*/ 0 h 1588"/>
                <a:gd name="T11" fmla="*/ 55 w 55"/>
                <a:gd name="T12" fmla="*/ 1588 h 15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5" h="1588">
                  <a:moveTo>
                    <a:pt x="0" y="0"/>
                  </a:moveTo>
                  <a:lnTo>
                    <a:pt x="28" y="0"/>
                  </a:lnTo>
                  <a:lnTo>
                    <a:pt x="55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9" name="Line 28">
              <a:extLst>
                <a:ext uri="{FF2B5EF4-FFF2-40B4-BE49-F238E27FC236}">
                  <a16:creationId xmlns:a16="http://schemas.microsoft.com/office/drawing/2014/main" id="{41893BC7-62D4-5EBC-C548-73A487F41D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96075" y="6084888"/>
              <a:ext cx="87313" cy="1587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0" name="Line 29">
              <a:extLst>
                <a:ext uri="{FF2B5EF4-FFF2-40B4-BE49-F238E27FC236}">
                  <a16:creationId xmlns:a16="http://schemas.microsoft.com/office/drawing/2014/main" id="{89C8BE16-4556-79EA-FCC9-098BA1C178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48475" y="6084888"/>
              <a:ext cx="87313" cy="1587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1" name="Freeform 30">
              <a:extLst>
                <a:ext uri="{FF2B5EF4-FFF2-40B4-BE49-F238E27FC236}">
                  <a16:creationId xmlns:a16="http://schemas.microsoft.com/office/drawing/2014/main" id="{340AFFC7-B9AB-78ED-32C0-EDC672142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0875" y="6073775"/>
              <a:ext cx="88900" cy="1588"/>
            </a:xfrm>
            <a:custGeom>
              <a:avLst/>
              <a:gdLst>
                <a:gd name="T0" fmla="*/ 0 w 56"/>
                <a:gd name="T1" fmla="*/ 0 h 1588"/>
                <a:gd name="T2" fmla="*/ 2147483646 w 56"/>
                <a:gd name="T3" fmla="*/ 0 h 1588"/>
                <a:gd name="T4" fmla="*/ 2147483646 w 56"/>
                <a:gd name="T5" fmla="*/ 0 h 1588"/>
                <a:gd name="T6" fmla="*/ 0 60000 65536"/>
                <a:gd name="T7" fmla="*/ 0 60000 65536"/>
                <a:gd name="T8" fmla="*/ 0 60000 65536"/>
                <a:gd name="T9" fmla="*/ 0 w 56"/>
                <a:gd name="T10" fmla="*/ 0 h 1588"/>
                <a:gd name="T11" fmla="*/ 56 w 56"/>
                <a:gd name="T12" fmla="*/ 1588 h 15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6" h="1588">
                  <a:moveTo>
                    <a:pt x="0" y="0"/>
                  </a:moveTo>
                  <a:lnTo>
                    <a:pt x="42" y="0"/>
                  </a:lnTo>
                  <a:lnTo>
                    <a:pt x="56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2" name="Freeform 31">
              <a:extLst>
                <a:ext uri="{FF2B5EF4-FFF2-40B4-BE49-F238E27FC236}">
                  <a16:creationId xmlns:a16="http://schemas.microsoft.com/office/drawing/2014/main" id="{C6206008-E7D0-F92A-6A4C-E762E92A8C05}"/>
                </a:ext>
              </a:extLst>
            </p:cNvPr>
            <p:cNvSpPr>
              <a:spLocks/>
            </p:cNvSpPr>
            <p:nvPr/>
          </p:nvSpPr>
          <p:spPr bwMode="auto">
            <a:xfrm>
              <a:off x="7154863" y="6019800"/>
              <a:ext cx="76200" cy="42863"/>
            </a:xfrm>
            <a:custGeom>
              <a:avLst/>
              <a:gdLst>
                <a:gd name="T0" fmla="*/ 0 w 48"/>
                <a:gd name="T1" fmla="*/ 2147483646 h 27"/>
                <a:gd name="T2" fmla="*/ 2147483646 w 48"/>
                <a:gd name="T3" fmla="*/ 2147483646 h 27"/>
                <a:gd name="T4" fmla="*/ 2147483646 w 48"/>
                <a:gd name="T5" fmla="*/ 2147483646 h 27"/>
                <a:gd name="T6" fmla="*/ 2147483646 w 48"/>
                <a:gd name="T7" fmla="*/ 0 h 2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8"/>
                <a:gd name="T13" fmla="*/ 0 h 27"/>
                <a:gd name="T14" fmla="*/ 48 w 48"/>
                <a:gd name="T15" fmla="*/ 27 h 2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8" h="27">
                  <a:moveTo>
                    <a:pt x="0" y="27"/>
                  </a:moveTo>
                  <a:lnTo>
                    <a:pt x="27" y="20"/>
                  </a:lnTo>
                  <a:lnTo>
                    <a:pt x="48" y="7"/>
                  </a:lnTo>
                  <a:lnTo>
                    <a:pt x="48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3" name="Line 32">
              <a:extLst>
                <a:ext uri="{FF2B5EF4-FFF2-40B4-BE49-F238E27FC236}">
                  <a16:creationId xmlns:a16="http://schemas.microsoft.com/office/drawing/2014/main" id="{5C0262E6-9163-90C8-D376-D6EEC19D68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53288" y="5876925"/>
              <a:ext cx="22225" cy="87313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4" name="Freeform 33">
              <a:extLst>
                <a:ext uri="{FF2B5EF4-FFF2-40B4-BE49-F238E27FC236}">
                  <a16:creationId xmlns:a16="http://schemas.microsoft.com/office/drawing/2014/main" id="{AB1C1175-43A5-C4E2-7FA0-206E0576BE85}"/>
                </a:ext>
              </a:extLst>
            </p:cNvPr>
            <p:cNvSpPr>
              <a:spLocks/>
            </p:cNvSpPr>
            <p:nvPr/>
          </p:nvSpPr>
          <p:spPr bwMode="auto">
            <a:xfrm>
              <a:off x="7286625" y="5713413"/>
              <a:ext cx="1588" cy="87312"/>
            </a:xfrm>
            <a:custGeom>
              <a:avLst/>
              <a:gdLst>
                <a:gd name="T0" fmla="*/ 0 w 1588"/>
                <a:gd name="T1" fmla="*/ 2147483646 h 55"/>
                <a:gd name="T2" fmla="*/ 0 w 1588"/>
                <a:gd name="T3" fmla="*/ 2147483646 h 55"/>
                <a:gd name="T4" fmla="*/ 0 w 1588"/>
                <a:gd name="T5" fmla="*/ 0 h 55"/>
                <a:gd name="T6" fmla="*/ 0 60000 65536"/>
                <a:gd name="T7" fmla="*/ 0 60000 65536"/>
                <a:gd name="T8" fmla="*/ 0 60000 65536"/>
                <a:gd name="T9" fmla="*/ 0 w 1588"/>
                <a:gd name="T10" fmla="*/ 0 h 55"/>
                <a:gd name="T11" fmla="*/ 1588 w 1588"/>
                <a:gd name="T12" fmla="*/ 55 h 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8" h="55">
                  <a:moveTo>
                    <a:pt x="0" y="55"/>
                  </a:moveTo>
                  <a:lnTo>
                    <a:pt x="0" y="21"/>
                  </a:lnTo>
                  <a:lnTo>
                    <a:pt x="0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5" name="Freeform 34">
              <a:extLst>
                <a:ext uri="{FF2B5EF4-FFF2-40B4-BE49-F238E27FC236}">
                  <a16:creationId xmlns:a16="http://schemas.microsoft.com/office/drawing/2014/main" id="{FCB448A9-2404-4373-EA8C-28623F9B6CD4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9950" y="5570538"/>
              <a:ext cx="44450" cy="77787"/>
            </a:xfrm>
            <a:custGeom>
              <a:avLst/>
              <a:gdLst>
                <a:gd name="T0" fmla="*/ 2147483646 w 28"/>
                <a:gd name="T1" fmla="*/ 2147483646 h 49"/>
                <a:gd name="T2" fmla="*/ 2147483646 w 28"/>
                <a:gd name="T3" fmla="*/ 2147483646 h 49"/>
                <a:gd name="T4" fmla="*/ 0 w 28"/>
                <a:gd name="T5" fmla="*/ 0 h 49"/>
                <a:gd name="T6" fmla="*/ 0 60000 65536"/>
                <a:gd name="T7" fmla="*/ 0 60000 65536"/>
                <a:gd name="T8" fmla="*/ 0 60000 65536"/>
                <a:gd name="T9" fmla="*/ 0 w 28"/>
                <a:gd name="T10" fmla="*/ 0 h 49"/>
                <a:gd name="T11" fmla="*/ 28 w 28"/>
                <a:gd name="T12" fmla="*/ 49 h 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" h="49">
                  <a:moveTo>
                    <a:pt x="28" y="49"/>
                  </a:moveTo>
                  <a:lnTo>
                    <a:pt x="28" y="49"/>
                  </a:lnTo>
                  <a:lnTo>
                    <a:pt x="0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6" name="Line 35">
              <a:extLst>
                <a:ext uri="{FF2B5EF4-FFF2-40B4-BE49-F238E27FC236}">
                  <a16:creationId xmlns:a16="http://schemas.microsoft.com/office/drawing/2014/main" id="{104B76D1-9C5F-5E1C-F7E5-3AB63E949E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143750" y="5440363"/>
              <a:ext cx="44450" cy="7620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7" name="Line 36">
              <a:extLst>
                <a:ext uri="{FF2B5EF4-FFF2-40B4-BE49-F238E27FC236}">
                  <a16:creationId xmlns:a16="http://schemas.microsoft.com/office/drawing/2014/main" id="{BB2F82EF-2D41-B2E8-F65D-6BF4639F78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067550" y="5308600"/>
              <a:ext cx="42863" cy="7620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8" name="Line 37">
              <a:extLst>
                <a:ext uri="{FF2B5EF4-FFF2-40B4-BE49-F238E27FC236}">
                  <a16:creationId xmlns:a16="http://schemas.microsoft.com/office/drawing/2014/main" id="{201B08AA-ED3A-151D-65B9-9A116EFC7B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969125" y="5176838"/>
              <a:ext cx="53975" cy="77787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9" name="Freeform 38">
              <a:extLst>
                <a:ext uri="{FF2B5EF4-FFF2-40B4-BE49-F238E27FC236}">
                  <a16:creationId xmlns:a16="http://schemas.microsoft.com/office/drawing/2014/main" id="{D487D49A-662B-2EF4-D6A2-CFAA08A2473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9588" y="5068888"/>
              <a:ext cx="65087" cy="53975"/>
            </a:xfrm>
            <a:custGeom>
              <a:avLst/>
              <a:gdLst>
                <a:gd name="T0" fmla="*/ 2147483646 w 41"/>
                <a:gd name="T1" fmla="*/ 2147483646 h 34"/>
                <a:gd name="T2" fmla="*/ 2147483646 w 41"/>
                <a:gd name="T3" fmla="*/ 2147483646 h 34"/>
                <a:gd name="T4" fmla="*/ 0 w 41"/>
                <a:gd name="T5" fmla="*/ 0 h 34"/>
                <a:gd name="T6" fmla="*/ 0 60000 65536"/>
                <a:gd name="T7" fmla="*/ 0 60000 65536"/>
                <a:gd name="T8" fmla="*/ 0 60000 65536"/>
                <a:gd name="T9" fmla="*/ 0 w 41"/>
                <a:gd name="T10" fmla="*/ 0 h 34"/>
                <a:gd name="T11" fmla="*/ 41 w 41"/>
                <a:gd name="T12" fmla="*/ 34 h 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34">
                  <a:moveTo>
                    <a:pt x="41" y="34"/>
                  </a:moveTo>
                  <a:lnTo>
                    <a:pt x="34" y="27"/>
                  </a:lnTo>
                  <a:lnTo>
                    <a:pt x="0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0" name="Freeform 39">
              <a:extLst>
                <a:ext uri="{FF2B5EF4-FFF2-40B4-BE49-F238E27FC236}">
                  <a16:creationId xmlns:a16="http://schemas.microsoft.com/office/drawing/2014/main" id="{DD0C23D8-8629-B7C8-3801-C1DDFE89C6D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6713" y="5046663"/>
              <a:ext cx="77787" cy="42862"/>
            </a:xfrm>
            <a:custGeom>
              <a:avLst/>
              <a:gdLst>
                <a:gd name="T0" fmla="*/ 2147483646 w 49"/>
                <a:gd name="T1" fmla="*/ 0 h 27"/>
                <a:gd name="T2" fmla="*/ 2147483646 w 49"/>
                <a:gd name="T3" fmla="*/ 2147483646 h 27"/>
                <a:gd name="T4" fmla="*/ 0 w 49"/>
                <a:gd name="T5" fmla="*/ 2147483646 h 27"/>
                <a:gd name="T6" fmla="*/ 0 60000 65536"/>
                <a:gd name="T7" fmla="*/ 0 60000 65536"/>
                <a:gd name="T8" fmla="*/ 0 60000 65536"/>
                <a:gd name="T9" fmla="*/ 0 w 49"/>
                <a:gd name="T10" fmla="*/ 0 h 27"/>
                <a:gd name="T11" fmla="*/ 49 w 49"/>
                <a:gd name="T12" fmla="*/ 27 h 2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9" h="27">
                  <a:moveTo>
                    <a:pt x="49" y="0"/>
                  </a:moveTo>
                  <a:lnTo>
                    <a:pt x="21" y="14"/>
                  </a:lnTo>
                  <a:lnTo>
                    <a:pt x="0" y="27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1" name="Line 40">
              <a:extLst>
                <a:ext uri="{FF2B5EF4-FFF2-40B4-BE49-F238E27FC236}">
                  <a16:creationId xmlns:a16="http://schemas.microsoft.com/office/drawing/2014/main" id="{88F2DCC7-B764-7A8B-7AE1-4064BC97F1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18288" y="5133975"/>
              <a:ext cx="55562" cy="7620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2" name="Freeform 41">
              <a:extLst>
                <a:ext uri="{FF2B5EF4-FFF2-40B4-BE49-F238E27FC236}">
                  <a16:creationId xmlns:a16="http://schemas.microsoft.com/office/drawing/2014/main" id="{97512C49-F9F8-2CA4-DC44-12E104B58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0975" y="5264150"/>
              <a:ext cx="55563" cy="77788"/>
            </a:xfrm>
            <a:custGeom>
              <a:avLst/>
              <a:gdLst>
                <a:gd name="T0" fmla="*/ 2147483646 w 35"/>
                <a:gd name="T1" fmla="*/ 0 h 49"/>
                <a:gd name="T2" fmla="*/ 2147483646 w 35"/>
                <a:gd name="T3" fmla="*/ 2147483646 h 49"/>
                <a:gd name="T4" fmla="*/ 0 w 35"/>
                <a:gd name="T5" fmla="*/ 2147483646 h 49"/>
                <a:gd name="T6" fmla="*/ 0 60000 65536"/>
                <a:gd name="T7" fmla="*/ 0 60000 65536"/>
                <a:gd name="T8" fmla="*/ 0 60000 65536"/>
                <a:gd name="T9" fmla="*/ 0 w 35"/>
                <a:gd name="T10" fmla="*/ 0 h 49"/>
                <a:gd name="T11" fmla="*/ 35 w 35"/>
                <a:gd name="T12" fmla="*/ 49 h 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" h="49">
                  <a:moveTo>
                    <a:pt x="35" y="0"/>
                  </a:moveTo>
                  <a:lnTo>
                    <a:pt x="14" y="28"/>
                  </a:lnTo>
                  <a:lnTo>
                    <a:pt x="0" y="49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3" name="Line 42">
              <a:extLst>
                <a:ext uri="{FF2B5EF4-FFF2-40B4-BE49-F238E27FC236}">
                  <a16:creationId xmlns:a16="http://schemas.microsoft.com/office/drawing/2014/main" id="{0FF9F77B-EA26-3AA8-280B-0A2B5E9B49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54775" y="5395913"/>
              <a:ext cx="44450" cy="7620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4" name="Freeform 43">
              <a:extLst>
                <a:ext uri="{FF2B5EF4-FFF2-40B4-BE49-F238E27FC236}">
                  <a16:creationId xmlns:a16="http://schemas.microsoft.com/office/drawing/2014/main" id="{07139084-FADF-97AA-5A8C-D54C2B130C58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0800" y="5538788"/>
              <a:ext cx="20638" cy="76200"/>
            </a:xfrm>
            <a:custGeom>
              <a:avLst/>
              <a:gdLst>
                <a:gd name="T0" fmla="*/ 2147483646 w 13"/>
                <a:gd name="T1" fmla="*/ 0 h 48"/>
                <a:gd name="T2" fmla="*/ 0 w 13"/>
                <a:gd name="T3" fmla="*/ 2147483646 h 48"/>
                <a:gd name="T4" fmla="*/ 0 w 13"/>
                <a:gd name="T5" fmla="*/ 2147483646 h 48"/>
                <a:gd name="T6" fmla="*/ 0 60000 65536"/>
                <a:gd name="T7" fmla="*/ 0 60000 65536"/>
                <a:gd name="T8" fmla="*/ 0 60000 65536"/>
                <a:gd name="T9" fmla="*/ 0 w 13"/>
                <a:gd name="T10" fmla="*/ 0 h 48"/>
                <a:gd name="T11" fmla="*/ 13 w 13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" h="48">
                  <a:moveTo>
                    <a:pt x="13" y="0"/>
                  </a:moveTo>
                  <a:lnTo>
                    <a:pt x="0" y="41"/>
                  </a:lnTo>
                  <a:lnTo>
                    <a:pt x="0" y="48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5" name="Line 44">
              <a:extLst>
                <a:ext uri="{FF2B5EF4-FFF2-40B4-BE49-F238E27FC236}">
                  <a16:creationId xmlns:a16="http://schemas.microsoft.com/office/drawing/2014/main" id="{C796D660-3010-84CC-E0FC-BF89779AE5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00800" y="5691188"/>
              <a:ext cx="1588" cy="87312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6" name="Freeform 45">
              <a:extLst>
                <a:ext uri="{FF2B5EF4-FFF2-40B4-BE49-F238E27FC236}">
                  <a16:creationId xmlns:a16="http://schemas.microsoft.com/office/drawing/2014/main" id="{122B41CE-94F4-4F5A-8852-F18348248AE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2363" y="5440363"/>
              <a:ext cx="11112" cy="87312"/>
            </a:xfrm>
            <a:custGeom>
              <a:avLst/>
              <a:gdLst>
                <a:gd name="T0" fmla="*/ 0 w 7"/>
                <a:gd name="T1" fmla="*/ 0 h 55"/>
                <a:gd name="T2" fmla="*/ 0 w 7"/>
                <a:gd name="T3" fmla="*/ 2147483646 h 55"/>
                <a:gd name="T4" fmla="*/ 2147483646 w 7"/>
                <a:gd name="T5" fmla="*/ 2147483646 h 55"/>
                <a:gd name="T6" fmla="*/ 0 60000 65536"/>
                <a:gd name="T7" fmla="*/ 0 60000 65536"/>
                <a:gd name="T8" fmla="*/ 0 60000 65536"/>
                <a:gd name="T9" fmla="*/ 0 w 7"/>
                <a:gd name="T10" fmla="*/ 0 h 55"/>
                <a:gd name="T11" fmla="*/ 7 w 7"/>
                <a:gd name="T12" fmla="*/ 55 h 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" h="55">
                  <a:moveTo>
                    <a:pt x="0" y="0"/>
                  </a:moveTo>
                  <a:lnTo>
                    <a:pt x="0" y="48"/>
                  </a:lnTo>
                  <a:lnTo>
                    <a:pt x="7" y="55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7" name="Line 46">
              <a:extLst>
                <a:ext uri="{FF2B5EF4-FFF2-40B4-BE49-F238E27FC236}">
                  <a16:creationId xmlns:a16="http://schemas.microsoft.com/office/drawing/2014/main" id="{FC859D81-D693-72D6-CB15-3DF130D873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37450" y="5559425"/>
              <a:ext cx="87313" cy="1588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8" name="Freeform 47">
              <a:extLst>
                <a:ext uri="{FF2B5EF4-FFF2-40B4-BE49-F238E27FC236}">
                  <a16:creationId xmlns:a16="http://schemas.microsoft.com/office/drawing/2014/main" id="{4080E693-6A7D-A549-489A-4FA6346A5CD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9850" y="5570538"/>
              <a:ext cx="87313" cy="1587"/>
            </a:xfrm>
            <a:custGeom>
              <a:avLst/>
              <a:gdLst>
                <a:gd name="T0" fmla="*/ 0 w 55"/>
                <a:gd name="T1" fmla="*/ 0 h 1587"/>
                <a:gd name="T2" fmla="*/ 2147483646 w 55"/>
                <a:gd name="T3" fmla="*/ 0 h 1587"/>
                <a:gd name="T4" fmla="*/ 2147483646 w 55"/>
                <a:gd name="T5" fmla="*/ 0 h 1587"/>
                <a:gd name="T6" fmla="*/ 0 60000 65536"/>
                <a:gd name="T7" fmla="*/ 0 60000 65536"/>
                <a:gd name="T8" fmla="*/ 0 60000 65536"/>
                <a:gd name="T9" fmla="*/ 0 w 55"/>
                <a:gd name="T10" fmla="*/ 0 h 1587"/>
                <a:gd name="T11" fmla="*/ 55 w 55"/>
                <a:gd name="T12" fmla="*/ 1587 h 15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5" h="1587">
                  <a:moveTo>
                    <a:pt x="0" y="0"/>
                  </a:moveTo>
                  <a:lnTo>
                    <a:pt x="7" y="0"/>
                  </a:lnTo>
                  <a:lnTo>
                    <a:pt x="55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9" name="Freeform 48">
              <a:extLst>
                <a:ext uri="{FF2B5EF4-FFF2-40B4-BE49-F238E27FC236}">
                  <a16:creationId xmlns:a16="http://schemas.microsoft.com/office/drawing/2014/main" id="{75E0EEF4-FEBF-CF68-0542-912886CE1F12}"/>
                </a:ext>
              </a:extLst>
            </p:cNvPr>
            <p:cNvSpPr>
              <a:spLocks/>
            </p:cNvSpPr>
            <p:nvPr/>
          </p:nvSpPr>
          <p:spPr bwMode="auto">
            <a:xfrm>
              <a:off x="7843838" y="5549900"/>
              <a:ext cx="76200" cy="9525"/>
            </a:xfrm>
            <a:custGeom>
              <a:avLst/>
              <a:gdLst>
                <a:gd name="T0" fmla="*/ 0 w 48"/>
                <a:gd name="T1" fmla="*/ 2147483646 h 6"/>
                <a:gd name="T2" fmla="*/ 2147483646 w 48"/>
                <a:gd name="T3" fmla="*/ 2147483646 h 6"/>
                <a:gd name="T4" fmla="*/ 2147483646 w 48"/>
                <a:gd name="T5" fmla="*/ 0 h 6"/>
                <a:gd name="T6" fmla="*/ 0 60000 65536"/>
                <a:gd name="T7" fmla="*/ 0 60000 65536"/>
                <a:gd name="T8" fmla="*/ 0 60000 65536"/>
                <a:gd name="T9" fmla="*/ 0 w 48"/>
                <a:gd name="T10" fmla="*/ 0 h 6"/>
                <a:gd name="T11" fmla="*/ 48 w 48"/>
                <a:gd name="T12" fmla="*/ 6 h 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6">
                  <a:moveTo>
                    <a:pt x="0" y="6"/>
                  </a:moveTo>
                  <a:lnTo>
                    <a:pt x="41" y="6"/>
                  </a:lnTo>
                  <a:lnTo>
                    <a:pt x="48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0" name="Freeform 49">
              <a:extLst>
                <a:ext uri="{FF2B5EF4-FFF2-40B4-BE49-F238E27FC236}">
                  <a16:creationId xmlns:a16="http://schemas.microsoft.com/office/drawing/2014/main" id="{DFD0B497-F8A2-FFC2-6551-147411C29E43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3375" y="5395913"/>
              <a:ext cx="1588" cy="87312"/>
            </a:xfrm>
            <a:custGeom>
              <a:avLst/>
              <a:gdLst>
                <a:gd name="T0" fmla="*/ 0 w 1588"/>
                <a:gd name="T1" fmla="*/ 2147483646 h 55"/>
                <a:gd name="T2" fmla="*/ 0 w 1588"/>
                <a:gd name="T3" fmla="*/ 2147483646 h 55"/>
                <a:gd name="T4" fmla="*/ 0 w 1588"/>
                <a:gd name="T5" fmla="*/ 0 h 55"/>
                <a:gd name="T6" fmla="*/ 0 60000 65536"/>
                <a:gd name="T7" fmla="*/ 0 60000 65536"/>
                <a:gd name="T8" fmla="*/ 0 60000 65536"/>
                <a:gd name="T9" fmla="*/ 0 w 1588"/>
                <a:gd name="T10" fmla="*/ 0 h 55"/>
                <a:gd name="T11" fmla="*/ 1588 w 1588"/>
                <a:gd name="T12" fmla="*/ 55 h 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8" h="55">
                  <a:moveTo>
                    <a:pt x="0" y="55"/>
                  </a:moveTo>
                  <a:lnTo>
                    <a:pt x="0" y="41"/>
                  </a:lnTo>
                  <a:lnTo>
                    <a:pt x="0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1" name="Line 50">
              <a:extLst>
                <a:ext uri="{FF2B5EF4-FFF2-40B4-BE49-F238E27FC236}">
                  <a16:creationId xmlns:a16="http://schemas.microsoft.com/office/drawing/2014/main" id="{47629205-2E8D-FB38-0AA9-27C2B7A024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897813" y="5254625"/>
              <a:ext cx="55562" cy="7620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2" name="Freeform 51">
              <a:extLst>
                <a:ext uri="{FF2B5EF4-FFF2-40B4-BE49-F238E27FC236}">
                  <a16:creationId xmlns:a16="http://schemas.microsoft.com/office/drawing/2014/main" id="{6F926C5A-E719-3B10-EC5B-00A0175E8D41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1613" y="5133975"/>
              <a:ext cx="44450" cy="65088"/>
            </a:xfrm>
            <a:custGeom>
              <a:avLst/>
              <a:gdLst>
                <a:gd name="T0" fmla="*/ 2147483646 w 28"/>
                <a:gd name="T1" fmla="*/ 2147483646 h 41"/>
                <a:gd name="T2" fmla="*/ 2147483646 w 28"/>
                <a:gd name="T3" fmla="*/ 2147483646 h 41"/>
                <a:gd name="T4" fmla="*/ 0 w 28"/>
                <a:gd name="T5" fmla="*/ 0 h 41"/>
                <a:gd name="T6" fmla="*/ 0 60000 65536"/>
                <a:gd name="T7" fmla="*/ 0 60000 65536"/>
                <a:gd name="T8" fmla="*/ 0 60000 65536"/>
                <a:gd name="T9" fmla="*/ 0 w 28"/>
                <a:gd name="T10" fmla="*/ 0 h 41"/>
                <a:gd name="T11" fmla="*/ 28 w 28"/>
                <a:gd name="T12" fmla="*/ 41 h 4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" h="41">
                  <a:moveTo>
                    <a:pt x="28" y="41"/>
                  </a:moveTo>
                  <a:lnTo>
                    <a:pt x="7" y="14"/>
                  </a:lnTo>
                  <a:lnTo>
                    <a:pt x="0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3" name="Freeform 52">
              <a:extLst>
                <a:ext uri="{FF2B5EF4-FFF2-40B4-BE49-F238E27FC236}">
                  <a16:creationId xmlns:a16="http://schemas.microsoft.com/office/drawing/2014/main" id="{D703B17B-BE40-D2A9-C8F8-ADDEEFF0A5C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12075" y="5024438"/>
              <a:ext cx="65088" cy="53975"/>
            </a:xfrm>
            <a:custGeom>
              <a:avLst/>
              <a:gdLst>
                <a:gd name="T0" fmla="*/ 2147483646 w 41"/>
                <a:gd name="T1" fmla="*/ 2147483646 h 34"/>
                <a:gd name="T2" fmla="*/ 2147483646 w 41"/>
                <a:gd name="T3" fmla="*/ 2147483646 h 34"/>
                <a:gd name="T4" fmla="*/ 0 w 41"/>
                <a:gd name="T5" fmla="*/ 0 h 34"/>
                <a:gd name="T6" fmla="*/ 0 60000 65536"/>
                <a:gd name="T7" fmla="*/ 0 60000 65536"/>
                <a:gd name="T8" fmla="*/ 0 60000 65536"/>
                <a:gd name="T9" fmla="*/ 0 w 41"/>
                <a:gd name="T10" fmla="*/ 0 h 34"/>
                <a:gd name="T11" fmla="*/ 41 w 41"/>
                <a:gd name="T12" fmla="*/ 34 h 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34">
                  <a:moveTo>
                    <a:pt x="41" y="34"/>
                  </a:moveTo>
                  <a:lnTo>
                    <a:pt x="28" y="14"/>
                  </a:lnTo>
                  <a:lnTo>
                    <a:pt x="0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4" name="Freeform 53">
              <a:extLst>
                <a:ext uri="{FF2B5EF4-FFF2-40B4-BE49-F238E27FC236}">
                  <a16:creationId xmlns:a16="http://schemas.microsoft.com/office/drawing/2014/main" id="{2AFFBD88-5130-CDD7-5086-74CE051E4317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1425" y="5035550"/>
              <a:ext cx="66675" cy="65088"/>
            </a:xfrm>
            <a:custGeom>
              <a:avLst/>
              <a:gdLst>
                <a:gd name="T0" fmla="*/ 2147483646 w 42"/>
                <a:gd name="T1" fmla="*/ 0 h 41"/>
                <a:gd name="T2" fmla="*/ 2147483646 w 42"/>
                <a:gd name="T3" fmla="*/ 2147483646 h 41"/>
                <a:gd name="T4" fmla="*/ 0 w 42"/>
                <a:gd name="T5" fmla="*/ 2147483646 h 41"/>
                <a:gd name="T6" fmla="*/ 0 60000 65536"/>
                <a:gd name="T7" fmla="*/ 0 60000 65536"/>
                <a:gd name="T8" fmla="*/ 0 60000 65536"/>
                <a:gd name="T9" fmla="*/ 0 w 42"/>
                <a:gd name="T10" fmla="*/ 0 h 41"/>
                <a:gd name="T11" fmla="*/ 42 w 42"/>
                <a:gd name="T12" fmla="*/ 41 h 4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" h="41">
                  <a:moveTo>
                    <a:pt x="42" y="0"/>
                  </a:moveTo>
                  <a:lnTo>
                    <a:pt x="28" y="7"/>
                  </a:lnTo>
                  <a:lnTo>
                    <a:pt x="0" y="41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5" name="Line 54">
              <a:extLst>
                <a:ext uri="{FF2B5EF4-FFF2-40B4-BE49-F238E27FC236}">
                  <a16:creationId xmlns:a16="http://schemas.microsoft.com/office/drawing/2014/main" id="{64122F52-9BB7-93FD-A505-1B2043C48D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15225" y="5156200"/>
              <a:ext cx="44450" cy="7620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6" name="Freeform 55">
              <a:extLst>
                <a:ext uri="{FF2B5EF4-FFF2-40B4-BE49-F238E27FC236}">
                  <a16:creationId xmlns:a16="http://schemas.microsoft.com/office/drawing/2014/main" id="{97C8EEB2-8267-FBF4-D756-51776D90A9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2363" y="5286375"/>
              <a:ext cx="11112" cy="87313"/>
            </a:xfrm>
            <a:custGeom>
              <a:avLst/>
              <a:gdLst>
                <a:gd name="T0" fmla="*/ 2147483646 w 7"/>
                <a:gd name="T1" fmla="*/ 0 h 55"/>
                <a:gd name="T2" fmla="*/ 0 w 7"/>
                <a:gd name="T3" fmla="*/ 2147483646 h 55"/>
                <a:gd name="T4" fmla="*/ 0 w 7"/>
                <a:gd name="T5" fmla="*/ 2147483646 h 55"/>
                <a:gd name="T6" fmla="*/ 0 60000 65536"/>
                <a:gd name="T7" fmla="*/ 0 60000 65536"/>
                <a:gd name="T8" fmla="*/ 0 60000 65536"/>
                <a:gd name="T9" fmla="*/ 0 w 7"/>
                <a:gd name="T10" fmla="*/ 0 h 55"/>
                <a:gd name="T11" fmla="*/ 7 w 7"/>
                <a:gd name="T12" fmla="*/ 55 h 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" h="55">
                  <a:moveTo>
                    <a:pt x="7" y="0"/>
                  </a:moveTo>
                  <a:lnTo>
                    <a:pt x="0" y="21"/>
                  </a:lnTo>
                  <a:lnTo>
                    <a:pt x="0" y="55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7" name="Line 56">
              <a:extLst>
                <a:ext uri="{FF2B5EF4-FFF2-40B4-BE49-F238E27FC236}">
                  <a16:creationId xmlns:a16="http://schemas.microsoft.com/office/drawing/2014/main" id="{D0186328-4009-2EFC-A68E-DA8C8B68B7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96238" y="5822950"/>
              <a:ext cx="1587" cy="87313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8" name="Freeform 57">
              <a:extLst>
                <a:ext uri="{FF2B5EF4-FFF2-40B4-BE49-F238E27FC236}">
                  <a16:creationId xmlns:a16="http://schemas.microsoft.com/office/drawing/2014/main" id="{B89720BE-1ED3-AA20-08A9-71AA5A6C4E5B}"/>
                </a:ext>
              </a:extLst>
            </p:cNvPr>
            <p:cNvSpPr>
              <a:spLocks/>
            </p:cNvSpPr>
            <p:nvPr/>
          </p:nvSpPr>
          <p:spPr bwMode="auto">
            <a:xfrm>
              <a:off x="8007350" y="5975350"/>
              <a:ext cx="55563" cy="65088"/>
            </a:xfrm>
            <a:custGeom>
              <a:avLst/>
              <a:gdLst>
                <a:gd name="T0" fmla="*/ 0 w 35"/>
                <a:gd name="T1" fmla="*/ 0 h 41"/>
                <a:gd name="T2" fmla="*/ 2147483646 w 35"/>
                <a:gd name="T3" fmla="*/ 2147483646 h 41"/>
                <a:gd name="T4" fmla="*/ 2147483646 w 35"/>
                <a:gd name="T5" fmla="*/ 2147483646 h 41"/>
                <a:gd name="T6" fmla="*/ 2147483646 w 35"/>
                <a:gd name="T7" fmla="*/ 2147483646 h 4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5"/>
                <a:gd name="T13" fmla="*/ 0 h 41"/>
                <a:gd name="T14" fmla="*/ 35 w 35"/>
                <a:gd name="T15" fmla="*/ 41 h 4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5" h="41">
                  <a:moveTo>
                    <a:pt x="0" y="0"/>
                  </a:moveTo>
                  <a:lnTo>
                    <a:pt x="7" y="21"/>
                  </a:lnTo>
                  <a:lnTo>
                    <a:pt x="28" y="41"/>
                  </a:lnTo>
                  <a:lnTo>
                    <a:pt x="35" y="41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9" name="Freeform 58">
              <a:extLst>
                <a:ext uri="{FF2B5EF4-FFF2-40B4-BE49-F238E27FC236}">
                  <a16:creationId xmlns:a16="http://schemas.microsoft.com/office/drawing/2014/main" id="{0BEDDF82-721B-0970-C013-3503AB8B7182}"/>
                </a:ext>
              </a:extLst>
            </p:cNvPr>
            <p:cNvSpPr>
              <a:spLocks/>
            </p:cNvSpPr>
            <p:nvPr/>
          </p:nvSpPr>
          <p:spPr bwMode="auto">
            <a:xfrm>
              <a:off x="8128000" y="6051550"/>
              <a:ext cx="87313" cy="11113"/>
            </a:xfrm>
            <a:custGeom>
              <a:avLst/>
              <a:gdLst>
                <a:gd name="T0" fmla="*/ 0 w 55"/>
                <a:gd name="T1" fmla="*/ 0 h 7"/>
                <a:gd name="T2" fmla="*/ 2147483646 w 55"/>
                <a:gd name="T3" fmla="*/ 2147483646 h 7"/>
                <a:gd name="T4" fmla="*/ 2147483646 w 55"/>
                <a:gd name="T5" fmla="*/ 2147483646 h 7"/>
                <a:gd name="T6" fmla="*/ 0 60000 65536"/>
                <a:gd name="T7" fmla="*/ 0 60000 65536"/>
                <a:gd name="T8" fmla="*/ 0 60000 65536"/>
                <a:gd name="T9" fmla="*/ 0 w 55"/>
                <a:gd name="T10" fmla="*/ 0 h 7"/>
                <a:gd name="T11" fmla="*/ 55 w 55"/>
                <a:gd name="T12" fmla="*/ 7 h 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5" h="7">
                  <a:moveTo>
                    <a:pt x="0" y="0"/>
                  </a:moveTo>
                  <a:lnTo>
                    <a:pt x="34" y="7"/>
                  </a:lnTo>
                  <a:lnTo>
                    <a:pt x="55" y="7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0" name="Line 59">
              <a:extLst>
                <a:ext uri="{FF2B5EF4-FFF2-40B4-BE49-F238E27FC236}">
                  <a16:creationId xmlns:a16="http://schemas.microsoft.com/office/drawing/2014/main" id="{BD9A0716-5E6A-506E-0C62-F8B31E1089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80400" y="6062663"/>
              <a:ext cx="87313" cy="1587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1" name="Freeform 60">
              <a:extLst>
                <a:ext uri="{FF2B5EF4-FFF2-40B4-BE49-F238E27FC236}">
                  <a16:creationId xmlns:a16="http://schemas.microsoft.com/office/drawing/2014/main" id="{961EAFCD-5434-0902-CAA1-E6D7DCD73BE2}"/>
                </a:ext>
              </a:extLst>
            </p:cNvPr>
            <p:cNvSpPr>
              <a:spLocks/>
            </p:cNvSpPr>
            <p:nvPr/>
          </p:nvSpPr>
          <p:spPr bwMode="auto">
            <a:xfrm>
              <a:off x="8434388" y="6062663"/>
              <a:ext cx="87312" cy="11112"/>
            </a:xfrm>
            <a:custGeom>
              <a:avLst/>
              <a:gdLst>
                <a:gd name="T0" fmla="*/ 0 w 55"/>
                <a:gd name="T1" fmla="*/ 0 h 7"/>
                <a:gd name="T2" fmla="*/ 0 w 55"/>
                <a:gd name="T3" fmla="*/ 2147483646 h 7"/>
                <a:gd name="T4" fmla="*/ 2147483646 w 55"/>
                <a:gd name="T5" fmla="*/ 0 h 7"/>
                <a:gd name="T6" fmla="*/ 0 60000 65536"/>
                <a:gd name="T7" fmla="*/ 0 60000 65536"/>
                <a:gd name="T8" fmla="*/ 0 60000 65536"/>
                <a:gd name="T9" fmla="*/ 0 w 55"/>
                <a:gd name="T10" fmla="*/ 0 h 7"/>
                <a:gd name="T11" fmla="*/ 55 w 55"/>
                <a:gd name="T12" fmla="*/ 7 h 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5" h="7">
                  <a:moveTo>
                    <a:pt x="0" y="0"/>
                  </a:moveTo>
                  <a:lnTo>
                    <a:pt x="0" y="7"/>
                  </a:lnTo>
                  <a:lnTo>
                    <a:pt x="55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2" name="Line 61">
              <a:extLst>
                <a:ext uri="{FF2B5EF4-FFF2-40B4-BE49-F238E27FC236}">
                  <a16:creationId xmlns:a16="http://schemas.microsoft.com/office/drawing/2014/main" id="{4D418A0C-EEB0-B1C3-139E-07AF576422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86788" y="6062663"/>
              <a:ext cx="87312" cy="1587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3" name="Line 62">
              <a:extLst>
                <a:ext uri="{FF2B5EF4-FFF2-40B4-BE49-F238E27FC236}">
                  <a16:creationId xmlns:a16="http://schemas.microsoft.com/office/drawing/2014/main" id="{DDAAD20A-29E3-F819-1DA0-399B252D2F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40775" y="6040438"/>
              <a:ext cx="87313" cy="11112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4" name="Freeform 63">
              <a:extLst>
                <a:ext uri="{FF2B5EF4-FFF2-40B4-BE49-F238E27FC236}">
                  <a16:creationId xmlns:a16="http://schemas.microsoft.com/office/drawing/2014/main" id="{FA50A8BF-279C-73DB-114E-AB1D201FD274}"/>
                </a:ext>
              </a:extLst>
            </p:cNvPr>
            <p:cNvSpPr>
              <a:spLocks/>
            </p:cNvSpPr>
            <p:nvPr/>
          </p:nvSpPr>
          <p:spPr bwMode="auto">
            <a:xfrm>
              <a:off x="8870950" y="5921375"/>
              <a:ext cx="22225" cy="76200"/>
            </a:xfrm>
            <a:custGeom>
              <a:avLst/>
              <a:gdLst>
                <a:gd name="T0" fmla="*/ 0 w 14"/>
                <a:gd name="T1" fmla="*/ 2147483646 h 48"/>
                <a:gd name="T2" fmla="*/ 2147483646 w 14"/>
                <a:gd name="T3" fmla="*/ 2147483646 h 48"/>
                <a:gd name="T4" fmla="*/ 2147483646 w 14"/>
                <a:gd name="T5" fmla="*/ 0 h 48"/>
                <a:gd name="T6" fmla="*/ 0 60000 65536"/>
                <a:gd name="T7" fmla="*/ 0 60000 65536"/>
                <a:gd name="T8" fmla="*/ 0 60000 65536"/>
                <a:gd name="T9" fmla="*/ 0 w 14"/>
                <a:gd name="T10" fmla="*/ 0 h 48"/>
                <a:gd name="T11" fmla="*/ 14 w 14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" h="48">
                  <a:moveTo>
                    <a:pt x="0" y="48"/>
                  </a:moveTo>
                  <a:lnTo>
                    <a:pt x="7" y="34"/>
                  </a:lnTo>
                  <a:lnTo>
                    <a:pt x="14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5" name="Line 64">
              <a:extLst>
                <a:ext uri="{FF2B5EF4-FFF2-40B4-BE49-F238E27FC236}">
                  <a16:creationId xmlns:a16="http://schemas.microsoft.com/office/drawing/2014/main" id="{DD875E2F-6F13-BF86-0F03-6F53A2EC8A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915400" y="5767388"/>
              <a:ext cx="1588" cy="87312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6" name="Freeform 65">
              <a:extLst>
                <a:ext uri="{FF2B5EF4-FFF2-40B4-BE49-F238E27FC236}">
                  <a16:creationId xmlns:a16="http://schemas.microsoft.com/office/drawing/2014/main" id="{6809C0DA-6A75-BBDD-8B22-5D359028A1FD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3175" y="5614988"/>
              <a:ext cx="22225" cy="87312"/>
            </a:xfrm>
            <a:custGeom>
              <a:avLst/>
              <a:gdLst>
                <a:gd name="T0" fmla="*/ 2147483646 w 14"/>
                <a:gd name="T1" fmla="*/ 2147483646 h 55"/>
                <a:gd name="T2" fmla="*/ 2147483646 w 14"/>
                <a:gd name="T3" fmla="*/ 0 h 55"/>
                <a:gd name="T4" fmla="*/ 0 w 14"/>
                <a:gd name="T5" fmla="*/ 0 h 55"/>
                <a:gd name="T6" fmla="*/ 0 60000 65536"/>
                <a:gd name="T7" fmla="*/ 0 60000 65536"/>
                <a:gd name="T8" fmla="*/ 0 60000 65536"/>
                <a:gd name="T9" fmla="*/ 0 w 14"/>
                <a:gd name="T10" fmla="*/ 0 h 55"/>
                <a:gd name="T11" fmla="*/ 14 w 14"/>
                <a:gd name="T12" fmla="*/ 55 h 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" h="55">
                  <a:moveTo>
                    <a:pt x="14" y="55"/>
                  </a:moveTo>
                  <a:lnTo>
                    <a:pt x="7" y="0"/>
                  </a:lnTo>
                  <a:lnTo>
                    <a:pt x="0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7" name="Line 66">
              <a:extLst>
                <a:ext uri="{FF2B5EF4-FFF2-40B4-BE49-F238E27FC236}">
                  <a16:creationId xmlns:a16="http://schemas.microsoft.com/office/drawing/2014/main" id="{F63195C8-5C39-7B30-B40E-D171F86654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816975" y="5483225"/>
              <a:ext cx="42863" cy="7620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8" name="Line 67">
              <a:extLst>
                <a:ext uri="{FF2B5EF4-FFF2-40B4-BE49-F238E27FC236}">
                  <a16:creationId xmlns:a16="http://schemas.microsoft.com/office/drawing/2014/main" id="{022D9228-23E5-CCBF-6DF5-5D8828A3EC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740775" y="5353050"/>
              <a:ext cx="42863" cy="7620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9" name="Freeform 68">
              <a:extLst>
                <a:ext uri="{FF2B5EF4-FFF2-40B4-BE49-F238E27FC236}">
                  <a16:creationId xmlns:a16="http://schemas.microsoft.com/office/drawing/2014/main" id="{7D1CFFD8-3452-75E6-A333-84BEF35D47D3}"/>
                </a:ext>
              </a:extLst>
            </p:cNvPr>
            <p:cNvSpPr>
              <a:spLocks/>
            </p:cNvSpPr>
            <p:nvPr/>
          </p:nvSpPr>
          <p:spPr bwMode="auto">
            <a:xfrm>
              <a:off x="8651875" y="5221288"/>
              <a:ext cx="44450" cy="76200"/>
            </a:xfrm>
            <a:custGeom>
              <a:avLst/>
              <a:gdLst>
                <a:gd name="T0" fmla="*/ 2147483646 w 28"/>
                <a:gd name="T1" fmla="*/ 2147483646 h 48"/>
                <a:gd name="T2" fmla="*/ 2147483646 w 28"/>
                <a:gd name="T3" fmla="*/ 2147483646 h 48"/>
                <a:gd name="T4" fmla="*/ 0 w 28"/>
                <a:gd name="T5" fmla="*/ 0 h 48"/>
                <a:gd name="T6" fmla="*/ 0 60000 65536"/>
                <a:gd name="T7" fmla="*/ 0 60000 65536"/>
                <a:gd name="T8" fmla="*/ 0 60000 65536"/>
                <a:gd name="T9" fmla="*/ 0 w 28"/>
                <a:gd name="T10" fmla="*/ 0 h 48"/>
                <a:gd name="T11" fmla="*/ 28 w 28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" h="48">
                  <a:moveTo>
                    <a:pt x="28" y="48"/>
                  </a:moveTo>
                  <a:lnTo>
                    <a:pt x="21" y="34"/>
                  </a:lnTo>
                  <a:lnTo>
                    <a:pt x="0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0" name="Line 69">
              <a:extLst>
                <a:ext uri="{FF2B5EF4-FFF2-40B4-BE49-F238E27FC236}">
                  <a16:creationId xmlns:a16="http://schemas.microsoft.com/office/drawing/2014/main" id="{A7A57D7B-7527-5B16-7A3A-F944843B69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555038" y="5100638"/>
              <a:ext cx="53975" cy="65087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1" name="Freeform 70">
              <a:extLst>
                <a:ext uri="{FF2B5EF4-FFF2-40B4-BE49-F238E27FC236}">
                  <a16:creationId xmlns:a16="http://schemas.microsoft.com/office/drawing/2014/main" id="{70F9D968-6DF7-07A9-0A7E-008EBE3868D3}"/>
                </a:ext>
              </a:extLst>
            </p:cNvPr>
            <p:cNvSpPr>
              <a:spLocks/>
            </p:cNvSpPr>
            <p:nvPr/>
          </p:nvSpPr>
          <p:spPr bwMode="auto">
            <a:xfrm>
              <a:off x="8434388" y="5013325"/>
              <a:ext cx="76200" cy="44450"/>
            </a:xfrm>
            <a:custGeom>
              <a:avLst/>
              <a:gdLst>
                <a:gd name="T0" fmla="*/ 2147483646 w 48"/>
                <a:gd name="T1" fmla="*/ 2147483646 h 28"/>
                <a:gd name="T2" fmla="*/ 2147483646 w 48"/>
                <a:gd name="T3" fmla="*/ 2147483646 h 28"/>
                <a:gd name="T4" fmla="*/ 0 w 48"/>
                <a:gd name="T5" fmla="*/ 0 h 28"/>
                <a:gd name="T6" fmla="*/ 0 60000 65536"/>
                <a:gd name="T7" fmla="*/ 0 60000 65536"/>
                <a:gd name="T8" fmla="*/ 0 60000 65536"/>
                <a:gd name="T9" fmla="*/ 0 w 48"/>
                <a:gd name="T10" fmla="*/ 0 h 28"/>
                <a:gd name="T11" fmla="*/ 48 w 48"/>
                <a:gd name="T12" fmla="*/ 28 h 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28">
                  <a:moveTo>
                    <a:pt x="48" y="28"/>
                  </a:moveTo>
                  <a:lnTo>
                    <a:pt x="20" y="7"/>
                  </a:lnTo>
                  <a:lnTo>
                    <a:pt x="0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2" name="Freeform 71">
              <a:extLst>
                <a:ext uri="{FF2B5EF4-FFF2-40B4-BE49-F238E27FC236}">
                  <a16:creationId xmlns:a16="http://schemas.microsoft.com/office/drawing/2014/main" id="{61B603DD-06DF-EEB7-AE80-536C44D3D8AF}"/>
                </a:ext>
              </a:extLst>
            </p:cNvPr>
            <p:cNvSpPr>
              <a:spLocks/>
            </p:cNvSpPr>
            <p:nvPr/>
          </p:nvSpPr>
          <p:spPr bwMode="auto">
            <a:xfrm>
              <a:off x="8302625" y="5024438"/>
              <a:ext cx="65088" cy="53975"/>
            </a:xfrm>
            <a:custGeom>
              <a:avLst/>
              <a:gdLst>
                <a:gd name="T0" fmla="*/ 2147483646 w 41"/>
                <a:gd name="T1" fmla="*/ 0 h 34"/>
                <a:gd name="T2" fmla="*/ 2147483646 w 41"/>
                <a:gd name="T3" fmla="*/ 0 h 34"/>
                <a:gd name="T4" fmla="*/ 0 w 41"/>
                <a:gd name="T5" fmla="*/ 2147483646 h 34"/>
                <a:gd name="T6" fmla="*/ 0 60000 65536"/>
                <a:gd name="T7" fmla="*/ 0 60000 65536"/>
                <a:gd name="T8" fmla="*/ 0 60000 65536"/>
                <a:gd name="T9" fmla="*/ 0 w 41"/>
                <a:gd name="T10" fmla="*/ 0 h 34"/>
                <a:gd name="T11" fmla="*/ 41 w 41"/>
                <a:gd name="T12" fmla="*/ 34 h 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34">
                  <a:moveTo>
                    <a:pt x="41" y="0"/>
                  </a:moveTo>
                  <a:lnTo>
                    <a:pt x="35" y="0"/>
                  </a:lnTo>
                  <a:lnTo>
                    <a:pt x="0" y="34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3" name="Line 72">
              <a:extLst>
                <a:ext uri="{FF2B5EF4-FFF2-40B4-BE49-F238E27FC236}">
                  <a16:creationId xmlns:a16="http://schemas.microsoft.com/office/drawing/2014/main" id="{16D48446-69BF-8E5A-74EA-3BCB43205D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215313" y="5133975"/>
              <a:ext cx="44450" cy="65088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4" name="Freeform 73">
              <a:extLst>
                <a:ext uri="{FF2B5EF4-FFF2-40B4-BE49-F238E27FC236}">
                  <a16:creationId xmlns:a16="http://schemas.microsoft.com/office/drawing/2014/main" id="{BBE83DA5-00DC-A0A2-17F3-C59A76B5274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28000" y="5254625"/>
              <a:ext cx="42863" cy="76200"/>
            </a:xfrm>
            <a:custGeom>
              <a:avLst/>
              <a:gdLst>
                <a:gd name="T0" fmla="*/ 2147483646 w 27"/>
                <a:gd name="T1" fmla="*/ 0 h 48"/>
                <a:gd name="T2" fmla="*/ 2147483646 w 27"/>
                <a:gd name="T3" fmla="*/ 2147483646 h 48"/>
                <a:gd name="T4" fmla="*/ 0 w 27"/>
                <a:gd name="T5" fmla="*/ 2147483646 h 48"/>
                <a:gd name="T6" fmla="*/ 0 60000 65536"/>
                <a:gd name="T7" fmla="*/ 0 60000 65536"/>
                <a:gd name="T8" fmla="*/ 0 60000 65536"/>
                <a:gd name="T9" fmla="*/ 0 w 27"/>
                <a:gd name="T10" fmla="*/ 0 h 48"/>
                <a:gd name="T11" fmla="*/ 27 w 27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" h="48">
                  <a:moveTo>
                    <a:pt x="27" y="0"/>
                  </a:moveTo>
                  <a:lnTo>
                    <a:pt x="21" y="13"/>
                  </a:lnTo>
                  <a:lnTo>
                    <a:pt x="0" y="48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5" name="Line 74">
              <a:extLst>
                <a:ext uri="{FF2B5EF4-FFF2-40B4-BE49-F238E27FC236}">
                  <a16:creationId xmlns:a16="http://schemas.microsoft.com/office/drawing/2014/main" id="{2A79E2B5-3B58-FAF0-47DC-A4DAB3F1E4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040688" y="5384800"/>
              <a:ext cx="53975" cy="7620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6" name="Freeform 75">
              <a:extLst>
                <a:ext uri="{FF2B5EF4-FFF2-40B4-BE49-F238E27FC236}">
                  <a16:creationId xmlns:a16="http://schemas.microsoft.com/office/drawing/2014/main" id="{6C353AC6-5CCB-F5AA-5C32-6F798A4CD2E7}"/>
                </a:ext>
              </a:extLst>
            </p:cNvPr>
            <p:cNvSpPr>
              <a:spLocks/>
            </p:cNvSpPr>
            <p:nvPr/>
          </p:nvSpPr>
          <p:spPr bwMode="auto">
            <a:xfrm>
              <a:off x="7996238" y="5516563"/>
              <a:ext cx="22225" cy="87312"/>
            </a:xfrm>
            <a:custGeom>
              <a:avLst/>
              <a:gdLst>
                <a:gd name="T0" fmla="*/ 2147483646 w 14"/>
                <a:gd name="T1" fmla="*/ 0 h 55"/>
                <a:gd name="T2" fmla="*/ 0 w 14"/>
                <a:gd name="T3" fmla="*/ 2147483646 h 55"/>
                <a:gd name="T4" fmla="*/ 0 w 14"/>
                <a:gd name="T5" fmla="*/ 2147483646 h 55"/>
                <a:gd name="T6" fmla="*/ 0 60000 65536"/>
                <a:gd name="T7" fmla="*/ 0 60000 65536"/>
                <a:gd name="T8" fmla="*/ 0 60000 65536"/>
                <a:gd name="T9" fmla="*/ 0 w 14"/>
                <a:gd name="T10" fmla="*/ 0 h 55"/>
                <a:gd name="T11" fmla="*/ 14 w 14"/>
                <a:gd name="T12" fmla="*/ 55 h 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" h="55">
                  <a:moveTo>
                    <a:pt x="14" y="0"/>
                  </a:moveTo>
                  <a:lnTo>
                    <a:pt x="0" y="41"/>
                  </a:lnTo>
                  <a:lnTo>
                    <a:pt x="0" y="55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7" name="Line 76">
              <a:extLst>
                <a:ext uri="{FF2B5EF4-FFF2-40B4-BE49-F238E27FC236}">
                  <a16:creationId xmlns:a16="http://schemas.microsoft.com/office/drawing/2014/main" id="{440C38AC-C4A0-3BE8-F995-FE5DE2B4E9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96238" y="5668963"/>
              <a:ext cx="1587" cy="87312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8" name="Freeform 77">
              <a:extLst>
                <a:ext uri="{FF2B5EF4-FFF2-40B4-BE49-F238E27FC236}">
                  <a16:creationId xmlns:a16="http://schemas.microsoft.com/office/drawing/2014/main" id="{375B08C4-E056-1692-294D-7F524AD51A77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0963" y="5330825"/>
              <a:ext cx="22225" cy="22225"/>
            </a:xfrm>
            <a:custGeom>
              <a:avLst/>
              <a:gdLst>
                <a:gd name="T0" fmla="*/ 0 w 14"/>
                <a:gd name="T1" fmla="*/ 0 h 14"/>
                <a:gd name="T2" fmla="*/ 0 w 14"/>
                <a:gd name="T3" fmla="*/ 2147483646 h 14"/>
                <a:gd name="T4" fmla="*/ 2147483646 w 14"/>
                <a:gd name="T5" fmla="*/ 2147483646 h 14"/>
                <a:gd name="T6" fmla="*/ 2147483646 w 14"/>
                <a:gd name="T7" fmla="*/ 2147483646 h 14"/>
                <a:gd name="T8" fmla="*/ 0 w 14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"/>
                <a:gd name="T16" fmla="*/ 0 h 14"/>
                <a:gd name="T17" fmla="*/ 14 w 14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" h="14">
                  <a:moveTo>
                    <a:pt x="0" y="0"/>
                  </a:moveTo>
                  <a:lnTo>
                    <a:pt x="0" y="7"/>
                  </a:lnTo>
                  <a:lnTo>
                    <a:pt x="14" y="14"/>
                  </a:lnTo>
                  <a:lnTo>
                    <a:pt x="14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9" name="Freeform 78">
              <a:extLst>
                <a:ext uri="{FF2B5EF4-FFF2-40B4-BE49-F238E27FC236}">
                  <a16:creationId xmlns:a16="http://schemas.microsoft.com/office/drawing/2014/main" id="{19A69233-6A3A-FABA-8FF3-35EB8FB386F6}"/>
                </a:ext>
              </a:extLst>
            </p:cNvPr>
            <p:cNvSpPr>
              <a:spLocks/>
            </p:cNvSpPr>
            <p:nvPr/>
          </p:nvSpPr>
          <p:spPr bwMode="auto">
            <a:xfrm>
              <a:off x="7942263" y="4838700"/>
              <a:ext cx="31750" cy="22225"/>
            </a:xfrm>
            <a:custGeom>
              <a:avLst/>
              <a:gdLst>
                <a:gd name="T0" fmla="*/ 0 w 20"/>
                <a:gd name="T1" fmla="*/ 2147483646 h 14"/>
                <a:gd name="T2" fmla="*/ 2147483646 w 20"/>
                <a:gd name="T3" fmla="*/ 0 h 14"/>
                <a:gd name="T4" fmla="*/ 2147483646 w 20"/>
                <a:gd name="T5" fmla="*/ 2147483646 h 14"/>
                <a:gd name="T6" fmla="*/ 2147483646 w 20"/>
                <a:gd name="T7" fmla="*/ 2147483646 h 14"/>
                <a:gd name="T8" fmla="*/ 0 w 20"/>
                <a:gd name="T9" fmla="*/ 2147483646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14"/>
                <a:gd name="T17" fmla="*/ 20 w 20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14">
                  <a:moveTo>
                    <a:pt x="0" y="7"/>
                  </a:moveTo>
                  <a:lnTo>
                    <a:pt x="7" y="0"/>
                  </a:lnTo>
                  <a:lnTo>
                    <a:pt x="20" y="7"/>
                  </a:lnTo>
                  <a:lnTo>
                    <a:pt x="14" y="1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0" name="Freeform 79">
              <a:extLst>
                <a:ext uri="{FF2B5EF4-FFF2-40B4-BE49-F238E27FC236}">
                  <a16:creationId xmlns:a16="http://schemas.microsoft.com/office/drawing/2014/main" id="{95EEF0B8-940E-B8BD-B14D-BA6FA9491A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0963" y="4849813"/>
              <a:ext cx="263525" cy="492125"/>
            </a:xfrm>
            <a:custGeom>
              <a:avLst/>
              <a:gdLst>
                <a:gd name="T0" fmla="*/ 0 w 166"/>
                <a:gd name="T1" fmla="*/ 2147483646 h 310"/>
                <a:gd name="T2" fmla="*/ 2147483646 w 166"/>
                <a:gd name="T3" fmla="*/ 2147483646 h 310"/>
                <a:gd name="T4" fmla="*/ 2147483646 w 166"/>
                <a:gd name="T5" fmla="*/ 2147483646 h 310"/>
                <a:gd name="T6" fmla="*/ 2147483646 w 166"/>
                <a:gd name="T7" fmla="*/ 0 h 310"/>
                <a:gd name="T8" fmla="*/ 0 w 166"/>
                <a:gd name="T9" fmla="*/ 2147483646 h 3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"/>
                <a:gd name="T16" fmla="*/ 0 h 310"/>
                <a:gd name="T17" fmla="*/ 166 w 166"/>
                <a:gd name="T18" fmla="*/ 310 h 3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" h="310">
                  <a:moveTo>
                    <a:pt x="0" y="303"/>
                  </a:moveTo>
                  <a:lnTo>
                    <a:pt x="14" y="310"/>
                  </a:lnTo>
                  <a:lnTo>
                    <a:pt x="166" y="7"/>
                  </a:lnTo>
                  <a:lnTo>
                    <a:pt x="152" y="0"/>
                  </a:lnTo>
                  <a:lnTo>
                    <a:pt x="0" y="30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1" name="Freeform 80">
              <a:extLst>
                <a:ext uri="{FF2B5EF4-FFF2-40B4-BE49-F238E27FC236}">
                  <a16:creationId xmlns:a16="http://schemas.microsoft.com/office/drawing/2014/main" id="{AEC6FA0C-BF6F-4A85-AF73-9B8C1BD05C7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42263" y="4816475"/>
              <a:ext cx="31750" cy="33338"/>
            </a:xfrm>
            <a:custGeom>
              <a:avLst/>
              <a:gdLst>
                <a:gd name="T0" fmla="*/ 0 w 20"/>
                <a:gd name="T1" fmla="*/ 2147483646 h 21"/>
                <a:gd name="T2" fmla="*/ 2147483646 w 20"/>
                <a:gd name="T3" fmla="*/ 2147483646 h 21"/>
                <a:gd name="T4" fmla="*/ 2147483646 w 20"/>
                <a:gd name="T5" fmla="*/ 2147483646 h 21"/>
                <a:gd name="T6" fmla="*/ 2147483646 w 20"/>
                <a:gd name="T7" fmla="*/ 0 h 21"/>
                <a:gd name="T8" fmla="*/ 0 w 20"/>
                <a:gd name="T9" fmla="*/ 2147483646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21"/>
                <a:gd name="T17" fmla="*/ 20 w 20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21">
                  <a:moveTo>
                    <a:pt x="0" y="21"/>
                  </a:moveTo>
                  <a:lnTo>
                    <a:pt x="14" y="21"/>
                  </a:lnTo>
                  <a:lnTo>
                    <a:pt x="20" y="7"/>
                  </a:lnTo>
                  <a:lnTo>
                    <a:pt x="14" y="0"/>
                  </a:lnTo>
                  <a:lnTo>
                    <a:pt x="0" y="21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2" name="Freeform 81">
              <a:extLst>
                <a:ext uri="{FF2B5EF4-FFF2-40B4-BE49-F238E27FC236}">
                  <a16:creationId xmlns:a16="http://schemas.microsoft.com/office/drawing/2014/main" id="{D57ED649-6BF2-85A7-C44B-73340DD342E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9950" y="4368800"/>
              <a:ext cx="33338" cy="42863"/>
            </a:xfrm>
            <a:custGeom>
              <a:avLst/>
              <a:gdLst>
                <a:gd name="T0" fmla="*/ 2147483646 w 21"/>
                <a:gd name="T1" fmla="*/ 2147483646 h 27"/>
                <a:gd name="T2" fmla="*/ 0 w 21"/>
                <a:gd name="T3" fmla="*/ 2147483646 h 27"/>
                <a:gd name="T4" fmla="*/ 2147483646 w 21"/>
                <a:gd name="T5" fmla="*/ 0 h 27"/>
                <a:gd name="T6" fmla="*/ 2147483646 w 21"/>
                <a:gd name="T7" fmla="*/ 2147483646 h 27"/>
                <a:gd name="T8" fmla="*/ 2147483646 w 21"/>
                <a:gd name="T9" fmla="*/ 2147483646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7"/>
                <a:gd name="T17" fmla="*/ 21 w 21"/>
                <a:gd name="T18" fmla="*/ 27 h 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7">
                  <a:moveTo>
                    <a:pt x="7" y="27"/>
                  </a:moveTo>
                  <a:lnTo>
                    <a:pt x="0" y="20"/>
                  </a:lnTo>
                  <a:lnTo>
                    <a:pt x="14" y="0"/>
                  </a:lnTo>
                  <a:lnTo>
                    <a:pt x="21" y="7"/>
                  </a:lnTo>
                  <a:lnTo>
                    <a:pt x="7" y="27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3" name="Freeform 82">
              <a:extLst>
                <a:ext uri="{FF2B5EF4-FFF2-40B4-BE49-F238E27FC236}">
                  <a16:creationId xmlns:a16="http://schemas.microsoft.com/office/drawing/2014/main" id="{A638691F-A146-C6B7-23B8-A391DF9E2897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1063" y="4379913"/>
              <a:ext cx="733425" cy="469900"/>
            </a:xfrm>
            <a:custGeom>
              <a:avLst/>
              <a:gdLst>
                <a:gd name="T0" fmla="*/ 2147483646 w 462"/>
                <a:gd name="T1" fmla="*/ 2147483646 h 296"/>
                <a:gd name="T2" fmla="*/ 2147483646 w 462"/>
                <a:gd name="T3" fmla="*/ 2147483646 h 296"/>
                <a:gd name="T4" fmla="*/ 2147483646 w 462"/>
                <a:gd name="T5" fmla="*/ 0 h 296"/>
                <a:gd name="T6" fmla="*/ 0 w 462"/>
                <a:gd name="T7" fmla="*/ 2147483646 h 296"/>
                <a:gd name="T8" fmla="*/ 2147483646 w 462"/>
                <a:gd name="T9" fmla="*/ 2147483646 h 2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62"/>
                <a:gd name="T16" fmla="*/ 0 h 296"/>
                <a:gd name="T17" fmla="*/ 462 w 462"/>
                <a:gd name="T18" fmla="*/ 296 h 29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62" h="296">
                  <a:moveTo>
                    <a:pt x="448" y="296"/>
                  </a:moveTo>
                  <a:lnTo>
                    <a:pt x="462" y="275"/>
                  </a:lnTo>
                  <a:lnTo>
                    <a:pt x="14" y="0"/>
                  </a:lnTo>
                  <a:lnTo>
                    <a:pt x="0" y="20"/>
                  </a:lnTo>
                  <a:lnTo>
                    <a:pt x="448" y="296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4" name="Freeform 83">
              <a:extLst>
                <a:ext uri="{FF2B5EF4-FFF2-40B4-BE49-F238E27FC236}">
                  <a16:creationId xmlns:a16="http://schemas.microsoft.com/office/drawing/2014/main" id="{5666C18B-4E32-6C8B-104A-DFF8F086C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31150" y="4838700"/>
              <a:ext cx="22225" cy="22225"/>
            </a:xfrm>
            <a:custGeom>
              <a:avLst/>
              <a:gdLst>
                <a:gd name="T0" fmla="*/ 2147483646 w 14"/>
                <a:gd name="T1" fmla="*/ 0 h 14"/>
                <a:gd name="T2" fmla="*/ 2147483646 w 14"/>
                <a:gd name="T3" fmla="*/ 0 h 14"/>
                <a:gd name="T4" fmla="*/ 0 w 14"/>
                <a:gd name="T5" fmla="*/ 2147483646 h 14"/>
                <a:gd name="T6" fmla="*/ 0 w 14"/>
                <a:gd name="T7" fmla="*/ 2147483646 h 14"/>
                <a:gd name="T8" fmla="*/ 2147483646 w 14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"/>
                <a:gd name="T16" fmla="*/ 0 h 14"/>
                <a:gd name="T17" fmla="*/ 14 w 14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" h="14">
                  <a:moveTo>
                    <a:pt x="14" y="0"/>
                  </a:moveTo>
                  <a:lnTo>
                    <a:pt x="7" y="0"/>
                  </a:lnTo>
                  <a:lnTo>
                    <a:pt x="0" y="7"/>
                  </a:lnTo>
                  <a:lnTo>
                    <a:pt x="0" y="14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5" name="Freeform 84">
              <a:extLst>
                <a:ext uri="{FF2B5EF4-FFF2-40B4-BE49-F238E27FC236}">
                  <a16:creationId xmlns:a16="http://schemas.microsoft.com/office/drawing/2014/main" id="{BC5AFDF8-424B-07BE-F493-FCA20801FFBB}"/>
                </a:ext>
              </a:extLst>
            </p:cNvPr>
            <p:cNvSpPr>
              <a:spLocks/>
            </p:cNvSpPr>
            <p:nvPr/>
          </p:nvSpPr>
          <p:spPr bwMode="auto">
            <a:xfrm>
              <a:off x="8412163" y="5319713"/>
              <a:ext cx="33337" cy="33337"/>
            </a:xfrm>
            <a:custGeom>
              <a:avLst/>
              <a:gdLst>
                <a:gd name="T0" fmla="*/ 2147483646 w 21"/>
                <a:gd name="T1" fmla="*/ 0 h 21"/>
                <a:gd name="T2" fmla="*/ 2147483646 w 21"/>
                <a:gd name="T3" fmla="*/ 2147483646 h 21"/>
                <a:gd name="T4" fmla="*/ 2147483646 w 21"/>
                <a:gd name="T5" fmla="*/ 2147483646 h 21"/>
                <a:gd name="T6" fmla="*/ 0 w 21"/>
                <a:gd name="T7" fmla="*/ 2147483646 h 21"/>
                <a:gd name="T8" fmla="*/ 2147483646 w 21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14" y="0"/>
                  </a:moveTo>
                  <a:lnTo>
                    <a:pt x="21" y="7"/>
                  </a:lnTo>
                  <a:lnTo>
                    <a:pt x="7" y="21"/>
                  </a:lnTo>
                  <a:lnTo>
                    <a:pt x="0" y="14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6" name="Freeform 85">
              <a:extLst>
                <a:ext uri="{FF2B5EF4-FFF2-40B4-BE49-F238E27FC236}">
                  <a16:creationId xmlns:a16="http://schemas.microsoft.com/office/drawing/2014/main" id="{16C95C5F-FCCB-C961-51CE-E7BA71965A18}"/>
                </a:ext>
              </a:extLst>
            </p:cNvPr>
            <p:cNvSpPr>
              <a:spLocks/>
            </p:cNvSpPr>
            <p:nvPr/>
          </p:nvSpPr>
          <p:spPr bwMode="auto">
            <a:xfrm>
              <a:off x="7931150" y="4838700"/>
              <a:ext cx="503238" cy="503238"/>
            </a:xfrm>
            <a:custGeom>
              <a:avLst/>
              <a:gdLst>
                <a:gd name="T0" fmla="*/ 2147483646 w 317"/>
                <a:gd name="T1" fmla="*/ 0 h 317"/>
                <a:gd name="T2" fmla="*/ 0 w 317"/>
                <a:gd name="T3" fmla="*/ 2147483646 h 317"/>
                <a:gd name="T4" fmla="*/ 2147483646 w 317"/>
                <a:gd name="T5" fmla="*/ 2147483646 h 317"/>
                <a:gd name="T6" fmla="*/ 2147483646 w 317"/>
                <a:gd name="T7" fmla="*/ 2147483646 h 317"/>
                <a:gd name="T8" fmla="*/ 2147483646 w 317"/>
                <a:gd name="T9" fmla="*/ 0 h 3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17"/>
                <a:gd name="T16" fmla="*/ 0 h 317"/>
                <a:gd name="T17" fmla="*/ 317 w 317"/>
                <a:gd name="T18" fmla="*/ 317 h 31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17" h="317">
                  <a:moveTo>
                    <a:pt x="14" y="0"/>
                  </a:moveTo>
                  <a:lnTo>
                    <a:pt x="0" y="14"/>
                  </a:lnTo>
                  <a:lnTo>
                    <a:pt x="303" y="317"/>
                  </a:lnTo>
                  <a:lnTo>
                    <a:pt x="317" y="303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7" name="Freeform 86">
              <a:extLst>
                <a:ext uri="{FF2B5EF4-FFF2-40B4-BE49-F238E27FC236}">
                  <a16:creationId xmlns:a16="http://schemas.microsoft.com/office/drawing/2014/main" id="{2A0F8BF4-7760-9DC6-349E-C6F48D51B18A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0863" y="5811838"/>
              <a:ext cx="22225" cy="22225"/>
            </a:xfrm>
            <a:custGeom>
              <a:avLst/>
              <a:gdLst>
                <a:gd name="T0" fmla="*/ 0 w 14"/>
                <a:gd name="T1" fmla="*/ 0 h 14"/>
                <a:gd name="T2" fmla="*/ 0 w 14"/>
                <a:gd name="T3" fmla="*/ 2147483646 h 14"/>
                <a:gd name="T4" fmla="*/ 2147483646 w 14"/>
                <a:gd name="T5" fmla="*/ 2147483646 h 14"/>
                <a:gd name="T6" fmla="*/ 2147483646 w 14"/>
                <a:gd name="T7" fmla="*/ 2147483646 h 14"/>
                <a:gd name="T8" fmla="*/ 0 w 14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"/>
                <a:gd name="T16" fmla="*/ 0 h 14"/>
                <a:gd name="T17" fmla="*/ 14 w 14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" h="14">
                  <a:moveTo>
                    <a:pt x="0" y="0"/>
                  </a:moveTo>
                  <a:lnTo>
                    <a:pt x="0" y="7"/>
                  </a:lnTo>
                  <a:lnTo>
                    <a:pt x="14" y="14"/>
                  </a:lnTo>
                  <a:lnTo>
                    <a:pt x="14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8" name="Freeform 87">
              <a:extLst>
                <a:ext uri="{FF2B5EF4-FFF2-40B4-BE49-F238E27FC236}">
                  <a16:creationId xmlns:a16="http://schemas.microsoft.com/office/drawing/2014/main" id="{4EB49266-5310-2627-5225-38B92C5C54FE}"/>
                </a:ext>
              </a:extLst>
            </p:cNvPr>
            <p:cNvSpPr>
              <a:spLocks/>
            </p:cNvSpPr>
            <p:nvPr/>
          </p:nvSpPr>
          <p:spPr bwMode="auto">
            <a:xfrm>
              <a:off x="8412163" y="5373688"/>
              <a:ext cx="33337" cy="22225"/>
            </a:xfrm>
            <a:custGeom>
              <a:avLst/>
              <a:gdLst>
                <a:gd name="T0" fmla="*/ 0 w 21"/>
                <a:gd name="T1" fmla="*/ 2147483646 h 14"/>
                <a:gd name="T2" fmla="*/ 2147483646 w 21"/>
                <a:gd name="T3" fmla="*/ 0 h 14"/>
                <a:gd name="T4" fmla="*/ 2147483646 w 21"/>
                <a:gd name="T5" fmla="*/ 2147483646 h 14"/>
                <a:gd name="T6" fmla="*/ 2147483646 w 21"/>
                <a:gd name="T7" fmla="*/ 2147483646 h 14"/>
                <a:gd name="T8" fmla="*/ 0 w 21"/>
                <a:gd name="T9" fmla="*/ 2147483646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4"/>
                <a:gd name="T17" fmla="*/ 21 w 21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4">
                  <a:moveTo>
                    <a:pt x="0" y="7"/>
                  </a:moveTo>
                  <a:lnTo>
                    <a:pt x="7" y="0"/>
                  </a:lnTo>
                  <a:lnTo>
                    <a:pt x="21" y="7"/>
                  </a:lnTo>
                  <a:lnTo>
                    <a:pt x="14" y="1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9" name="Freeform 88">
              <a:extLst>
                <a:ext uri="{FF2B5EF4-FFF2-40B4-BE49-F238E27FC236}">
                  <a16:creationId xmlns:a16="http://schemas.microsoft.com/office/drawing/2014/main" id="{17502E65-A44F-23EE-8C00-A51EBB1EAB53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0863" y="5384800"/>
              <a:ext cx="263525" cy="438150"/>
            </a:xfrm>
            <a:custGeom>
              <a:avLst/>
              <a:gdLst>
                <a:gd name="T0" fmla="*/ 0 w 166"/>
                <a:gd name="T1" fmla="*/ 2147483646 h 276"/>
                <a:gd name="T2" fmla="*/ 2147483646 w 166"/>
                <a:gd name="T3" fmla="*/ 2147483646 h 276"/>
                <a:gd name="T4" fmla="*/ 2147483646 w 166"/>
                <a:gd name="T5" fmla="*/ 2147483646 h 276"/>
                <a:gd name="T6" fmla="*/ 2147483646 w 166"/>
                <a:gd name="T7" fmla="*/ 0 h 276"/>
                <a:gd name="T8" fmla="*/ 0 w 166"/>
                <a:gd name="T9" fmla="*/ 2147483646 h 2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"/>
                <a:gd name="T16" fmla="*/ 0 h 276"/>
                <a:gd name="T17" fmla="*/ 166 w 166"/>
                <a:gd name="T18" fmla="*/ 276 h 27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" h="276">
                  <a:moveTo>
                    <a:pt x="0" y="269"/>
                  </a:moveTo>
                  <a:lnTo>
                    <a:pt x="14" y="276"/>
                  </a:lnTo>
                  <a:lnTo>
                    <a:pt x="166" y="7"/>
                  </a:lnTo>
                  <a:lnTo>
                    <a:pt x="152" y="0"/>
                  </a:lnTo>
                  <a:lnTo>
                    <a:pt x="0" y="26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0" name="Freeform 89">
              <a:extLst>
                <a:ext uri="{FF2B5EF4-FFF2-40B4-BE49-F238E27FC236}">
                  <a16:creationId xmlns:a16="http://schemas.microsoft.com/office/drawing/2014/main" id="{0DB5546E-4AAB-F2EB-A28A-159F521CD67B}"/>
                </a:ext>
              </a:extLst>
            </p:cNvPr>
            <p:cNvSpPr>
              <a:spLocks/>
            </p:cNvSpPr>
            <p:nvPr/>
          </p:nvSpPr>
          <p:spPr bwMode="auto">
            <a:xfrm>
              <a:off x="8412163" y="5319713"/>
              <a:ext cx="22225" cy="22225"/>
            </a:xfrm>
            <a:custGeom>
              <a:avLst/>
              <a:gdLst>
                <a:gd name="T0" fmla="*/ 2147483646 w 14"/>
                <a:gd name="T1" fmla="*/ 2147483646 h 14"/>
                <a:gd name="T2" fmla="*/ 2147483646 w 14"/>
                <a:gd name="T3" fmla="*/ 0 h 14"/>
                <a:gd name="T4" fmla="*/ 0 w 14"/>
                <a:gd name="T5" fmla="*/ 2147483646 h 14"/>
                <a:gd name="T6" fmla="*/ 0 w 14"/>
                <a:gd name="T7" fmla="*/ 2147483646 h 14"/>
                <a:gd name="T8" fmla="*/ 2147483646 w 14"/>
                <a:gd name="T9" fmla="*/ 2147483646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"/>
                <a:gd name="T16" fmla="*/ 0 h 14"/>
                <a:gd name="T17" fmla="*/ 14 w 14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" h="14">
                  <a:moveTo>
                    <a:pt x="14" y="7"/>
                  </a:moveTo>
                  <a:lnTo>
                    <a:pt x="14" y="0"/>
                  </a:lnTo>
                  <a:lnTo>
                    <a:pt x="0" y="7"/>
                  </a:lnTo>
                  <a:lnTo>
                    <a:pt x="0" y="14"/>
                  </a:lnTo>
                  <a:lnTo>
                    <a:pt x="14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1" name="Freeform 90">
              <a:extLst>
                <a:ext uri="{FF2B5EF4-FFF2-40B4-BE49-F238E27FC236}">
                  <a16:creationId xmlns:a16="http://schemas.microsoft.com/office/drawing/2014/main" id="{0C12E94B-1517-23C8-7E4C-ACEC557A72DC}"/>
                </a:ext>
              </a:extLst>
            </p:cNvPr>
            <p:cNvSpPr>
              <a:spLocks/>
            </p:cNvSpPr>
            <p:nvPr/>
          </p:nvSpPr>
          <p:spPr bwMode="auto">
            <a:xfrm>
              <a:off x="8707438" y="5811838"/>
              <a:ext cx="33337" cy="22225"/>
            </a:xfrm>
            <a:custGeom>
              <a:avLst/>
              <a:gdLst>
                <a:gd name="T0" fmla="*/ 2147483646 w 21"/>
                <a:gd name="T1" fmla="*/ 0 h 14"/>
                <a:gd name="T2" fmla="*/ 2147483646 w 21"/>
                <a:gd name="T3" fmla="*/ 2147483646 h 14"/>
                <a:gd name="T4" fmla="*/ 2147483646 w 21"/>
                <a:gd name="T5" fmla="*/ 2147483646 h 14"/>
                <a:gd name="T6" fmla="*/ 0 w 21"/>
                <a:gd name="T7" fmla="*/ 2147483646 h 14"/>
                <a:gd name="T8" fmla="*/ 2147483646 w 21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4"/>
                <a:gd name="T17" fmla="*/ 21 w 21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4">
                  <a:moveTo>
                    <a:pt x="14" y="0"/>
                  </a:moveTo>
                  <a:lnTo>
                    <a:pt x="21" y="7"/>
                  </a:lnTo>
                  <a:lnTo>
                    <a:pt x="7" y="14"/>
                  </a:lnTo>
                  <a:lnTo>
                    <a:pt x="0" y="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2" name="Freeform 91">
              <a:extLst>
                <a:ext uri="{FF2B5EF4-FFF2-40B4-BE49-F238E27FC236}">
                  <a16:creationId xmlns:a16="http://schemas.microsoft.com/office/drawing/2014/main" id="{56AB5F3F-BDD1-8EF2-F775-FE0F3DBC9131}"/>
                </a:ext>
              </a:extLst>
            </p:cNvPr>
            <p:cNvSpPr>
              <a:spLocks/>
            </p:cNvSpPr>
            <p:nvPr/>
          </p:nvSpPr>
          <p:spPr bwMode="auto">
            <a:xfrm>
              <a:off x="8412163" y="5330825"/>
              <a:ext cx="317500" cy="492125"/>
            </a:xfrm>
            <a:custGeom>
              <a:avLst/>
              <a:gdLst>
                <a:gd name="T0" fmla="*/ 2147483646 w 200"/>
                <a:gd name="T1" fmla="*/ 0 h 310"/>
                <a:gd name="T2" fmla="*/ 0 w 200"/>
                <a:gd name="T3" fmla="*/ 2147483646 h 310"/>
                <a:gd name="T4" fmla="*/ 2147483646 w 200"/>
                <a:gd name="T5" fmla="*/ 2147483646 h 310"/>
                <a:gd name="T6" fmla="*/ 2147483646 w 200"/>
                <a:gd name="T7" fmla="*/ 2147483646 h 310"/>
                <a:gd name="T8" fmla="*/ 2147483646 w 200"/>
                <a:gd name="T9" fmla="*/ 0 h 3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"/>
                <a:gd name="T16" fmla="*/ 0 h 310"/>
                <a:gd name="T17" fmla="*/ 200 w 200"/>
                <a:gd name="T18" fmla="*/ 310 h 3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" h="310">
                  <a:moveTo>
                    <a:pt x="14" y="0"/>
                  </a:moveTo>
                  <a:lnTo>
                    <a:pt x="0" y="7"/>
                  </a:lnTo>
                  <a:lnTo>
                    <a:pt x="186" y="310"/>
                  </a:lnTo>
                  <a:lnTo>
                    <a:pt x="200" y="303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3" name="Rectangle 92">
              <a:extLst>
                <a:ext uri="{FF2B5EF4-FFF2-40B4-BE49-F238E27FC236}">
                  <a16:creationId xmlns:a16="http://schemas.microsoft.com/office/drawing/2014/main" id="{E0ED4B8D-6073-D8F1-D21A-BA215F47C3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62913" y="5691188"/>
              <a:ext cx="228600" cy="241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674" name="Rectangle 93">
              <a:extLst>
                <a:ext uri="{FF2B5EF4-FFF2-40B4-BE49-F238E27FC236}">
                  <a16:creationId xmlns:a16="http://schemas.microsoft.com/office/drawing/2014/main" id="{0F5CBBBF-7CFE-3FAE-0B5B-B850E9AAB6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62913" y="5691188"/>
              <a:ext cx="228600" cy="241300"/>
            </a:xfrm>
            <a:prstGeom prst="rect">
              <a:avLst/>
            </a:prstGeom>
            <a:noFill/>
            <a:ln w="22225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675" name="Rectangle 94">
              <a:extLst>
                <a:ext uri="{FF2B5EF4-FFF2-40B4-BE49-F238E27FC236}">
                  <a16:creationId xmlns:a16="http://schemas.microsoft.com/office/drawing/2014/main" id="{C76D4325-E625-194F-7E84-ABADB9DA0A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3925" y="5691188"/>
              <a:ext cx="239713" cy="241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676" name="Rectangle 95">
              <a:extLst>
                <a:ext uri="{FF2B5EF4-FFF2-40B4-BE49-F238E27FC236}">
                  <a16:creationId xmlns:a16="http://schemas.microsoft.com/office/drawing/2014/main" id="{07F9372B-B884-6AD1-1F39-1A82729C69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3925" y="5691188"/>
              <a:ext cx="239713" cy="241300"/>
            </a:xfrm>
            <a:prstGeom prst="rect">
              <a:avLst/>
            </a:prstGeom>
            <a:noFill/>
            <a:ln w="22225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677" name="Oval 96">
              <a:extLst>
                <a:ext uri="{FF2B5EF4-FFF2-40B4-BE49-F238E27FC236}">
                  <a16:creationId xmlns:a16="http://schemas.microsoft.com/office/drawing/2014/main" id="{ABDDA160-2376-BC48-5000-3BE4A223F9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48650" y="5145088"/>
              <a:ext cx="360363" cy="36036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678" name="Oval 97">
              <a:extLst>
                <a:ext uri="{FF2B5EF4-FFF2-40B4-BE49-F238E27FC236}">
                  <a16:creationId xmlns:a16="http://schemas.microsoft.com/office/drawing/2014/main" id="{4084C30E-7512-E8E4-8277-8B867119ED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48650" y="5145088"/>
              <a:ext cx="360363" cy="360362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679" name="Rectangle 98">
              <a:extLst>
                <a:ext uri="{FF2B5EF4-FFF2-40B4-BE49-F238E27FC236}">
                  <a16:creationId xmlns:a16="http://schemas.microsoft.com/office/drawing/2014/main" id="{C13D5C84-7A1D-D54B-317A-BD24DECB4B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5963" y="5243513"/>
              <a:ext cx="295275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  <a:latin typeface="Times" pitchFamily="18" charset="0"/>
                </a:rPr>
                <a:t>88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4680" name="Freeform 99">
              <a:extLst>
                <a:ext uri="{FF2B5EF4-FFF2-40B4-BE49-F238E27FC236}">
                  <a16:creationId xmlns:a16="http://schemas.microsoft.com/office/drawing/2014/main" id="{F99E7B26-B2E2-64EA-AC04-336310BA827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3875" y="4357688"/>
              <a:ext cx="33338" cy="22225"/>
            </a:xfrm>
            <a:custGeom>
              <a:avLst/>
              <a:gdLst>
                <a:gd name="T0" fmla="*/ 2147483646 w 21"/>
                <a:gd name="T1" fmla="*/ 2147483646 h 14"/>
                <a:gd name="T2" fmla="*/ 2147483646 w 21"/>
                <a:gd name="T3" fmla="*/ 2147483646 h 14"/>
                <a:gd name="T4" fmla="*/ 2147483646 w 21"/>
                <a:gd name="T5" fmla="*/ 0 h 14"/>
                <a:gd name="T6" fmla="*/ 0 w 21"/>
                <a:gd name="T7" fmla="*/ 2147483646 h 14"/>
                <a:gd name="T8" fmla="*/ 2147483646 w 21"/>
                <a:gd name="T9" fmla="*/ 2147483646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4"/>
                <a:gd name="T17" fmla="*/ 21 w 21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4">
                  <a:moveTo>
                    <a:pt x="14" y="14"/>
                  </a:moveTo>
                  <a:lnTo>
                    <a:pt x="21" y="7"/>
                  </a:lnTo>
                  <a:lnTo>
                    <a:pt x="7" y="0"/>
                  </a:lnTo>
                  <a:lnTo>
                    <a:pt x="0" y="7"/>
                  </a:lnTo>
                  <a:lnTo>
                    <a:pt x="14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1" name="Freeform 100">
              <a:extLst>
                <a:ext uri="{FF2B5EF4-FFF2-40B4-BE49-F238E27FC236}">
                  <a16:creationId xmlns:a16="http://schemas.microsoft.com/office/drawing/2014/main" id="{A75C7286-7B1D-9E6A-B5E4-E70EF43AA4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9250" y="4849813"/>
              <a:ext cx="22225" cy="22225"/>
            </a:xfrm>
            <a:custGeom>
              <a:avLst/>
              <a:gdLst>
                <a:gd name="T0" fmla="*/ 2147483646 w 14"/>
                <a:gd name="T1" fmla="*/ 2147483646 h 14"/>
                <a:gd name="T2" fmla="*/ 2147483646 w 14"/>
                <a:gd name="T3" fmla="*/ 2147483646 h 14"/>
                <a:gd name="T4" fmla="*/ 0 w 14"/>
                <a:gd name="T5" fmla="*/ 2147483646 h 14"/>
                <a:gd name="T6" fmla="*/ 0 w 14"/>
                <a:gd name="T7" fmla="*/ 0 h 14"/>
                <a:gd name="T8" fmla="*/ 2147483646 w 14"/>
                <a:gd name="T9" fmla="*/ 2147483646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"/>
                <a:gd name="T16" fmla="*/ 0 h 14"/>
                <a:gd name="T17" fmla="*/ 14 w 14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" h="14">
                  <a:moveTo>
                    <a:pt x="14" y="7"/>
                  </a:moveTo>
                  <a:lnTo>
                    <a:pt x="14" y="14"/>
                  </a:lnTo>
                  <a:lnTo>
                    <a:pt x="0" y="7"/>
                  </a:lnTo>
                  <a:lnTo>
                    <a:pt x="0" y="0"/>
                  </a:lnTo>
                  <a:lnTo>
                    <a:pt x="14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2" name="Freeform 101">
              <a:extLst>
                <a:ext uri="{FF2B5EF4-FFF2-40B4-BE49-F238E27FC236}">
                  <a16:creationId xmlns:a16="http://schemas.microsoft.com/office/drawing/2014/main" id="{1034DB4F-8BAE-1288-D1EE-63CCDCBE57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9250" y="4368800"/>
              <a:ext cx="196850" cy="492125"/>
            </a:xfrm>
            <a:custGeom>
              <a:avLst/>
              <a:gdLst>
                <a:gd name="T0" fmla="*/ 2147483646 w 124"/>
                <a:gd name="T1" fmla="*/ 2147483646 h 310"/>
                <a:gd name="T2" fmla="*/ 2147483646 w 124"/>
                <a:gd name="T3" fmla="*/ 0 h 310"/>
                <a:gd name="T4" fmla="*/ 0 w 124"/>
                <a:gd name="T5" fmla="*/ 2147483646 h 310"/>
                <a:gd name="T6" fmla="*/ 2147483646 w 124"/>
                <a:gd name="T7" fmla="*/ 2147483646 h 310"/>
                <a:gd name="T8" fmla="*/ 2147483646 w 124"/>
                <a:gd name="T9" fmla="*/ 2147483646 h 3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4"/>
                <a:gd name="T16" fmla="*/ 0 h 310"/>
                <a:gd name="T17" fmla="*/ 124 w 124"/>
                <a:gd name="T18" fmla="*/ 310 h 3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4" h="310">
                  <a:moveTo>
                    <a:pt x="124" y="7"/>
                  </a:moveTo>
                  <a:lnTo>
                    <a:pt x="110" y="0"/>
                  </a:lnTo>
                  <a:lnTo>
                    <a:pt x="0" y="303"/>
                  </a:lnTo>
                  <a:lnTo>
                    <a:pt x="14" y="310"/>
                  </a:lnTo>
                  <a:lnTo>
                    <a:pt x="124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3" name="Freeform 102">
              <a:extLst>
                <a:ext uri="{FF2B5EF4-FFF2-40B4-BE49-F238E27FC236}">
                  <a16:creationId xmlns:a16="http://schemas.microsoft.com/office/drawing/2014/main" id="{85719358-45D2-A27F-6B57-DF6C41E40A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8963" y="4357688"/>
              <a:ext cx="22225" cy="22225"/>
            </a:xfrm>
            <a:custGeom>
              <a:avLst/>
              <a:gdLst>
                <a:gd name="T0" fmla="*/ 2147483646 w 14"/>
                <a:gd name="T1" fmla="*/ 0 h 14"/>
                <a:gd name="T2" fmla="*/ 2147483646 w 14"/>
                <a:gd name="T3" fmla="*/ 0 h 14"/>
                <a:gd name="T4" fmla="*/ 0 w 14"/>
                <a:gd name="T5" fmla="*/ 2147483646 h 14"/>
                <a:gd name="T6" fmla="*/ 0 w 14"/>
                <a:gd name="T7" fmla="*/ 2147483646 h 14"/>
                <a:gd name="T8" fmla="*/ 2147483646 w 14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"/>
                <a:gd name="T16" fmla="*/ 0 h 14"/>
                <a:gd name="T17" fmla="*/ 14 w 14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" h="14">
                  <a:moveTo>
                    <a:pt x="14" y="0"/>
                  </a:moveTo>
                  <a:lnTo>
                    <a:pt x="7" y="0"/>
                  </a:lnTo>
                  <a:lnTo>
                    <a:pt x="0" y="7"/>
                  </a:lnTo>
                  <a:lnTo>
                    <a:pt x="0" y="14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4" name="Freeform 103">
              <a:extLst>
                <a:ext uri="{FF2B5EF4-FFF2-40B4-BE49-F238E27FC236}">
                  <a16:creationId xmlns:a16="http://schemas.microsoft.com/office/drawing/2014/main" id="{7185A126-941E-969E-78A7-CE7E7B4F84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9975" y="4838700"/>
              <a:ext cx="33338" cy="33338"/>
            </a:xfrm>
            <a:custGeom>
              <a:avLst/>
              <a:gdLst>
                <a:gd name="T0" fmla="*/ 2147483646 w 21"/>
                <a:gd name="T1" fmla="*/ 0 h 21"/>
                <a:gd name="T2" fmla="*/ 2147483646 w 21"/>
                <a:gd name="T3" fmla="*/ 2147483646 h 21"/>
                <a:gd name="T4" fmla="*/ 2147483646 w 21"/>
                <a:gd name="T5" fmla="*/ 2147483646 h 21"/>
                <a:gd name="T6" fmla="*/ 0 w 21"/>
                <a:gd name="T7" fmla="*/ 2147483646 h 21"/>
                <a:gd name="T8" fmla="*/ 2147483646 w 21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14" y="0"/>
                  </a:moveTo>
                  <a:lnTo>
                    <a:pt x="21" y="7"/>
                  </a:lnTo>
                  <a:lnTo>
                    <a:pt x="7" y="21"/>
                  </a:lnTo>
                  <a:lnTo>
                    <a:pt x="0" y="14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5" name="Freeform 104">
              <a:extLst>
                <a:ext uri="{FF2B5EF4-FFF2-40B4-BE49-F238E27FC236}">
                  <a16:creationId xmlns:a16="http://schemas.microsoft.com/office/drawing/2014/main" id="{EB572889-2E26-3081-1229-8B1834CFBD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8963" y="4357688"/>
              <a:ext cx="503237" cy="503237"/>
            </a:xfrm>
            <a:custGeom>
              <a:avLst/>
              <a:gdLst>
                <a:gd name="T0" fmla="*/ 2147483646 w 317"/>
                <a:gd name="T1" fmla="*/ 0 h 317"/>
                <a:gd name="T2" fmla="*/ 0 w 317"/>
                <a:gd name="T3" fmla="*/ 2147483646 h 317"/>
                <a:gd name="T4" fmla="*/ 2147483646 w 317"/>
                <a:gd name="T5" fmla="*/ 2147483646 h 317"/>
                <a:gd name="T6" fmla="*/ 2147483646 w 317"/>
                <a:gd name="T7" fmla="*/ 2147483646 h 317"/>
                <a:gd name="T8" fmla="*/ 2147483646 w 317"/>
                <a:gd name="T9" fmla="*/ 0 h 3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17"/>
                <a:gd name="T16" fmla="*/ 0 h 317"/>
                <a:gd name="T17" fmla="*/ 317 w 317"/>
                <a:gd name="T18" fmla="*/ 317 h 31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17" h="317">
                  <a:moveTo>
                    <a:pt x="14" y="0"/>
                  </a:moveTo>
                  <a:lnTo>
                    <a:pt x="0" y="14"/>
                  </a:lnTo>
                  <a:lnTo>
                    <a:pt x="303" y="317"/>
                  </a:lnTo>
                  <a:lnTo>
                    <a:pt x="317" y="303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6" name="Freeform 105">
              <a:extLst>
                <a:ext uri="{FF2B5EF4-FFF2-40B4-BE49-F238E27FC236}">
                  <a16:creationId xmlns:a16="http://schemas.microsoft.com/office/drawing/2014/main" id="{8C4C532C-44AC-8858-1F4C-A73A6FE2B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9875" y="3887788"/>
              <a:ext cx="22225" cy="20637"/>
            </a:xfrm>
            <a:custGeom>
              <a:avLst/>
              <a:gdLst>
                <a:gd name="T0" fmla="*/ 2147483646 w 14"/>
                <a:gd name="T1" fmla="*/ 0 h 13"/>
                <a:gd name="T2" fmla="*/ 0 w 14"/>
                <a:gd name="T3" fmla="*/ 0 h 13"/>
                <a:gd name="T4" fmla="*/ 0 w 14"/>
                <a:gd name="T5" fmla="*/ 2147483646 h 13"/>
                <a:gd name="T6" fmla="*/ 2147483646 w 14"/>
                <a:gd name="T7" fmla="*/ 2147483646 h 13"/>
                <a:gd name="T8" fmla="*/ 2147483646 w 14"/>
                <a:gd name="T9" fmla="*/ 0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"/>
                <a:gd name="T16" fmla="*/ 0 h 13"/>
                <a:gd name="T17" fmla="*/ 14 w 14"/>
                <a:gd name="T18" fmla="*/ 13 h 1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" h="13">
                  <a:moveTo>
                    <a:pt x="14" y="0"/>
                  </a:moveTo>
                  <a:lnTo>
                    <a:pt x="0" y="0"/>
                  </a:lnTo>
                  <a:lnTo>
                    <a:pt x="0" y="13"/>
                  </a:lnTo>
                  <a:lnTo>
                    <a:pt x="7" y="13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7" name="Freeform 106">
              <a:extLst>
                <a:ext uri="{FF2B5EF4-FFF2-40B4-BE49-F238E27FC236}">
                  <a16:creationId xmlns:a16="http://schemas.microsoft.com/office/drawing/2014/main" id="{F1865026-384F-0C98-E26E-DFCCD2E38CF4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2175" y="4357688"/>
              <a:ext cx="22225" cy="31750"/>
            </a:xfrm>
            <a:custGeom>
              <a:avLst/>
              <a:gdLst>
                <a:gd name="T0" fmla="*/ 2147483646 w 14"/>
                <a:gd name="T1" fmla="*/ 0 h 20"/>
                <a:gd name="T2" fmla="*/ 2147483646 w 14"/>
                <a:gd name="T3" fmla="*/ 0 h 20"/>
                <a:gd name="T4" fmla="*/ 2147483646 w 14"/>
                <a:gd name="T5" fmla="*/ 2147483646 h 20"/>
                <a:gd name="T6" fmla="*/ 0 w 14"/>
                <a:gd name="T7" fmla="*/ 2147483646 h 20"/>
                <a:gd name="T8" fmla="*/ 2147483646 w 1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"/>
                <a:gd name="T16" fmla="*/ 0 h 20"/>
                <a:gd name="T17" fmla="*/ 14 w 14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" h="20">
                  <a:moveTo>
                    <a:pt x="7" y="0"/>
                  </a:moveTo>
                  <a:lnTo>
                    <a:pt x="14" y="0"/>
                  </a:lnTo>
                  <a:lnTo>
                    <a:pt x="7" y="20"/>
                  </a:lnTo>
                  <a:lnTo>
                    <a:pt x="0" y="14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8" name="Freeform 107">
              <a:extLst>
                <a:ext uri="{FF2B5EF4-FFF2-40B4-BE49-F238E27FC236}">
                  <a16:creationId xmlns:a16="http://schemas.microsoft.com/office/drawing/2014/main" id="{8FB85744-37C6-0FCB-2251-E5F059CF170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0988" y="3887788"/>
              <a:ext cx="1892300" cy="492125"/>
            </a:xfrm>
            <a:custGeom>
              <a:avLst/>
              <a:gdLst>
                <a:gd name="T0" fmla="*/ 2147483646 w 1192"/>
                <a:gd name="T1" fmla="*/ 0 h 310"/>
                <a:gd name="T2" fmla="*/ 0 w 1192"/>
                <a:gd name="T3" fmla="*/ 2147483646 h 310"/>
                <a:gd name="T4" fmla="*/ 2147483646 w 1192"/>
                <a:gd name="T5" fmla="*/ 2147483646 h 310"/>
                <a:gd name="T6" fmla="*/ 2147483646 w 1192"/>
                <a:gd name="T7" fmla="*/ 2147483646 h 310"/>
                <a:gd name="T8" fmla="*/ 2147483646 w 1192"/>
                <a:gd name="T9" fmla="*/ 0 h 3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92"/>
                <a:gd name="T16" fmla="*/ 0 h 310"/>
                <a:gd name="T17" fmla="*/ 1192 w 1192"/>
                <a:gd name="T18" fmla="*/ 310 h 3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92" h="310">
                  <a:moveTo>
                    <a:pt x="7" y="0"/>
                  </a:moveTo>
                  <a:lnTo>
                    <a:pt x="0" y="13"/>
                  </a:lnTo>
                  <a:lnTo>
                    <a:pt x="1185" y="310"/>
                  </a:lnTo>
                  <a:lnTo>
                    <a:pt x="1192" y="296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9" name="Freeform 108">
              <a:extLst>
                <a:ext uri="{FF2B5EF4-FFF2-40B4-BE49-F238E27FC236}">
                  <a16:creationId xmlns:a16="http://schemas.microsoft.com/office/drawing/2014/main" id="{F2803C4C-9712-26FD-991C-69F6E34663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8963" y="4357688"/>
              <a:ext cx="22225" cy="31750"/>
            </a:xfrm>
            <a:custGeom>
              <a:avLst/>
              <a:gdLst>
                <a:gd name="T0" fmla="*/ 2147483646 w 14"/>
                <a:gd name="T1" fmla="*/ 0 h 20"/>
                <a:gd name="T2" fmla="*/ 0 w 14"/>
                <a:gd name="T3" fmla="*/ 2147483646 h 20"/>
                <a:gd name="T4" fmla="*/ 2147483646 w 14"/>
                <a:gd name="T5" fmla="*/ 2147483646 h 20"/>
                <a:gd name="T6" fmla="*/ 2147483646 w 14"/>
                <a:gd name="T7" fmla="*/ 2147483646 h 20"/>
                <a:gd name="T8" fmla="*/ 2147483646 w 1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"/>
                <a:gd name="T16" fmla="*/ 0 h 20"/>
                <a:gd name="T17" fmla="*/ 14 w 14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" h="20">
                  <a:moveTo>
                    <a:pt x="7" y="0"/>
                  </a:moveTo>
                  <a:lnTo>
                    <a:pt x="0" y="7"/>
                  </a:lnTo>
                  <a:lnTo>
                    <a:pt x="7" y="20"/>
                  </a:lnTo>
                  <a:lnTo>
                    <a:pt x="14" y="14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90" name="Freeform 109">
              <a:extLst>
                <a:ext uri="{FF2B5EF4-FFF2-40B4-BE49-F238E27FC236}">
                  <a16:creationId xmlns:a16="http://schemas.microsoft.com/office/drawing/2014/main" id="{E2157A7C-398F-525F-39CD-E87F325CC1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0988" y="3887788"/>
              <a:ext cx="22225" cy="20637"/>
            </a:xfrm>
            <a:custGeom>
              <a:avLst/>
              <a:gdLst>
                <a:gd name="T0" fmla="*/ 0 w 14"/>
                <a:gd name="T1" fmla="*/ 0 h 13"/>
                <a:gd name="T2" fmla="*/ 2147483646 w 14"/>
                <a:gd name="T3" fmla="*/ 0 h 13"/>
                <a:gd name="T4" fmla="*/ 2147483646 w 14"/>
                <a:gd name="T5" fmla="*/ 2147483646 h 13"/>
                <a:gd name="T6" fmla="*/ 2147483646 w 14"/>
                <a:gd name="T7" fmla="*/ 2147483646 h 13"/>
                <a:gd name="T8" fmla="*/ 0 w 14"/>
                <a:gd name="T9" fmla="*/ 0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"/>
                <a:gd name="T16" fmla="*/ 0 h 13"/>
                <a:gd name="T17" fmla="*/ 14 w 14"/>
                <a:gd name="T18" fmla="*/ 13 h 1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" h="13">
                  <a:moveTo>
                    <a:pt x="0" y="0"/>
                  </a:moveTo>
                  <a:lnTo>
                    <a:pt x="7" y="0"/>
                  </a:lnTo>
                  <a:lnTo>
                    <a:pt x="14" y="13"/>
                  </a:lnTo>
                  <a:lnTo>
                    <a:pt x="7" y="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91" name="Freeform 110">
              <a:extLst>
                <a:ext uri="{FF2B5EF4-FFF2-40B4-BE49-F238E27FC236}">
                  <a16:creationId xmlns:a16="http://schemas.microsoft.com/office/drawing/2014/main" id="{F0B168C2-E683-BEEE-B29D-8356117B12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0075" y="3887788"/>
              <a:ext cx="962025" cy="492125"/>
            </a:xfrm>
            <a:custGeom>
              <a:avLst/>
              <a:gdLst>
                <a:gd name="T0" fmla="*/ 0 w 606"/>
                <a:gd name="T1" fmla="*/ 2147483646 h 310"/>
                <a:gd name="T2" fmla="*/ 2147483646 w 606"/>
                <a:gd name="T3" fmla="*/ 2147483646 h 310"/>
                <a:gd name="T4" fmla="*/ 2147483646 w 606"/>
                <a:gd name="T5" fmla="*/ 2147483646 h 310"/>
                <a:gd name="T6" fmla="*/ 2147483646 w 606"/>
                <a:gd name="T7" fmla="*/ 0 h 310"/>
                <a:gd name="T8" fmla="*/ 0 w 606"/>
                <a:gd name="T9" fmla="*/ 2147483646 h 3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06"/>
                <a:gd name="T16" fmla="*/ 0 h 310"/>
                <a:gd name="T17" fmla="*/ 606 w 606"/>
                <a:gd name="T18" fmla="*/ 310 h 3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06" h="310">
                  <a:moveTo>
                    <a:pt x="0" y="296"/>
                  </a:moveTo>
                  <a:lnTo>
                    <a:pt x="7" y="310"/>
                  </a:lnTo>
                  <a:lnTo>
                    <a:pt x="606" y="13"/>
                  </a:lnTo>
                  <a:lnTo>
                    <a:pt x="599" y="0"/>
                  </a:lnTo>
                  <a:lnTo>
                    <a:pt x="0" y="2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92" name="Oval 111">
              <a:extLst>
                <a:ext uri="{FF2B5EF4-FFF2-40B4-BE49-F238E27FC236}">
                  <a16:creationId xmlns:a16="http://schemas.microsoft.com/office/drawing/2014/main" id="{86664282-0195-B4C1-A60E-92AE305606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6363" y="3711575"/>
              <a:ext cx="360362" cy="3619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693" name="Oval 112">
              <a:extLst>
                <a:ext uri="{FF2B5EF4-FFF2-40B4-BE49-F238E27FC236}">
                  <a16:creationId xmlns:a16="http://schemas.microsoft.com/office/drawing/2014/main" id="{D263297F-81DA-491B-0A40-EFCDD32D60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6363" y="3713163"/>
              <a:ext cx="360362" cy="360362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694" name="Rectangle 113">
              <a:extLst>
                <a:ext uri="{FF2B5EF4-FFF2-40B4-BE49-F238E27FC236}">
                  <a16:creationId xmlns:a16="http://schemas.microsoft.com/office/drawing/2014/main" id="{6CB79C9D-C63A-4B2B-8387-24BB5BA7C1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3675" y="3811588"/>
              <a:ext cx="295275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  <a:latin typeface="Times" pitchFamily="18" charset="0"/>
                </a:rPr>
                <a:t>44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4695" name="Oval 114">
              <a:extLst>
                <a:ext uri="{FF2B5EF4-FFF2-40B4-BE49-F238E27FC236}">
                  <a16:creationId xmlns:a16="http://schemas.microsoft.com/office/drawing/2014/main" id="{DFC3E6E1-2822-C616-E8DD-5271BE4BF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5450" y="4192588"/>
              <a:ext cx="360363" cy="3619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696" name="Oval 115">
              <a:extLst>
                <a:ext uri="{FF2B5EF4-FFF2-40B4-BE49-F238E27FC236}">
                  <a16:creationId xmlns:a16="http://schemas.microsoft.com/office/drawing/2014/main" id="{9CAFA875-AA68-4EB8-C967-42BDF116F2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5450" y="4194175"/>
              <a:ext cx="360363" cy="360363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697" name="Rectangle 116">
              <a:extLst>
                <a:ext uri="{FF2B5EF4-FFF2-40B4-BE49-F238E27FC236}">
                  <a16:creationId xmlns:a16="http://schemas.microsoft.com/office/drawing/2014/main" id="{EDD170B1-9916-C4D8-9B90-6011F89EBB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1650" y="4292600"/>
              <a:ext cx="295275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  <a:latin typeface="Times" pitchFamily="18" charset="0"/>
                </a:rPr>
                <a:t>17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4698" name="Freeform 117">
              <a:extLst>
                <a:ext uri="{FF2B5EF4-FFF2-40B4-BE49-F238E27FC236}">
                  <a16:creationId xmlns:a16="http://schemas.microsoft.com/office/drawing/2014/main" id="{80106908-C6DF-7475-D608-67C72F91930F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2175" y="4368800"/>
              <a:ext cx="22225" cy="42863"/>
            </a:xfrm>
            <a:custGeom>
              <a:avLst/>
              <a:gdLst>
                <a:gd name="T0" fmla="*/ 2147483646 w 14"/>
                <a:gd name="T1" fmla="*/ 2147483646 h 27"/>
                <a:gd name="T2" fmla="*/ 2147483646 w 14"/>
                <a:gd name="T3" fmla="*/ 2147483646 h 27"/>
                <a:gd name="T4" fmla="*/ 2147483646 w 14"/>
                <a:gd name="T5" fmla="*/ 0 h 27"/>
                <a:gd name="T6" fmla="*/ 0 w 14"/>
                <a:gd name="T7" fmla="*/ 2147483646 h 27"/>
                <a:gd name="T8" fmla="*/ 2147483646 w 14"/>
                <a:gd name="T9" fmla="*/ 2147483646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"/>
                <a:gd name="T16" fmla="*/ 0 h 27"/>
                <a:gd name="T17" fmla="*/ 14 w 14"/>
                <a:gd name="T18" fmla="*/ 27 h 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" h="27">
                  <a:moveTo>
                    <a:pt x="7" y="27"/>
                  </a:moveTo>
                  <a:lnTo>
                    <a:pt x="14" y="20"/>
                  </a:lnTo>
                  <a:lnTo>
                    <a:pt x="7" y="0"/>
                  </a:lnTo>
                  <a:lnTo>
                    <a:pt x="0" y="7"/>
                  </a:lnTo>
                  <a:lnTo>
                    <a:pt x="7" y="27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99" name="Freeform 118">
              <a:extLst>
                <a:ext uri="{FF2B5EF4-FFF2-40B4-BE49-F238E27FC236}">
                  <a16:creationId xmlns:a16="http://schemas.microsoft.com/office/drawing/2014/main" id="{6A94D5F1-E7FA-AD1A-23D3-A5383BB6900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2375" y="4838700"/>
              <a:ext cx="31750" cy="33338"/>
            </a:xfrm>
            <a:custGeom>
              <a:avLst/>
              <a:gdLst>
                <a:gd name="T0" fmla="*/ 2147483646 w 20"/>
                <a:gd name="T1" fmla="*/ 2147483646 h 21"/>
                <a:gd name="T2" fmla="*/ 2147483646 w 20"/>
                <a:gd name="T3" fmla="*/ 2147483646 h 21"/>
                <a:gd name="T4" fmla="*/ 0 w 20"/>
                <a:gd name="T5" fmla="*/ 2147483646 h 21"/>
                <a:gd name="T6" fmla="*/ 2147483646 w 20"/>
                <a:gd name="T7" fmla="*/ 0 h 21"/>
                <a:gd name="T8" fmla="*/ 2147483646 w 20"/>
                <a:gd name="T9" fmla="*/ 2147483646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21"/>
                <a:gd name="T17" fmla="*/ 20 w 20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21">
                  <a:moveTo>
                    <a:pt x="20" y="21"/>
                  </a:moveTo>
                  <a:lnTo>
                    <a:pt x="13" y="21"/>
                  </a:lnTo>
                  <a:lnTo>
                    <a:pt x="0" y="7"/>
                  </a:lnTo>
                  <a:lnTo>
                    <a:pt x="13" y="0"/>
                  </a:lnTo>
                  <a:lnTo>
                    <a:pt x="20" y="21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0" name="Freeform 119">
              <a:extLst>
                <a:ext uri="{FF2B5EF4-FFF2-40B4-BE49-F238E27FC236}">
                  <a16:creationId xmlns:a16="http://schemas.microsoft.com/office/drawing/2014/main" id="{12452C31-115B-783C-CDAF-2BB3DE533B5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3013" y="4379913"/>
              <a:ext cx="930275" cy="492125"/>
            </a:xfrm>
            <a:custGeom>
              <a:avLst/>
              <a:gdLst>
                <a:gd name="T0" fmla="*/ 2147483646 w 586"/>
                <a:gd name="T1" fmla="*/ 2147483646 h 310"/>
                <a:gd name="T2" fmla="*/ 2147483646 w 586"/>
                <a:gd name="T3" fmla="*/ 0 h 310"/>
                <a:gd name="T4" fmla="*/ 0 w 586"/>
                <a:gd name="T5" fmla="*/ 2147483646 h 310"/>
                <a:gd name="T6" fmla="*/ 2147483646 w 586"/>
                <a:gd name="T7" fmla="*/ 2147483646 h 310"/>
                <a:gd name="T8" fmla="*/ 2147483646 w 586"/>
                <a:gd name="T9" fmla="*/ 2147483646 h 3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86"/>
                <a:gd name="T16" fmla="*/ 0 h 310"/>
                <a:gd name="T17" fmla="*/ 586 w 586"/>
                <a:gd name="T18" fmla="*/ 310 h 3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86" h="310">
                  <a:moveTo>
                    <a:pt x="586" y="20"/>
                  </a:moveTo>
                  <a:lnTo>
                    <a:pt x="579" y="0"/>
                  </a:lnTo>
                  <a:lnTo>
                    <a:pt x="0" y="289"/>
                  </a:lnTo>
                  <a:lnTo>
                    <a:pt x="7" y="310"/>
                  </a:lnTo>
                  <a:lnTo>
                    <a:pt x="586" y="2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1" name="Oval 120">
              <a:extLst>
                <a:ext uri="{FF2B5EF4-FFF2-40B4-BE49-F238E27FC236}">
                  <a16:creationId xmlns:a16="http://schemas.microsoft.com/office/drawing/2014/main" id="{1F10AB2D-3480-0640-885E-564A650030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45413" y="4675188"/>
              <a:ext cx="382587" cy="36036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702" name="Oval 121">
              <a:extLst>
                <a:ext uri="{FF2B5EF4-FFF2-40B4-BE49-F238E27FC236}">
                  <a16:creationId xmlns:a16="http://schemas.microsoft.com/office/drawing/2014/main" id="{0477B246-F788-35BF-3905-9139A8845A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45413" y="4675188"/>
              <a:ext cx="382587" cy="360362"/>
            </a:xfrm>
            <a:prstGeom prst="ellips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703" name="Rectangle 122">
              <a:extLst>
                <a:ext uri="{FF2B5EF4-FFF2-40B4-BE49-F238E27FC236}">
                  <a16:creationId xmlns:a16="http://schemas.microsoft.com/office/drawing/2014/main" id="{F2306FC1-840D-DF37-5AD6-1895D307E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3838" y="4751388"/>
              <a:ext cx="295275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500">
                  <a:solidFill>
                    <a:srgbClr val="FF0000"/>
                  </a:solidFill>
                  <a:latin typeface="Times" pitchFamily="18" charset="0"/>
                </a:rPr>
                <a:t>78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4704" name="Freeform 123">
              <a:extLst>
                <a:ext uri="{FF2B5EF4-FFF2-40B4-BE49-F238E27FC236}">
                  <a16:creationId xmlns:a16="http://schemas.microsoft.com/office/drawing/2014/main" id="{253F75AF-0C76-FF32-ED74-3C6CA24E3E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0263" y="5330825"/>
              <a:ext cx="22225" cy="22225"/>
            </a:xfrm>
            <a:custGeom>
              <a:avLst/>
              <a:gdLst>
                <a:gd name="T0" fmla="*/ 0 w 14"/>
                <a:gd name="T1" fmla="*/ 0 h 14"/>
                <a:gd name="T2" fmla="*/ 0 w 14"/>
                <a:gd name="T3" fmla="*/ 2147483646 h 14"/>
                <a:gd name="T4" fmla="*/ 2147483646 w 14"/>
                <a:gd name="T5" fmla="*/ 2147483646 h 14"/>
                <a:gd name="T6" fmla="*/ 2147483646 w 14"/>
                <a:gd name="T7" fmla="*/ 2147483646 h 14"/>
                <a:gd name="T8" fmla="*/ 0 w 14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"/>
                <a:gd name="T16" fmla="*/ 0 h 14"/>
                <a:gd name="T17" fmla="*/ 14 w 14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" h="14">
                  <a:moveTo>
                    <a:pt x="0" y="0"/>
                  </a:moveTo>
                  <a:lnTo>
                    <a:pt x="0" y="7"/>
                  </a:lnTo>
                  <a:lnTo>
                    <a:pt x="14" y="14"/>
                  </a:lnTo>
                  <a:lnTo>
                    <a:pt x="14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5" name="Freeform 124">
              <a:extLst>
                <a:ext uri="{FF2B5EF4-FFF2-40B4-BE49-F238E27FC236}">
                  <a16:creationId xmlns:a16="http://schemas.microsoft.com/office/drawing/2014/main" id="{5C129560-3F66-2C17-E7A5-0087087A62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9975" y="4838700"/>
              <a:ext cx="33338" cy="22225"/>
            </a:xfrm>
            <a:custGeom>
              <a:avLst/>
              <a:gdLst>
                <a:gd name="T0" fmla="*/ 0 w 21"/>
                <a:gd name="T1" fmla="*/ 2147483646 h 14"/>
                <a:gd name="T2" fmla="*/ 2147483646 w 21"/>
                <a:gd name="T3" fmla="*/ 0 h 14"/>
                <a:gd name="T4" fmla="*/ 2147483646 w 21"/>
                <a:gd name="T5" fmla="*/ 2147483646 h 14"/>
                <a:gd name="T6" fmla="*/ 2147483646 w 21"/>
                <a:gd name="T7" fmla="*/ 2147483646 h 14"/>
                <a:gd name="T8" fmla="*/ 0 w 21"/>
                <a:gd name="T9" fmla="*/ 2147483646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4"/>
                <a:gd name="T17" fmla="*/ 21 w 21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4">
                  <a:moveTo>
                    <a:pt x="0" y="7"/>
                  </a:moveTo>
                  <a:lnTo>
                    <a:pt x="7" y="0"/>
                  </a:lnTo>
                  <a:lnTo>
                    <a:pt x="21" y="7"/>
                  </a:lnTo>
                  <a:lnTo>
                    <a:pt x="14" y="1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6" name="Freeform 125">
              <a:extLst>
                <a:ext uri="{FF2B5EF4-FFF2-40B4-BE49-F238E27FC236}">
                  <a16:creationId xmlns:a16="http://schemas.microsoft.com/office/drawing/2014/main" id="{FF55E1BE-2803-5E22-1841-C61658275F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0263" y="4849813"/>
              <a:ext cx="261937" cy="492125"/>
            </a:xfrm>
            <a:custGeom>
              <a:avLst/>
              <a:gdLst>
                <a:gd name="T0" fmla="*/ 0 w 165"/>
                <a:gd name="T1" fmla="*/ 2147483646 h 310"/>
                <a:gd name="T2" fmla="*/ 2147483646 w 165"/>
                <a:gd name="T3" fmla="*/ 2147483646 h 310"/>
                <a:gd name="T4" fmla="*/ 2147483646 w 165"/>
                <a:gd name="T5" fmla="*/ 2147483646 h 310"/>
                <a:gd name="T6" fmla="*/ 2147483646 w 165"/>
                <a:gd name="T7" fmla="*/ 0 h 310"/>
                <a:gd name="T8" fmla="*/ 0 w 165"/>
                <a:gd name="T9" fmla="*/ 2147483646 h 3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5"/>
                <a:gd name="T16" fmla="*/ 0 h 310"/>
                <a:gd name="T17" fmla="*/ 165 w 165"/>
                <a:gd name="T18" fmla="*/ 310 h 3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5" h="310">
                  <a:moveTo>
                    <a:pt x="0" y="303"/>
                  </a:moveTo>
                  <a:lnTo>
                    <a:pt x="14" y="310"/>
                  </a:lnTo>
                  <a:lnTo>
                    <a:pt x="165" y="7"/>
                  </a:lnTo>
                  <a:lnTo>
                    <a:pt x="151" y="0"/>
                  </a:lnTo>
                  <a:lnTo>
                    <a:pt x="0" y="30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7" name="Freeform 126">
              <a:extLst>
                <a:ext uri="{FF2B5EF4-FFF2-40B4-BE49-F238E27FC236}">
                  <a16:creationId xmlns:a16="http://schemas.microsoft.com/office/drawing/2014/main" id="{01BEA453-B2D9-354B-7194-A816B00726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9975" y="4838700"/>
              <a:ext cx="22225" cy="22225"/>
            </a:xfrm>
            <a:custGeom>
              <a:avLst/>
              <a:gdLst>
                <a:gd name="T0" fmla="*/ 2147483646 w 14"/>
                <a:gd name="T1" fmla="*/ 2147483646 h 14"/>
                <a:gd name="T2" fmla="*/ 2147483646 w 14"/>
                <a:gd name="T3" fmla="*/ 0 h 14"/>
                <a:gd name="T4" fmla="*/ 0 w 14"/>
                <a:gd name="T5" fmla="*/ 2147483646 h 14"/>
                <a:gd name="T6" fmla="*/ 0 w 14"/>
                <a:gd name="T7" fmla="*/ 2147483646 h 14"/>
                <a:gd name="T8" fmla="*/ 2147483646 w 14"/>
                <a:gd name="T9" fmla="*/ 2147483646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"/>
                <a:gd name="T16" fmla="*/ 0 h 14"/>
                <a:gd name="T17" fmla="*/ 14 w 14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" h="14">
                  <a:moveTo>
                    <a:pt x="14" y="7"/>
                  </a:moveTo>
                  <a:lnTo>
                    <a:pt x="14" y="0"/>
                  </a:lnTo>
                  <a:lnTo>
                    <a:pt x="0" y="7"/>
                  </a:lnTo>
                  <a:lnTo>
                    <a:pt x="0" y="14"/>
                  </a:lnTo>
                  <a:lnTo>
                    <a:pt x="14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8" name="Freeform 127">
              <a:extLst>
                <a:ext uri="{FF2B5EF4-FFF2-40B4-BE49-F238E27FC236}">
                  <a16:creationId xmlns:a16="http://schemas.microsoft.com/office/drawing/2014/main" id="{1AD65277-63A4-1272-8CB0-6D4FCE3C33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1275" y="5330825"/>
              <a:ext cx="33338" cy="22225"/>
            </a:xfrm>
            <a:custGeom>
              <a:avLst/>
              <a:gdLst>
                <a:gd name="T0" fmla="*/ 2147483646 w 21"/>
                <a:gd name="T1" fmla="*/ 0 h 14"/>
                <a:gd name="T2" fmla="*/ 2147483646 w 21"/>
                <a:gd name="T3" fmla="*/ 2147483646 h 14"/>
                <a:gd name="T4" fmla="*/ 2147483646 w 21"/>
                <a:gd name="T5" fmla="*/ 2147483646 h 14"/>
                <a:gd name="T6" fmla="*/ 0 w 21"/>
                <a:gd name="T7" fmla="*/ 2147483646 h 14"/>
                <a:gd name="T8" fmla="*/ 2147483646 w 21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4"/>
                <a:gd name="T17" fmla="*/ 21 w 21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4">
                  <a:moveTo>
                    <a:pt x="14" y="0"/>
                  </a:moveTo>
                  <a:lnTo>
                    <a:pt x="21" y="7"/>
                  </a:lnTo>
                  <a:lnTo>
                    <a:pt x="7" y="14"/>
                  </a:lnTo>
                  <a:lnTo>
                    <a:pt x="0" y="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9" name="Freeform 128">
              <a:extLst>
                <a:ext uri="{FF2B5EF4-FFF2-40B4-BE49-F238E27FC236}">
                  <a16:creationId xmlns:a16="http://schemas.microsoft.com/office/drawing/2014/main" id="{CF5C0A1A-3EA5-C7D4-F6F7-A5C27519F4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9975" y="4849813"/>
              <a:ext cx="263525" cy="492125"/>
            </a:xfrm>
            <a:custGeom>
              <a:avLst/>
              <a:gdLst>
                <a:gd name="T0" fmla="*/ 2147483646 w 166"/>
                <a:gd name="T1" fmla="*/ 0 h 310"/>
                <a:gd name="T2" fmla="*/ 0 w 166"/>
                <a:gd name="T3" fmla="*/ 2147483646 h 310"/>
                <a:gd name="T4" fmla="*/ 2147483646 w 166"/>
                <a:gd name="T5" fmla="*/ 2147483646 h 310"/>
                <a:gd name="T6" fmla="*/ 2147483646 w 166"/>
                <a:gd name="T7" fmla="*/ 2147483646 h 310"/>
                <a:gd name="T8" fmla="*/ 2147483646 w 166"/>
                <a:gd name="T9" fmla="*/ 0 h 3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"/>
                <a:gd name="T16" fmla="*/ 0 h 310"/>
                <a:gd name="T17" fmla="*/ 166 w 166"/>
                <a:gd name="T18" fmla="*/ 310 h 3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" h="310">
                  <a:moveTo>
                    <a:pt x="14" y="0"/>
                  </a:moveTo>
                  <a:lnTo>
                    <a:pt x="0" y="7"/>
                  </a:lnTo>
                  <a:lnTo>
                    <a:pt x="152" y="310"/>
                  </a:lnTo>
                  <a:lnTo>
                    <a:pt x="166" y="303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0" name="Rectangle 129">
              <a:extLst>
                <a:ext uri="{FF2B5EF4-FFF2-40B4-BE49-F238E27FC236}">
                  <a16:creationId xmlns:a16="http://schemas.microsoft.com/office/drawing/2014/main" id="{778EFD34-979E-307E-0554-5F0EB71F0A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0725" y="5210175"/>
              <a:ext cx="239713" cy="241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711" name="Rectangle 130">
              <a:extLst>
                <a:ext uri="{FF2B5EF4-FFF2-40B4-BE49-F238E27FC236}">
                  <a16:creationId xmlns:a16="http://schemas.microsoft.com/office/drawing/2014/main" id="{6D059D5A-8DF8-E9BC-D7BA-18EAB1E1E3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0725" y="5210175"/>
              <a:ext cx="239713" cy="239713"/>
            </a:xfrm>
            <a:prstGeom prst="rect">
              <a:avLst/>
            </a:prstGeom>
            <a:noFill/>
            <a:ln w="22225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712" name="Rectangle 131">
              <a:extLst>
                <a:ext uri="{FF2B5EF4-FFF2-40B4-BE49-F238E27FC236}">
                  <a16:creationId xmlns:a16="http://schemas.microsoft.com/office/drawing/2014/main" id="{C08D7ACC-1278-BA56-5519-CA7B601BFD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1738" y="5210175"/>
              <a:ext cx="241300" cy="241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713" name="Rectangle 132">
              <a:extLst>
                <a:ext uri="{FF2B5EF4-FFF2-40B4-BE49-F238E27FC236}">
                  <a16:creationId xmlns:a16="http://schemas.microsoft.com/office/drawing/2014/main" id="{167340F8-A98D-997A-F234-D2E65AB611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1738" y="5210175"/>
              <a:ext cx="239712" cy="239713"/>
            </a:xfrm>
            <a:prstGeom prst="rect">
              <a:avLst/>
            </a:prstGeom>
            <a:noFill/>
            <a:ln w="22225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714" name="Oval 133">
              <a:extLst>
                <a:ext uri="{FF2B5EF4-FFF2-40B4-BE49-F238E27FC236}">
                  <a16:creationId xmlns:a16="http://schemas.microsoft.com/office/drawing/2014/main" id="{DA836255-2039-7082-F4D4-22A157B4F6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5350" y="4675188"/>
              <a:ext cx="360363" cy="36036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715" name="Oval 134">
              <a:extLst>
                <a:ext uri="{FF2B5EF4-FFF2-40B4-BE49-F238E27FC236}">
                  <a16:creationId xmlns:a16="http://schemas.microsoft.com/office/drawing/2014/main" id="{AB73798B-38AB-F2B4-68C3-5C97FD1CE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5350" y="4675188"/>
              <a:ext cx="360363" cy="360362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716" name="Rectangle 135">
              <a:extLst>
                <a:ext uri="{FF2B5EF4-FFF2-40B4-BE49-F238E27FC236}">
                  <a16:creationId xmlns:a16="http://schemas.microsoft.com/office/drawing/2014/main" id="{5E09E852-7FFA-7874-6227-6A56EDF7E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2663" y="4773613"/>
              <a:ext cx="295275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  <a:latin typeface="Times" pitchFamily="18" charset="0"/>
                </a:rPr>
                <a:t>32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4717" name="Freeform 136">
              <a:extLst>
                <a:ext uri="{FF2B5EF4-FFF2-40B4-BE49-F238E27FC236}">
                  <a16:creationId xmlns:a16="http://schemas.microsoft.com/office/drawing/2014/main" id="{9AA3D8B9-EC06-C9F8-9A94-692E1FDF70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2475" y="5319713"/>
              <a:ext cx="20638" cy="33337"/>
            </a:xfrm>
            <a:custGeom>
              <a:avLst/>
              <a:gdLst>
                <a:gd name="T0" fmla="*/ 0 w 13"/>
                <a:gd name="T1" fmla="*/ 0 h 21"/>
                <a:gd name="T2" fmla="*/ 0 w 13"/>
                <a:gd name="T3" fmla="*/ 2147483646 h 21"/>
                <a:gd name="T4" fmla="*/ 2147483646 w 13"/>
                <a:gd name="T5" fmla="*/ 2147483646 h 21"/>
                <a:gd name="T6" fmla="*/ 2147483646 w 13"/>
                <a:gd name="T7" fmla="*/ 2147483646 h 21"/>
                <a:gd name="T8" fmla="*/ 0 w 13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"/>
                <a:gd name="T16" fmla="*/ 0 h 21"/>
                <a:gd name="T17" fmla="*/ 13 w 13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" h="21">
                  <a:moveTo>
                    <a:pt x="0" y="0"/>
                  </a:moveTo>
                  <a:lnTo>
                    <a:pt x="0" y="7"/>
                  </a:lnTo>
                  <a:lnTo>
                    <a:pt x="6" y="21"/>
                  </a:lnTo>
                  <a:lnTo>
                    <a:pt x="13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8" name="Freeform 137">
              <a:extLst>
                <a:ext uri="{FF2B5EF4-FFF2-40B4-BE49-F238E27FC236}">
                  <a16:creationId xmlns:a16="http://schemas.microsoft.com/office/drawing/2014/main" id="{A74685DB-1488-EF61-90F4-38723826B840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88" y="4838700"/>
              <a:ext cx="31750" cy="22225"/>
            </a:xfrm>
            <a:custGeom>
              <a:avLst/>
              <a:gdLst>
                <a:gd name="T0" fmla="*/ 0 w 20"/>
                <a:gd name="T1" fmla="*/ 0 h 14"/>
                <a:gd name="T2" fmla="*/ 2147483646 w 20"/>
                <a:gd name="T3" fmla="*/ 0 h 14"/>
                <a:gd name="T4" fmla="*/ 2147483646 w 20"/>
                <a:gd name="T5" fmla="*/ 2147483646 h 14"/>
                <a:gd name="T6" fmla="*/ 2147483646 w 20"/>
                <a:gd name="T7" fmla="*/ 2147483646 h 14"/>
                <a:gd name="T8" fmla="*/ 0 w 20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14"/>
                <a:gd name="T17" fmla="*/ 20 w 20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14">
                  <a:moveTo>
                    <a:pt x="0" y="0"/>
                  </a:moveTo>
                  <a:lnTo>
                    <a:pt x="6" y="0"/>
                  </a:lnTo>
                  <a:lnTo>
                    <a:pt x="20" y="7"/>
                  </a:lnTo>
                  <a:lnTo>
                    <a:pt x="13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9" name="Freeform 138">
              <a:extLst>
                <a:ext uri="{FF2B5EF4-FFF2-40B4-BE49-F238E27FC236}">
                  <a16:creationId xmlns:a16="http://schemas.microsoft.com/office/drawing/2014/main" id="{59EC7F50-2CAC-50ED-E080-3D9EF3E4F8C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2475" y="4838700"/>
              <a:ext cx="501650" cy="503238"/>
            </a:xfrm>
            <a:custGeom>
              <a:avLst/>
              <a:gdLst>
                <a:gd name="T0" fmla="*/ 0 w 316"/>
                <a:gd name="T1" fmla="*/ 2147483646 h 317"/>
                <a:gd name="T2" fmla="*/ 2147483646 w 316"/>
                <a:gd name="T3" fmla="*/ 2147483646 h 317"/>
                <a:gd name="T4" fmla="*/ 2147483646 w 316"/>
                <a:gd name="T5" fmla="*/ 2147483646 h 317"/>
                <a:gd name="T6" fmla="*/ 2147483646 w 316"/>
                <a:gd name="T7" fmla="*/ 0 h 317"/>
                <a:gd name="T8" fmla="*/ 0 w 316"/>
                <a:gd name="T9" fmla="*/ 2147483646 h 3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16"/>
                <a:gd name="T16" fmla="*/ 0 h 317"/>
                <a:gd name="T17" fmla="*/ 316 w 316"/>
                <a:gd name="T18" fmla="*/ 317 h 31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16" h="317">
                  <a:moveTo>
                    <a:pt x="0" y="303"/>
                  </a:moveTo>
                  <a:lnTo>
                    <a:pt x="13" y="317"/>
                  </a:lnTo>
                  <a:lnTo>
                    <a:pt x="316" y="14"/>
                  </a:lnTo>
                  <a:lnTo>
                    <a:pt x="303" y="0"/>
                  </a:lnTo>
                  <a:lnTo>
                    <a:pt x="0" y="30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0" name="Freeform 139">
              <a:extLst>
                <a:ext uri="{FF2B5EF4-FFF2-40B4-BE49-F238E27FC236}">
                  <a16:creationId xmlns:a16="http://schemas.microsoft.com/office/drawing/2014/main" id="{0A709497-DDF6-6297-B4A4-5F19642A256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88" y="4838700"/>
              <a:ext cx="20637" cy="22225"/>
            </a:xfrm>
            <a:custGeom>
              <a:avLst/>
              <a:gdLst>
                <a:gd name="T0" fmla="*/ 2147483646 w 13"/>
                <a:gd name="T1" fmla="*/ 0 h 14"/>
                <a:gd name="T2" fmla="*/ 2147483646 w 13"/>
                <a:gd name="T3" fmla="*/ 0 h 14"/>
                <a:gd name="T4" fmla="*/ 0 w 13"/>
                <a:gd name="T5" fmla="*/ 2147483646 h 14"/>
                <a:gd name="T6" fmla="*/ 0 w 13"/>
                <a:gd name="T7" fmla="*/ 2147483646 h 14"/>
                <a:gd name="T8" fmla="*/ 2147483646 w 13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"/>
                <a:gd name="T16" fmla="*/ 0 h 14"/>
                <a:gd name="T17" fmla="*/ 13 w 13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" h="14">
                  <a:moveTo>
                    <a:pt x="13" y="0"/>
                  </a:moveTo>
                  <a:lnTo>
                    <a:pt x="6" y="0"/>
                  </a:lnTo>
                  <a:lnTo>
                    <a:pt x="0" y="7"/>
                  </a:lnTo>
                  <a:lnTo>
                    <a:pt x="0" y="14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1" name="Freeform 140">
              <a:extLst>
                <a:ext uri="{FF2B5EF4-FFF2-40B4-BE49-F238E27FC236}">
                  <a16:creationId xmlns:a16="http://schemas.microsoft.com/office/drawing/2014/main" id="{23794DFB-D132-B86F-E19F-6B7FED692F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4500" y="5319713"/>
              <a:ext cx="31750" cy="33337"/>
            </a:xfrm>
            <a:custGeom>
              <a:avLst/>
              <a:gdLst>
                <a:gd name="T0" fmla="*/ 2147483646 w 20"/>
                <a:gd name="T1" fmla="*/ 0 h 21"/>
                <a:gd name="T2" fmla="*/ 2147483646 w 20"/>
                <a:gd name="T3" fmla="*/ 2147483646 h 21"/>
                <a:gd name="T4" fmla="*/ 2147483646 w 20"/>
                <a:gd name="T5" fmla="*/ 2147483646 h 21"/>
                <a:gd name="T6" fmla="*/ 0 w 20"/>
                <a:gd name="T7" fmla="*/ 2147483646 h 21"/>
                <a:gd name="T8" fmla="*/ 2147483646 w 20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21"/>
                <a:gd name="T17" fmla="*/ 20 w 20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21">
                  <a:moveTo>
                    <a:pt x="13" y="0"/>
                  </a:moveTo>
                  <a:lnTo>
                    <a:pt x="20" y="7"/>
                  </a:lnTo>
                  <a:lnTo>
                    <a:pt x="7" y="21"/>
                  </a:lnTo>
                  <a:lnTo>
                    <a:pt x="0" y="14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2" name="Freeform 141">
              <a:extLst>
                <a:ext uri="{FF2B5EF4-FFF2-40B4-BE49-F238E27FC236}">
                  <a16:creationId xmlns:a16="http://schemas.microsoft.com/office/drawing/2014/main" id="{93154E79-D765-064D-9072-496825BA6E0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88" y="4838700"/>
              <a:ext cx="501650" cy="503238"/>
            </a:xfrm>
            <a:custGeom>
              <a:avLst/>
              <a:gdLst>
                <a:gd name="T0" fmla="*/ 2147483646 w 316"/>
                <a:gd name="T1" fmla="*/ 0 h 317"/>
                <a:gd name="T2" fmla="*/ 0 w 316"/>
                <a:gd name="T3" fmla="*/ 2147483646 h 317"/>
                <a:gd name="T4" fmla="*/ 2147483646 w 316"/>
                <a:gd name="T5" fmla="*/ 2147483646 h 317"/>
                <a:gd name="T6" fmla="*/ 2147483646 w 316"/>
                <a:gd name="T7" fmla="*/ 2147483646 h 317"/>
                <a:gd name="T8" fmla="*/ 2147483646 w 316"/>
                <a:gd name="T9" fmla="*/ 0 h 3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16"/>
                <a:gd name="T16" fmla="*/ 0 h 317"/>
                <a:gd name="T17" fmla="*/ 316 w 316"/>
                <a:gd name="T18" fmla="*/ 317 h 31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16" h="317">
                  <a:moveTo>
                    <a:pt x="13" y="0"/>
                  </a:moveTo>
                  <a:lnTo>
                    <a:pt x="0" y="14"/>
                  </a:lnTo>
                  <a:lnTo>
                    <a:pt x="303" y="317"/>
                  </a:lnTo>
                  <a:lnTo>
                    <a:pt x="316" y="303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3" name="Oval 142">
              <a:extLst>
                <a:ext uri="{FF2B5EF4-FFF2-40B4-BE49-F238E27FC236}">
                  <a16:creationId xmlns:a16="http://schemas.microsoft.com/office/drawing/2014/main" id="{8D0C295B-5949-6650-639E-EE3A31AD4A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48388" y="4675188"/>
              <a:ext cx="361950" cy="36036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724" name="Oval 143">
              <a:extLst>
                <a:ext uri="{FF2B5EF4-FFF2-40B4-BE49-F238E27FC236}">
                  <a16:creationId xmlns:a16="http://schemas.microsoft.com/office/drawing/2014/main" id="{0824F882-FDE2-D332-A19C-EF2193E635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48388" y="4675188"/>
              <a:ext cx="360362" cy="360362"/>
            </a:xfrm>
            <a:prstGeom prst="ellips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725" name="Rectangle 144">
              <a:extLst>
                <a:ext uri="{FF2B5EF4-FFF2-40B4-BE49-F238E27FC236}">
                  <a16:creationId xmlns:a16="http://schemas.microsoft.com/office/drawing/2014/main" id="{B1058B35-3DBA-A526-A082-E3BE065ACA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4588" y="4773613"/>
              <a:ext cx="295275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500">
                  <a:solidFill>
                    <a:srgbClr val="FF0000"/>
                  </a:solidFill>
                  <a:latin typeface="Times" pitchFamily="18" charset="0"/>
                </a:rPr>
                <a:t>50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4726" name="Freeform 145">
              <a:extLst>
                <a:ext uri="{FF2B5EF4-FFF2-40B4-BE49-F238E27FC236}">
                  <a16:creationId xmlns:a16="http://schemas.microsoft.com/office/drawing/2014/main" id="{C69B07BC-5141-BCCB-D0DD-46FE00B3DD5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2288" y="5811838"/>
              <a:ext cx="22225" cy="22225"/>
            </a:xfrm>
            <a:custGeom>
              <a:avLst/>
              <a:gdLst>
                <a:gd name="T0" fmla="*/ 0 w 14"/>
                <a:gd name="T1" fmla="*/ 0 h 14"/>
                <a:gd name="T2" fmla="*/ 0 w 14"/>
                <a:gd name="T3" fmla="*/ 2147483646 h 14"/>
                <a:gd name="T4" fmla="*/ 2147483646 w 14"/>
                <a:gd name="T5" fmla="*/ 2147483646 h 14"/>
                <a:gd name="T6" fmla="*/ 2147483646 w 14"/>
                <a:gd name="T7" fmla="*/ 2147483646 h 14"/>
                <a:gd name="T8" fmla="*/ 0 w 14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"/>
                <a:gd name="T16" fmla="*/ 0 h 14"/>
                <a:gd name="T17" fmla="*/ 14 w 14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" h="14">
                  <a:moveTo>
                    <a:pt x="0" y="0"/>
                  </a:moveTo>
                  <a:lnTo>
                    <a:pt x="0" y="7"/>
                  </a:lnTo>
                  <a:lnTo>
                    <a:pt x="14" y="14"/>
                  </a:lnTo>
                  <a:lnTo>
                    <a:pt x="14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7" name="Freeform 146">
              <a:extLst>
                <a:ext uri="{FF2B5EF4-FFF2-40B4-BE49-F238E27FC236}">
                  <a16:creationId xmlns:a16="http://schemas.microsoft.com/office/drawing/2014/main" id="{AB3D53F2-2CC7-A133-5A54-F364A2F9FB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2000" y="5319713"/>
              <a:ext cx="33338" cy="22225"/>
            </a:xfrm>
            <a:custGeom>
              <a:avLst/>
              <a:gdLst>
                <a:gd name="T0" fmla="*/ 0 w 21"/>
                <a:gd name="T1" fmla="*/ 2147483646 h 14"/>
                <a:gd name="T2" fmla="*/ 2147483646 w 21"/>
                <a:gd name="T3" fmla="*/ 0 h 14"/>
                <a:gd name="T4" fmla="*/ 2147483646 w 21"/>
                <a:gd name="T5" fmla="*/ 2147483646 h 14"/>
                <a:gd name="T6" fmla="*/ 2147483646 w 21"/>
                <a:gd name="T7" fmla="*/ 2147483646 h 14"/>
                <a:gd name="T8" fmla="*/ 0 w 21"/>
                <a:gd name="T9" fmla="*/ 2147483646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4"/>
                <a:gd name="T17" fmla="*/ 21 w 21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4">
                  <a:moveTo>
                    <a:pt x="0" y="7"/>
                  </a:moveTo>
                  <a:lnTo>
                    <a:pt x="7" y="0"/>
                  </a:lnTo>
                  <a:lnTo>
                    <a:pt x="21" y="7"/>
                  </a:lnTo>
                  <a:lnTo>
                    <a:pt x="14" y="1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8" name="Freeform 147">
              <a:extLst>
                <a:ext uri="{FF2B5EF4-FFF2-40B4-BE49-F238E27FC236}">
                  <a16:creationId xmlns:a16="http://schemas.microsoft.com/office/drawing/2014/main" id="{A74AA56A-0A80-EBFD-E680-9F0BE046C0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2288" y="5330825"/>
              <a:ext cx="261937" cy="492125"/>
            </a:xfrm>
            <a:custGeom>
              <a:avLst/>
              <a:gdLst>
                <a:gd name="T0" fmla="*/ 0 w 165"/>
                <a:gd name="T1" fmla="*/ 2147483646 h 310"/>
                <a:gd name="T2" fmla="*/ 2147483646 w 165"/>
                <a:gd name="T3" fmla="*/ 2147483646 h 310"/>
                <a:gd name="T4" fmla="*/ 2147483646 w 165"/>
                <a:gd name="T5" fmla="*/ 2147483646 h 310"/>
                <a:gd name="T6" fmla="*/ 2147483646 w 165"/>
                <a:gd name="T7" fmla="*/ 0 h 310"/>
                <a:gd name="T8" fmla="*/ 0 w 165"/>
                <a:gd name="T9" fmla="*/ 2147483646 h 3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5"/>
                <a:gd name="T16" fmla="*/ 0 h 310"/>
                <a:gd name="T17" fmla="*/ 165 w 165"/>
                <a:gd name="T18" fmla="*/ 310 h 3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5" h="310">
                  <a:moveTo>
                    <a:pt x="0" y="303"/>
                  </a:moveTo>
                  <a:lnTo>
                    <a:pt x="14" y="310"/>
                  </a:lnTo>
                  <a:lnTo>
                    <a:pt x="165" y="7"/>
                  </a:lnTo>
                  <a:lnTo>
                    <a:pt x="151" y="0"/>
                  </a:lnTo>
                  <a:lnTo>
                    <a:pt x="0" y="30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9" name="Freeform 148">
              <a:extLst>
                <a:ext uri="{FF2B5EF4-FFF2-40B4-BE49-F238E27FC236}">
                  <a16:creationId xmlns:a16="http://schemas.microsoft.com/office/drawing/2014/main" id="{13DB92E2-9B7A-14D9-8B75-162E1E05EB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2000" y="5319713"/>
              <a:ext cx="22225" cy="22225"/>
            </a:xfrm>
            <a:custGeom>
              <a:avLst/>
              <a:gdLst>
                <a:gd name="T0" fmla="*/ 2147483646 w 14"/>
                <a:gd name="T1" fmla="*/ 2147483646 h 14"/>
                <a:gd name="T2" fmla="*/ 2147483646 w 14"/>
                <a:gd name="T3" fmla="*/ 0 h 14"/>
                <a:gd name="T4" fmla="*/ 0 w 14"/>
                <a:gd name="T5" fmla="*/ 2147483646 h 14"/>
                <a:gd name="T6" fmla="*/ 0 w 14"/>
                <a:gd name="T7" fmla="*/ 2147483646 h 14"/>
                <a:gd name="T8" fmla="*/ 2147483646 w 14"/>
                <a:gd name="T9" fmla="*/ 2147483646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"/>
                <a:gd name="T16" fmla="*/ 0 h 14"/>
                <a:gd name="T17" fmla="*/ 14 w 14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" h="14">
                  <a:moveTo>
                    <a:pt x="14" y="7"/>
                  </a:moveTo>
                  <a:lnTo>
                    <a:pt x="14" y="0"/>
                  </a:lnTo>
                  <a:lnTo>
                    <a:pt x="0" y="7"/>
                  </a:lnTo>
                  <a:lnTo>
                    <a:pt x="0" y="14"/>
                  </a:lnTo>
                  <a:lnTo>
                    <a:pt x="14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0" name="Freeform 149">
              <a:extLst>
                <a:ext uri="{FF2B5EF4-FFF2-40B4-BE49-F238E27FC236}">
                  <a16:creationId xmlns:a16="http://schemas.microsoft.com/office/drawing/2014/main" id="{6A52DD29-5B33-5DF3-6957-048982093315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3300" y="5811838"/>
              <a:ext cx="33338" cy="22225"/>
            </a:xfrm>
            <a:custGeom>
              <a:avLst/>
              <a:gdLst>
                <a:gd name="T0" fmla="*/ 2147483646 w 21"/>
                <a:gd name="T1" fmla="*/ 0 h 14"/>
                <a:gd name="T2" fmla="*/ 2147483646 w 21"/>
                <a:gd name="T3" fmla="*/ 2147483646 h 14"/>
                <a:gd name="T4" fmla="*/ 2147483646 w 21"/>
                <a:gd name="T5" fmla="*/ 2147483646 h 14"/>
                <a:gd name="T6" fmla="*/ 0 w 21"/>
                <a:gd name="T7" fmla="*/ 2147483646 h 14"/>
                <a:gd name="T8" fmla="*/ 2147483646 w 21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4"/>
                <a:gd name="T17" fmla="*/ 21 w 21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4">
                  <a:moveTo>
                    <a:pt x="14" y="0"/>
                  </a:moveTo>
                  <a:lnTo>
                    <a:pt x="21" y="7"/>
                  </a:lnTo>
                  <a:lnTo>
                    <a:pt x="7" y="14"/>
                  </a:lnTo>
                  <a:lnTo>
                    <a:pt x="0" y="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1" name="Freeform 150">
              <a:extLst>
                <a:ext uri="{FF2B5EF4-FFF2-40B4-BE49-F238E27FC236}">
                  <a16:creationId xmlns:a16="http://schemas.microsoft.com/office/drawing/2014/main" id="{47253504-F3AD-6373-FE71-D67231295333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2000" y="5330825"/>
              <a:ext cx="263525" cy="492125"/>
            </a:xfrm>
            <a:custGeom>
              <a:avLst/>
              <a:gdLst>
                <a:gd name="T0" fmla="*/ 2147483646 w 166"/>
                <a:gd name="T1" fmla="*/ 0 h 310"/>
                <a:gd name="T2" fmla="*/ 0 w 166"/>
                <a:gd name="T3" fmla="*/ 2147483646 h 310"/>
                <a:gd name="T4" fmla="*/ 2147483646 w 166"/>
                <a:gd name="T5" fmla="*/ 2147483646 h 310"/>
                <a:gd name="T6" fmla="*/ 2147483646 w 166"/>
                <a:gd name="T7" fmla="*/ 2147483646 h 310"/>
                <a:gd name="T8" fmla="*/ 2147483646 w 166"/>
                <a:gd name="T9" fmla="*/ 0 h 3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"/>
                <a:gd name="T16" fmla="*/ 0 h 310"/>
                <a:gd name="T17" fmla="*/ 166 w 166"/>
                <a:gd name="T18" fmla="*/ 310 h 3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" h="310">
                  <a:moveTo>
                    <a:pt x="14" y="0"/>
                  </a:moveTo>
                  <a:lnTo>
                    <a:pt x="0" y="7"/>
                  </a:lnTo>
                  <a:lnTo>
                    <a:pt x="152" y="310"/>
                  </a:lnTo>
                  <a:lnTo>
                    <a:pt x="166" y="303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2" name="Rectangle 151">
              <a:extLst>
                <a:ext uri="{FF2B5EF4-FFF2-40B4-BE49-F238E27FC236}">
                  <a16:creationId xmlns:a16="http://schemas.microsoft.com/office/drawing/2014/main" id="{445EC24D-B981-A05D-C32C-D6F4CC13AD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2750" y="5691188"/>
              <a:ext cx="241300" cy="241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733" name="Rectangle 152">
              <a:extLst>
                <a:ext uri="{FF2B5EF4-FFF2-40B4-BE49-F238E27FC236}">
                  <a16:creationId xmlns:a16="http://schemas.microsoft.com/office/drawing/2014/main" id="{EAF3910D-9A3C-C4D6-702D-45ECDA9E26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2750" y="5691188"/>
              <a:ext cx="239713" cy="241300"/>
            </a:xfrm>
            <a:prstGeom prst="rect">
              <a:avLst/>
            </a:prstGeom>
            <a:noFill/>
            <a:ln w="22225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734" name="Rectangle 153">
              <a:extLst>
                <a:ext uri="{FF2B5EF4-FFF2-40B4-BE49-F238E27FC236}">
                  <a16:creationId xmlns:a16="http://schemas.microsoft.com/office/drawing/2014/main" id="{7574662B-3884-C60A-8FE9-E12047EBDE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73763" y="5691188"/>
              <a:ext cx="241300" cy="241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735" name="Rectangle 154">
              <a:extLst>
                <a:ext uri="{FF2B5EF4-FFF2-40B4-BE49-F238E27FC236}">
                  <a16:creationId xmlns:a16="http://schemas.microsoft.com/office/drawing/2014/main" id="{1BDC8D9B-8A19-8565-8962-343F604AA6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73763" y="5691188"/>
              <a:ext cx="239712" cy="241300"/>
            </a:xfrm>
            <a:prstGeom prst="rect">
              <a:avLst/>
            </a:prstGeom>
            <a:noFill/>
            <a:ln w="22225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736" name="Oval 155">
              <a:extLst>
                <a:ext uri="{FF2B5EF4-FFF2-40B4-BE49-F238E27FC236}">
                  <a16:creationId xmlns:a16="http://schemas.microsoft.com/office/drawing/2014/main" id="{0D9592AC-8C47-9B26-DE3E-595CC6F8D2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8488" y="5156200"/>
              <a:ext cx="350837" cy="3492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737" name="Oval 156">
              <a:extLst>
                <a:ext uri="{FF2B5EF4-FFF2-40B4-BE49-F238E27FC236}">
                  <a16:creationId xmlns:a16="http://schemas.microsoft.com/office/drawing/2014/main" id="{FDF95ED6-4361-7D6B-27E3-96F382F5D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8488" y="5156200"/>
              <a:ext cx="349250" cy="349250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738" name="Rectangle 157">
              <a:extLst>
                <a:ext uri="{FF2B5EF4-FFF2-40B4-BE49-F238E27FC236}">
                  <a16:creationId xmlns:a16="http://schemas.microsoft.com/office/drawing/2014/main" id="{F760E7B4-80E9-2673-7DC3-B2EEFF90AB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54688" y="5254625"/>
              <a:ext cx="295275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  <a:latin typeface="Times" pitchFamily="18" charset="0"/>
                </a:rPr>
                <a:t>48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4739" name="Rectangle 158">
              <a:extLst>
                <a:ext uri="{FF2B5EF4-FFF2-40B4-BE49-F238E27FC236}">
                  <a16:creationId xmlns:a16="http://schemas.microsoft.com/office/drawing/2014/main" id="{25EF8D23-ABAC-D2AE-F95B-D4D6CF5889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9713" y="4729163"/>
              <a:ext cx="239712" cy="241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740" name="Rectangle 159">
              <a:extLst>
                <a:ext uri="{FF2B5EF4-FFF2-40B4-BE49-F238E27FC236}">
                  <a16:creationId xmlns:a16="http://schemas.microsoft.com/office/drawing/2014/main" id="{5D422DF2-27F8-F1D7-9362-55AEEA968C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9713" y="4729163"/>
              <a:ext cx="239712" cy="239712"/>
            </a:xfrm>
            <a:prstGeom prst="rect">
              <a:avLst/>
            </a:prstGeom>
            <a:noFill/>
            <a:ln w="22225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741" name="Rectangle 160">
              <a:extLst>
                <a:ext uri="{FF2B5EF4-FFF2-40B4-BE49-F238E27FC236}">
                  <a16:creationId xmlns:a16="http://schemas.microsoft.com/office/drawing/2014/main" id="{4C6D6B57-EAA4-5090-8DCD-D4D39F30A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81900" y="5221288"/>
              <a:ext cx="239713" cy="2397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742" name="Rectangle 161">
              <a:extLst>
                <a:ext uri="{FF2B5EF4-FFF2-40B4-BE49-F238E27FC236}">
                  <a16:creationId xmlns:a16="http://schemas.microsoft.com/office/drawing/2014/main" id="{5910BB3D-1D04-7DCE-BD69-679448D785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81900" y="5221288"/>
              <a:ext cx="239713" cy="239712"/>
            </a:xfrm>
            <a:prstGeom prst="rect">
              <a:avLst/>
            </a:prstGeom>
            <a:noFill/>
            <a:ln w="22225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743" name="Oval 162">
              <a:extLst>
                <a:ext uri="{FF2B5EF4-FFF2-40B4-BE49-F238E27FC236}">
                  <a16:creationId xmlns:a16="http://schemas.microsoft.com/office/drawing/2014/main" id="{FCEDC89A-A50D-0F97-F072-8B673E730E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8663" y="4192588"/>
              <a:ext cx="360362" cy="3619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744" name="Oval 163">
              <a:extLst>
                <a:ext uri="{FF2B5EF4-FFF2-40B4-BE49-F238E27FC236}">
                  <a16:creationId xmlns:a16="http://schemas.microsoft.com/office/drawing/2014/main" id="{03C88977-C4D1-5113-8670-72B6027B73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8663" y="4194175"/>
              <a:ext cx="360362" cy="360363"/>
            </a:xfrm>
            <a:prstGeom prst="ellips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745" name="Rectangle 164">
              <a:extLst>
                <a:ext uri="{FF2B5EF4-FFF2-40B4-BE49-F238E27FC236}">
                  <a16:creationId xmlns:a16="http://schemas.microsoft.com/office/drawing/2014/main" id="{E5567B50-4E84-8BE4-624A-34C0FCC993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5975" y="4292600"/>
              <a:ext cx="295275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500">
                  <a:solidFill>
                    <a:srgbClr val="FF0000"/>
                  </a:solidFill>
                  <a:latin typeface="Times" pitchFamily="18" charset="0"/>
                </a:rPr>
                <a:t>62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4746" name="Rectangle 165">
              <a:extLst>
                <a:ext uri="{FF2B5EF4-FFF2-40B4-BE49-F238E27FC236}">
                  <a16:creationId xmlns:a16="http://schemas.microsoft.com/office/drawing/2014/main" id="{6A084683-694F-1F91-A489-99732C2FF9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0363" y="4095750"/>
              <a:ext cx="196850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  <a:latin typeface="Times" pitchFamily="18" charset="0"/>
                </a:rPr>
                <a:t>2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4747" name="Rectangle 166">
              <a:extLst>
                <a:ext uri="{FF2B5EF4-FFF2-40B4-BE49-F238E27FC236}">
                  <a16:creationId xmlns:a16="http://schemas.microsoft.com/office/drawing/2014/main" id="{B0092F2F-2DA5-1813-50A1-FA0E453726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2288" y="3646488"/>
              <a:ext cx="196850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  <a:latin typeface="Times" pitchFamily="18" charset="0"/>
                </a:rPr>
                <a:t>4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4748" name="Rectangle 167">
              <a:extLst>
                <a:ext uri="{FF2B5EF4-FFF2-40B4-BE49-F238E27FC236}">
                  <a16:creationId xmlns:a16="http://schemas.microsoft.com/office/drawing/2014/main" id="{AAC9C37F-C2A1-5E24-2686-A964ABB92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5713" y="4576763"/>
              <a:ext cx="196850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  <a:latin typeface="Times" pitchFamily="18" charset="0"/>
                </a:rPr>
                <a:t>1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4749" name="Rectangle 168">
              <a:extLst>
                <a:ext uri="{FF2B5EF4-FFF2-40B4-BE49-F238E27FC236}">
                  <a16:creationId xmlns:a16="http://schemas.microsoft.com/office/drawing/2014/main" id="{AD10AB6D-B573-3824-4667-FF5040740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2288" y="4937125"/>
              <a:ext cx="196850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  <a:latin typeface="Times" pitchFamily="18" charset="0"/>
                </a:rPr>
                <a:t>1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4750" name="Rectangle 169">
              <a:extLst>
                <a:ext uri="{FF2B5EF4-FFF2-40B4-BE49-F238E27FC236}">
                  <a16:creationId xmlns:a16="http://schemas.microsoft.com/office/drawing/2014/main" id="{4B46D7B9-C07A-CC1F-7385-4971892F14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9963" y="4565650"/>
              <a:ext cx="196850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500">
                  <a:solidFill>
                    <a:srgbClr val="FF0000"/>
                  </a:solidFill>
                  <a:latin typeface="Times" pitchFamily="18" charset="0"/>
                </a:rPr>
                <a:t>2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4751" name="Rectangle 170">
              <a:extLst>
                <a:ext uri="{FF2B5EF4-FFF2-40B4-BE49-F238E27FC236}">
                  <a16:creationId xmlns:a16="http://schemas.microsoft.com/office/drawing/2014/main" id="{6AD8B19F-1B4B-F1D6-4FD7-367DF78A1E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39113" y="4619625"/>
              <a:ext cx="196850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500">
                  <a:solidFill>
                    <a:srgbClr val="FF0000"/>
                  </a:solidFill>
                  <a:latin typeface="Times" pitchFamily="18" charset="0"/>
                </a:rPr>
                <a:t>2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4752" name="Rectangle 171">
              <a:extLst>
                <a:ext uri="{FF2B5EF4-FFF2-40B4-BE49-F238E27FC236}">
                  <a16:creationId xmlns:a16="http://schemas.microsoft.com/office/drawing/2014/main" id="{76B6E49C-7EB7-17FA-40F8-3658E3E637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9125" y="4040188"/>
              <a:ext cx="196850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500">
                  <a:solidFill>
                    <a:srgbClr val="FF0000"/>
                  </a:solidFill>
                  <a:latin typeface="Times" pitchFamily="18" charset="0"/>
                </a:rPr>
                <a:t>3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4753" name="Rectangle 172">
              <a:extLst>
                <a:ext uri="{FF2B5EF4-FFF2-40B4-BE49-F238E27FC236}">
                  <a16:creationId xmlns:a16="http://schemas.microsoft.com/office/drawing/2014/main" id="{FC8E1134-C7F7-19CA-0BA2-E663988EDE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74100" y="4992688"/>
              <a:ext cx="196850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  <a:latin typeface="Times" pitchFamily="18" charset="0"/>
                </a:rPr>
                <a:t>1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4754" name="Freeform 173">
              <a:extLst>
                <a:ext uri="{FF2B5EF4-FFF2-40B4-BE49-F238E27FC236}">
                  <a16:creationId xmlns:a16="http://schemas.microsoft.com/office/drawing/2014/main" id="{B3F38251-2D5D-CD85-96BD-DAC33ADADE90}"/>
                </a:ext>
              </a:extLst>
            </p:cNvPr>
            <p:cNvSpPr>
              <a:spLocks/>
            </p:cNvSpPr>
            <p:nvPr/>
          </p:nvSpPr>
          <p:spPr bwMode="auto">
            <a:xfrm>
              <a:off x="6553200" y="5800725"/>
              <a:ext cx="22225" cy="22225"/>
            </a:xfrm>
            <a:custGeom>
              <a:avLst/>
              <a:gdLst>
                <a:gd name="T0" fmla="*/ 0 w 14"/>
                <a:gd name="T1" fmla="*/ 0 h 14"/>
                <a:gd name="T2" fmla="*/ 0 w 14"/>
                <a:gd name="T3" fmla="*/ 2147483646 h 14"/>
                <a:gd name="T4" fmla="*/ 2147483646 w 14"/>
                <a:gd name="T5" fmla="*/ 2147483646 h 14"/>
                <a:gd name="T6" fmla="*/ 2147483646 w 14"/>
                <a:gd name="T7" fmla="*/ 2147483646 h 14"/>
                <a:gd name="T8" fmla="*/ 0 w 14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"/>
                <a:gd name="T16" fmla="*/ 0 h 14"/>
                <a:gd name="T17" fmla="*/ 14 w 14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" h="14">
                  <a:moveTo>
                    <a:pt x="0" y="0"/>
                  </a:moveTo>
                  <a:lnTo>
                    <a:pt x="0" y="7"/>
                  </a:lnTo>
                  <a:lnTo>
                    <a:pt x="14" y="14"/>
                  </a:lnTo>
                  <a:lnTo>
                    <a:pt x="14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5" name="Freeform 174">
              <a:extLst>
                <a:ext uri="{FF2B5EF4-FFF2-40B4-BE49-F238E27FC236}">
                  <a16:creationId xmlns:a16="http://schemas.microsoft.com/office/drawing/2014/main" id="{91221A31-FFAD-3042-A62D-0F1C8A0112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4500" y="5308600"/>
              <a:ext cx="31750" cy="22225"/>
            </a:xfrm>
            <a:custGeom>
              <a:avLst/>
              <a:gdLst>
                <a:gd name="T0" fmla="*/ 0 w 20"/>
                <a:gd name="T1" fmla="*/ 2147483646 h 14"/>
                <a:gd name="T2" fmla="*/ 2147483646 w 20"/>
                <a:gd name="T3" fmla="*/ 0 h 14"/>
                <a:gd name="T4" fmla="*/ 2147483646 w 20"/>
                <a:gd name="T5" fmla="*/ 2147483646 h 14"/>
                <a:gd name="T6" fmla="*/ 2147483646 w 20"/>
                <a:gd name="T7" fmla="*/ 2147483646 h 14"/>
                <a:gd name="T8" fmla="*/ 0 w 20"/>
                <a:gd name="T9" fmla="*/ 2147483646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14"/>
                <a:gd name="T17" fmla="*/ 20 w 20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14">
                  <a:moveTo>
                    <a:pt x="0" y="7"/>
                  </a:moveTo>
                  <a:lnTo>
                    <a:pt x="7" y="0"/>
                  </a:lnTo>
                  <a:lnTo>
                    <a:pt x="20" y="7"/>
                  </a:lnTo>
                  <a:lnTo>
                    <a:pt x="13" y="1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6" name="Freeform 175">
              <a:extLst>
                <a:ext uri="{FF2B5EF4-FFF2-40B4-BE49-F238E27FC236}">
                  <a16:creationId xmlns:a16="http://schemas.microsoft.com/office/drawing/2014/main" id="{1C1F753C-FF59-0457-F642-8850226E6E1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53200" y="5319713"/>
              <a:ext cx="261938" cy="492125"/>
            </a:xfrm>
            <a:custGeom>
              <a:avLst/>
              <a:gdLst>
                <a:gd name="T0" fmla="*/ 0 w 165"/>
                <a:gd name="T1" fmla="*/ 2147483646 h 310"/>
                <a:gd name="T2" fmla="*/ 2147483646 w 165"/>
                <a:gd name="T3" fmla="*/ 2147483646 h 310"/>
                <a:gd name="T4" fmla="*/ 2147483646 w 165"/>
                <a:gd name="T5" fmla="*/ 2147483646 h 310"/>
                <a:gd name="T6" fmla="*/ 2147483646 w 165"/>
                <a:gd name="T7" fmla="*/ 0 h 310"/>
                <a:gd name="T8" fmla="*/ 0 w 165"/>
                <a:gd name="T9" fmla="*/ 2147483646 h 3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5"/>
                <a:gd name="T16" fmla="*/ 0 h 310"/>
                <a:gd name="T17" fmla="*/ 165 w 165"/>
                <a:gd name="T18" fmla="*/ 310 h 3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5" h="310">
                  <a:moveTo>
                    <a:pt x="0" y="303"/>
                  </a:moveTo>
                  <a:lnTo>
                    <a:pt x="14" y="310"/>
                  </a:lnTo>
                  <a:lnTo>
                    <a:pt x="165" y="7"/>
                  </a:lnTo>
                  <a:lnTo>
                    <a:pt x="152" y="0"/>
                  </a:lnTo>
                  <a:lnTo>
                    <a:pt x="0" y="30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7" name="Freeform 176">
              <a:extLst>
                <a:ext uri="{FF2B5EF4-FFF2-40B4-BE49-F238E27FC236}">
                  <a16:creationId xmlns:a16="http://schemas.microsoft.com/office/drawing/2014/main" id="{C6DC72C4-BB2A-1D6D-E36F-7F24EB2841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4500" y="5308600"/>
              <a:ext cx="20638" cy="22225"/>
            </a:xfrm>
            <a:custGeom>
              <a:avLst/>
              <a:gdLst>
                <a:gd name="T0" fmla="*/ 2147483646 w 13"/>
                <a:gd name="T1" fmla="*/ 2147483646 h 14"/>
                <a:gd name="T2" fmla="*/ 2147483646 w 13"/>
                <a:gd name="T3" fmla="*/ 0 h 14"/>
                <a:gd name="T4" fmla="*/ 0 w 13"/>
                <a:gd name="T5" fmla="*/ 2147483646 h 14"/>
                <a:gd name="T6" fmla="*/ 0 w 13"/>
                <a:gd name="T7" fmla="*/ 2147483646 h 14"/>
                <a:gd name="T8" fmla="*/ 2147483646 w 13"/>
                <a:gd name="T9" fmla="*/ 2147483646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"/>
                <a:gd name="T16" fmla="*/ 0 h 14"/>
                <a:gd name="T17" fmla="*/ 13 w 13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" h="14">
                  <a:moveTo>
                    <a:pt x="13" y="7"/>
                  </a:moveTo>
                  <a:lnTo>
                    <a:pt x="13" y="0"/>
                  </a:lnTo>
                  <a:lnTo>
                    <a:pt x="0" y="7"/>
                  </a:lnTo>
                  <a:lnTo>
                    <a:pt x="0" y="14"/>
                  </a:lnTo>
                  <a:lnTo>
                    <a:pt x="13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8" name="Freeform 177">
              <a:extLst>
                <a:ext uri="{FF2B5EF4-FFF2-40B4-BE49-F238E27FC236}">
                  <a16:creationId xmlns:a16="http://schemas.microsoft.com/office/drawing/2014/main" id="{8896EF61-2403-BB47-1B63-0C06C3AE00F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3100" y="5800725"/>
              <a:ext cx="33338" cy="22225"/>
            </a:xfrm>
            <a:custGeom>
              <a:avLst/>
              <a:gdLst>
                <a:gd name="T0" fmla="*/ 2147483646 w 21"/>
                <a:gd name="T1" fmla="*/ 0 h 14"/>
                <a:gd name="T2" fmla="*/ 2147483646 w 21"/>
                <a:gd name="T3" fmla="*/ 2147483646 h 14"/>
                <a:gd name="T4" fmla="*/ 2147483646 w 21"/>
                <a:gd name="T5" fmla="*/ 2147483646 h 14"/>
                <a:gd name="T6" fmla="*/ 0 w 21"/>
                <a:gd name="T7" fmla="*/ 2147483646 h 14"/>
                <a:gd name="T8" fmla="*/ 2147483646 w 21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4"/>
                <a:gd name="T17" fmla="*/ 21 w 21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4">
                  <a:moveTo>
                    <a:pt x="14" y="0"/>
                  </a:moveTo>
                  <a:lnTo>
                    <a:pt x="21" y="7"/>
                  </a:lnTo>
                  <a:lnTo>
                    <a:pt x="7" y="14"/>
                  </a:lnTo>
                  <a:lnTo>
                    <a:pt x="0" y="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9" name="Freeform 178">
              <a:extLst>
                <a:ext uri="{FF2B5EF4-FFF2-40B4-BE49-F238E27FC236}">
                  <a16:creationId xmlns:a16="http://schemas.microsoft.com/office/drawing/2014/main" id="{712FB78E-B773-CEDD-D0CB-B1FE9218D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4500" y="5319713"/>
              <a:ext cx="250825" cy="492125"/>
            </a:xfrm>
            <a:custGeom>
              <a:avLst/>
              <a:gdLst>
                <a:gd name="T0" fmla="*/ 2147483646 w 158"/>
                <a:gd name="T1" fmla="*/ 0 h 310"/>
                <a:gd name="T2" fmla="*/ 0 w 158"/>
                <a:gd name="T3" fmla="*/ 2147483646 h 310"/>
                <a:gd name="T4" fmla="*/ 2147483646 w 158"/>
                <a:gd name="T5" fmla="*/ 2147483646 h 310"/>
                <a:gd name="T6" fmla="*/ 2147483646 w 158"/>
                <a:gd name="T7" fmla="*/ 2147483646 h 310"/>
                <a:gd name="T8" fmla="*/ 2147483646 w 158"/>
                <a:gd name="T9" fmla="*/ 0 h 3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8"/>
                <a:gd name="T16" fmla="*/ 0 h 310"/>
                <a:gd name="T17" fmla="*/ 158 w 158"/>
                <a:gd name="T18" fmla="*/ 310 h 3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8" h="310">
                  <a:moveTo>
                    <a:pt x="13" y="0"/>
                  </a:moveTo>
                  <a:lnTo>
                    <a:pt x="0" y="7"/>
                  </a:lnTo>
                  <a:lnTo>
                    <a:pt x="144" y="310"/>
                  </a:lnTo>
                  <a:lnTo>
                    <a:pt x="158" y="303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60" name="Rectangle 179">
              <a:extLst>
                <a:ext uri="{FF2B5EF4-FFF2-40B4-BE49-F238E27FC236}">
                  <a16:creationId xmlns:a16="http://schemas.microsoft.com/office/drawing/2014/main" id="{4805DFF8-461E-1236-6FAC-014EE3AB22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3663" y="5680075"/>
              <a:ext cx="241300" cy="241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761" name="Rectangle 180">
              <a:extLst>
                <a:ext uri="{FF2B5EF4-FFF2-40B4-BE49-F238E27FC236}">
                  <a16:creationId xmlns:a16="http://schemas.microsoft.com/office/drawing/2014/main" id="{66552DD3-0C5A-3510-7446-D85FC9E8E6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3663" y="5680075"/>
              <a:ext cx="241300" cy="241300"/>
            </a:xfrm>
            <a:prstGeom prst="rect">
              <a:avLst/>
            </a:prstGeom>
            <a:noFill/>
            <a:ln w="22225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762" name="Rectangle 181">
              <a:extLst>
                <a:ext uri="{FF2B5EF4-FFF2-40B4-BE49-F238E27FC236}">
                  <a16:creationId xmlns:a16="http://schemas.microsoft.com/office/drawing/2014/main" id="{38617F84-5B4F-1D57-83A0-79A459B159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4675" y="5680075"/>
              <a:ext cx="241300" cy="241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763" name="Rectangle 182">
              <a:extLst>
                <a:ext uri="{FF2B5EF4-FFF2-40B4-BE49-F238E27FC236}">
                  <a16:creationId xmlns:a16="http://schemas.microsoft.com/office/drawing/2014/main" id="{0A01734B-ADF7-3882-7C33-A4470729A2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4675" y="5680075"/>
              <a:ext cx="241300" cy="241300"/>
            </a:xfrm>
            <a:prstGeom prst="rect">
              <a:avLst/>
            </a:prstGeom>
            <a:noFill/>
            <a:ln w="22225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764" name="Oval 183">
              <a:extLst>
                <a:ext uri="{FF2B5EF4-FFF2-40B4-BE49-F238E27FC236}">
                  <a16:creationId xmlns:a16="http://schemas.microsoft.com/office/drawing/2014/main" id="{3DC3B18B-C6A1-7E06-6626-38062F9910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18288" y="5145088"/>
              <a:ext cx="361950" cy="36036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765" name="Oval 184">
              <a:extLst>
                <a:ext uri="{FF2B5EF4-FFF2-40B4-BE49-F238E27FC236}">
                  <a16:creationId xmlns:a16="http://schemas.microsoft.com/office/drawing/2014/main" id="{30575559-9706-0B05-D477-B2985F651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19875" y="5145088"/>
              <a:ext cx="360363" cy="360362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766" name="Rectangle 185">
              <a:extLst>
                <a:ext uri="{FF2B5EF4-FFF2-40B4-BE49-F238E27FC236}">
                  <a16:creationId xmlns:a16="http://schemas.microsoft.com/office/drawing/2014/main" id="{55A56A69-C4DE-9375-71F1-8E39B568AF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07188" y="5243513"/>
              <a:ext cx="295275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  <a:latin typeface="Times" pitchFamily="18" charset="0"/>
                </a:rPr>
                <a:t>54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4767" name="Rectangle 186">
              <a:extLst>
                <a:ext uri="{FF2B5EF4-FFF2-40B4-BE49-F238E27FC236}">
                  <a16:creationId xmlns:a16="http://schemas.microsoft.com/office/drawing/2014/main" id="{B22E6022-3AC2-9C33-31CB-048FBC680A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9125" y="4981575"/>
              <a:ext cx="196850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  <a:latin typeface="Times" pitchFamily="18" charset="0"/>
                </a:rPr>
                <a:t>1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4768" name="Rectangle 187">
              <a:extLst>
                <a:ext uri="{FF2B5EF4-FFF2-40B4-BE49-F238E27FC236}">
                  <a16:creationId xmlns:a16="http://schemas.microsoft.com/office/drawing/2014/main" id="{63133AD6-ACEC-FE03-1BBD-BF4BFE3FD4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0250" y="6161088"/>
              <a:ext cx="250825" cy="317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 i="1">
                  <a:solidFill>
                    <a:srgbClr val="000000"/>
                  </a:solidFill>
                  <a:latin typeface="Times" pitchFamily="18" charset="0"/>
                </a:rPr>
                <a:t>T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4769" name="Rectangle 188">
              <a:extLst>
                <a:ext uri="{FF2B5EF4-FFF2-40B4-BE49-F238E27FC236}">
                  <a16:creationId xmlns:a16="http://schemas.microsoft.com/office/drawing/2014/main" id="{A734FE01-15D5-A8DD-2705-F685E94AC6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0425" y="6249988"/>
              <a:ext cx="219075" cy="273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Times" pitchFamily="18" charset="0"/>
                </a:rPr>
                <a:t>0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grpSp>
          <p:nvGrpSpPr>
            <p:cNvPr id="24770" name="Group 189">
              <a:extLst>
                <a:ext uri="{FF2B5EF4-FFF2-40B4-BE49-F238E27FC236}">
                  <a16:creationId xmlns:a16="http://schemas.microsoft.com/office/drawing/2014/main" id="{4D96F3E0-E5A5-A888-2BE6-E631FDA855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61163" y="6161088"/>
              <a:ext cx="361950" cy="361950"/>
              <a:chOff x="4259" y="3881"/>
              <a:chExt cx="228" cy="228"/>
            </a:xfrm>
          </p:grpSpPr>
          <p:sp>
            <p:nvSpPr>
              <p:cNvPr id="24779" name="Rectangle 190">
                <a:extLst>
                  <a:ext uri="{FF2B5EF4-FFF2-40B4-BE49-F238E27FC236}">
                    <a16:creationId xmlns:a16="http://schemas.microsoft.com/office/drawing/2014/main" id="{28607091-22BA-2C27-24FF-D7A84D2E44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9" y="3881"/>
                <a:ext cx="158" cy="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900" i="1">
                    <a:solidFill>
                      <a:srgbClr val="000000"/>
                    </a:solidFill>
                    <a:latin typeface="Times" pitchFamily="18" charset="0"/>
                  </a:rPr>
                  <a:t>T</a:t>
                </a:r>
                <a:endParaRPr lang="en-US" altLang="en-US">
                  <a:latin typeface="Tahoma" panose="020B0604030504040204" pitchFamily="34" charset="0"/>
                </a:endParaRPr>
              </a:p>
            </p:txBody>
          </p:sp>
          <p:sp>
            <p:nvSpPr>
              <p:cNvPr id="24780" name="Rectangle 191">
                <a:extLst>
                  <a:ext uri="{FF2B5EF4-FFF2-40B4-BE49-F238E27FC236}">
                    <a16:creationId xmlns:a16="http://schemas.microsoft.com/office/drawing/2014/main" id="{573B40DC-37D3-2AFD-92CE-C6E7B0573D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49" y="3937"/>
                <a:ext cx="138" cy="1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solidFill>
                      <a:srgbClr val="000000"/>
                    </a:solidFill>
                    <a:latin typeface="Times" pitchFamily="18" charset="0"/>
                  </a:rPr>
                  <a:t>1</a:t>
                </a:r>
                <a:endParaRPr lang="en-US" altLang="en-US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24771" name="Rectangle 192">
              <a:extLst>
                <a:ext uri="{FF2B5EF4-FFF2-40B4-BE49-F238E27FC236}">
                  <a16:creationId xmlns:a16="http://schemas.microsoft.com/office/drawing/2014/main" id="{5B75B248-A7E3-AD7B-DB93-259383282A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13650" y="5626100"/>
              <a:ext cx="250825" cy="317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 i="1">
                  <a:solidFill>
                    <a:srgbClr val="000000"/>
                  </a:solidFill>
                  <a:latin typeface="Times" pitchFamily="18" charset="0"/>
                </a:rPr>
                <a:t>T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4772" name="Rectangle 193">
              <a:extLst>
                <a:ext uri="{FF2B5EF4-FFF2-40B4-BE49-F238E27FC236}">
                  <a16:creationId xmlns:a16="http://schemas.microsoft.com/office/drawing/2014/main" id="{1E23EF8B-FBD0-3100-5293-1BB4BFB861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6525" y="5713413"/>
              <a:ext cx="219075" cy="273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Times" pitchFamily="18" charset="0"/>
                </a:rPr>
                <a:t>2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4773" name="Rectangle 194">
              <a:extLst>
                <a:ext uri="{FF2B5EF4-FFF2-40B4-BE49-F238E27FC236}">
                  <a16:creationId xmlns:a16="http://schemas.microsoft.com/office/drawing/2014/main" id="{F221707E-6094-4708-A320-F9A6E6DEB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13738" y="6161088"/>
              <a:ext cx="250825" cy="317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 i="1">
                  <a:solidFill>
                    <a:srgbClr val="000000"/>
                  </a:solidFill>
                  <a:latin typeface="Times" pitchFamily="18" charset="0"/>
                </a:rPr>
                <a:t>T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4774" name="Rectangle 195">
              <a:extLst>
                <a:ext uri="{FF2B5EF4-FFF2-40B4-BE49-F238E27FC236}">
                  <a16:creationId xmlns:a16="http://schemas.microsoft.com/office/drawing/2014/main" id="{C1E1A2D6-2AC1-9797-1161-A228CF41CB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45500" y="6249988"/>
              <a:ext cx="219075" cy="273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Times" pitchFamily="18" charset="0"/>
                </a:rPr>
                <a:t>3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4775" name="Rectangle 196">
              <a:extLst>
                <a:ext uri="{FF2B5EF4-FFF2-40B4-BE49-F238E27FC236}">
                  <a16:creationId xmlns:a16="http://schemas.microsoft.com/office/drawing/2014/main" id="{D41B5848-D781-8099-36AB-6B804F24F3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39025" y="3975100"/>
              <a:ext cx="230188" cy="317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 i="1">
                  <a:solidFill>
                    <a:srgbClr val="FF0000"/>
                  </a:solidFill>
                  <a:latin typeface="Times" pitchFamily="18" charset="0"/>
                </a:rPr>
                <a:t>x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4776" name="Rectangle 197">
              <a:extLst>
                <a:ext uri="{FF2B5EF4-FFF2-40B4-BE49-F238E27FC236}">
                  <a16:creationId xmlns:a16="http://schemas.microsoft.com/office/drawing/2014/main" id="{3CB73F6D-E6DA-1A38-A4E2-8FD1267175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65888" y="4400550"/>
              <a:ext cx="230187" cy="317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 i="1">
                  <a:solidFill>
                    <a:srgbClr val="FF0000"/>
                  </a:solidFill>
                  <a:latin typeface="Times" pitchFamily="18" charset="0"/>
                </a:rPr>
                <a:t>y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4777" name="Rectangle 198">
              <a:extLst>
                <a:ext uri="{FF2B5EF4-FFF2-40B4-BE49-F238E27FC236}">
                  <a16:creationId xmlns:a16="http://schemas.microsoft.com/office/drawing/2014/main" id="{6B753C9A-2414-7E0A-26F9-3252C4F688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3838" y="4346575"/>
              <a:ext cx="219075" cy="317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 i="1">
                  <a:solidFill>
                    <a:srgbClr val="FF0000"/>
                  </a:solidFill>
                  <a:latin typeface="Times" pitchFamily="18" charset="0"/>
                </a:rPr>
                <a:t>z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pic>
          <p:nvPicPr>
            <p:cNvPr id="24778" name="Picture 201">
              <a:extLst>
                <a:ext uri="{FF2B5EF4-FFF2-40B4-BE49-F238E27FC236}">
                  <a16:creationId xmlns:a16="http://schemas.microsoft.com/office/drawing/2014/main" id="{42F0C16C-FA5C-292B-DCE3-063696957D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91200" y="3865563"/>
              <a:ext cx="2819400" cy="13128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4582" name="Group 202">
            <a:extLst>
              <a:ext uri="{FF2B5EF4-FFF2-40B4-BE49-F238E27FC236}">
                <a16:creationId xmlns:a16="http://schemas.microsoft.com/office/drawing/2014/main" id="{F5525E22-6E5F-790A-D014-0AB9F2F1353B}"/>
              </a:ext>
            </a:extLst>
          </p:cNvPr>
          <p:cNvGrpSpPr>
            <a:grpSpLocks/>
          </p:cNvGrpSpPr>
          <p:nvPr/>
        </p:nvGrpSpPr>
        <p:grpSpPr bwMode="auto">
          <a:xfrm>
            <a:off x="3714750" y="3705225"/>
            <a:ext cx="246063" cy="333375"/>
            <a:chOff x="4295" y="3881"/>
            <a:chExt cx="155" cy="210"/>
          </a:xfrm>
        </p:grpSpPr>
        <p:sp>
          <p:nvSpPr>
            <p:cNvPr id="24583" name="Rectangle 203">
              <a:extLst>
                <a:ext uri="{FF2B5EF4-FFF2-40B4-BE49-F238E27FC236}">
                  <a16:creationId xmlns:a16="http://schemas.microsoft.com/office/drawing/2014/main" id="{58CCCF8E-C901-740C-B1CA-CC1EFC51BA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5" y="3881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900" i="1">
                  <a:solidFill>
                    <a:srgbClr val="000000"/>
                  </a:solidFill>
                  <a:latin typeface="Times" pitchFamily="18" charset="0"/>
                </a:rPr>
                <a:t>T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4584" name="Rectangle 204">
              <a:extLst>
                <a:ext uri="{FF2B5EF4-FFF2-40B4-BE49-F238E27FC236}">
                  <a16:creationId xmlns:a16="http://schemas.microsoft.com/office/drawing/2014/main" id="{B8651B98-A952-D669-8B88-A6DDEDEEB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6" y="3937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Times" pitchFamily="18" charset="0"/>
                </a:rPr>
                <a:t>1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1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02" grpId="0"/>
      <p:bldP spid="21702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59C146FA-8DD5-8A5B-13AD-9FB4710512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7772400" cy="609600"/>
          </a:xfrm>
        </p:spPr>
        <p:txBody>
          <a:bodyPr/>
          <a:lstStyle/>
          <a:p>
            <a:pPr eaLnBrk="1" hangingPunct="1"/>
            <a:r>
              <a:rPr lang="en-US" altLang="en-US" sz="2400"/>
              <a:t>Removal in an AVL Tree</a:t>
            </a:r>
          </a:p>
        </p:txBody>
      </p:sp>
      <p:sp>
        <p:nvSpPr>
          <p:cNvPr id="25602" name="Rectangle 3">
            <a:extLst>
              <a:ext uri="{FF2B5EF4-FFF2-40B4-BE49-F238E27FC236}">
                <a16:creationId xmlns:a16="http://schemas.microsoft.com/office/drawing/2014/main" id="{86E2766F-A3E0-F863-3CE4-CC66A895EC1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066800"/>
            <a:ext cx="8153400" cy="16764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000">
                <a:solidFill>
                  <a:srgbClr val="FF0066"/>
                </a:solidFill>
              </a:rPr>
              <a:t>Removal begins as in a binary search tree</a:t>
            </a:r>
            <a:r>
              <a:rPr lang="en-US" altLang="en-US" sz="2000"/>
              <a:t>, which means the node removed will become an empty external node. Its </a:t>
            </a:r>
            <a:r>
              <a:rPr lang="en-US" altLang="en-US" sz="2000">
                <a:solidFill>
                  <a:srgbClr val="FF0066"/>
                </a:solidFill>
              </a:rPr>
              <a:t>parent</a:t>
            </a:r>
            <a:r>
              <a:rPr lang="en-US" altLang="en-US" sz="2000"/>
              <a:t>, </a:t>
            </a:r>
            <a:r>
              <a:rPr lang="en-US" altLang="en-US" sz="2000" b="1"/>
              <a:t>w</a:t>
            </a:r>
            <a:r>
              <a:rPr lang="en-US" altLang="en-US" sz="2000"/>
              <a:t>, may cause an imbalance (the path from </a:t>
            </a:r>
            <a:r>
              <a:rPr lang="en-US" altLang="en-US" sz="2000" b="1"/>
              <a:t>w</a:t>
            </a:r>
            <a:r>
              <a:rPr lang="en-US" altLang="en-US" sz="2000"/>
              <a:t> to the root). However, at most one node on this path is unbalanced.</a:t>
            </a:r>
          </a:p>
          <a:p>
            <a:pPr eaLnBrk="1" hangingPunct="1">
              <a:lnSpc>
                <a:spcPct val="80000"/>
              </a:lnSpc>
            </a:pPr>
            <a:endParaRPr lang="en-US" altLang="en-US" sz="1800"/>
          </a:p>
          <a:p>
            <a:pPr eaLnBrk="1" hangingPunct="1">
              <a:lnSpc>
                <a:spcPct val="80000"/>
              </a:lnSpc>
            </a:pPr>
            <a:r>
              <a:rPr lang="en-US" altLang="en-US" sz="2000"/>
              <a:t>Example: </a:t>
            </a:r>
          </a:p>
        </p:txBody>
      </p:sp>
      <p:grpSp>
        <p:nvGrpSpPr>
          <p:cNvPr id="25603" name="Group 4">
            <a:extLst>
              <a:ext uri="{FF2B5EF4-FFF2-40B4-BE49-F238E27FC236}">
                <a16:creationId xmlns:a16="http://schemas.microsoft.com/office/drawing/2014/main" id="{AE7C2BAC-7CA9-3617-A6BC-238E15754EEE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927350"/>
            <a:ext cx="2743200" cy="2755900"/>
            <a:chOff x="2112" y="1824"/>
            <a:chExt cx="1728" cy="1736"/>
          </a:xfrm>
        </p:grpSpPr>
        <p:sp>
          <p:nvSpPr>
            <p:cNvPr id="25640" name="Oval 5">
              <a:extLst>
                <a:ext uri="{FF2B5EF4-FFF2-40B4-BE49-F238E27FC236}">
                  <a16:creationId xmlns:a16="http://schemas.microsoft.com/office/drawing/2014/main" id="{22132C9D-8DDE-A7D5-46DE-44D807F67D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6" y="1824"/>
              <a:ext cx="282" cy="25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44</a:t>
              </a:r>
            </a:p>
          </p:txBody>
        </p:sp>
        <p:sp>
          <p:nvSpPr>
            <p:cNvPr id="25641" name="Oval 6">
              <a:extLst>
                <a:ext uri="{FF2B5EF4-FFF2-40B4-BE49-F238E27FC236}">
                  <a16:creationId xmlns:a16="http://schemas.microsoft.com/office/drawing/2014/main" id="{562431C3-5388-5196-C7A9-C228557DF4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4" y="2208"/>
              <a:ext cx="282" cy="25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17</a:t>
              </a:r>
            </a:p>
          </p:txBody>
        </p:sp>
        <p:sp>
          <p:nvSpPr>
            <p:cNvPr id="25642" name="Oval 7">
              <a:extLst>
                <a:ext uri="{FF2B5EF4-FFF2-40B4-BE49-F238E27FC236}">
                  <a16:creationId xmlns:a16="http://schemas.microsoft.com/office/drawing/2014/main" id="{0674977C-3689-5A06-939C-74F6F2EFB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6" y="2640"/>
              <a:ext cx="282" cy="25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78</a:t>
              </a:r>
            </a:p>
          </p:txBody>
        </p:sp>
        <p:sp>
          <p:nvSpPr>
            <p:cNvPr id="25643" name="Oval 8">
              <a:extLst>
                <a:ext uri="{FF2B5EF4-FFF2-40B4-BE49-F238E27FC236}">
                  <a16:creationId xmlns:a16="http://schemas.microsoft.com/office/drawing/2014/main" id="{87F72116-8B7F-0642-52B6-C54B4A70DF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6" y="2640"/>
              <a:ext cx="282" cy="254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FF66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32</a:t>
              </a:r>
            </a:p>
          </p:txBody>
        </p:sp>
        <p:sp>
          <p:nvSpPr>
            <p:cNvPr id="25644" name="Oval 9">
              <a:extLst>
                <a:ext uri="{FF2B5EF4-FFF2-40B4-BE49-F238E27FC236}">
                  <a16:creationId xmlns:a16="http://schemas.microsoft.com/office/drawing/2014/main" id="{E89C1013-CDF1-F351-E48B-E8EBADAE5B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8" y="2640"/>
              <a:ext cx="282" cy="25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50</a:t>
              </a:r>
            </a:p>
          </p:txBody>
        </p:sp>
        <p:sp>
          <p:nvSpPr>
            <p:cNvPr id="25645" name="Oval 10">
              <a:extLst>
                <a:ext uri="{FF2B5EF4-FFF2-40B4-BE49-F238E27FC236}">
                  <a16:creationId xmlns:a16="http://schemas.microsoft.com/office/drawing/2014/main" id="{A48782A4-050C-62F7-CBE6-B35DD5BC60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4" y="3064"/>
              <a:ext cx="282" cy="25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88</a:t>
              </a:r>
            </a:p>
          </p:txBody>
        </p:sp>
        <p:sp>
          <p:nvSpPr>
            <p:cNvPr id="25646" name="Oval 11">
              <a:extLst>
                <a:ext uri="{FF2B5EF4-FFF2-40B4-BE49-F238E27FC236}">
                  <a16:creationId xmlns:a16="http://schemas.microsoft.com/office/drawing/2014/main" id="{ED73FFD0-1EF0-67AA-E15A-7A745D793F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6" y="3072"/>
              <a:ext cx="282" cy="25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48</a:t>
              </a:r>
            </a:p>
          </p:txBody>
        </p:sp>
        <p:sp>
          <p:nvSpPr>
            <p:cNvPr id="25647" name="Oval 12">
              <a:extLst>
                <a:ext uri="{FF2B5EF4-FFF2-40B4-BE49-F238E27FC236}">
                  <a16:creationId xmlns:a16="http://schemas.microsoft.com/office/drawing/2014/main" id="{480B4EF4-A006-8EE3-0977-80B9AAC93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6" y="2208"/>
              <a:ext cx="282" cy="25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62</a:t>
              </a:r>
            </a:p>
          </p:txBody>
        </p:sp>
        <p:sp>
          <p:nvSpPr>
            <p:cNvPr id="25648" name="Rectangle 13">
              <a:extLst>
                <a:ext uri="{FF2B5EF4-FFF2-40B4-BE49-F238E27FC236}">
                  <a16:creationId xmlns:a16="http://schemas.microsoft.com/office/drawing/2014/main" id="{A05041D9-1192-A6D8-E187-BCE7E0EFFC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2600"/>
              <a:ext cx="96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5649" name="Rectangle 14">
              <a:extLst>
                <a:ext uri="{FF2B5EF4-FFF2-40B4-BE49-F238E27FC236}">
                  <a16:creationId xmlns:a16="http://schemas.microsoft.com/office/drawing/2014/main" id="{2B4118B4-554D-804F-6568-A70DEFFE82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3032"/>
              <a:ext cx="96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5650" name="Rectangle 15">
              <a:extLst>
                <a:ext uri="{FF2B5EF4-FFF2-40B4-BE49-F238E27FC236}">
                  <a16:creationId xmlns:a16="http://schemas.microsoft.com/office/drawing/2014/main" id="{7697A494-541E-7A5A-C1E9-5C5D63FD86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3032"/>
              <a:ext cx="96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5651" name="Rectangle 16">
              <a:extLst>
                <a:ext uri="{FF2B5EF4-FFF2-40B4-BE49-F238E27FC236}">
                  <a16:creationId xmlns:a16="http://schemas.microsoft.com/office/drawing/2014/main" id="{334D0FBD-33BC-DAF7-6DCF-830975FE73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3464"/>
              <a:ext cx="96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5652" name="Rectangle 17">
              <a:extLst>
                <a:ext uri="{FF2B5EF4-FFF2-40B4-BE49-F238E27FC236}">
                  <a16:creationId xmlns:a16="http://schemas.microsoft.com/office/drawing/2014/main" id="{C8EAEED5-578D-187E-E4D2-582EB335D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464"/>
              <a:ext cx="96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5653" name="Rectangle 18">
              <a:extLst>
                <a:ext uri="{FF2B5EF4-FFF2-40B4-BE49-F238E27FC236}">
                  <a16:creationId xmlns:a16="http://schemas.microsoft.com/office/drawing/2014/main" id="{AF05608F-C1F9-5E4C-2113-5E67466FE6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3072"/>
              <a:ext cx="96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5654" name="Rectangle 19">
              <a:extLst>
                <a:ext uri="{FF2B5EF4-FFF2-40B4-BE49-F238E27FC236}">
                  <a16:creationId xmlns:a16="http://schemas.microsoft.com/office/drawing/2014/main" id="{B5F167AB-4B41-4409-0904-C365B3C125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3456"/>
              <a:ext cx="96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5655" name="Rectangle 20">
              <a:extLst>
                <a:ext uri="{FF2B5EF4-FFF2-40B4-BE49-F238E27FC236}">
                  <a16:creationId xmlns:a16="http://schemas.microsoft.com/office/drawing/2014/main" id="{6E0817A7-450C-E007-0156-58D0193367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3456"/>
              <a:ext cx="96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cxnSp>
          <p:nvCxnSpPr>
            <p:cNvPr id="25656" name="AutoShape 21">
              <a:extLst>
                <a:ext uri="{FF2B5EF4-FFF2-40B4-BE49-F238E27FC236}">
                  <a16:creationId xmlns:a16="http://schemas.microsoft.com/office/drawing/2014/main" id="{05B4DCE1-D07D-278E-7A5E-64E267ACCFDB}"/>
                </a:ext>
              </a:extLst>
            </p:cNvPr>
            <p:cNvCxnSpPr>
              <a:cxnSpLocks noChangeShapeType="1"/>
              <a:stCxn id="25640" idx="4"/>
              <a:endCxn id="25641" idx="0"/>
            </p:cNvCxnSpPr>
            <p:nvPr/>
          </p:nvCxnSpPr>
          <p:spPr bwMode="auto">
            <a:xfrm flipH="1">
              <a:off x="2305" y="2078"/>
              <a:ext cx="522" cy="13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57" name="AutoShape 22">
              <a:extLst>
                <a:ext uri="{FF2B5EF4-FFF2-40B4-BE49-F238E27FC236}">
                  <a16:creationId xmlns:a16="http://schemas.microsoft.com/office/drawing/2014/main" id="{42C5B719-9E03-2948-05A6-1E0ED8EB393B}"/>
                </a:ext>
              </a:extLst>
            </p:cNvPr>
            <p:cNvCxnSpPr>
              <a:cxnSpLocks noChangeShapeType="1"/>
              <a:stCxn id="25641" idx="4"/>
              <a:endCxn id="25648" idx="0"/>
            </p:cNvCxnSpPr>
            <p:nvPr/>
          </p:nvCxnSpPr>
          <p:spPr bwMode="auto">
            <a:xfrm flipH="1">
              <a:off x="2160" y="2462"/>
              <a:ext cx="145" cy="13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58" name="AutoShape 23">
              <a:extLst>
                <a:ext uri="{FF2B5EF4-FFF2-40B4-BE49-F238E27FC236}">
                  <a16:creationId xmlns:a16="http://schemas.microsoft.com/office/drawing/2014/main" id="{0BCA32A4-887D-FBD7-C6D9-1B1A97C2A93A}"/>
                </a:ext>
              </a:extLst>
            </p:cNvPr>
            <p:cNvCxnSpPr>
              <a:cxnSpLocks noChangeShapeType="1"/>
              <a:stCxn id="25641" idx="4"/>
              <a:endCxn id="25643" idx="0"/>
            </p:cNvCxnSpPr>
            <p:nvPr/>
          </p:nvCxnSpPr>
          <p:spPr bwMode="auto">
            <a:xfrm>
              <a:off x="2305" y="2462"/>
              <a:ext cx="132" cy="17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59" name="AutoShape 24">
              <a:extLst>
                <a:ext uri="{FF2B5EF4-FFF2-40B4-BE49-F238E27FC236}">
                  <a16:creationId xmlns:a16="http://schemas.microsoft.com/office/drawing/2014/main" id="{A48B3D73-8AA1-1089-6FA9-742EB0F6FCC4}"/>
                </a:ext>
              </a:extLst>
            </p:cNvPr>
            <p:cNvCxnSpPr>
              <a:cxnSpLocks noChangeShapeType="1"/>
              <a:stCxn id="25640" idx="4"/>
              <a:endCxn id="25647" idx="0"/>
            </p:cNvCxnSpPr>
            <p:nvPr/>
          </p:nvCxnSpPr>
          <p:spPr bwMode="auto">
            <a:xfrm>
              <a:off x="2827" y="2078"/>
              <a:ext cx="480" cy="13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60" name="AutoShape 25">
              <a:extLst>
                <a:ext uri="{FF2B5EF4-FFF2-40B4-BE49-F238E27FC236}">
                  <a16:creationId xmlns:a16="http://schemas.microsoft.com/office/drawing/2014/main" id="{6173770B-3091-96E5-FF7B-EA590365476D}"/>
                </a:ext>
              </a:extLst>
            </p:cNvPr>
            <p:cNvCxnSpPr>
              <a:cxnSpLocks noChangeShapeType="1"/>
              <a:stCxn id="25642" idx="0"/>
              <a:endCxn id="25647" idx="4"/>
            </p:cNvCxnSpPr>
            <p:nvPr/>
          </p:nvCxnSpPr>
          <p:spPr bwMode="auto">
            <a:xfrm flipH="1" flipV="1">
              <a:off x="3307" y="2462"/>
              <a:ext cx="250" cy="17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61" name="AutoShape 26">
              <a:extLst>
                <a:ext uri="{FF2B5EF4-FFF2-40B4-BE49-F238E27FC236}">
                  <a16:creationId xmlns:a16="http://schemas.microsoft.com/office/drawing/2014/main" id="{C4A1836A-2F5A-8B98-0A25-5AE906852428}"/>
                </a:ext>
              </a:extLst>
            </p:cNvPr>
            <p:cNvCxnSpPr>
              <a:cxnSpLocks noChangeShapeType="1"/>
              <a:stCxn id="25642" idx="4"/>
              <a:endCxn id="25645" idx="0"/>
            </p:cNvCxnSpPr>
            <p:nvPr/>
          </p:nvCxnSpPr>
          <p:spPr bwMode="auto">
            <a:xfrm>
              <a:off x="3557" y="2894"/>
              <a:ext cx="128" cy="17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62" name="AutoShape 27">
              <a:extLst>
                <a:ext uri="{FF2B5EF4-FFF2-40B4-BE49-F238E27FC236}">
                  <a16:creationId xmlns:a16="http://schemas.microsoft.com/office/drawing/2014/main" id="{971563BC-955A-AFD2-5A67-0D4310976E72}"/>
                </a:ext>
              </a:extLst>
            </p:cNvPr>
            <p:cNvCxnSpPr>
              <a:cxnSpLocks noChangeShapeType="1"/>
              <a:stCxn id="25644" idx="4"/>
              <a:endCxn id="25646" idx="0"/>
            </p:cNvCxnSpPr>
            <p:nvPr/>
          </p:nvCxnSpPr>
          <p:spPr bwMode="auto">
            <a:xfrm flipH="1">
              <a:off x="2827" y="2894"/>
              <a:ext cx="222" cy="17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63" name="AutoShape 28">
              <a:extLst>
                <a:ext uri="{FF2B5EF4-FFF2-40B4-BE49-F238E27FC236}">
                  <a16:creationId xmlns:a16="http://schemas.microsoft.com/office/drawing/2014/main" id="{05E80E79-9A6B-FC2C-A547-469D9D0AB01D}"/>
                </a:ext>
              </a:extLst>
            </p:cNvPr>
            <p:cNvCxnSpPr>
              <a:cxnSpLocks noChangeShapeType="1"/>
              <a:stCxn id="25643" idx="4"/>
              <a:endCxn id="25649" idx="0"/>
            </p:cNvCxnSpPr>
            <p:nvPr/>
          </p:nvCxnSpPr>
          <p:spPr bwMode="auto">
            <a:xfrm flipH="1">
              <a:off x="2352" y="2894"/>
              <a:ext cx="85" cy="13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64" name="AutoShape 29">
              <a:extLst>
                <a:ext uri="{FF2B5EF4-FFF2-40B4-BE49-F238E27FC236}">
                  <a16:creationId xmlns:a16="http://schemas.microsoft.com/office/drawing/2014/main" id="{9B1F8A91-4559-859B-F318-AB47784025CF}"/>
                </a:ext>
              </a:extLst>
            </p:cNvPr>
            <p:cNvCxnSpPr>
              <a:cxnSpLocks noChangeShapeType="1"/>
              <a:stCxn id="25643" idx="4"/>
              <a:endCxn id="25650" idx="0"/>
            </p:cNvCxnSpPr>
            <p:nvPr/>
          </p:nvCxnSpPr>
          <p:spPr bwMode="auto">
            <a:xfrm>
              <a:off x="2437" y="2894"/>
              <a:ext cx="107" cy="13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65" name="AutoShape 30">
              <a:extLst>
                <a:ext uri="{FF2B5EF4-FFF2-40B4-BE49-F238E27FC236}">
                  <a16:creationId xmlns:a16="http://schemas.microsoft.com/office/drawing/2014/main" id="{9EE7B26A-F23C-30A8-374D-5AB28F642D30}"/>
                </a:ext>
              </a:extLst>
            </p:cNvPr>
            <p:cNvCxnSpPr>
              <a:cxnSpLocks noChangeShapeType="1"/>
              <a:stCxn id="25646" idx="4"/>
              <a:endCxn id="25651" idx="0"/>
            </p:cNvCxnSpPr>
            <p:nvPr/>
          </p:nvCxnSpPr>
          <p:spPr bwMode="auto">
            <a:xfrm flipH="1">
              <a:off x="2736" y="3326"/>
              <a:ext cx="91" cy="13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66" name="AutoShape 31">
              <a:extLst>
                <a:ext uri="{FF2B5EF4-FFF2-40B4-BE49-F238E27FC236}">
                  <a16:creationId xmlns:a16="http://schemas.microsoft.com/office/drawing/2014/main" id="{B42A9B17-EDF9-2B01-DAC1-2E824B118D1F}"/>
                </a:ext>
              </a:extLst>
            </p:cNvPr>
            <p:cNvCxnSpPr>
              <a:cxnSpLocks noChangeShapeType="1"/>
              <a:stCxn id="25646" idx="4"/>
              <a:endCxn id="25652" idx="0"/>
            </p:cNvCxnSpPr>
            <p:nvPr/>
          </p:nvCxnSpPr>
          <p:spPr bwMode="auto">
            <a:xfrm>
              <a:off x="2827" y="3326"/>
              <a:ext cx="101" cy="13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67" name="AutoShape 32">
              <a:extLst>
                <a:ext uri="{FF2B5EF4-FFF2-40B4-BE49-F238E27FC236}">
                  <a16:creationId xmlns:a16="http://schemas.microsoft.com/office/drawing/2014/main" id="{F9A4CE93-6651-3913-C0C3-DA4A0224842D}"/>
                </a:ext>
              </a:extLst>
            </p:cNvPr>
            <p:cNvCxnSpPr>
              <a:cxnSpLocks noChangeShapeType="1"/>
              <a:stCxn id="25644" idx="4"/>
              <a:endCxn id="25672" idx="0"/>
            </p:cNvCxnSpPr>
            <p:nvPr/>
          </p:nvCxnSpPr>
          <p:spPr bwMode="auto">
            <a:xfrm>
              <a:off x="3049" y="2894"/>
              <a:ext cx="124" cy="17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68" name="AutoShape 33">
              <a:extLst>
                <a:ext uri="{FF2B5EF4-FFF2-40B4-BE49-F238E27FC236}">
                  <a16:creationId xmlns:a16="http://schemas.microsoft.com/office/drawing/2014/main" id="{214A5E4D-7156-B76D-BE2C-991B322CE8D7}"/>
                </a:ext>
              </a:extLst>
            </p:cNvPr>
            <p:cNvCxnSpPr>
              <a:cxnSpLocks noChangeShapeType="1"/>
              <a:stCxn id="25642" idx="4"/>
              <a:endCxn id="25653" idx="0"/>
            </p:cNvCxnSpPr>
            <p:nvPr/>
          </p:nvCxnSpPr>
          <p:spPr bwMode="auto">
            <a:xfrm flipH="1">
              <a:off x="3408" y="2894"/>
              <a:ext cx="149" cy="17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69" name="AutoShape 34">
              <a:extLst>
                <a:ext uri="{FF2B5EF4-FFF2-40B4-BE49-F238E27FC236}">
                  <a16:creationId xmlns:a16="http://schemas.microsoft.com/office/drawing/2014/main" id="{98184327-7574-B3B8-4D0B-2787CDCF639A}"/>
                </a:ext>
              </a:extLst>
            </p:cNvPr>
            <p:cNvCxnSpPr>
              <a:cxnSpLocks noChangeShapeType="1"/>
              <a:stCxn id="25644" idx="0"/>
              <a:endCxn id="25647" idx="4"/>
            </p:cNvCxnSpPr>
            <p:nvPr/>
          </p:nvCxnSpPr>
          <p:spPr bwMode="auto">
            <a:xfrm flipV="1">
              <a:off x="3049" y="2462"/>
              <a:ext cx="258" cy="17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70" name="AutoShape 35">
              <a:extLst>
                <a:ext uri="{FF2B5EF4-FFF2-40B4-BE49-F238E27FC236}">
                  <a16:creationId xmlns:a16="http://schemas.microsoft.com/office/drawing/2014/main" id="{D046451C-A32C-4E13-BE87-84D07AA9FFE1}"/>
                </a:ext>
              </a:extLst>
            </p:cNvPr>
            <p:cNvCxnSpPr>
              <a:cxnSpLocks noChangeShapeType="1"/>
              <a:stCxn id="25645" idx="4"/>
              <a:endCxn id="25654" idx="0"/>
            </p:cNvCxnSpPr>
            <p:nvPr/>
          </p:nvCxnSpPr>
          <p:spPr bwMode="auto">
            <a:xfrm flipH="1">
              <a:off x="3600" y="3318"/>
              <a:ext cx="85" cy="13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71" name="AutoShape 36">
              <a:extLst>
                <a:ext uri="{FF2B5EF4-FFF2-40B4-BE49-F238E27FC236}">
                  <a16:creationId xmlns:a16="http://schemas.microsoft.com/office/drawing/2014/main" id="{CACDF7DC-4301-2006-FE89-08BE804DC94F}"/>
                </a:ext>
              </a:extLst>
            </p:cNvPr>
            <p:cNvCxnSpPr>
              <a:cxnSpLocks noChangeShapeType="1"/>
              <a:stCxn id="25645" idx="4"/>
              <a:endCxn id="25655" idx="0"/>
            </p:cNvCxnSpPr>
            <p:nvPr/>
          </p:nvCxnSpPr>
          <p:spPr bwMode="auto">
            <a:xfrm>
              <a:off x="3685" y="3318"/>
              <a:ext cx="107" cy="13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672" name="Oval 37">
              <a:extLst>
                <a:ext uri="{FF2B5EF4-FFF2-40B4-BE49-F238E27FC236}">
                  <a16:creationId xmlns:a16="http://schemas.microsoft.com/office/drawing/2014/main" id="{8C99528C-9FBE-772F-8960-C95A060BB8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2" y="3072"/>
              <a:ext cx="282" cy="25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54</a:t>
              </a:r>
            </a:p>
          </p:txBody>
        </p:sp>
        <p:sp>
          <p:nvSpPr>
            <p:cNvPr id="25673" name="Rectangle 38">
              <a:extLst>
                <a:ext uri="{FF2B5EF4-FFF2-40B4-BE49-F238E27FC236}">
                  <a16:creationId xmlns:a16="http://schemas.microsoft.com/office/drawing/2014/main" id="{B1FE1AC4-FC17-10AC-59C8-C7498D4096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4" y="3464"/>
              <a:ext cx="96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5674" name="Rectangle 39">
              <a:extLst>
                <a:ext uri="{FF2B5EF4-FFF2-40B4-BE49-F238E27FC236}">
                  <a16:creationId xmlns:a16="http://schemas.microsoft.com/office/drawing/2014/main" id="{C7B54DC3-67E0-0E41-7C64-55F6B9DA48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6" y="3464"/>
              <a:ext cx="96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cxnSp>
          <p:nvCxnSpPr>
            <p:cNvPr id="25675" name="AutoShape 40">
              <a:extLst>
                <a:ext uri="{FF2B5EF4-FFF2-40B4-BE49-F238E27FC236}">
                  <a16:creationId xmlns:a16="http://schemas.microsoft.com/office/drawing/2014/main" id="{E5D316D5-22A9-0DD1-1F18-F41896DF3BD1}"/>
                </a:ext>
              </a:extLst>
            </p:cNvPr>
            <p:cNvCxnSpPr>
              <a:cxnSpLocks noChangeShapeType="1"/>
              <a:stCxn id="25672" idx="4"/>
              <a:endCxn id="25673" idx="0"/>
            </p:cNvCxnSpPr>
            <p:nvPr/>
          </p:nvCxnSpPr>
          <p:spPr bwMode="auto">
            <a:xfrm flipH="1">
              <a:off x="3082" y="3326"/>
              <a:ext cx="91" cy="13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76" name="AutoShape 41">
              <a:extLst>
                <a:ext uri="{FF2B5EF4-FFF2-40B4-BE49-F238E27FC236}">
                  <a16:creationId xmlns:a16="http://schemas.microsoft.com/office/drawing/2014/main" id="{6DCCF29E-B72A-7861-EB1E-EF32B18D773D}"/>
                </a:ext>
              </a:extLst>
            </p:cNvPr>
            <p:cNvCxnSpPr>
              <a:cxnSpLocks noChangeShapeType="1"/>
              <a:stCxn id="25672" idx="4"/>
              <a:endCxn id="25674" idx="0"/>
            </p:cNvCxnSpPr>
            <p:nvPr/>
          </p:nvCxnSpPr>
          <p:spPr bwMode="auto">
            <a:xfrm>
              <a:off x="3173" y="3326"/>
              <a:ext cx="101" cy="13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5604" name="Oval 42">
            <a:extLst>
              <a:ext uri="{FF2B5EF4-FFF2-40B4-BE49-F238E27FC236}">
                <a16:creationId xmlns:a16="http://schemas.microsoft.com/office/drawing/2014/main" id="{1C571D13-6644-BDDD-A6F7-0F6E575B73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7113" y="2927350"/>
            <a:ext cx="447675" cy="403225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44</a:t>
            </a:r>
          </a:p>
        </p:txBody>
      </p:sp>
      <p:sp>
        <p:nvSpPr>
          <p:cNvPr id="25605" name="Oval 43">
            <a:extLst>
              <a:ext uri="{FF2B5EF4-FFF2-40B4-BE49-F238E27FC236}">
                <a16:creationId xmlns:a16="http://schemas.microsoft.com/office/drawing/2014/main" id="{FE69EC98-7319-1E8A-2CF6-E07C891A52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3713" y="3536950"/>
            <a:ext cx="447675" cy="403225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17</a:t>
            </a:r>
          </a:p>
        </p:txBody>
      </p:sp>
      <p:sp>
        <p:nvSpPr>
          <p:cNvPr id="25606" name="Oval 44">
            <a:extLst>
              <a:ext uri="{FF2B5EF4-FFF2-40B4-BE49-F238E27FC236}">
                <a16:creationId xmlns:a16="http://schemas.microsoft.com/office/drawing/2014/main" id="{048A6835-84E5-6F8E-9DA1-F364780EB1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3588" y="4222750"/>
            <a:ext cx="447675" cy="403225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78</a:t>
            </a:r>
          </a:p>
        </p:txBody>
      </p:sp>
      <p:sp>
        <p:nvSpPr>
          <p:cNvPr id="25607" name="Oval 45">
            <a:extLst>
              <a:ext uri="{FF2B5EF4-FFF2-40B4-BE49-F238E27FC236}">
                <a16:creationId xmlns:a16="http://schemas.microsoft.com/office/drawing/2014/main" id="{FF39DF49-496E-E4A3-27ED-CADE274C0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7138" y="4222750"/>
            <a:ext cx="447675" cy="403225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50</a:t>
            </a:r>
          </a:p>
        </p:txBody>
      </p:sp>
      <p:sp>
        <p:nvSpPr>
          <p:cNvPr id="25608" name="Oval 46">
            <a:extLst>
              <a:ext uri="{FF2B5EF4-FFF2-40B4-BE49-F238E27FC236}">
                <a16:creationId xmlns:a16="http://schemas.microsoft.com/office/drawing/2014/main" id="{0915959F-02A4-BFFF-9CCB-DA5292BC7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6788" y="4895850"/>
            <a:ext cx="447675" cy="403225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88</a:t>
            </a:r>
          </a:p>
        </p:txBody>
      </p:sp>
      <p:sp>
        <p:nvSpPr>
          <p:cNvPr id="25609" name="Oval 47">
            <a:extLst>
              <a:ext uri="{FF2B5EF4-FFF2-40B4-BE49-F238E27FC236}">
                <a16:creationId xmlns:a16="http://schemas.microsoft.com/office/drawing/2014/main" id="{EC67058F-0E71-4121-B949-4D389B5FE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4713" y="4908550"/>
            <a:ext cx="447675" cy="403225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48</a:t>
            </a:r>
          </a:p>
        </p:txBody>
      </p:sp>
      <p:sp>
        <p:nvSpPr>
          <p:cNvPr id="25610" name="Oval 48">
            <a:extLst>
              <a:ext uri="{FF2B5EF4-FFF2-40B4-BE49-F238E27FC236}">
                <a16:creationId xmlns:a16="http://schemas.microsoft.com/office/drawing/2014/main" id="{96C1BDE2-AE37-5F41-DCCB-2A3934642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6713" y="3536950"/>
            <a:ext cx="447675" cy="403225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62</a:t>
            </a:r>
          </a:p>
        </p:txBody>
      </p:sp>
      <p:sp>
        <p:nvSpPr>
          <p:cNvPr id="25611" name="Rectangle 49">
            <a:extLst>
              <a:ext uri="{FF2B5EF4-FFF2-40B4-BE49-F238E27FC236}">
                <a16:creationId xmlns:a16="http://schemas.microsoft.com/office/drawing/2014/main" id="{31C247C4-3F6B-9A2F-8F79-79BD87AF5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7363" y="4159250"/>
            <a:ext cx="1524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5612" name="Rectangle 50">
            <a:extLst>
              <a:ext uri="{FF2B5EF4-FFF2-40B4-BE49-F238E27FC236}">
                <a16:creationId xmlns:a16="http://schemas.microsoft.com/office/drawing/2014/main" id="{56EDC0CE-4537-ED59-AC33-77BCACF5F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2163" y="4159250"/>
            <a:ext cx="1524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5613" name="Rectangle 51">
            <a:extLst>
              <a:ext uri="{FF2B5EF4-FFF2-40B4-BE49-F238E27FC236}">
                <a16:creationId xmlns:a16="http://schemas.microsoft.com/office/drawing/2014/main" id="{65E63DA3-C13C-710A-B399-642EA4B12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7888" y="5530850"/>
            <a:ext cx="1524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5614" name="Rectangle 52">
            <a:extLst>
              <a:ext uri="{FF2B5EF4-FFF2-40B4-BE49-F238E27FC236}">
                <a16:creationId xmlns:a16="http://schemas.microsoft.com/office/drawing/2014/main" id="{27BC2BD3-62C8-4E9E-C19D-BF6ABDF12B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2688" y="5530850"/>
            <a:ext cx="1524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5615" name="Rectangle 53">
            <a:extLst>
              <a:ext uri="{FF2B5EF4-FFF2-40B4-BE49-F238E27FC236}">
                <a16:creationId xmlns:a16="http://schemas.microsoft.com/office/drawing/2014/main" id="{3EA1B158-0158-2B14-1FBA-0151AF43A5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4688" y="4908550"/>
            <a:ext cx="1524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5616" name="Rectangle 54">
            <a:extLst>
              <a:ext uri="{FF2B5EF4-FFF2-40B4-BE49-F238E27FC236}">
                <a16:creationId xmlns:a16="http://schemas.microsoft.com/office/drawing/2014/main" id="{C556A03F-6323-AE86-D762-D01039D6DE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9488" y="5518150"/>
            <a:ext cx="1524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5617" name="Rectangle 55">
            <a:extLst>
              <a:ext uri="{FF2B5EF4-FFF2-40B4-BE49-F238E27FC236}">
                <a16:creationId xmlns:a16="http://schemas.microsoft.com/office/drawing/2014/main" id="{38460D29-0888-DD63-AF2E-565E64D7E1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4288" y="5518150"/>
            <a:ext cx="1524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5618" name="AutoShape 56">
            <a:extLst>
              <a:ext uri="{FF2B5EF4-FFF2-40B4-BE49-F238E27FC236}">
                <a16:creationId xmlns:a16="http://schemas.microsoft.com/office/drawing/2014/main" id="{B1644175-DE69-A956-BF8B-CC84AF8FB898}"/>
              </a:ext>
            </a:extLst>
          </p:cNvPr>
          <p:cNvCxnSpPr>
            <a:cxnSpLocks noChangeShapeType="1"/>
            <a:stCxn id="25604" idx="4"/>
            <a:endCxn id="25605" idx="0"/>
          </p:cNvCxnSpPr>
          <p:nvPr/>
        </p:nvCxnSpPr>
        <p:spPr bwMode="auto">
          <a:xfrm flipH="1">
            <a:off x="5797550" y="3330575"/>
            <a:ext cx="533400" cy="2063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9" name="AutoShape 57">
            <a:extLst>
              <a:ext uri="{FF2B5EF4-FFF2-40B4-BE49-F238E27FC236}">
                <a16:creationId xmlns:a16="http://schemas.microsoft.com/office/drawing/2014/main" id="{CB051F06-F5C4-16CE-D8D0-5148368393F5}"/>
              </a:ext>
            </a:extLst>
          </p:cNvPr>
          <p:cNvCxnSpPr>
            <a:cxnSpLocks noChangeShapeType="1"/>
            <a:stCxn id="25605" idx="4"/>
            <a:endCxn id="25611" idx="0"/>
          </p:cNvCxnSpPr>
          <p:nvPr/>
        </p:nvCxnSpPr>
        <p:spPr bwMode="auto">
          <a:xfrm flipH="1">
            <a:off x="5643563" y="3940175"/>
            <a:ext cx="153987" cy="2190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20" name="AutoShape 58">
            <a:extLst>
              <a:ext uri="{FF2B5EF4-FFF2-40B4-BE49-F238E27FC236}">
                <a16:creationId xmlns:a16="http://schemas.microsoft.com/office/drawing/2014/main" id="{C5469F8F-6F37-668D-BCCF-748C841ECB7C}"/>
              </a:ext>
            </a:extLst>
          </p:cNvPr>
          <p:cNvCxnSpPr>
            <a:cxnSpLocks noChangeShapeType="1"/>
            <a:stCxn id="25605" idx="4"/>
            <a:endCxn id="25612" idx="0"/>
          </p:cNvCxnSpPr>
          <p:nvPr/>
        </p:nvCxnSpPr>
        <p:spPr bwMode="auto">
          <a:xfrm>
            <a:off x="5797550" y="3940175"/>
            <a:ext cx="150813" cy="2190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21" name="AutoShape 59">
            <a:extLst>
              <a:ext uri="{FF2B5EF4-FFF2-40B4-BE49-F238E27FC236}">
                <a16:creationId xmlns:a16="http://schemas.microsoft.com/office/drawing/2014/main" id="{1FCE07EB-C3BD-145B-8D06-DEE40536BC38}"/>
              </a:ext>
            </a:extLst>
          </p:cNvPr>
          <p:cNvCxnSpPr>
            <a:cxnSpLocks noChangeShapeType="1"/>
            <a:stCxn id="25604" idx="4"/>
            <a:endCxn id="25610" idx="0"/>
          </p:cNvCxnSpPr>
          <p:nvPr/>
        </p:nvCxnSpPr>
        <p:spPr bwMode="auto">
          <a:xfrm>
            <a:off x="6330950" y="3330575"/>
            <a:ext cx="609600" cy="2063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22" name="AutoShape 60">
            <a:extLst>
              <a:ext uri="{FF2B5EF4-FFF2-40B4-BE49-F238E27FC236}">
                <a16:creationId xmlns:a16="http://schemas.microsoft.com/office/drawing/2014/main" id="{73B1AA0E-CCEF-041B-8E9B-E14154425299}"/>
              </a:ext>
            </a:extLst>
          </p:cNvPr>
          <p:cNvCxnSpPr>
            <a:cxnSpLocks noChangeShapeType="1"/>
            <a:stCxn id="25606" idx="0"/>
            <a:endCxn id="25610" idx="4"/>
          </p:cNvCxnSpPr>
          <p:nvPr/>
        </p:nvCxnSpPr>
        <p:spPr bwMode="auto">
          <a:xfrm flipH="1" flipV="1">
            <a:off x="6940550" y="3940175"/>
            <a:ext cx="396875" cy="2825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23" name="AutoShape 61">
            <a:extLst>
              <a:ext uri="{FF2B5EF4-FFF2-40B4-BE49-F238E27FC236}">
                <a16:creationId xmlns:a16="http://schemas.microsoft.com/office/drawing/2014/main" id="{B2BFED89-7A73-E6C7-2B8D-3D976E70FCD6}"/>
              </a:ext>
            </a:extLst>
          </p:cNvPr>
          <p:cNvCxnSpPr>
            <a:cxnSpLocks noChangeShapeType="1"/>
            <a:stCxn id="25606" idx="4"/>
            <a:endCxn id="25608" idx="0"/>
          </p:cNvCxnSpPr>
          <p:nvPr/>
        </p:nvCxnSpPr>
        <p:spPr bwMode="auto">
          <a:xfrm>
            <a:off x="7337425" y="4625975"/>
            <a:ext cx="203200" cy="2698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24" name="AutoShape 62">
            <a:extLst>
              <a:ext uri="{FF2B5EF4-FFF2-40B4-BE49-F238E27FC236}">
                <a16:creationId xmlns:a16="http://schemas.microsoft.com/office/drawing/2014/main" id="{3928396C-8F81-93F6-F325-25D2F2BE94EF}"/>
              </a:ext>
            </a:extLst>
          </p:cNvPr>
          <p:cNvCxnSpPr>
            <a:cxnSpLocks noChangeShapeType="1"/>
            <a:stCxn id="25607" idx="4"/>
            <a:endCxn id="25609" idx="0"/>
          </p:cNvCxnSpPr>
          <p:nvPr/>
        </p:nvCxnSpPr>
        <p:spPr bwMode="auto">
          <a:xfrm flipH="1">
            <a:off x="6178550" y="4625975"/>
            <a:ext cx="352425" cy="2825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25" name="AutoShape 63">
            <a:extLst>
              <a:ext uri="{FF2B5EF4-FFF2-40B4-BE49-F238E27FC236}">
                <a16:creationId xmlns:a16="http://schemas.microsoft.com/office/drawing/2014/main" id="{FA88F16D-62F4-5C01-9416-19512C7921F5}"/>
              </a:ext>
            </a:extLst>
          </p:cNvPr>
          <p:cNvCxnSpPr>
            <a:cxnSpLocks noChangeShapeType="1"/>
            <a:stCxn id="25609" idx="4"/>
            <a:endCxn id="25613" idx="0"/>
          </p:cNvCxnSpPr>
          <p:nvPr/>
        </p:nvCxnSpPr>
        <p:spPr bwMode="auto">
          <a:xfrm flipH="1">
            <a:off x="6034088" y="5311775"/>
            <a:ext cx="144462" cy="2190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26" name="AutoShape 64">
            <a:extLst>
              <a:ext uri="{FF2B5EF4-FFF2-40B4-BE49-F238E27FC236}">
                <a16:creationId xmlns:a16="http://schemas.microsoft.com/office/drawing/2014/main" id="{A311F814-872E-4433-8DE4-88AB484EB7D0}"/>
              </a:ext>
            </a:extLst>
          </p:cNvPr>
          <p:cNvCxnSpPr>
            <a:cxnSpLocks noChangeShapeType="1"/>
            <a:stCxn id="25609" idx="4"/>
            <a:endCxn id="25614" idx="0"/>
          </p:cNvCxnSpPr>
          <p:nvPr/>
        </p:nvCxnSpPr>
        <p:spPr bwMode="auto">
          <a:xfrm>
            <a:off x="6178550" y="5311775"/>
            <a:ext cx="160338" cy="2190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27" name="AutoShape 65">
            <a:extLst>
              <a:ext uri="{FF2B5EF4-FFF2-40B4-BE49-F238E27FC236}">
                <a16:creationId xmlns:a16="http://schemas.microsoft.com/office/drawing/2014/main" id="{C22B9754-4E43-EFC4-6986-46F768CB372A}"/>
              </a:ext>
            </a:extLst>
          </p:cNvPr>
          <p:cNvCxnSpPr>
            <a:cxnSpLocks noChangeShapeType="1"/>
            <a:stCxn id="25607" idx="4"/>
            <a:endCxn id="25632" idx="0"/>
          </p:cNvCxnSpPr>
          <p:nvPr/>
        </p:nvCxnSpPr>
        <p:spPr bwMode="auto">
          <a:xfrm>
            <a:off x="6530975" y="4625975"/>
            <a:ext cx="196850" cy="2825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28" name="AutoShape 66">
            <a:extLst>
              <a:ext uri="{FF2B5EF4-FFF2-40B4-BE49-F238E27FC236}">
                <a16:creationId xmlns:a16="http://schemas.microsoft.com/office/drawing/2014/main" id="{5AE478E1-F9E5-4885-9F3E-943A389E1684}"/>
              </a:ext>
            </a:extLst>
          </p:cNvPr>
          <p:cNvCxnSpPr>
            <a:cxnSpLocks noChangeShapeType="1"/>
            <a:stCxn id="25606" idx="4"/>
            <a:endCxn id="25615" idx="0"/>
          </p:cNvCxnSpPr>
          <p:nvPr/>
        </p:nvCxnSpPr>
        <p:spPr bwMode="auto">
          <a:xfrm flipH="1">
            <a:off x="7100888" y="4625975"/>
            <a:ext cx="236537" cy="2825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29" name="AutoShape 67">
            <a:extLst>
              <a:ext uri="{FF2B5EF4-FFF2-40B4-BE49-F238E27FC236}">
                <a16:creationId xmlns:a16="http://schemas.microsoft.com/office/drawing/2014/main" id="{9A92CC8D-3B45-6406-AF9D-BB7BFF33D4AA}"/>
              </a:ext>
            </a:extLst>
          </p:cNvPr>
          <p:cNvCxnSpPr>
            <a:cxnSpLocks noChangeShapeType="1"/>
            <a:stCxn id="25607" idx="0"/>
            <a:endCxn id="25610" idx="4"/>
          </p:cNvCxnSpPr>
          <p:nvPr/>
        </p:nvCxnSpPr>
        <p:spPr bwMode="auto">
          <a:xfrm flipV="1">
            <a:off x="6530975" y="3940175"/>
            <a:ext cx="409575" cy="2825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30" name="AutoShape 68">
            <a:extLst>
              <a:ext uri="{FF2B5EF4-FFF2-40B4-BE49-F238E27FC236}">
                <a16:creationId xmlns:a16="http://schemas.microsoft.com/office/drawing/2014/main" id="{DEF749C5-B320-8683-C2DE-63BAC595FE5C}"/>
              </a:ext>
            </a:extLst>
          </p:cNvPr>
          <p:cNvCxnSpPr>
            <a:cxnSpLocks noChangeShapeType="1"/>
            <a:stCxn id="25608" idx="4"/>
            <a:endCxn id="25616" idx="0"/>
          </p:cNvCxnSpPr>
          <p:nvPr/>
        </p:nvCxnSpPr>
        <p:spPr bwMode="auto">
          <a:xfrm flipH="1">
            <a:off x="7405688" y="5299075"/>
            <a:ext cx="134937" cy="2190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31" name="AutoShape 69">
            <a:extLst>
              <a:ext uri="{FF2B5EF4-FFF2-40B4-BE49-F238E27FC236}">
                <a16:creationId xmlns:a16="http://schemas.microsoft.com/office/drawing/2014/main" id="{5D40607A-4079-89E9-5225-3BE9E5B636FE}"/>
              </a:ext>
            </a:extLst>
          </p:cNvPr>
          <p:cNvCxnSpPr>
            <a:cxnSpLocks noChangeShapeType="1"/>
            <a:stCxn id="25608" idx="4"/>
            <a:endCxn id="25617" idx="0"/>
          </p:cNvCxnSpPr>
          <p:nvPr/>
        </p:nvCxnSpPr>
        <p:spPr bwMode="auto">
          <a:xfrm>
            <a:off x="7540625" y="5299075"/>
            <a:ext cx="169863" cy="2190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32" name="Oval 70">
            <a:extLst>
              <a:ext uri="{FF2B5EF4-FFF2-40B4-BE49-F238E27FC236}">
                <a16:creationId xmlns:a16="http://schemas.microsoft.com/office/drawing/2014/main" id="{DDB8BB81-6300-889A-3590-E9C3557384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3988" y="4908550"/>
            <a:ext cx="447675" cy="403225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54</a:t>
            </a:r>
          </a:p>
        </p:txBody>
      </p:sp>
      <p:sp>
        <p:nvSpPr>
          <p:cNvPr id="25633" name="Rectangle 71">
            <a:extLst>
              <a:ext uri="{FF2B5EF4-FFF2-40B4-BE49-F238E27FC236}">
                <a16:creationId xmlns:a16="http://schemas.microsoft.com/office/drawing/2014/main" id="{37E5BC03-F0DD-F67B-7AF6-763CC0B0C1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7163" y="5530850"/>
            <a:ext cx="1524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5634" name="Rectangle 72">
            <a:extLst>
              <a:ext uri="{FF2B5EF4-FFF2-40B4-BE49-F238E27FC236}">
                <a16:creationId xmlns:a16="http://schemas.microsoft.com/office/drawing/2014/main" id="{385C3DED-2CCF-E9F4-C4BF-4A95A7C3C7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1963" y="5530850"/>
            <a:ext cx="1524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5635" name="AutoShape 73">
            <a:extLst>
              <a:ext uri="{FF2B5EF4-FFF2-40B4-BE49-F238E27FC236}">
                <a16:creationId xmlns:a16="http://schemas.microsoft.com/office/drawing/2014/main" id="{07F0C90D-89CD-69B9-7AAC-6830F3D42534}"/>
              </a:ext>
            </a:extLst>
          </p:cNvPr>
          <p:cNvCxnSpPr>
            <a:cxnSpLocks noChangeShapeType="1"/>
            <a:stCxn id="25632" idx="4"/>
            <a:endCxn id="25633" idx="0"/>
          </p:cNvCxnSpPr>
          <p:nvPr/>
        </p:nvCxnSpPr>
        <p:spPr bwMode="auto">
          <a:xfrm flipH="1">
            <a:off x="6583363" y="5311775"/>
            <a:ext cx="144462" cy="2190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36" name="AutoShape 74">
            <a:extLst>
              <a:ext uri="{FF2B5EF4-FFF2-40B4-BE49-F238E27FC236}">
                <a16:creationId xmlns:a16="http://schemas.microsoft.com/office/drawing/2014/main" id="{E0B07F51-71FC-9100-24AA-73161169E735}"/>
              </a:ext>
            </a:extLst>
          </p:cNvPr>
          <p:cNvCxnSpPr>
            <a:cxnSpLocks noChangeShapeType="1"/>
            <a:stCxn id="25632" idx="4"/>
            <a:endCxn id="25634" idx="0"/>
          </p:cNvCxnSpPr>
          <p:nvPr/>
        </p:nvCxnSpPr>
        <p:spPr bwMode="auto">
          <a:xfrm>
            <a:off x="6727825" y="5311775"/>
            <a:ext cx="160338" cy="2190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37" name="Text Box 75">
            <a:extLst>
              <a:ext uri="{FF2B5EF4-FFF2-40B4-BE49-F238E27FC236}">
                <a16:creationId xmlns:a16="http://schemas.microsoft.com/office/drawing/2014/main" id="{1A090E0E-D61B-FEE5-4C44-AA88447D5B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5911850"/>
            <a:ext cx="2114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before deletion of 32</a:t>
            </a:r>
          </a:p>
        </p:txBody>
      </p:sp>
      <p:sp>
        <p:nvSpPr>
          <p:cNvPr id="25638" name="Text Box 76">
            <a:extLst>
              <a:ext uri="{FF2B5EF4-FFF2-40B4-BE49-F238E27FC236}">
                <a16:creationId xmlns:a16="http://schemas.microsoft.com/office/drawing/2014/main" id="{61649500-32A1-67B6-6983-CB4CFFCE89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5954713"/>
            <a:ext cx="14097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after deletion</a:t>
            </a:r>
          </a:p>
        </p:txBody>
      </p:sp>
      <p:sp>
        <p:nvSpPr>
          <p:cNvPr id="25639" name="Line 77">
            <a:extLst>
              <a:ext uri="{FF2B5EF4-FFF2-40B4-BE49-F238E27FC236}">
                <a16:creationId xmlns:a16="http://schemas.microsoft.com/office/drawing/2014/main" id="{5C2F58D1-84FE-4C5A-B78C-CA21F7246218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3352800"/>
            <a:ext cx="762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AutoShape 2">
            <a:extLst>
              <a:ext uri="{FF2B5EF4-FFF2-40B4-BE49-F238E27FC236}">
                <a16:creationId xmlns:a16="http://schemas.microsoft.com/office/drawing/2014/main" id="{A5569E4D-B12F-3AFA-C25E-C7A962C5CB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4635500"/>
            <a:ext cx="914400" cy="9906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26" name="AutoShape 3">
            <a:extLst>
              <a:ext uri="{FF2B5EF4-FFF2-40B4-BE49-F238E27FC236}">
                <a16:creationId xmlns:a16="http://schemas.microsoft.com/office/drawing/2014/main" id="{2A36852C-EED7-22D8-4176-54C7BDDA5D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4635500"/>
            <a:ext cx="457200" cy="3810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27" name="AutoShape 4">
            <a:extLst>
              <a:ext uri="{FF2B5EF4-FFF2-40B4-BE49-F238E27FC236}">
                <a16:creationId xmlns:a16="http://schemas.microsoft.com/office/drawing/2014/main" id="{8895E138-AE95-1F99-CF87-8EA7EE47A0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711700"/>
            <a:ext cx="1295400" cy="14478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28" name="AutoShape 5">
            <a:extLst>
              <a:ext uri="{FF2B5EF4-FFF2-40B4-BE49-F238E27FC236}">
                <a16:creationId xmlns:a16="http://schemas.microsoft.com/office/drawing/2014/main" id="{64E0279D-A49F-74C2-2FAD-24F048748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635500"/>
            <a:ext cx="914400" cy="9906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29" name="AutoShape 6">
            <a:extLst>
              <a:ext uri="{FF2B5EF4-FFF2-40B4-BE49-F238E27FC236}">
                <a16:creationId xmlns:a16="http://schemas.microsoft.com/office/drawing/2014/main" id="{EDF35DDB-19AB-972E-FD47-B10B43360B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5397500"/>
            <a:ext cx="914400" cy="9906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30" name="AutoShape 7">
            <a:extLst>
              <a:ext uri="{FF2B5EF4-FFF2-40B4-BE49-F238E27FC236}">
                <a16:creationId xmlns:a16="http://schemas.microsoft.com/office/drawing/2014/main" id="{834346C8-5C1E-C1A8-7C04-31BD40FCC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397500"/>
            <a:ext cx="457200" cy="3810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31" name="AutoShape 8">
            <a:extLst>
              <a:ext uri="{FF2B5EF4-FFF2-40B4-BE49-F238E27FC236}">
                <a16:creationId xmlns:a16="http://schemas.microsoft.com/office/drawing/2014/main" id="{4D931F9C-8CCD-526E-5B7B-CC98FA252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4940300"/>
            <a:ext cx="1295400" cy="14478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32" name="AutoShape 9">
            <a:extLst>
              <a:ext uri="{FF2B5EF4-FFF2-40B4-BE49-F238E27FC236}">
                <a16:creationId xmlns:a16="http://schemas.microsoft.com/office/drawing/2014/main" id="{DDE645F2-1F61-CB4C-B275-4D781A0B42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178300"/>
            <a:ext cx="914400" cy="990600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33" name="Rectangle 10">
            <a:extLst>
              <a:ext uri="{FF2B5EF4-FFF2-40B4-BE49-F238E27FC236}">
                <a16:creationId xmlns:a16="http://schemas.microsoft.com/office/drawing/2014/main" id="{0FA0ED59-BE87-F425-45A8-2AC85A7FDC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609600"/>
          </a:xfrm>
        </p:spPr>
        <p:txBody>
          <a:bodyPr/>
          <a:lstStyle/>
          <a:p>
            <a:pPr eaLnBrk="1" hangingPunct="1"/>
            <a:r>
              <a:rPr lang="en-US" altLang="en-US" sz="2400"/>
              <a:t>Rebalancing after a Removal</a:t>
            </a:r>
          </a:p>
        </p:txBody>
      </p:sp>
      <p:sp>
        <p:nvSpPr>
          <p:cNvPr id="26634" name="Rectangle 11">
            <a:extLst>
              <a:ext uri="{FF2B5EF4-FFF2-40B4-BE49-F238E27FC236}">
                <a16:creationId xmlns:a16="http://schemas.microsoft.com/office/drawing/2014/main" id="{4EE8CB1E-9BAE-F148-74BC-7B4C49D1BC3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914400"/>
            <a:ext cx="8382000" cy="2514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Let </a:t>
            </a:r>
            <a:r>
              <a:rPr lang="en-US" altLang="en-US" sz="2000" i="1">
                <a:solidFill>
                  <a:srgbClr val="FF3045"/>
                </a:solidFill>
              </a:rPr>
              <a:t>z</a:t>
            </a:r>
            <a:r>
              <a:rPr lang="en-US" altLang="en-US" sz="2000"/>
              <a:t> be the </a:t>
            </a:r>
            <a:r>
              <a:rPr lang="en-US" altLang="en-US" sz="2000">
                <a:solidFill>
                  <a:srgbClr val="FF3045"/>
                </a:solidFill>
              </a:rPr>
              <a:t>unbalanced</a:t>
            </a:r>
            <a:r>
              <a:rPr lang="en-US" altLang="en-US" sz="2000"/>
              <a:t> node encountered while travelling up the tree from w. Also, let y be the child of z with the larger height (</a:t>
            </a:r>
            <a:r>
              <a:rPr lang="en-US" altLang="en-US" sz="2000">
                <a:solidFill>
                  <a:srgbClr val="FF0066"/>
                </a:solidFill>
              </a:rPr>
              <a:t>y must not be an ancestor of w</a:t>
            </a:r>
            <a:r>
              <a:rPr lang="en-US" altLang="en-US" sz="2000"/>
              <a:t>), and let x be the child of y with the larger height (otherwise, choose x to be the same side of y).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We perform the </a:t>
            </a:r>
            <a:r>
              <a:rPr lang="en-US" altLang="en-US" sz="2000">
                <a:solidFill>
                  <a:srgbClr val="24A63E"/>
                </a:solidFill>
              </a:rPr>
              <a:t>restructuring </a:t>
            </a:r>
            <a:r>
              <a:rPr lang="en-US" altLang="en-US" sz="2000"/>
              <a:t>procedure to restore balance at z.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As this restructuring may upset the balance of another node higher in the tree, </a:t>
            </a:r>
            <a:r>
              <a:rPr lang="en-US" altLang="en-US" sz="2000">
                <a:solidFill>
                  <a:srgbClr val="FF0066"/>
                </a:solidFill>
              </a:rPr>
              <a:t>we must continue checking for balance until the root of T is reached </a:t>
            </a:r>
            <a:r>
              <a:rPr lang="en-US" altLang="en-US" sz="2000"/>
              <a:t>(consider, for example, 48 and 54 are both external nodes)</a:t>
            </a:r>
          </a:p>
        </p:txBody>
      </p:sp>
      <p:sp>
        <p:nvSpPr>
          <p:cNvPr id="26635" name="Oval 12">
            <a:extLst>
              <a:ext uri="{FF2B5EF4-FFF2-40B4-BE49-F238E27FC236}">
                <a16:creationId xmlns:a16="http://schemas.microsoft.com/office/drawing/2014/main" id="{2BD6510F-C5F0-1472-6C37-9938D6FAD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1513" y="3644900"/>
            <a:ext cx="447675" cy="403225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44</a:t>
            </a:r>
          </a:p>
        </p:txBody>
      </p:sp>
      <p:sp>
        <p:nvSpPr>
          <p:cNvPr id="26636" name="Oval 13">
            <a:extLst>
              <a:ext uri="{FF2B5EF4-FFF2-40B4-BE49-F238E27FC236}">
                <a16:creationId xmlns:a16="http://schemas.microsoft.com/office/drawing/2014/main" id="{CC14AAB7-0DBC-5AA0-697E-7B6ABB95C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8113" y="4254500"/>
            <a:ext cx="447675" cy="403225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17</a:t>
            </a:r>
          </a:p>
        </p:txBody>
      </p:sp>
      <p:sp>
        <p:nvSpPr>
          <p:cNvPr id="26637" name="Oval 14">
            <a:extLst>
              <a:ext uri="{FF2B5EF4-FFF2-40B4-BE49-F238E27FC236}">
                <a16:creationId xmlns:a16="http://schemas.microsoft.com/office/drawing/2014/main" id="{58B7F9B2-76B6-6FEC-D67A-B0E5BCD90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7988" y="4940300"/>
            <a:ext cx="447675" cy="403225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78</a:t>
            </a:r>
          </a:p>
        </p:txBody>
      </p:sp>
      <p:sp>
        <p:nvSpPr>
          <p:cNvPr id="26638" name="Oval 15">
            <a:extLst>
              <a:ext uri="{FF2B5EF4-FFF2-40B4-BE49-F238E27FC236}">
                <a16:creationId xmlns:a16="http://schemas.microsoft.com/office/drawing/2014/main" id="{C9B150CC-C973-5763-66EC-3A5AC1BD1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1538" y="4940300"/>
            <a:ext cx="447675" cy="403225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50</a:t>
            </a:r>
          </a:p>
        </p:txBody>
      </p:sp>
      <p:sp>
        <p:nvSpPr>
          <p:cNvPr id="26639" name="Oval 16">
            <a:extLst>
              <a:ext uri="{FF2B5EF4-FFF2-40B4-BE49-F238E27FC236}">
                <a16:creationId xmlns:a16="http://schemas.microsoft.com/office/drawing/2014/main" id="{A5C2C0F3-C06F-7E9C-90C7-9C3B761DD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1188" y="5613400"/>
            <a:ext cx="447675" cy="403225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88</a:t>
            </a:r>
          </a:p>
        </p:txBody>
      </p:sp>
      <p:sp>
        <p:nvSpPr>
          <p:cNvPr id="26640" name="Oval 17">
            <a:extLst>
              <a:ext uri="{FF2B5EF4-FFF2-40B4-BE49-F238E27FC236}">
                <a16:creationId xmlns:a16="http://schemas.microsoft.com/office/drawing/2014/main" id="{110E5BF9-CA72-E0CF-EC3F-9952F0802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9113" y="5626100"/>
            <a:ext cx="447675" cy="403225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48</a:t>
            </a:r>
          </a:p>
        </p:txBody>
      </p:sp>
      <p:sp>
        <p:nvSpPr>
          <p:cNvPr id="26641" name="Oval 18">
            <a:extLst>
              <a:ext uri="{FF2B5EF4-FFF2-40B4-BE49-F238E27FC236}">
                <a16:creationId xmlns:a16="http://schemas.microsoft.com/office/drawing/2014/main" id="{4305D6EC-358F-30C8-FDA4-E6BFCA7D7A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1113" y="4254500"/>
            <a:ext cx="447675" cy="403225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62</a:t>
            </a:r>
          </a:p>
        </p:txBody>
      </p:sp>
      <p:sp>
        <p:nvSpPr>
          <p:cNvPr id="26642" name="Rectangle 19">
            <a:extLst>
              <a:ext uri="{FF2B5EF4-FFF2-40B4-BE49-F238E27FC236}">
                <a16:creationId xmlns:a16="http://schemas.microsoft.com/office/drawing/2014/main" id="{3ADC6EAE-00FD-A927-B9BD-8A841CF0F9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1763" y="4876800"/>
            <a:ext cx="1524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43" name="Rectangle 20">
            <a:extLst>
              <a:ext uri="{FF2B5EF4-FFF2-40B4-BE49-F238E27FC236}">
                <a16:creationId xmlns:a16="http://schemas.microsoft.com/office/drawing/2014/main" id="{C67937F8-151A-F332-83CD-059D894BEE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6563" y="4876800"/>
            <a:ext cx="1524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44" name="Rectangle 21">
            <a:extLst>
              <a:ext uri="{FF2B5EF4-FFF2-40B4-BE49-F238E27FC236}">
                <a16:creationId xmlns:a16="http://schemas.microsoft.com/office/drawing/2014/main" id="{DEFE48E3-AD4B-8CEF-DBC4-F552230D76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2288" y="6248400"/>
            <a:ext cx="1524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45" name="Rectangle 22">
            <a:extLst>
              <a:ext uri="{FF2B5EF4-FFF2-40B4-BE49-F238E27FC236}">
                <a16:creationId xmlns:a16="http://schemas.microsoft.com/office/drawing/2014/main" id="{8FCDD826-DB3D-566C-2886-016379916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7088" y="6248400"/>
            <a:ext cx="1524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46" name="Rectangle 23">
            <a:extLst>
              <a:ext uri="{FF2B5EF4-FFF2-40B4-BE49-F238E27FC236}">
                <a16:creationId xmlns:a16="http://schemas.microsoft.com/office/drawing/2014/main" id="{F6A20C53-A6DF-CA94-5CEC-9BD79A6C78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9088" y="5626100"/>
            <a:ext cx="1524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47" name="Rectangle 24">
            <a:extLst>
              <a:ext uri="{FF2B5EF4-FFF2-40B4-BE49-F238E27FC236}">
                <a16:creationId xmlns:a16="http://schemas.microsoft.com/office/drawing/2014/main" id="{24EE05B9-EB60-AA39-C832-BCB5CF6DAA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3888" y="6235700"/>
            <a:ext cx="1524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48" name="Rectangle 25">
            <a:extLst>
              <a:ext uri="{FF2B5EF4-FFF2-40B4-BE49-F238E27FC236}">
                <a16:creationId xmlns:a16="http://schemas.microsoft.com/office/drawing/2014/main" id="{3764C60A-5B46-0147-1366-D5A788FB3B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8688" y="6235700"/>
            <a:ext cx="1524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6649" name="AutoShape 26">
            <a:extLst>
              <a:ext uri="{FF2B5EF4-FFF2-40B4-BE49-F238E27FC236}">
                <a16:creationId xmlns:a16="http://schemas.microsoft.com/office/drawing/2014/main" id="{6F67B99F-47D6-A08F-EACE-89F28A86BC43}"/>
              </a:ext>
            </a:extLst>
          </p:cNvPr>
          <p:cNvCxnSpPr>
            <a:cxnSpLocks noChangeShapeType="1"/>
            <a:stCxn id="26635" idx="4"/>
            <a:endCxn id="26636" idx="0"/>
          </p:cNvCxnSpPr>
          <p:nvPr/>
        </p:nvCxnSpPr>
        <p:spPr bwMode="auto">
          <a:xfrm flipH="1">
            <a:off x="1631950" y="4048125"/>
            <a:ext cx="533400" cy="2063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50" name="AutoShape 27">
            <a:extLst>
              <a:ext uri="{FF2B5EF4-FFF2-40B4-BE49-F238E27FC236}">
                <a16:creationId xmlns:a16="http://schemas.microsoft.com/office/drawing/2014/main" id="{397B0903-866C-55F0-3951-D2337D5081E7}"/>
              </a:ext>
            </a:extLst>
          </p:cNvPr>
          <p:cNvCxnSpPr>
            <a:cxnSpLocks noChangeShapeType="1"/>
            <a:stCxn id="26636" idx="4"/>
            <a:endCxn id="26642" idx="0"/>
          </p:cNvCxnSpPr>
          <p:nvPr/>
        </p:nvCxnSpPr>
        <p:spPr bwMode="auto">
          <a:xfrm flipH="1">
            <a:off x="1477963" y="4657725"/>
            <a:ext cx="153987" cy="2190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51" name="AutoShape 28">
            <a:extLst>
              <a:ext uri="{FF2B5EF4-FFF2-40B4-BE49-F238E27FC236}">
                <a16:creationId xmlns:a16="http://schemas.microsoft.com/office/drawing/2014/main" id="{42A67907-ED90-C5DD-E823-8B20A98722CE}"/>
              </a:ext>
            </a:extLst>
          </p:cNvPr>
          <p:cNvCxnSpPr>
            <a:cxnSpLocks noChangeShapeType="1"/>
            <a:stCxn id="26636" idx="4"/>
            <a:endCxn id="26643" idx="0"/>
          </p:cNvCxnSpPr>
          <p:nvPr/>
        </p:nvCxnSpPr>
        <p:spPr bwMode="auto">
          <a:xfrm>
            <a:off x="1631950" y="4657725"/>
            <a:ext cx="150813" cy="2190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52" name="AutoShape 29">
            <a:extLst>
              <a:ext uri="{FF2B5EF4-FFF2-40B4-BE49-F238E27FC236}">
                <a16:creationId xmlns:a16="http://schemas.microsoft.com/office/drawing/2014/main" id="{FECBF9A6-D96B-BEDF-A9DB-E369C707DB3F}"/>
              </a:ext>
            </a:extLst>
          </p:cNvPr>
          <p:cNvCxnSpPr>
            <a:cxnSpLocks noChangeShapeType="1"/>
            <a:stCxn id="26635" idx="4"/>
            <a:endCxn id="26641" idx="0"/>
          </p:cNvCxnSpPr>
          <p:nvPr/>
        </p:nvCxnSpPr>
        <p:spPr bwMode="auto">
          <a:xfrm>
            <a:off x="2165350" y="4048125"/>
            <a:ext cx="609600" cy="2063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53" name="AutoShape 30">
            <a:extLst>
              <a:ext uri="{FF2B5EF4-FFF2-40B4-BE49-F238E27FC236}">
                <a16:creationId xmlns:a16="http://schemas.microsoft.com/office/drawing/2014/main" id="{274D1A3A-D8F6-AF81-51BC-6F8FCA49CFEE}"/>
              </a:ext>
            </a:extLst>
          </p:cNvPr>
          <p:cNvCxnSpPr>
            <a:cxnSpLocks noChangeShapeType="1"/>
            <a:stCxn id="26637" idx="0"/>
            <a:endCxn id="26641" idx="4"/>
          </p:cNvCxnSpPr>
          <p:nvPr/>
        </p:nvCxnSpPr>
        <p:spPr bwMode="auto">
          <a:xfrm flipH="1" flipV="1">
            <a:off x="2774950" y="4657725"/>
            <a:ext cx="396875" cy="2825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54" name="AutoShape 31">
            <a:extLst>
              <a:ext uri="{FF2B5EF4-FFF2-40B4-BE49-F238E27FC236}">
                <a16:creationId xmlns:a16="http://schemas.microsoft.com/office/drawing/2014/main" id="{808E7127-A672-212D-FF4E-53C1346C649B}"/>
              </a:ext>
            </a:extLst>
          </p:cNvPr>
          <p:cNvCxnSpPr>
            <a:cxnSpLocks noChangeShapeType="1"/>
            <a:stCxn id="26637" idx="4"/>
            <a:endCxn id="26639" idx="0"/>
          </p:cNvCxnSpPr>
          <p:nvPr/>
        </p:nvCxnSpPr>
        <p:spPr bwMode="auto">
          <a:xfrm>
            <a:off x="3171825" y="5343525"/>
            <a:ext cx="203200" cy="2698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55" name="AutoShape 32">
            <a:extLst>
              <a:ext uri="{FF2B5EF4-FFF2-40B4-BE49-F238E27FC236}">
                <a16:creationId xmlns:a16="http://schemas.microsoft.com/office/drawing/2014/main" id="{4CDF4C38-870E-2542-96C3-4C7F9A94CF13}"/>
              </a:ext>
            </a:extLst>
          </p:cNvPr>
          <p:cNvCxnSpPr>
            <a:cxnSpLocks noChangeShapeType="1"/>
            <a:stCxn id="26638" idx="4"/>
            <a:endCxn id="26640" idx="0"/>
          </p:cNvCxnSpPr>
          <p:nvPr/>
        </p:nvCxnSpPr>
        <p:spPr bwMode="auto">
          <a:xfrm flipH="1">
            <a:off x="2012950" y="5343525"/>
            <a:ext cx="352425" cy="2825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56" name="AutoShape 33">
            <a:extLst>
              <a:ext uri="{FF2B5EF4-FFF2-40B4-BE49-F238E27FC236}">
                <a16:creationId xmlns:a16="http://schemas.microsoft.com/office/drawing/2014/main" id="{D8763E65-3393-8493-B81A-FEE1D51D6E8E}"/>
              </a:ext>
            </a:extLst>
          </p:cNvPr>
          <p:cNvCxnSpPr>
            <a:cxnSpLocks noChangeShapeType="1"/>
            <a:stCxn id="26640" idx="4"/>
            <a:endCxn id="26644" idx="0"/>
          </p:cNvCxnSpPr>
          <p:nvPr/>
        </p:nvCxnSpPr>
        <p:spPr bwMode="auto">
          <a:xfrm flipH="1">
            <a:off x="1868488" y="6029325"/>
            <a:ext cx="144462" cy="2190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57" name="AutoShape 34">
            <a:extLst>
              <a:ext uri="{FF2B5EF4-FFF2-40B4-BE49-F238E27FC236}">
                <a16:creationId xmlns:a16="http://schemas.microsoft.com/office/drawing/2014/main" id="{4F86C640-309E-1D1E-43CC-BCA2AEBE9DB1}"/>
              </a:ext>
            </a:extLst>
          </p:cNvPr>
          <p:cNvCxnSpPr>
            <a:cxnSpLocks noChangeShapeType="1"/>
            <a:stCxn id="26640" idx="4"/>
            <a:endCxn id="26645" idx="0"/>
          </p:cNvCxnSpPr>
          <p:nvPr/>
        </p:nvCxnSpPr>
        <p:spPr bwMode="auto">
          <a:xfrm>
            <a:off x="2012950" y="6029325"/>
            <a:ext cx="160338" cy="2190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58" name="AutoShape 35">
            <a:extLst>
              <a:ext uri="{FF2B5EF4-FFF2-40B4-BE49-F238E27FC236}">
                <a16:creationId xmlns:a16="http://schemas.microsoft.com/office/drawing/2014/main" id="{134D85B0-952B-CF8E-F825-20F5DA598E51}"/>
              </a:ext>
            </a:extLst>
          </p:cNvPr>
          <p:cNvCxnSpPr>
            <a:cxnSpLocks noChangeShapeType="1"/>
            <a:stCxn id="26638" idx="4"/>
            <a:endCxn id="26663" idx="0"/>
          </p:cNvCxnSpPr>
          <p:nvPr/>
        </p:nvCxnSpPr>
        <p:spPr bwMode="auto">
          <a:xfrm>
            <a:off x="2365375" y="5343525"/>
            <a:ext cx="196850" cy="2825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59" name="AutoShape 36">
            <a:extLst>
              <a:ext uri="{FF2B5EF4-FFF2-40B4-BE49-F238E27FC236}">
                <a16:creationId xmlns:a16="http://schemas.microsoft.com/office/drawing/2014/main" id="{1093151B-510C-534D-C882-1FFF53C9E898}"/>
              </a:ext>
            </a:extLst>
          </p:cNvPr>
          <p:cNvCxnSpPr>
            <a:cxnSpLocks noChangeShapeType="1"/>
            <a:stCxn id="26637" idx="4"/>
            <a:endCxn id="26646" idx="0"/>
          </p:cNvCxnSpPr>
          <p:nvPr/>
        </p:nvCxnSpPr>
        <p:spPr bwMode="auto">
          <a:xfrm flipH="1">
            <a:off x="2935288" y="5343525"/>
            <a:ext cx="236537" cy="2825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60" name="AutoShape 37">
            <a:extLst>
              <a:ext uri="{FF2B5EF4-FFF2-40B4-BE49-F238E27FC236}">
                <a16:creationId xmlns:a16="http://schemas.microsoft.com/office/drawing/2014/main" id="{0C125190-7510-BE18-A6F2-B17F3D0E6D70}"/>
              </a:ext>
            </a:extLst>
          </p:cNvPr>
          <p:cNvCxnSpPr>
            <a:cxnSpLocks noChangeShapeType="1"/>
            <a:stCxn id="26638" idx="0"/>
            <a:endCxn id="26641" idx="4"/>
          </p:cNvCxnSpPr>
          <p:nvPr/>
        </p:nvCxnSpPr>
        <p:spPr bwMode="auto">
          <a:xfrm flipV="1">
            <a:off x="2365375" y="4657725"/>
            <a:ext cx="409575" cy="2825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61" name="AutoShape 38">
            <a:extLst>
              <a:ext uri="{FF2B5EF4-FFF2-40B4-BE49-F238E27FC236}">
                <a16:creationId xmlns:a16="http://schemas.microsoft.com/office/drawing/2014/main" id="{5B458F25-0A77-D48D-7D70-51B476B8EEDE}"/>
              </a:ext>
            </a:extLst>
          </p:cNvPr>
          <p:cNvCxnSpPr>
            <a:cxnSpLocks noChangeShapeType="1"/>
            <a:stCxn id="26639" idx="4"/>
            <a:endCxn id="26647" idx="0"/>
          </p:cNvCxnSpPr>
          <p:nvPr/>
        </p:nvCxnSpPr>
        <p:spPr bwMode="auto">
          <a:xfrm flipH="1">
            <a:off x="3240088" y="6016625"/>
            <a:ext cx="134937" cy="2190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62" name="AutoShape 39">
            <a:extLst>
              <a:ext uri="{FF2B5EF4-FFF2-40B4-BE49-F238E27FC236}">
                <a16:creationId xmlns:a16="http://schemas.microsoft.com/office/drawing/2014/main" id="{40E21C8E-2B61-9A3F-0D14-1DB71B33E61E}"/>
              </a:ext>
            </a:extLst>
          </p:cNvPr>
          <p:cNvCxnSpPr>
            <a:cxnSpLocks noChangeShapeType="1"/>
            <a:stCxn id="26639" idx="4"/>
            <a:endCxn id="26648" idx="0"/>
          </p:cNvCxnSpPr>
          <p:nvPr/>
        </p:nvCxnSpPr>
        <p:spPr bwMode="auto">
          <a:xfrm>
            <a:off x="3375025" y="6016625"/>
            <a:ext cx="169863" cy="2190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63" name="Oval 40">
            <a:extLst>
              <a:ext uri="{FF2B5EF4-FFF2-40B4-BE49-F238E27FC236}">
                <a16:creationId xmlns:a16="http://schemas.microsoft.com/office/drawing/2014/main" id="{E906650D-7542-8113-E34C-F537DBABB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8388" y="5626100"/>
            <a:ext cx="447675" cy="403225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54</a:t>
            </a:r>
          </a:p>
        </p:txBody>
      </p:sp>
      <p:sp>
        <p:nvSpPr>
          <p:cNvPr id="26664" name="Rectangle 41">
            <a:extLst>
              <a:ext uri="{FF2B5EF4-FFF2-40B4-BE49-F238E27FC236}">
                <a16:creationId xmlns:a16="http://schemas.microsoft.com/office/drawing/2014/main" id="{5C858115-5C0B-4F2F-4006-1B7069D3F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1563" y="6248400"/>
            <a:ext cx="1524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65" name="Rectangle 42">
            <a:extLst>
              <a:ext uri="{FF2B5EF4-FFF2-40B4-BE49-F238E27FC236}">
                <a16:creationId xmlns:a16="http://schemas.microsoft.com/office/drawing/2014/main" id="{778EC2C3-5C91-88D4-86D1-CB8AB752F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6363" y="6248400"/>
            <a:ext cx="1524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6666" name="AutoShape 43">
            <a:extLst>
              <a:ext uri="{FF2B5EF4-FFF2-40B4-BE49-F238E27FC236}">
                <a16:creationId xmlns:a16="http://schemas.microsoft.com/office/drawing/2014/main" id="{36DE3896-68E8-7260-7FFD-B38F6561F79B}"/>
              </a:ext>
            </a:extLst>
          </p:cNvPr>
          <p:cNvCxnSpPr>
            <a:cxnSpLocks noChangeShapeType="1"/>
            <a:stCxn id="26663" idx="4"/>
            <a:endCxn id="26664" idx="0"/>
          </p:cNvCxnSpPr>
          <p:nvPr/>
        </p:nvCxnSpPr>
        <p:spPr bwMode="auto">
          <a:xfrm flipH="1">
            <a:off x="2417763" y="6029325"/>
            <a:ext cx="144462" cy="2190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67" name="AutoShape 44">
            <a:extLst>
              <a:ext uri="{FF2B5EF4-FFF2-40B4-BE49-F238E27FC236}">
                <a16:creationId xmlns:a16="http://schemas.microsoft.com/office/drawing/2014/main" id="{2EDC9C89-0B83-6640-F572-1FFA3A35046C}"/>
              </a:ext>
            </a:extLst>
          </p:cNvPr>
          <p:cNvCxnSpPr>
            <a:cxnSpLocks noChangeShapeType="1"/>
            <a:stCxn id="26663" idx="4"/>
            <a:endCxn id="26665" idx="0"/>
          </p:cNvCxnSpPr>
          <p:nvPr/>
        </p:nvCxnSpPr>
        <p:spPr bwMode="auto">
          <a:xfrm>
            <a:off x="2562225" y="6029325"/>
            <a:ext cx="160338" cy="2190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68" name="Text Box 45">
            <a:extLst>
              <a:ext uri="{FF2B5EF4-FFF2-40B4-BE49-F238E27FC236}">
                <a16:creationId xmlns:a16="http://schemas.microsoft.com/office/drawing/2014/main" id="{D245AF7E-3272-F9C4-1C71-9F2F33D192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286250"/>
            <a:ext cx="3127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26669" name="Text Box 46">
            <a:extLst>
              <a:ext uri="{FF2B5EF4-FFF2-40B4-BE49-F238E27FC236}">
                <a16:creationId xmlns:a16="http://schemas.microsoft.com/office/drawing/2014/main" id="{6FB5C6D1-A233-5E07-A50D-F8FB1576B5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3963" y="4953000"/>
            <a:ext cx="4524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accent2"/>
                </a:solidFill>
                <a:latin typeface="Times New Roman" panose="02020603050405020304" pitchFamily="18" charset="0"/>
              </a:rPr>
              <a:t>c=x</a:t>
            </a:r>
          </a:p>
        </p:txBody>
      </p:sp>
      <p:sp>
        <p:nvSpPr>
          <p:cNvPr id="26670" name="Text Box 47">
            <a:extLst>
              <a:ext uri="{FF2B5EF4-FFF2-40B4-BE49-F238E27FC236}">
                <a16:creationId xmlns:a16="http://schemas.microsoft.com/office/drawing/2014/main" id="{17DB5A0D-C35C-9869-C88D-DC0C674642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4295775"/>
            <a:ext cx="4619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accent2"/>
                </a:solidFill>
                <a:latin typeface="Times New Roman" panose="02020603050405020304" pitchFamily="18" charset="0"/>
              </a:rPr>
              <a:t>b=y</a:t>
            </a:r>
          </a:p>
        </p:txBody>
      </p:sp>
      <p:sp>
        <p:nvSpPr>
          <p:cNvPr id="26671" name="Text Box 48">
            <a:extLst>
              <a:ext uri="{FF2B5EF4-FFF2-40B4-BE49-F238E27FC236}">
                <a16:creationId xmlns:a16="http://schemas.microsoft.com/office/drawing/2014/main" id="{5B52FFC7-659E-A93F-E376-A531D59F35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0313" y="3667125"/>
            <a:ext cx="4429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accent2"/>
                </a:solidFill>
                <a:latin typeface="Times New Roman" panose="02020603050405020304" pitchFamily="18" charset="0"/>
              </a:rPr>
              <a:t>a=z</a:t>
            </a:r>
          </a:p>
        </p:txBody>
      </p:sp>
      <p:sp>
        <p:nvSpPr>
          <p:cNvPr id="26672" name="Line 49">
            <a:extLst>
              <a:ext uri="{FF2B5EF4-FFF2-40B4-BE49-F238E27FC236}">
                <a16:creationId xmlns:a16="http://schemas.microsoft.com/office/drawing/2014/main" id="{C062E15F-DFB5-5919-8BDA-408528E57DD6}"/>
              </a:ext>
            </a:extLst>
          </p:cNvPr>
          <p:cNvSpPr>
            <a:spLocks noChangeShapeType="1"/>
          </p:cNvSpPr>
          <p:nvPr/>
        </p:nvSpPr>
        <p:spPr bwMode="auto">
          <a:xfrm>
            <a:off x="1639888" y="3829050"/>
            <a:ext cx="3048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6673" name="Line 50">
            <a:extLst>
              <a:ext uri="{FF2B5EF4-FFF2-40B4-BE49-F238E27FC236}">
                <a16:creationId xmlns:a16="http://schemas.microsoft.com/office/drawing/2014/main" id="{A06A2DC4-DC31-6459-1727-50D80070D0D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71575" y="4448175"/>
            <a:ext cx="2286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6674" name="Line 51">
            <a:extLst>
              <a:ext uri="{FF2B5EF4-FFF2-40B4-BE49-F238E27FC236}">
                <a16:creationId xmlns:a16="http://schemas.microsoft.com/office/drawing/2014/main" id="{55D1B101-DB79-739E-3701-C79336B1DDB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11488" y="4457700"/>
            <a:ext cx="3810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6675" name="Line 52">
            <a:extLst>
              <a:ext uri="{FF2B5EF4-FFF2-40B4-BE49-F238E27FC236}">
                <a16:creationId xmlns:a16="http://schemas.microsoft.com/office/drawing/2014/main" id="{FFF85039-B2D5-EC02-C2E8-12D2885922F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21063" y="5114925"/>
            <a:ext cx="3810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6676" name="Oval 53">
            <a:extLst>
              <a:ext uri="{FF2B5EF4-FFF2-40B4-BE49-F238E27FC236}">
                <a16:creationId xmlns:a16="http://schemas.microsoft.com/office/drawing/2014/main" id="{F76009E9-9A6A-7979-E9F9-95CC3446A9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2350" y="4089400"/>
            <a:ext cx="447675" cy="403225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44</a:t>
            </a:r>
          </a:p>
        </p:txBody>
      </p:sp>
      <p:sp>
        <p:nvSpPr>
          <p:cNvPr id="26677" name="Oval 54">
            <a:extLst>
              <a:ext uri="{FF2B5EF4-FFF2-40B4-BE49-F238E27FC236}">
                <a16:creationId xmlns:a16="http://schemas.microsoft.com/office/drawing/2014/main" id="{7163B17F-9EE7-6F8A-E3EA-EDC6B6DEC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5150" y="4775200"/>
            <a:ext cx="447675" cy="403225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17</a:t>
            </a:r>
          </a:p>
        </p:txBody>
      </p:sp>
      <p:sp>
        <p:nvSpPr>
          <p:cNvPr id="26678" name="Oval 55">
            <a:extLst>
              <a:ext uri="{FF2B5EF4-FFF2-40B4-BE49-F238E27FC236}">
                <a16:creationId xmlns:a16="http://schemas.microsoft.com/office/drawing/2014/main" id="{E02C3EAD-D127-03F7-627C-EE5D2DD94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1550" y="4102100"/>
            <a:ext cx="447675" cy="403225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78</a:t>
            </a:r>
          </a:p>
        </p:txBody>
      </p:sp>
      <p:sp>
        <p:nvSpPr>
          <p:cNvPr id="26679" name="Oval 56">
            <a:extLst>
              <a:ext uri="{FF2B5EF4-FFF2-40B4-BE49-F238E27FC236}">
                <a16:creationId xmlns:a16="http://schemas.microsoft.com/office/drawing/2014/main" id="{9E1A57C5-1D84-7C67-845C-499EFCE4F8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2888" y="4775200"/>
            <a:ext cx="447675" cy="403225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50</a:t>
            </a:r>
          </a:p>
        </p:txBody>
      </p:sp>
      <p:sp>
        <p:nvSpPr>
          <p:cNvPr id="26680" name="Oval 57">
            <a:extLst>
              <a:ext uri="{FF2B5EF4-FFF2-40B4-BE49-F238E27FC236}">
                <a16:creationId xmlns:a16="http://schemas.microsoft.com/office/drawing/2014/main" id="{CB35148D-FE33-4E31-3C84-5807A8D98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0" y="4775200"/>
            <a:ext cx="447675" cy="403225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88</a:t>
            </a:r>
          </a:p>
        </p:txBody>
      </p:sp>
      <p:sp>
        <p:nvSpPr>
          <p:cNvPr id="26681" name="Oval 58">
            <a:extLst>
              <a:ext uri="{FF2B5EF4-FFF2-40B4-BE49-F238E27FC236}">
                <a16:creationId xmlns:a16="http://schemas.microsoft.com/office/drawing/2014/main" id="{44298B44-F709-6D94-2095-48075629E0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0463" y="5461000"/>
            <a:ext cx="447675" cy="403225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48</a:t>
            </a:r>
          </a:p>
        </p:txBody>
      </p:sp>
      <p:sp>
        <p:nvSpPr>
          <p:cNvPr id="26682" name="Oval 59">
            <a:extLst>
              <a:ext uri="{FF2B5EF4-FFF2-40B4-BE49-F238E27FC236}">
                <a16:creationId xmlns:a16="http://schemas.microsoft.com/office/drawing/2014/main" id="{9D4C315A-AB9F-54D3-6EE5-36D49CA55A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6075" y="3492500"/>
            <a:ext cx="447675" cy="403225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62</a:t>
            </a:r>
          </a:p>
        </p:txBody>
      </p:sp>
      <p:sp>
        <p:nvSpPr>
          <p:cNvPr id="26683" name="Rectangle 60">
            <a:extLst>
              <a:ext uri="{FF2B5EF4-FFF2-40B4-BE49-F238E27FC236}">
                <a16:creationId xmlns:a16="http://schemas.microsoft.com/office/drawing/2014/main" id="{DBF954E5-ADAC-BBE8-342F-C175DC1F6D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5397500"/>
            <a:ext cx="1524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84" name="Rectangle 61">
            <a:extLst>
              <a:ext uri="{FF2B5EF4-FFF2-40B4-BE49-F238E27FC236}">
                <a16:creationId xmlns:a16="http://schemas.microsoft.com/office/drawing/2014/main" id="{DB6D5EAF-80E2-1B61-ADEF-8C2063E04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5397500"/>
            <a:ext cx="1524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85" name="Rectangle 62">
            <a:extLst>
              <a:ext uri="{FF2B5EF4-FFF2-40B4-BE49-F238E27FC236}">
                <a16:creationId xmlns:a16="http://schemas.microsoft.com/office/drawing/2014/main" id="{6D90CE86-4C0A-2FD0-603B-912E1EA1B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3638" y="6083300"/>
            <a:ext cx="1524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86" name="Rectangle 63">
            <a:extLst>
              <a:ext uri="{FF2B5EF4-FFF2-40B4-BE49-F238E27FC236}">
                <a16:creationId xmlns:a16="http://schemas.microsoft.com/office/drawing/2014/main" id="{431037C0-9188-3A38-6478-4FC7DCB71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8438" y="6083300"/>
            <a:ext cx="1524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87" name="Rectangle 64">
            <a:extLst>
              <a:ext uri="{FF2B5EF4-FFF2-40B4-BE49-F238E27FC236}">
                <a16:creationId xmlns:a16="http://schemas.microsoft.com/office/drawing/2014/main" id="{828D69A4-0F03-78B1-0CE2-C3AC07E473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2650" y="4787900"/>
            <a:ext cx="1524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88" name="Rectangle 65">
            <a:extLst>
              <a:ext uri="{FF2B5EF4-FFF2-40B4-BE49-F238E27FC236}">
                <a16:creationId xmlns:a16="http://schemas.microsoft.com/office/drawing/2014/main" id="{E3BB19A3-D7D9-35B4-E242-5A60A7EC7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5397500"/>
            <a:ext cx="1524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89" name="Rectangle 66">
            <a:extLst>
              <a:ext uri="{FF2B5EF4-FFF2-40B4-BE49-F238E27FC236}">
                <a16:creationId xmlns:a16="http://schemas.microsoft.com/office/drawing/2014/main" id="{179B6DC2-EEB1-92E6-E6C7-D913A4D20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2250" y="5397500"/>
            <a:ext cx="1524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6690" name="AutoShape 67">
            <a:extLst>
              <a:ext uri="{FF2B5EF4-FFF2-40B4-BE49-F238E27FC236}">
                <a16:creationId xmlns:a16="http://schemas.microsoft.com/office/drawing/2014/main" id="{88D2CA3A-9467-0BB1-D4DD-A7A8391DFEFA}"/>
              </a:ext>
            </a:extLst>
          </p:cNvPr>
          <p:cNvCxnSpPr>
            <a:cxnSpLocks noChangeShapeType="1"/>
            <a:stCxn id="26676" idx="4"/>
            <a:endCxn id="26677" idx="0"/>
          </p:cNvCxnSpPr>
          <p:nvPr/>
        </p:nvCxnSpPr>
        <p:spPr bwMode="auto">
          <a:xfrm flipH="1">
            <a:off x="5868988" y="4492625"/>
            <a:ext cx="457200" cy="2825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91" name="AutoShape 68">
            <a:extLst>
              <a:ext uri="{FF2B5EF4-FFF2-40B4-BE49-F238E27FC236}">
                <a16:creationId xmlns:a16="http://schemas.microsoft.com/office/drawing/2014/main" id="{FF8F65DC-2553-FCD4-23AC-637451B316AA}"/>
              </a:ext>
            </a:extLst>
          </p:cNvPr>
          <p:cNvCxnSpPr>
            <a:cxnSpLocks noChangeShapeType="1"/>
            <a:stCxn id="26677" idx="4"/>
            <a:endCxn id="26683" idx="0"/>
          </p:cNvCxnSpPr>
          <p:nvPr/>
        </p:nvCxnSpPr>
        <p:spPr bwMode="auto">
          <a:xfrm flipH="1">
            <a:off x="5715000" y="5178425"/>
            <a:ext cx="153988" cy="2190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92" name="AutoShape 69">
            <a:extLst>
              <a:ext uri="{FF2B5EF4-FFF2-40B4-BE49-F238E27FC236}">
                <a16:creationId xmlns:a16="http://schemas.microsoft.com/office/drawing/2014/main" id="{C1ECCBFE-A1E6-B16A-149B-7E96403E6B17}"/>
              </a:ext>
            </a:extLst>
          </p:cNvPr>
          <p:cNvCxnSpPr>
            <a:cxnSpLocks noChangeShapeType="1"/>
            <a:stCxn id="26677" idx="4"/>
            <a:endCxn id="26684" idx="0"/>
          </p:cNvCxnSpPr>
          <p:nvPr/>
        </p:nvCxnSpPr>
        <p:spPr bwMode="auto">
          <a:xfrm>
            <a:off x="5868988" y="5178425"/>
            <a:ext cx="150812" cy="2190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93" name="AutoShape 70">
            <a:extLst>
              <a:ext uri="{FF2B5EF4-FFF2-40B4-BE49-F238E27FC236}">
                <a16:creationId xmlns:a16="http://schemas.microsoft.com/office/drawing/2014/main" id="{5F9D2E4E-BA1B-C7F6-07FC-DB143D4C049F}"/>
              </a:ext>
            </a:extLst>
          </p:cNvPr>
          <p:cNvCxnSpPr>
            <a:cxnSpLocks noChangeShapeType="1"/>
            <a:stCxn id="26676" idx="0"/>
            <a:endCxn id="26682" idx="4"/>
          </p:cNvCxnSpPr>
          <p:nvPr/>
        </p:nvCxnSpPr>
        <p:spPr bwMode="auto">
          <a:xfrm flipV="1">
            <a:off x="6326188" y="3895725"/>
            <a:ext cx="593725" cy="1936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94" name="AutoShape 71">
            <a:extLst>
              <a:ext uri="{FF2B5EF4-FFF2-40B4-BE49-F238E27FC236}">
                <a16:creationId xmlns:a16="http://schemas.microsoft.com/office/drawing/2014/main" id="{5B0EC4BD-E037-779B-2C17-ACAF4548D48A}"/>
              </a:ext>
            </a:extLst>
          </p:cNvPr>
          <p:cNvCxnSpPr>
            <a:cxnSpLocks noChangeShapeType="1"/>
            <a:stCxn id="26678" idx="0"/>
            <a:endCxn id="26682" idx="4"/>
          </p:cNvCxnSpPr>
          <p:nvPr/>
        </p:nvCxnSpPr>
        <p:spPr bwMode="auto">
          <a:xfrm flipH="1" flipV="1">
            <a:off x="6919913" y="3895725"/>
            <a:ext cx="625475" cy="2063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95" name="AutoShape 72">
            <a:extLst>
              <a:ext uri="{FF2B5EF4-FFF2-40B4-BE49-F238E27FC236}">
                <a16:creationId xmlns:a16="http://schemas.microsoft.com/office/drawing/2014/main" id="{2080D840-62DF-AF03-AD7E-8CD75CF8E2BF}"/>
              </a:ext>
            </a:extLst>
          </p:cNvPr>
          <p:cNvCxnSpPr>
            <a:cxnSpLocks noChangeShapeType="1"/>
            <a:stCxn id="26678" idx="4"/>
            <a:endCxn id="26680" idx="0"/>
          </p:cNvCxnSpPr>
          <p:nvPr/>
        </p:nvCxnSpPr>
        <p:spPr bwMode="auto">
          <a:xfrm>
            <a:off x="7545388" y="4505325"/>
            <a:ext cx="203200" cy="2698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96" name="AutoShape 73">
            <a:extLst>
              <a:ext uri="{FF2B5EF4-FFF2-40B4-BE49-F238E27FC236}">
                <a16:creationId xmlns:a16="http://schemas.microsoft.com/office/drawing/2014/main" id="{028A534A-DEB1-2B5F-D2B5-76494A8DB052}"/>
              </a:ext>
            </a:extLst>
          </p:cNvPr>
          <p:cNvCxnSpPr>
            <a:cxnSpLocks noChangeShapeType="1"/>
            <a:stCxn id="26679" idx="4"/>
            <a:endCxn id="26681" idx="0"/>
          </p:cNvCxnSpPr>
          <p:nvPr/>
        </p:nvCxnSpPr>
        <p:spPr bwMode="auto">
          <a:xfrm flipH="1">
            <a:off x="6464300" y="5178425"/>
            <a:ext cx="352425" cy="2825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97" name="AutoShape 74">
            <a:extLst>
              <a:ext uri="{FF2B5EF4-FFF2-40B4-BE49-F238E27FC236}">
                <a16:creationId xmlns:a16="http://schemas.microsoft.com/office/drawing/2014/main" id="{4030DE6C-460C-FFD7-2DB3-85CA66DF1F4C}"/>
              </a:ext>
            </a:extLst>
          </p:cNvPr>
          <p:cNvCxnSpPr>
            <a:cxnSpLocks noChangeShapeType="1"/>
            <a:stCxn id="26681" idx="4"/>
            <a:endCxn id="26685" idx="0"/>
          </p:cNvCxnSpPr>
          <p:nvPr/>
        </p:nvCxnSpPr>
        <p:spPr bwMode="auto">
          <a:xfrm flipH="1">
            <a:off x="6319838" y="5864225"/>
            <a:ext cx="144462" cy="2190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98" name="AutoShape 75">
            <a:extLst>
              <a:ext uri="{FF2B5EF4-FFF2-40B4-BE49-F238E27FC236}">
                <a16:creationId xmlns:a16="http://schemas.microsoft.com/office/drawing/2014/main" id="{9965DB40-BF24-7598-20EC-6AFA8858FC0D}"/>
              </a:ext>
            </a:extLst>
          </p:cNvPr>
          <p:cNvCxnSpPr>
            <a:cxnSpLocks noChangeShapeType="1"/>
            <a:stCxn id="26681" idx="4"/>
            <a:endCxn id="26686" idx="0"/>
          </p:cNvCxnSpPr>
          <p:nvPr/>
        </p:nvCxnSpPr>
        <p:spPr bwMode="auto">
          <a:xfrm>
            <a:off x="6464300" y="5864225"/>
            <a:ext cx="160338" cy="2190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99" name="AutoShape 76">
            <a:extLst>
              <a:ext uri="{FF2B5EF4-FFF2-40B4-BE49-F238E27FC236}">
                <a16:creationId xmlns:a16="http://schemas.microsoft.com/office/drawing/2014/main" id="{AD73F2B4-DCCD-2ADE-52E7-BC5A77E1A39C}"/>
              </a:ext>
            </a:extLst>
          </p:cNvPr>
          <p:cNvCxnSpPr>
            <a:cxnSpLocks noChangeShapeType="1"/>
            <a:stCxn id="26679" idx="4"/>
            <a:endCxn id="26704" idx="0"/>
          </p:cNvCxnSpPr>
          <p:nvPr/>
        </p:nvCxnSpPr>
        <p:spPr bwMode="auto">
          <a:xfrm>
            <a:off x="6816725" y="5178425"/>
            <a:ext cx="196850" cy="2825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700" name="AutoShape 77">
            <a:extLst>
              <a:ext uri="{FF2B5EF4-FFF2-40B4-BE49-F238E27FC236}">
                <a16:creationId xmlns:a16="http://schemas.microsoft.com/office/drawing/2014/main" id="{4CDD5CC5-690B-A48E-3799-FF58253D0C54}"/>
              </a:ext>
            </a:extLst>
          </p:cNvPr>
          <p:cNvCxnSpPr>
            <a:cxnSpLocks noChangeShapeType="1"/>
            <a:stCxn id="26678" idx="4"/>
            <a:endCxn id="26687" idx="0"/>
          </p:cNvCxnSpPr>
          <p:nvPr/>
        </p:nvCxnSpPr>
        <p:spPr bwMode="auto">
          <a:xfrm flipH="1">
            <a:off x="7308850" y="4505325"/>
            <a:ext cx="236538" cy="2825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701" name="AutoShape 78">
            <a:extLst>
              <a:ext uri="{FF2B5EF4-FFF2-40B4-BE49-F238E27FC236}">
                <a16:creationId xmlns:a16="http://schemas.microsoft.com/office/drawing/2014/main" id="{B7AB91D9-BF67-6CCC-DCEE-4902C56E3402}"/>
              </a:ext>
            </a:extLst>
          </p:cNvPr>
          <p:cNvCxnSpPr>
            <a:cxnSpLocks noChangeShapeType="1"/>
            <a:stCxn id="26679" idx="0"/>
            <a:endCxn id="26676" idx="4"/>
          </p:cNvCxnSpPr>
          <p:nvPr/>
        </p:nvCxnSpPr>
        <p:spPr bwMode="auto">
          <a:xfrm flipH="1" flipV="1">
            <a:off x="6326188" y="4492625"/>
            <a:ext cx="490537" cy="2825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702" name="AutoShape 79">
            <a:extLst>
              <a:ext uri="{FF2B5EF4-FFF2-40B4-BE49-F238E27FC236}">
                <a16:creationId xmlns:a16="http://schemas.microsoft.com/office/drawing/2014/main" id="{C34039B2-6056-2DE8-E96B-33A52110D6B8}"/>
              </a:ext>
            </a:extLst>
          </p:cNvPr>
          <p:cNvCxnSpPr>
            <a:cxnSpLocks noChangeShapeType="1"/>
            <a:stCxn id="26680" idx="4"/>
            <a:endCxn id="26688" idx="0"/>
          </p:cNvCxnSpPr>
          <p:nvPr/>
        </p:nvCxnSpPr>
        <p:spPr bwMode="auto">
          <a:xfrm flipH="1">
            <a:off x="7613650" y="5178425"/>
            <a:ext cx="134938" cy="2190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703" name="AutoShape 80">
            <a:extLst>
              <a:ext uri="{FF2B5EF4-FFF2-40B4-BE49-F238E27FC236}">
                <a16:creationId xmlns:a16="http://schemas.microsoft.com/office/drawing/2014/main" id="{97605E5F-6266-F5B5-98AB-09115849E700}"/>
              </a:ext>
            </a:extLst>
          </p:cNvPr>
          <p:cNvCxnSpPr>
            <a:cxnSpLocks noChangeShapeType="1"/>
            <a:stCxn id="26680" idx="4"/>
            <a:endCxn id="26689" idx="0"/>
          </p:cNvCxnSpPr>
          <p:nvPr/>
        </p:nvCxnSpPr>
        <p:spPr bwMode="auto">
          <a:xfrm>
            <a:off x="7748588" y="5178425"/>
            <a:ext cx="169862" cy="2190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704" name="Oval 81">
            <a:extLst>
              <a:ext uri="{FF2B5EF4-FFF2-40B4-BE49-F238E27FC236}">
                <a16:creationId xmlns:a16="http://schemas.microsoft.com/office/drawing/2014/main" id="{A1CA8D60-EEB9-3C13-EE68-C650573ABF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9738" y="5461000"/>
            <a:ext cx="447675" cy="403225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54</a:t>
            </a:r>
          </a:p>
        </p:txBody>
      </p:sp>
      <p:sp>
        <p:nvSpPr>
          <p:cNvPr id="26705" name="Rectangle 82">
            <a:extLst>
              <a:ext uri="{FF2B5EF4-FFF2-40B4-BE49-F238E27FC236}">
                <a16:creationId xmlns:a16="http://schemas.microsoft.com/office/drawing/2014/main" id="{DC62CBC0-1B50-767C-EB9A-55DB0B1639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2913" y="6083300"/>
            <a:ext cx="1524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706" name="Rectangle 83">
            <a:extLst>
              <a:ext uri="{FF2B5EF4-FFF2-40B4-BE49-F238E27FC236}">
                <a16:creationId xmlns:a16="http://schemas.microsoft.com/office/drawing/2014/main" id="{DC21666F-84CD-820D-6D4A-90B2F9B1BD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7713" y="6083300"/>
            <a:ext cx="1524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6707" name="AutoShape 84">
            <a:extLst>
              <a:ext uri="{FF2B5EF4-FFF2-40B4-BE49-F238E27FC236}">
                <a16:creationId xmlns:a16="http://schemas.microsoft.com/office/drawing/2014/main" id="{3EE7F712-F0DE-F65A-135C-6D3B3DE70092}"/>
              </a:ext>
            </a:extLst>
          </p:cNvPr>
          <p:cNvCxnSpPr>
            <a:cxnSpLocks noChangeShapeType="1"/>
            <a:stCxn id="26704" idx="4"/>
            <a:endCxn id="26705" idx="0"/>
          </p:cNvCxnSpPr>
          <p:nvPr/>
        </p:nvCxnSpPr>
        <p:spPr bwMode="auto">
          <a:xfrm flipH="1">
            <a:off x="6869113" y="5864225"/>
            <a:ext cx="144462" cy="2190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708" name="AutoShape 85">
            <a:extLst>
              <a:ext uri="{FF2B5EF4-FFF2-40B4-BE49-F238E27FC236}">
                <a16:creationId xmlns:a16="http://schemas.microsoft.com/office/drawing/2014/main" id="{B5231E09-2916-63CA-22FD-FE256A8860A1}"/>
              </a:ext>
            </a:extLst>
          </p:cNvPr>
          <p:cNvCxnSpPr>
            <a:cxnSpLocks noChangeShapeType="1"/>
            <a:stCxn id="26704" idx="4"/>
            <a:endCxn id="26706" idx="0"/>
          </p:cNvCxnSpPr>
          <p:nvPr/>
        </p:nvCxnSpPr>
        <p:spPr bwMode="auto">
          <a:xfrm>
            <a:off x="7013575" y="5864225"/>
            <a:ext cx="160338" cy="2190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709" name="Line 86">
            <a:extLst>
              <a:ext uri="{FF2B5EF4-FFF2-40B4-BE49-F238E27FC236}">
                <a16:creationId xmlns:a16="http://schemas.microsoft.com/office/drawing/2014/main" id="{DFFF40B4-CF61-A331-34A5-BE84AD4CF6EB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4711700"/>
            <a:ext cx="762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18E62E24-3BA6-45BF-673E-C908B1DA7A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391400" cy="685800"/>
          </a:xfrm>
        </p:spPr>
        <p:txBody>
          <a:bodyPr/>
          <a:lstStyle/>
          <a:p>
            <a:pPr eaLnBrk="1" hangingPunct="1"/>
            <a:r>
              <a:rPr lang="en-US" altLang="en-US" sz="2400"/>
              <a:t>Running Times for AVL Trees</a:t>
            </a:r>
          </a:p>
        </p:txBody>
      </p:sp>
      <p:sp>
        <p:nvSpPr>
          <p:cNvPr id="27650" name="Rectangle 3">
            <a:extLst>
              <a:ext uri="{FF2B5EF4-FFF2-40B4-BE49-F238E27FC236}">
                <a16:creationId xmlns:a16="http://schemas.microsoft.com/office/drawing/2014/main" id="{51BD73C8-18BB-B18F-7399-DFA202C24C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447800"/>
            <a:ext cx="7467600" cy="4572000"/>
          </a:xfrm>
        </p:spPr>
        <p:txBody>
          <a:bodyPr/>
          <a:lstStyle/>
          <a:p>
            <a:pPr eaLnBrk="1" hangingPunct="1"/>
            <a:r>
              <a:rPr lang="en-US" altLang="en-US" sz="2000"/>
              <a:t>a single restructuring operation is O(1)</a:t>
            </a:r>
          </a:p>
          <a:p>
            <a:pPr lvl="1" eaLnBrk="1" hangingPunct="1"/>
            <a:r>
              <a:rPr lang="en-US" altLang="en-US" sz="1800"/>
              <a:t>using a linked-structure binary tree</a:t>
            </a:r>
          </a:p>
          <a:p>
            <a:pPr eaLnBrk="1" hangingPunct="1"/>
            <a:r>
              <a:rPr lang="en-US" altLang="en-US" sz="2000" b="1"/>
              <a:t>find</a:t>
            </a:r>
            <a:r>
              <a:rPr lang="en-US" altLang="en-US" sz="2000"/>
              <a:t> is O(log n)</a:t>
            </a:r>
          </a:p>
          <a:p>
            <a:pPr lvl="1" eaLnBrk="1" hangingPunct="1"/>
            <a:r>
              <a:rPr lang="en-US" altLang="en-US" sz="1800"/>
              <a:t>height of tree is O(log n), no restructures needed</a:t>
            </a:r>
          </a:p>
          <a:p>
            <a:pPr eaLnBrk="1" hangingPunct="1"/>
            <a:r>
              <a:rPr lang="en-US" altLang="en-US" sz="2000" b="1"/>
              <a:t>insert</a:t>
            </a:r>
            <a:r>
              <a:rPr lang="en-US" altLang="en-US" sz="2000"/>
              <a:t> is O(log n)</a:t>
            </a:r>
          </a:p>
          <a:p>
            <a:pPr lvl="1" eaLnBrk="1" hangingPunct="1"/>
            <a:r>
              <a:rPr lang="en-US" altLang="en-US" sz="1800"/>
              <a:t>initial find is O(log n)</a:t>
            </a:r>
          </a:p>
          <a:p>
            <a:pPr lvl="1" eaLnBrk="1" hangingPunct="1"/>
            <a:r>
              <a:rPr lang="en-US" altLang="en-US" sz="1800"/>
              <a:t>Restructuring up the tree, maintaining heights is O(log n)</a:t>
            </a:r>
          </a:p>
          <a:p>
            <a:pPr eaLnBrk="1" hangingPunct="1"/>
            <a:r>
              <a:rPr lang="en-US" altLang="en-US" sz="2000" b="1"/>
              <a:t>remove</a:t>
            </a:r>
            <a:r>
              <a:rPr lang="en-US" altLang="en-US" sz="2000"/>
              <a:t> is O(log n)</a:t>
            </a:r>
          </a:p>
          <a:p>
            <a:pPr lvl="1" eaLnBrk="1" hangingPunct="1"/>
            <a:r>
              <a:rPr lang="en-US" altLang="en-US" sz="1800"/>
              <a:t>initial find is O(log n)</a:t>
            </a:r>
          </a:p>
          <a:p>
            <a:pPr lvl="1" eaLnBrk="1" hangingPunct="1"/>
            <a:r>
              <a:rPr lang="en-US" altLang="en-US" sz="1800"/>
              <a:t>Restructuring up the tree, maintaining heights is O(log 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Comic Sans MS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FF0066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FF0066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2827</TotalTime>
  <Words>968</Words>
  <Application>Microsoft Macintosh PowerPoint</Application>
  <PresentationFormat>On-screen Show (4:3)</PresentationFormat>
  <Paragraphs>176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Comic Sans MS</vt:lpstr>
      <vt:lpstr>Times New Roman</vt:lpstr>
      <vt:lpstr>Symbol</vt:lpstr>
      <vt:lpstr>Times</vt:lpstr>
      <vt:lpstr>Tahoma</vt:lpstr>
      <vt:lpstr>Default Design</vt:lpstr>
      <vt:lpstr>Quiz #4</vt:lpstr>
      <vt:lpstr>CS535: Algorithm Design and Analysis   AVL Trees</vt:lpstr>
      <vt:lpstr>AVL Tree Definition</vt:lpstr>
      <vt:lpstr>Height of an AVL Tree</vt:lpstr>
      <vt:lpstr>Insertion in an AVL Tree</vt:lpstr>
      <vt:lpstr>Trinode Restructuring</vt:lpstr>
      <vt:lpstr>Restructuring (as Single Rotations)</vt:lpstr>
      <vt:lpstr>Restructuring (as Double Rotations)</vt:lpstr>
      <vt:lpstr>Insertion Example</vt:lpstr>
      <vt:lpstr>Removal in an AVL Tree</vt:lpstr>
      <vt:lpstr>Rebalancing after a Removal</vt:lpstr>
      <vt:lpstr>Running Times for AVL Trees</vt:lpstr>
    </vt:vector>
  </TitlesOfParts>
  <Company>UT-Austin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Mesh Generation</dc:title>
  <dc:creator>Yu</dc:creator>
  <cp:lastModifiedBy>Zane Yu</cp:lastModifiedBy>
  <cp:revision>611</cp:revision>
  <dcterms:created xsi:type="dcterms:W3CDTF">2006-12-14T06:02:28Z</dcterms:created>
  <dcterms:modified xsi:type="dcterms:W3CDTF">2024-02-22T04:46:43Z</dcterms:modified>
</cp:coreProperties>
</file>