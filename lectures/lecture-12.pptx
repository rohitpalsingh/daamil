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7" r:id="rId3"/>
    <p:sldId id="258" r:id="rId4"/>
    <p:sldId id="268" r:id="rId5"/>
    <p:sldId id="263" r:id="rId6"/>
    <p:sldId id="262" r:id="rId7"/>
    <p:sldId id="264" r:id="rId8"/>
    <p:sldId id="265" r:id="rId9"/>
    <p:sldId id="266" r:id="rId10"/>
    <p:sldId id="273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5" autoAdjust="0"/>
    <p:restoredTop sz="94580" autoAdjust="0"/>
  </p:normalViewPr>
  <p:slideViewPr>
    <p:cSldViewPr>
      <p:cViewPr varScale="1">
        <p:scale>
          <a:sx n="107" d="100"/>
          <a:sy n="107" d="100"/>
        </p:scale>
        <p:origin x="1752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848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2A2AC204-BCC2-57E8-B1FA-A2A13B1A0E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7A605FD1-71A7-A5B3-45D6-8D415ACC367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0C052050-E6F5-C282-0A2C-54A7123B179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F37AC628-F604-90A2-02EF-696434E9283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5769103F-0C08-0F45-83F3-69AE280A1A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09E742C-D48E-817B-B55E-8505A87E3A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7C4B95F-4F69-0857-DD04-139382531D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D9026EB1-D5FA-00EA-AAE0-B52B676B17C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B4D82DA8-4BBA-6A71-43DE-0E98F4FDE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73EA205F-5395-23C9-6A9F-0CC14B7D9B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4D01CC4E-DD6F-8718-86E5-DAE7A81150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5D52661F-BE65-2F41-BEE5-AAC8750D2C7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182CF67-9ED9-FF6A-3714-FA48D85833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A79723A-373C-7147-B487-6189A330E0ED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F8522CB-1C59-B279-0AC5-7E6F54DC8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2C06B51-B376-9794-8F03-F5D606CD4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1E94A-6FFB-7CA4-7429-625DF69706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FDD7D4F6-9D2B-3448-94FE-26A48800F127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83712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92E63-5997-1C7A-5582-D4B0637813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D2593674-D0B0-9A47-9361-46DA1244ACD8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124392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0D5F0-7886-55C9-D05A-A08118D2C5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56566E77-60D7-6842-9151-122A73C546FE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269637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7EDFF-7F9C-6DDA-80BD-1203A6965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C10A89A4-0A30-5740-81B8-9366A4079E28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210841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DA77D1-8AA7-8119-5306-1D6497BB08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95754CD2-C37B-7243-AC3E-1D089B21A6EB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142783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96EC2-F133-9DB6-DFB6-826B024AD8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3E0A5AA1-A222-CF41-9DE2-A4A17DC566D1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371617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9ABC4E-8AC2-0031-4107-6ACD7D37E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D510E6A2-A2B2-4144-8B52-697DC6DDCBF2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324266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DA82-482C-0007-527D-6DF1224C8D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57F08DAC-5274-8541-84D0-E2AAF08309A4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263160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771C3-B56D-42B7-5376-B39E7D40C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4ABD554D-4D74-4A40-8202-4648D70C17D8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82320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07D52-233B-7C4E-B88D-75AB917303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CA5F7AEB-F4E5-4746-A42E-26073070D23B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96744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6E18B-47E0-582F-277F-2E54DE0C30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A8A15796-6025-7448-87E7-40675E4DA351}" type="slidenum">
              <a:rPr lang="en-US" altLang="en-US" sz="1100"/>
              <a:pPr/>
              <a:t>‹#›</a:t>
            </a:fld>
            <a:r>
              <a:rPr lang="en-US" altLang="en-US" sz="1100"/>
              <a:t>/18</a:t>
            </a:r>
          </a:p>
        </p:txBody>
      </p:sp>
    </p:spTree>
    <p:extLst>
      <p:ext uri="{BB962C8B-B14F-4D97-AF65-F5344CB8AC3E}">
        <p14:creationId xmlns:p14="http://schemas.microsoft.com/office/powerpoint/2010/main" val="171570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7">
            <a:extLst>
              <a:ext uri="{FF2B5EF4-FFF2-40B4-BE49-F238E27FC236}">
                <a16:creationId xmlns:a16="http://schemas.microsoft.com/office/drawing/2014/main" id="{2C964400-1F59-1B43-E6FD-81FCC40C6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8">
            <a:extLst>
              <a:ext uri="{FF2B5EF4-FFF2-40B4-BE49-F238E27FC236}">
                <a16:creationId xmlns:a16="http://schemas.microsoft.com/office/drawing/2014/main" id="{DC091D45-3D79-6F2F-AE63-9D7A00BDD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F7D5AA8B-BCFE-8785-B382-B3AE687156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pic>
        <p:nvPicPr>
          <p:cNvPr id="2053" name="Picture 14" descr="logo-1">
            <a:extLst>
              <a:ext uri="{FF2B5EF4-FFF2-40B4-BE49-F238E27FC236}">
                <a16:creationId xmlns:a16="http://schemas.microsoft.com/office/drawing/2014/main" id="{49760F09-5302-E707-E419-3CE8E2A5E3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F90ED3A-9297-BD58-35FA-13DA95B15C0B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12                                     Slides </a:t>
            </a:r>
            <a:fld id="{E3C7AA9C-DD94-7547-AEDA-B5248761ED63}" type="slidenum">
              <a:rPr lang="en-US" altLang="en-US" sz="1100">
                <a:solidFill>
                  <a:schemeClr val="accent2"/>
                </a:solidFill>
              </a:rPr>
              <a:pPr algn="l"/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DC8D67C-24C4-A3AA-D545-C8171D86C3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Splay Trees and Skip Lists</a:t>
            </a:r>
            <a:endParaRPr lang="en-US" altLang="en-US" sz="2400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8B04444-7759-FF05-5AEF-564DACEECA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eaLnBrk="1" hangingPunct="1"/>
            <a:br>
              <a:rPr lang="en-US" altLang="en-US" sz="1600" b="1" dirty="0">
                <a:solidFill>
                  <a:srgbClr val="0000FF"/>
                </a:solidFill>
              </a:rPr>
            </a:br>
            <a:r>
              <a:rPr lang="en-US" altLang="en-US" sz="1600" b="1" dirty="0">
                <a:solidFill>
                  <a:srgbClr val="0000FF"/>
                </a:solidFill>
              </a:rPr>
              <a:t>February 29,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8A75759C-022D-E8CB-556A-20AB446E7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3.4, 3.5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91FA2E0-2FB5-F058-2886-8FDFF7CFC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Splay Tree Definition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8BCA5CB-AEBD-E3E7-212B-EA3B4F991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a </a:t>
            </a:r>
            <a:r>
              <a:rPr lang="en-US" altLang="en-US" sz="2000" i="1"/>
              <a:t>splay tree</a:t>
            </a:r>
            <a:r>
              <a:rPr lang="en-US" altLang="en-US" sz="2000"/>
              <a:t> is a binary search tree where a node is splayed after it is accessed (e.g., search or update)</a:t>
            </a:r>
          </a:p>
          <a:p>
            <a:pPr lvl="1" eaLnBrk="1" hangingPunct="1"/>
            <a:r>
              <a:rPr lang="en-US" altLang="en-US" sz="1800"/>
              <a:t>The node is moved to the root (called </a:t>
            </a:r>
            <a:r>
              <a:rPr lang="en-US" altLang="en-US" sz="1800" b="1"/>
              <a:t>splaying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splaying costs O(h), where h is height of the tree – which is still O(n) worst-case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Why splaying? The assumption is that nodes being accessed will be very likely accessed again.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E0FFA8-3F74-DCA4-7193-766658AFC18E}"/>
              </a:ext>
            </a:extLst>
          </p:cNvPr>
          <p:cNvGrpSpPr>
            <a:grpSpLocks/>
          </p:cNvGrpSpPr>
          <p:nvPr/>
        </p:nvGrpSpPr>
        <p:grpSpPr bwMode="auto">
          <a:xfrm>
            <a:off x="3608388" y="1311275"/>
            <a:ext cx="5383212" cy="4919663"/>
            <a:chOff x="2369" y="826"/>
            <a:chExt cx="3391" cy="3099"/>
          </a:xfrm>
        </p:grpSpPr>
        <p:sp>
          <p:nvSpPr>
            <p:cNvPr id="16470" name="Freeform 3">
              <a:extLst>
                <a:ext uri="{FF2B5EF4-FFF2-40B4-BE49-F238E27FC236}">
                  <a16:creationId xmlns:a16="http://schemas.microsoft.com/office/drawing/2014/main" id="{C18E5896-5CCD-0A81-B6EE-CE12F6BB7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1116"/>
              <a:ext cx="2365" cy="2809"/>
            </a:xfrm>
            <a:custGeom>
              <a:avLst/>
              <a:gdLst>
                <a:gd name="T0" fmla="*/ 1263 w 2361"/>
                <a:gd name="T1" fmla="*/ 0 h 2809"/>
                <a:gd name="T2" fmla="*/ 1085 w 2361"/>
                <a:gd name="T3" fmla="*/ 24 h 2809"/>
                <a:gd name="T4" fmla="*/ 942 w 2361"/>
                <a:gd name="T5" fmla="*/ 107 h 2809"/>
                <a:gd name="T6" fmla="*/ 869 w 2361"/>
                <a:gd name="T7" fmla="*/ 184 h 2809"/>
                <a:gd name="T8" fmla="*/ 810 w 2361"/>
                <a:gd name="T9" fmla="*/ 256 h 2809"/>
                <a:gd name="T10" fmla="*/ 738 w 2361"/>
                <a:gd name="T11" fmla="*/ 315 h 2809"/>
                <a:gd name="T12" fmla="*/ 638 w 2361"/>
                <a:gd name="T13" fmla="*/ 440 h 2809"/>
                <a:gd name="T14" fmla="*/ 614 w 2361"/>
                <a:gd name="T15" fmla="*/ 499 h 2809"/>
                <a:gd name="T16" fmla="*/ 584 w 2361"/>
                <a:gd name="T17" fmla="*/ 547 h 2809"/>
                <a:gd name="T18" fmla="*/ 572 w 2361"/>
                <a:gd name="T19" fmla="*/ 564 h 2809"/>
                <a:gd name="T20" fmla="*/ 483 w 2361"/>
                <a:gd name="T21" fmla="*/ 707 h 2809"/>
                <a:gd name="T22" fmla="*/ 382 w 2361"/>
                <a:gd name="T23" fmla="*/ 790 h 2809"/>
                <a:gd name="T24" fmla="*/ 347 w 2361"/>
                <a:gd name="T25" fmla="*/ 861 h 2809"/>
                <a:gd name="T26" fmla="*/ 291 w 2361"/>
                <a:gd name="T27" fmla="*/ 974 h 2809"/>
                <a:gd name="T28" fmla="*/ 267 w 2361"/>
                <a:gd name="T29" fmla="*/ 1010 h 2809"/>
                <a:gd name="T30" fmla="*/ 250 w 2361"/>
                <a:gd name="T31" fmla="*/ 1034 h 2809"/>
                <a:gd name="T32" fmla="*/ 178 w 2361"/>
                <a:gd name="T33" fmla="*/ 1212 h 2809"/>
                <a:gd name="T34" fmla="*/ 137 w 2361"/>
                <a:gd name="T35" fmla="*/ 1277 h 2809"/>
                <a:gd name="T36" fmla="*/ 119 w 2361"/>
                <a:gd name="T37" fmla="*/ 1319 h 2809"/>
                <a:gd name="T38" fmla="*/ 54 w 2361"/>
                <a:gd name="T39" fmla="*/ 1455 h 2809"/>
                <a:gd name="T40" fmla="*/ 0 w 2361"/>
                <a:gd name="T41" fmla="*/ 1710 h 2809"/>
                <a:gd name="T42" fmla="*/ 42 w 2361"/>
                <a:gd name="T43" fmla="*/ 1889 h 2809"/>
                <a:gd name="T44" fmla="*/ 65 w 2361"/>
                <a:gd name="T45" fmla="*/ 1948 h 2809"/>
                <a:gd name="T46" fmla="*/ 107 w 2361"/>
                <a:gd name="T47" fmla="*/ 2013 h 2809"/>
                <a:gd name="T48" fmla="*/ 155 w 2361"/>
                <a:gd name="T49" fmla="*/ 2061 h 2809"/>
                <a:gd name="T50" fmla="*/ 305 w 2361"/>
                <a:gd name="T51" fmla="*/ 2292 h 2809"/>
                <a:gd name="T52" fmla="*/ 364 w 2361"/>
                <a:gd name="T53" fmla="*/ 2370 h 2809"/>
                <a:gd name="T54" fmla="*/ 400 w 2361"/>
                <a:gd name="T55" fmla="*/ 2435 h 2809"/>
                <a:gd name="T56" fmla="*/ 477 w 2361"/>
                <a:gd name="T57" fmla="*/ 2482 h 2809"/>
                <a:gd name="T58" fmla="*/ 525 w 2361"/>
                <a:gd name="T59" fmla="*/ 2518 h 2809"/>
                <a:gd name="T60" fmla="*/ 727 w 2361"/>
                <a:gd name="T61" fmla="*/ 2637 h 2809"/>
                <a:gd name="T62" fmla="*/ 869 w 2361"/>
                <a:gd name="T63" fmla="*/ 2762 h 2809"/>
                <a:gd name="T64" fmla="*/ 1150 w 2361"/>
                <a:gd name="T65" fmla="*/ 2785 h 2809"/>
                <a:gd name="T66" fmla="*/ 1429 w 2361"/>
                <a:gd name="T67" fmla="*/ 2791 h 2809"/>
                <a:gd name="T68" fmla="*/ 1544 w 2361"/>
                <a:gd name="T69" fmla="*/ 2773 h 2809"/>
                <a:gd name="T70" fmla="*/ 1687 w 2361"/>
                <a:gd name="T71" fmla="*/ 2726 h 2809"/>
                <a:gd name="T72" fmla="*/ 1865 w 2361"/>
                <a:gd name="T73" fmla="*/ 2619 h 2809"/>
                <a:gd name="T74" fmla="*/ 1995 w 2361"/>
                <a:gd name="T75" fmla="*/ 2518 h 2809"/>
                <a:gd name="T76" fmla="*/ 2122 w 2361"/>
                <a:gd name="T77" fmla="*/ 2435 h 2809"/>
                <a:gd name="T78" fmla="*/ 2181 w 2361"/>
                <a:gd name="T79" fmla="*/ 2322 h 2809"/>
                <a:gd name="T80" fmla="*/ 2229 w 2361"/>
                <a:gd name="T81" fmla="*/ 2186 h 2809"/>
                <a:gd name="T82" fmla="*/ 2271 w 2361"/>
                <a:gd name="T83" fmla="*/ 2102 h 2809"/>
                <a:gd name="T84" fmla="*/ 2324 w 2361"/>
                <a:gd name="T85" fmla="*/ 2007 h 2809"/>
                <a:gd name="T86" fmla="*/ 2354 w 2361"/>
                <a:gd name="T87" fmla="*/ 1948 h 2809"/>
                <a:gd name="T88" fmla="*/ 2366 w 2361"/>
                <a:gd name="T89" fmla="*/ 1877 h 2809"/>
                <a:gd name="T90" fmla="*/ 2342 w 2361"/>
                <a:gd name="T91" fmla="*/ 1693 h 2809"/>
                <a:gd name="T92" fmla="*/ 2282 w 2361"/>
                <a:gd name="T93" fmla="*/ 1604 h 2809"/>
                <a:gd name="T94" fmla="*/ 2241 w 2361"/>
                <a:gd name="T95" fmla="*/ 1550 h 2809"/>
                <a:gd name="T96" fmla="*/ 2187 w 2361"/>
                <a:gd name="T97" fmla="*/ 1509 h 2809"/>
                <a:gd name="T98" fmla="*/ 2055 w 2361"/>
                <a:gd name="T99" fmla="*/ 1396 h 2809"/>
                <a:gd name="T100" fmla="*/ 1930 w 2361"/>
                <a:gd name="T101" fmla="*/ 1182 h 2809"/>
                <a:gd name="T102" fmla="*/ 1853 w 2361"/>
                <a:gd name="T103" fmla="*/ 1045 h 2809"/>
                <a:gd name="T104" fmla="*/ 1799 w 2361"/>
                <a:gd name="T105" fmla="*/ 950 h 2809"/>
                <a:gd name="T106" fmla="*/ 1764 w 2361"/>
                <a:gd name="T107" fmla="*/ 683 h 2809"/>
                <a:gd name="T108" fmla="*/ 1734 w 2361"/>
                <a:gd name="T109" fmla="*/ 588 h 2809"/>
                <a:gd name="T110" fmla="*/ 1675 w 2361"/>
                <a:gd name="T111" fmla="*/ 517 h 2809"/>
                <a:gd name="T112" fmla="*/ 1633 w 2361"/>
                <a:gd name="T113" fmla="*/ 458 h 2809"/>
                <a:gd name="T114" fmla="*/ 1592 w 2361"/>
                <a:gd name="T115" fmla="*/ 380 h 2809"/>
                <a:gd name="T116" fmla="*/ 1526 w 2361"/>
                <a:gd name="T117" fmla="*/ 315 h 2809"/>
                <a:gd name="T118" fmla="*/ 1459 w 2361"/>
                <a:gd name="T119" fmla="*/ 220 h 2809"/>
                <a:gd name="T120" fmla="*/ 1394 w 2361"/>
                <a:gd name="T121" fmla="*/ 125 h 2809"/>
                <a:gd name="T122" fmla="*/ 1358 w 2361"/>
                <a:gd name="T123" fmla="*/ 66 h 2809"/>
                <a:gd name="T124" fmla="*/ 1263 w 2361"/>
                <a:gd name="T125" fmla="*/ 0 h 280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361"/>
                <a:gd name="T190" fmla="*/ 0 h 2809"/>
                <a:gd name="T191" fmla="*/ 2361 w 2361"/>
                <a:gd name="T192" fmla="*/ 2809 h 280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361" h="2809">
                  <a:moveTo>
                    <a:pt x="1259" y="0"/>
                  </a:moveTo>
                  <a:cubicBezTo>
                    <a:pt x="1187" y="4"/>
                    <a:pt x="1145" y="8"/>
                    <a:pt x="1081" y="24"/>
                  </a:cubicBezTo>
                  <a:cubicBezTo>
                    <a:pt x="1034" y="52"/>
                    <a:pt x="986" y="78"/>
                    <a:pt x="938" y="107"/>
                  </a:cubicBezTo>
                  <a:cubicBezTo>
                    <a:pt x="919" y="136"/>
                    <a:pt x="889" y="156"/>
                    <a:pt x="867" y="184"/>
                  </a:cubicBezTo>
                  <a:cubicBezTo>
                    <a:pt x="844" y="213"/>
                    <a:pt x="841" y="234"/>
                    <a:pt x="808" y="256"/>
                  </a:cubicBezTo>
                  <a:cubicBezTo>
                    <a:pt x="783" y="272"/>
                    <a:pt x="757" y="294"/>
                    <a:pt x="736" y="315"/>
                  </a:cubicBezTo>
                  <a:cubicBezTo>
                    <a:pt x="699" y="353"/>
                    <a:pt x="673" y="401"/>
                    <a:pt x="636" y="440"/>
                  </a:cubicBezTo>
                  <a:cubicBezTo>
                    <a:pt x="630" y="459"/>
                    <a:pt x="622" y="481"/>
                    <a:pt x="612" y="499"/>
                  </a:cubicBezTo>
                  <a:cubicBezTo>
                    <a:pt x="603" y="516"/>
                    <a:pt x="592" y="531"/>
                    <a:pt x="582" y="547"/>
                  </a:cubicBezTo>
                  <a:cubicBezTo>
                    <a:pt x="578" y="553"/>
                    <a:pt x="570" y="564"/>
                    <a:pt x="570" y="564"/>
                  </a:cubicBezTo>
                  <a:cubicBezTo>
                    <a:pt x="553" y="614"/>
                    <a:pt x="509" y="662"/>
                    <a:pt x="481" y="707"/>
                  </a:cubicBezTo>
                  <a:cubicBezTo>
                    <a:pt x="480" y="708"/>
                    <a:pt x="394" y="776"/>
                    <a:pt x="380" y="790"/>
                  </a:cubicBezTo>
                  <a:cubicBezTo>
                    <a:pt x="364" y="806"/>
                    <a:pt x="356" y="841"/>
                    <a:pt x="345" y="861"/>
                  </a:cubicBezTo>
                  <a:cubicBezTo>
                    <a:pt x="325" y="898"/>
                    <a:pt x="311" y="937"/>
                    <a:pt x="291" y="974"/>
                  </a:cubicBezTo>
                  <a:cubicBezTo>
                    <a:pt x="284" y="987"/>
                    <a:pt x="275" y="998"/>
                    <a:pt x="267" y="1010"/>
                  </a:cubicBezTo>
                  <a:cubicBezTo>
                    <a:pt x="261" y="1018"/>
                    <a:pt x="250" y="1034"/>
                    <a:pt x="250" y="1034"/>
                  </a:cubicBezTo>
                  <a:cubicBezTo>
                    <a:pt x="229" y="1094"/>
                    <a:pt x="198" y="1151"/>
                    <a:pt x="178" y="1212"/>
                  </a:cubicBezTo>
                  <a:cubicBezTo>
                    <a:pt x="170" y="1235"/>
                    <a:pt x="149" y="1257"/>
                    <a:pt x="137" y="1277"/>
                  </a:cubicBezTo>
                  <a:cubicBezTo>
                    <a:pt x="101" y="1334"/>
                    <a:pt x="143" y="1273"/>
                    <a:pt x="119" y="1319"/>
                  </a:cubicBezTo>
                  <a:cubicBezTo>
                    <a:pt x="96" y="1364"/>
                    <a:pt x="71" y="1407"/>
                    <a:pt x="54" y="1455"/>
                  </a:cubicBezTo>
                  <a:cubicBezTo>
                    <a:pt x="25" y="1537"/>
                    <a:pt x="29" y="1629"/>
                    <a:pt x="0" y="1710"/>
                  </a:cubicBezTo>
                  <a:cubicBezTo>
                    <a:pt x="5" y="1785"/>
                    <a:pt x="10" y="1826"/>
                    <a:pt x="42" y="1889"/>
                  </a:cubicBezTo>
                  <a:cubicBezTo>
                    <a:pt x="52" y="1909"/>
                    <a:pt x="52" y="1929"/>
                    <a:pt x="65" y="1948"/>
                  </a:cubicBezTo>
                  <a:cubicBezTo>
                    <a:pt x="78" y="1967"/>
                    <a:pt x="92" y="1996"/>
                    <a:pt x="107" y="2013"/>
                  </a:cubicBezTo>
                  <a:cubicBezTo>
                    <a:pt x="122" y="2030"/>
                    <a:pt x="155" y="2061"/>
                    <a:pt x="155" y="2061"/>
                  </a:cubicBezTo>
                  <a:cubicBezTo>
                    <a:pt x="187" y="2150"/>
                    <a:pt x="245" y="2219"/>
                    <a:pt x="303" y="2292"/>
                  </a:cubicBezTo>
                  <a:cubicBezTo>
                    <a:pt x="322" y="2316"/>
                    <a:pt x="347" y="2343"/>
                    <a:pt x="362" y="2370"/>
                  </a:cubicBezTo>
                  <a:cubicBezTo>
                    <a:pt x="374" y="2392"/>
                    <a:pt x="380" y="2417"/>
                    <a:pt x="398" y="2435"/>
                  </a:cubicBezTo>
                  <a:cubicBezTo>
                    <a:pt x="420" y="2457"/>
                    <a:pt x="449" y="2466"/>
                    <a:pt x="475" y="2482"/>
                  </a:cubicBezTo>
                  <a:cubicBezTo>
                    <a:pt x="489" y="2503"/>
                    <a:pt x="499" y="2510"/>
                    <a:pt x="523" y="2518"/>
                  </a:cubicBezTo>
                  <a:cubicBezTo>
                    <a:pt x="583" y="2565"/>
                    <a:pt x="667" y="2584"/>
                    <a:pt x="725" y="2637"/>
                  </a:cubicBezTo>
                  <a:cubicBezTo>
                    <a:pt x="765" y="2673"/>
                    <a:pt x="813" y="2741"/>
                    <a:pt x="867" y="2762"/>
                  </a:cubicBezTo>
                  <a:cubicBezTo>
                    <a:pt x="950" y="2794"/>
                    <a:pt x="1062" y="2781"/>
                    <a:pt x="1146" y="2785"/>
                  </a:cubicBezTo>
                  <a:cubicBezTo>
                    <a:pt x="1241" y="2809"/>
                    <a:pt x="1317" y="2794"/>
                    <a:pt x="1425" y="2791"/>
                  </a:cubicBezTo>
                  <a:cubicBezTo>
                    <a:pt x="1464" y="2783"/>
                    <a:pt x="1498" y="2777"/>
                    <a:pt x="1538" y="2773"/>
                  </a:cubicBezTo>
                  <a:cubicBezTo>
                    <a:pt x="1587" y="2761"/>
                    <a:pt x="1632" y="2738"/>
                    <a:pt x="1681" y="2726"/>
                  </a:cubicBezTo>
                  <a:cubicBezTo>
                    <a:pt x="1742" y="2694"/>
                    <a:pt x="1804" y="2661"/>
                    <a:pt x="1859" y="2619"/>
                  </a:cubicBezTo>
                  <a:cubicBezTo>
                    <a:pt x="1903" y="2586"/>
                    <a:pt x="1943" y="2549"/>
                    <a:pt x="1989" y="2518"/>
                  </a:cubicBezTo>
                  <a:cubicBezTo>
                    <a:pt x="2031" y="2490"/>
                    <a:pt x="2074" y="2467"/>
                    <a:pt x="2114" y="2435"/>
                  </a:cubicBezTo>
                  <a:cubicBezTo>
                    <a:pt x="2123" y="2398"/>
                    <a:pt x="2150" y="2352"/>
                    <a:pt x="2173" y="2322"/>
                  </a:cubicBezTo>
                  <a:cubicBezTo>
                    <a:pt x="2189" y="2215"/>
                    <a:pt x="2184" y="2259"/>
                    <a:pt x="2221" y="2186"/>
                  </a:cubicBezTo>
                  <a:cubicBezTo>
                    <a:pt x="2271" y="2087"/>
                    <a:pt x="2222" y="2157"/>
                    <a:pt x="2263" y="2102"/>
                  </a:cubicBezTo>
                  <a:cubicBezTo>
                    <a:pt x="2275" y="2067"/>
                    <a:pt x="2301" y="2040"/>
                    <a:pt x="2316" y="2007"/>
                  </a:cubicBezTo>
                  <a:cubicBezTo>
                    <a:pt x="2344" y="1946"/>
                    <a:pt x="2311" y="1995"/>
                    <a:pt x="2346" y="1948"/>
                  </a:cubicBezTo>
                  <a:cubicBezTo>
                    <a:pt x="2349" y="1924"/>
                    <a:pt x="2358" y="1901"/>
                    <a:pt x="2358" y="1877"/>
                  </a:cubicBezTo>
                  <a:cubicBezTo>
                    <a:pt x="2358" y="1828"/>
                    <a:pt x="2361" y="1740"/>
                    <a:pt x="2334" y="1693"/>
                  </a:cubicBezTo>
                  <a:cubicBezTo>
                    <a:pt x="2316" y="1662"/>
                    <a:pt x="2293" y="1634"/>
                    <a:pt x="2274" y="1604"/>
                  </a:cubicBezTo>
                  <a:cubicBezTo>
                    <a:pt x="2264" y="1587"/>
                    <a:pt x="2248" y="1563"/>
                    <a:pt x="2233" y="1550"/>
                  </a:cubicBezTo>
                  <a:cubicBezTo>
                    <a:pt x="2141" y="1469"/>
                    <a:pt x="2236" y="1566"/>
                    <a:pt x="2179" y="1509"/>
                  </a:cubicBezTo>
                  <a:cubicBezTo>
                    <a:pt x="2137" y="1467"/>
                    <a:pt x="2102" y="1423"/>
                    <a:pt x="2049" y="1396"/>
                  </a:cubicBezTo>
                  <a:cubicBezTo>
                    <a:pt x="2013" y="1325"/>
                    <a:pt x="1981" y="1239"/>
                    <a:pt x="1924" y="1182"/>
                  </a:cubicBezTo>
                  <a:cubicBezTo>
                    <a:pt x="1905" y="1135"/>
                    <a:pt x="1877" y="1086"/>
                    <a:pt x="1847" y="1045"/>
                  </a:cubicBezTo>
                  <a:cubicBezTo>
                    <a:pt x="1834" y="1008"/>
                    <a:pt x="1805" y="986"/>
                    <a:pt x="1793" y="950"/>
                  </a:cubicBezTo>
                  <a:cubicBezTo>
                    <a:pt x="1781" y="867"/>
                    <a:pt x="1807" y="757"/>
                    <a:pt x="1758" y="683"/>
                  </a:cubicBezTo>
                  <a:cubicBezTo>
                    <a:pt x="1754" y="663"/>
                    <a:pt x="1739" y="606"/>
                    <a:pt x="1728" y="588"/>
                  </a:cubicBezTo>
                  <a:cubicBezTo>
                    <a:pt x="1678" y="505"/>
                    <a:pt x="1704" y="559"/>
                    <a:pt x="1669" y="517"/>
                  </a:cubicBezTo>
                  <a:cubicBezTo>
                    <a:pt x="1653" y="498"/>
                    <a:pt x="1643" y="477"/>
                    <a:pt x="1627" y="458"/>
                  </a:cubicBezTo>
                  <a:cubicBezTo>
                    <a:pt x="1608" y="436"/>
                    <a:pt x="1603" y="402"/>
                    <a:pt x="1586" y="380"/>
                  </a:cubicBezTo>
                  <a:cubicBezTo>
                    <a:pt x="1571" y="361"/>
                    <a:pt x="1536" y="335"/>
                    <a:pt x="1520" y="315"/>
                  </a:cubicBezTo>
                  <a:cubicBezTo>
                    <a:pt x="1496" y="286"/>
                    <a:pt x="1478" y="250"/>
                    <a:pt x="1455" y="220"/>
                  </a:cubicBezTo>
                  <a:cubicBezTo>
                    <a:pt x="1442" y="180"/>
                    <a:pt x="1408" y="161"/>
                    <a:pt x="1390" y="125"/>
                  </a:cubicBezTo>
                  <a:cubicBezTo>
                    <a:pt x="1380" y="104"/>
                    <a:pt x="1354" y="66"/>
                    <a:pt x="1354" y="66"/>
                  </a:cubicBezTo>
                  <a:cubicBezTo>
                    <a:pt x="1339" y="22"/>
                    <a:pt x="1295" y="22"/>
                    <a:pt x="1259" y="0"/>
                  </a:cubicBezTo>
                  <a:close/>
                </a:path>
              </a:pathLst>
            </a:custGeom>
            <a:solidFill>
              <a:srgbClr val="FFFF99"/>
            </a:solidFill>
            <a:ln w="9525" cap="flat" cmpd="sng">
              <a:solidFill>
                <a:srgbClr val="FFFF00"/>
              </a:solidFill>
              <a:prstDash val="solid"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6471" name="Freeform 4">
              <a:extLst>
                <a:ext uri="{FF2B5EF4-FFF2-40B4-BE49-F238E27FC236}">
                  <a16:creationId xmlns:a16="http://schemas.microsoft.com/office/drawing/2014/main" id="{80832EA6-8811-1641-88AB-EEC609364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1140"/>
              <a:ext cx="1473" cy="1459"/>
            </a:xfrm>
            <a:custGeom>
              <a:avLst/>
              <a:gdLst>
                <a:gd name="T0" fmla="*/ 761 w 1473"/>
                <a:gd name="T1" fmla="*/ 0 h 1459"/>
                <a:gd name="T2" fmla="*/ 559 w 1473"/>
                <a:gd name="T3" fmla="*/ 18 h 1459"/>
                <a:gd name="T4" fmla="*/ 511 w 1473"/>
                <a:gd name="T5" fmla="*/ 54 h 1459"/>
                <a:gd name="T6" fmla="*/ 410 w 1473"/>
                <a:gd name="T7" fmla="*/ 89 h 1459"/>
                <a:gd name="T8" fmla="*/ 351 w 1473"/>
                <a:gd name="T9" fmla="*/ 119 h 1459"/>
                <a:gd name="T10" fmla="*/ 185 w 1473"/>
                <a:gd name="T11" fmla="*/ 273 h 1459"/>
                <a:gd name="T12" fmla="*/ 167 w 1473"/>
                <a:gd name="T13" fmla="*/ 297 h 1459"/>
                <a:gd name="T14" fmla="*/ 131 w 1473"/>
                <a:gd name="T15" fmla="*/ 333 h 1459"/>
                <a:gd name="T16" fmla="*/ 90 w 1473"/>
                <a:gd name="T17" fmla="*/ 410 h 1459"/>
                <a:gd name="T18" fmla="*/ 60 w 1473"/>
                <a:gd name="T19" fmla="*/ 535 h 1459"/>
                <a:gd name="T20" fmla="*/ 1 w 1473"/>
                <a:gd name="T21" fmla="*/ 736 h 1459"/>
                <a:gd name="T22" fmla="*/ 6 w 1473"/>
                <a:gd name="T23" fmla="*/ 826 h 1459"/>
                <a:gd name="T24" fmla="*/ 24 w 1473"/>
                <a:gd name="T25" fmla="*/ 843 h 1459"/>
                <a:gd name="T26" fmla="*/ 96 w 1473"/>
                <a:gd name="T27" fmla="*/ 938 h 1459"/>
                <a:gd name="T28" fmla="*/ 202 w 1473"/>
                <a:gd name="T29" fmla="*/ 1111 h 1459"/>
                <a:gd name="T30" fmla="*/ 214 w 1473"/>
                <a:gd name="T31" fmla="*/ 1128 h 1459"/>
                <a:gd name="T32" fmla="*/ 232 w 1473"/>
                <a:gd name="T33" fmla="*/ 1140 h 1459"/>
                <a:gd name="T34" fmla="*/ 351 w 1473"/>
                <a:gd name="T35" fmla="*/ 1271 h 1459"/>
                <a:gd name="T36" fmla="*/ 392 w 1473"/>
                <a:gd name="T37" fmla="*/ 1295 h 1459"/>
                <a:gd name="T38" fmla="*/ 464 w 1473"/>
                <a:gd name="T39" fmla="*/ 1354 h 1459"/>
                <a:gd name="T40" fmla="*/ 577 w 1473"/>
                <a:gd name="T41" fmla="*/ 1384 h 1459"/>
                <a:gd name="T42" fmla="*/ 630 w 1473"/>
                <a:gd name="T43" fmla="*/ 1402 h 1459"/>
                <a:gd name="T44" fmla="*/ 767 w 1473"/>
                <a:gd name="T45" fmla="*/ 1425 h 1459"/>
                <a:gd name="T46" fmla="*/ 1271 w 1473"/>
                <a:gd name="T47" fmla="*/ 1384 h 1459"/>
                <a:gd name="T48" fmla="*/ 1372 w 1473"/>
                <a:gd name="T49" fmla="*/ 1318 h 1459"/>
                <a:gd name="T50" fmla="*/ 1438 w 1473"/>
                <a:gd name="T51" fmla="*/ 1259 h 1459"/>
                <a:gd name="T52" fmla="*/ 1473 w 1473"/>
                <a:gd name="T53" fmla="*/ 1194 h 1459"/>
                <a:gd name="T54" fmla="*/ 1467 w 1473"/>
                <a:gd name="T55" fmla="*/ 998 h 1459"/>
                <a:gd name="T56" fmla="*/ 1455 w 1473"/>
                <a:gd name="T57" fmla="*/ 974 h 1459"/>
                <a:gd name="T58" fmla="*/ 1426 w 1473"/>
                <a:gd name="T59" fmla="*/ 891 h 1459"/>
                <a:gd name="T60" fmla="*/ 1366 w 1473"/>
                <a:gd name="T61" fmla="*/ 802 h 1459"/>
                <a:gd name="T62" fmla="*/ 1348 w 1473"/>
                <a:gd name="T63" fmla="*/ 731 h 1459"/>
                <a:gd name="T64" fmla="*/ 1277 w 1473"/>
                <a:gd name="T65" fmla="*/ 612 h 1459"/>
                <a:gd name="T66" fmla="*/ 1194 w 1473"/>
                <a:gd name="T67" fmla="*/ 493 h 1459"/>
                <a:gd name="T68" fmla="*/ 1123 w 1473"/>
                <a:gd name="T69" fmla="*/ 398 h 1459"/>
                <a:gd name="T70" fmla="*/ 998 w 1473"/>
                <a:gd name="T71" fmla="*/ 238 h 1459"/>
                <a:gd name="T72" fmla="*/ 957 w 1473"/>
                <a:gd name="T73" fmla="*/ 196 h 1459"/>
                <a:gd name="T74" fmla="*/ 879 w 1473"/>
                <a:gd name="T75" fmla="*/ 101 h 1459"/>
                <a:gd name="T76" fmla="*/ 749 w 1473"/>
                <a:gd name="T77" fmla="*/ 12 h 1459"/>
                <a:gd name="T78" fmla="*/ 761 w 1473"/>
                <a:gd name="T79" fmla="*/ 0 h 145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473"/>
                <a:gd name="T121" fmla="*/ 0 h 1459"/>
                <a:gd name="T122" fmla="*/ 1473 w 1473"/>
                <a:gd name="T123" fmla="*/ 1459 h 145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473" h="1459">
                  <a:moveTo>
                    <a:pt x="761" y="0"/>
                  </a:moveTo>
                  <a:cubicBezTo>
                    <a:pt x="694" y="6"/>
                    <a:pt x="625" y="4"/>
                    <a:pt x="559" y="18"/>
                  </a:cubicBezTo>
                  <a:cubicBezTo>
                    <a:pt x="539" y="22"/>
                    <a:pt x="529" y="46"/>
                    <a:pt x="511" y="54"/>
                  </a:cubicBezTo>
                  <a:cubicBezTo>
                    <a:pt x="478" y="69"/>
                    <a:pt x="445" y="80"/>
                    <a:pt x="410" y="89"/>
                  </a:cubicBezTo>
                  <a:cubicBezTo>
                    <a:pt x="368" y="118"/>
                    <a:pt x="389" y="110"/>
                    <a:pt x="351" y="119"/>
                  </a:cubicBezTo>
                  <a:cubicBezTo>
                    <a:pt x="285" y="163"/>
                    <a:pt x="232" y="209"/>
                    <a:pt x="185" y="273"/>
                  </a:cubicBezTo>
                  <a:cubicBezTo>
                    <a:pt x="179" y="281"/>
                    <a:pt x="174" y="290"/>
                    <a:pt x="167" y="297"/>
                  </a:cubicBezTo>
                  <a:cubicBezTo>
                    <a:pt x="155" y="309"/>
                    <a:pt x="131" y="333"/>
                    <a:pt x="131" y="333"/>
                  </a:cubicBezTo>
                  <a:cubicBezTo>
                    <a:pt x="121" y="360"/>
                    <a:pt x="107" y="387"/>
                    <a:pt x="90" y="410"/>
                  </a:cubicBezTo>
                  <a:cubicBezTo>
                    <a:pt x="76" y="451"/>
                    <a:pt x="73" y="494"/>
                    <a:pt x="60" y="535"/>
                  </a:cubicBezTo>
                  <a:cubicBezTo>
                    <a:pt x="40" y="602"/>
                    <a:pt x="16" y="668"/>
                    <a:pt x="1" y="736"/>
                  </a:cubicBezTo>
                  <a:cubicBezTo>
                    <a:pt x="3" y="766"/>
                    <a:pt x="0" y="797"/>
                    <a:pt x="6" y="826"/>
                  </a:cubicBezTo>
                  <a:cubicBezTo>
                    <a:pt x="8" y="834"/>
                    <a:pt x="19" y="836"/>
                    <a:pt x="24" y="843"/>
                  </a:cubicBezTo>
                  <a:cubicBezTo>
                    <a:pt x="49" y="880"/>
                    <a:pt x="52" y="916"/>
                    <a:pt x="96" y="938"/>
                  </a:cubicBezTo>
                  <a:cubicBezTo>
                    <a:pt x="120" y="1004"/>
                    <a:pt x="142" y="1069"/>
                    <a:pt x="202" y="1111"/>
                  </a:cubicBezTo>
                  <a:cubicBezTo>
                    <a:pt x="206" y="1117"/>
                    <a:pt x="209" y="1123"/>
                    <a:pt x="214" y="1128"/>
                  </a:cubicBezTo>
                  <a:cubicBezTo>
                    <a:pt x="219" y="1133"/>
                    <a:pt x="227" y="1135"/>
                    <a:pt x="232" y="1140"/>
                  </a:cubicBezTo>
                  <a:cubicBezTo>
                    <a:pt x="271" y="1185"/>
                    <a:pt x="287" y="1255"/>
                    <a:pt x="351" y="1271"/>
                  </a:cubicBezTo>
                  <a:cubicBezTo>
                    <a:pt x="364" y="1280"/>
                    <a:pt x="380" y="1285"/>
                    <a:pt x="392" y="1295"/>
                  </a:cubicBezTo>
                  <a:cubicBezTo>
                    <a:pt x="420" y="1318"/>
                    <a:pt x="427" y="1345"/>
                    <a:pt x="464" y="1354"/>
                  </a:cubicBezTo>
                  <a:cubicBezTo>
                    <a:pt x="519" y="1388"/>
                    <a:pt x="476" y="1367"/>
                    <a:pt x="577" y="1384"/>
                  </a:cubicBezTo>
                  <a:cubicBezTo>
                    <a:pt x="605" y="1389"/>
                    <a:pt x="600" y="1392"/>
                    <a:pt x="630" y="1402"/>
                  </a:cubicBezTo>
                  <a:cubicBezTo>
                    <a:pt x="674" y="1416"/>
                    <a:pt x="721" y="1420"/>
                    <a:pt x="767" y="1425"/>
                  </a:cubicBezTo>
                  <a:cubicBezTo>
                    <a:pt x="931" y="1459"/>
                    <a:pt x="1109" y="1418"/>
                    <a:pt x="1271" y="1384"/>
                  </a:cubicBezTo>
                  <a:cubicBezTo>
                    <a:pt x="1307" y="1366"/>
                    <a:pt x="1333" y="1331"/>
                    <a:pt x="1372" y="1318"/>
                  </a:cubicBezTo>
                  <a:cubicBezTo>
                    <a:pt x="1389" y="1295"/>
                    <a:pt x="1414" y="1275"/>
                    <a:pt x="1438" y="1259"/>
                  </a:cubicBezTo>
                  <a:cubicBezTo>
                    <a:pt x="1450" y="1237"/>
                    <a:pt x="1465" y="1218"/>
                    <a:pt x="1473" y="1194"/>
                  </a:cubicBezTo>
                  <a:cubicBezTo>
                    <a:pt x="1471" y="1129"/>
                    <a:pt x="1472" y="1063"/>
                    <a:pt x="1467" y="998"/>
                  </a:cubicBezTo>
                  <a:cubicBezTo>
                    <a:pt x="1466" y="989"/>
                    <a:pt x="1458" y="982"/>
                    <a:pt x="1455" y="974"/>
                  </a:cubicBezTo>
                  <a:cubicBezTo>
                    <a:pt x="1445" y="950"/>
                    <a:pt x="1439" y="913"/>
                    <a:pt x="1426" y="891"/>
                  </a:cubicBezTo>
                  <a:cubicBezTo>
                    <a:pt x="1409" y="861"/>
                    <a:pt x="1378" y="837"/>
                    <a:pt x="1366" y="802"/>
                  </a:cubicBezTo>
                  <a:cubicBezTo>
                    <a:pt x="1358" y="779"/>
                    <a:pt x="1357" y="753"/>
                    <a:pt x="1348" y="731"/>
                  </a:cubicBezTo>
                  <a:cubicBezTo>
                    <a:pt x="1334" y="696"/>
                    <a:pt x="1299" y="645"/>
                    <a:pt x="1277" y="612"/>
                  </a:cubicBezTo>
                  <a:cubicBezTo>
                    <a:pt x="1265" y="564"/>
                    <a:pt x="1228" y="527"/>
                    <a:pt x="1194" y="493"/>
                  </a:cubicBezTo>
                  <a:cubicBezTo>
                    <a:pt x="1181" y="453"/>
                    <a:pt x="1158" y="422"/>
                    <a:pt x="1123" y="398"/>
                  </a:cubicBezTo>
                  <a:cubicBezTo>
                    <a:pt x="1094" y="339"/>
                    <a:pt x="1042" y="287"/>
                    <a:pt x="998" y="238"/>
                  </a:cubicBezTo>
                  <a:cubicBezTo>
                    <a:pt x="985" y="223"/>
                    <a:pt x="968" y="212"/>
                    <a:pt x="957" y="196"/>
                  </a:cubicBezTo>
                  <a:cubicBezTo>
                    <a:pt x="938" y="167"/>
                    <a:pt x="910" y="117"/>
                    <a:pt x="879" y="101"/>
                  </a:cubicBezTo>
                  <a:cubicBezTo>
                    <a:pt x="834" y="77"/>
                    <a:pt x="792" y="41"/>
                    <a:pt x="749" y="12"/>
                  </a:cubicBezTo>
                  <a:cubicBezTo>
                    <a:pt x="744" y="9"/>
                    <a:pt x="757" y="4"/>
                    <a:pt x="761" y="0"/>
                  </a:cubicBezTo>
                  <a:close/>
                </a:path>
              </a:pathLst>
            </a:custGeom>
            <a:solidFill>
              <a:srgbClr val="9999FF"/>
            </a:solidFill>
            <a:ln w="9525" cap="flat" cmpd="sng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6472" name="Text Box 5">
              <a:extLst>
                <a:ext uri="{FF2B5EF4-FFF2-40B4-BE49-F238E27FC236}">
                  <a16:creationId xmlns:a16="http://schemas.microsoft.com/office/drawing/2014/main" id="{71F3E743-8158-9C3E-B406-C78B334A2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6" y="3125"/>
              <a:ext cx="125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400">
                  <a:latin typeface="Times New Roman" panose="02020603050405020304" pitchFamily="18" charset="0"/>
                </a:rPr>
                <a:t>all the keys in the yellow region are </a:t>
              </a:r>
              <a:r>
                <a:rPr lang="en-US" altLang="en-US" sz="1400">
                  <a:latin typeface="Times New Roman" panose="02020603050405020304" pitchFamily="18" charset="0"/>
                  <a:sym typeface="Symbol" pitchFamily="2" charset="2"/>
                </a:rPr>
                <a:t> 20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6473" name="Text Box 6">
              <a:extLst>
                <a:ext uri="{FF2B5EF4-FFF2-40B4-BE49-F238E27FC236}">
                  <a16:creationId xmlns:a16="http://schemas.microsoft.com/office/drawing/2014/main" id="{8888B282-854D-70A7-CC59-8E58CCCA6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826"/>
              <a:ext cx="1162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400">
                  <a:latin typeface="Times New Roman" panose="02020603050405020304" pitchFamily="18" charset="0"/>
                </a:rPr>
                <a:t>all the keys in the blue region are </a:t>
              </a:r>
              <a:r>
                <a:rPr lang="en-US" altLang="en-US" sz="1400">
                  <a:latin typeface="Times New Roman" panose="02020603050405020304" pitchFamily="18" charset="0"/>
                  <a:sym typeface="Symbol" pitchFamily="2" charset="2"/>
                </a:rPr>
                <a:t> 20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16387" name="Rectangle 7">
            <a:extLst>
              <a:ext uri="{FF2B5EF4-FFF2-40B4-BE49-F238E27FC236}">
                <a16:creationId xmlns:a16="http://schemas.microsoft.com/office/drawing/2014/main" id="{C4B04CBE-BCBD-F2D2-BDE0-C725AD331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Splay Trees are Binary Search Trees</a:t>
            </a:r>
          </a:p>
        </p:txBody>
      </p:sp>
      <p:sp>
        <p:nvSpPr>
          <p:cNvPr id="16388" name="Rectangle 8">
            <a:extLst>
              <a:ext uri="{FF2B5EF4-FFF2-40B4-BE49-F238E27FC236}">
                <a16:creationId xmlns:a16="http://schemas.microsoft.com/office/drawing/2014/main" id="{1639B42D-2542-BE7B-E9BD-5AB3698F9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371600"/>
            <a:ext cx="3276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BST Rules: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items stored only at internal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keys stored at nodes in the left subtree of </a:t>
            </a:r>
            <a:r>
              <a:rPr lang="en-US" altLang="en-US" sz="1800" i="1"/>
              <a:t>v</a:t>
            </a:r>
            <a:r>
              <a:rPr lang="en-US" altLang="en-US" sz="1800"/>
              <a:t> are less than or equal to the key stored at </a:t>
            </a:r>
            <a:r>
              <a:rPr lang="en-US" altLang="en-US" sz="1800" i="1"/>
              <a:t>v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keys stored at nodes in the right subtree of </a:t>
            </a:r>
            <a:r>
              <a:rPr lang="en-US" altLang="en-US" sz="1800" i="1"/>
              <a:t>v</a:t>
            </a:r>
            <a:r>
              <a:rPr lang="en-US" altLang="en-US" sz="1800"/>
              <a:t> are greater than or equal to the key stored at </a:t>
            </a:r>
            <a:r>
              <a:rPr lang="en-US" altLang="en-US" sz="1800" i="1"/>
              <a:t>v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i="1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 inorder traversal will return the keys in order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Search for 8 and 13?</a:t>
            </a:r>
          </a:p>
        </p:txBody>
      </p:sp>
      <p:sp>
        <p:nvSpPr>
          <p:cNvPr id="16389" name="Oval 9">
            <a:extLst>
              <a:ext uri="{FF2B5EF4-FFF2-40B4-BE49-F238E27FC236}">
                <a16:creationId xmlns:a16="http://schemas.microsoft.com/office/drawing/2014/main" id="{4B8469C2-5D19-9A79-FB6F-087394FC2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0" y="1295400"/>
            <a:ext cx="827088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(20,Z)</a:t>
            </a:r>
          </a:p>
        </p:txBody>
      </p:sp>
      <p:sp>
        <p:nvSpPr>
          <p:cNvPr id="16390" name="Oval 10">
            <a:extLst>
              <a:ext uri="{FF2B5EF4-FFF2-40B4-BE49-F238E27FC236}">
                <a16:creationId xmlns:a16="http://schemas.microsoft.com/office/drawing/2014/main" id="{7D6B892F-36F4-D8F1-8F40-ED54DB55C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0" y="2819400"/>
            <a:ext cx="812800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(37,P)</a:t>
            </a:r>
          </a:p>
        </p:txBody>
      </p:sp>
      <p:sp>
        <p:nvSpPr>
          <p:cNvPr id="16391" name="Oval 11">
            <a:extLst>
              <a:ext uri="{FF2B5EF4-FFF2-40B4-BE49-F238E27FC236}">
                <a16:creationId xmlns:a16="http://schemas.microsoft.com/office/drawing/2014/main" id="{7CCB732A-A0BF-2B39-D4DC-5DA857A78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925" y="2819400"/>
            <a:ext cx="855663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(21,O)</a:t>
            </a:r>
          </a:p>
        </p:txBody>
      </p:sp>
      <p:sp>
        <p:nvSpPr>
          <p:cNvPr id="16392" name="Oval 12">
            <a:extLst>
              <a:ext uri="{FF2B5EF4-FFF2-40B4-BE49-F238E27FC236}">
                <a16:creationId xmlns:a16="http://schemas.microsoft.com/office/drawing/2014/main" id="{4709841B-E520-67D8-DD81-9CAA86F9D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2667000"/>
            <a:ext cx="773112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(14,J)</a:t>
            </a:r>
          </a:p>
        </p:txBody>
      </p:sp>
      <p:sp>
        <p:nvSpPr>
          <p:cNvPr id="16393" name="Oval 13">
            <a:extLst>
              <a:ext uri="{FF2B5EF4-FFF2-40B4-BE49-F238E27FC236}">
                <a16:creationId xmlns:a16="http://schemas.microsoft.com/office/drawing/2014/main" id="{06651065-2799-F950-12FE-ADBCAC0E9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2797175"/>
            <a:ext cx="701675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(7,T)</a:t>
            </a:r>
          </a:p>
        </p:txBody>
      </p:sp>
      <p:sp>
        <p:nvSpPr>
          <p:cNvPr id="16394" name="Oval 14">
            <a:extLst>
              <a:ext uri="{FF2B5EF4-FFF2-40B4-BE49-F238E27FC236}">
                <a16:creationId xmlns:a16="http://schemas.microsoft.com/office/drawing/2014/main" id="{1109F967-D150-282E-1A9B-D7189B34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2025650"/>
            <a:ext cx="842963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(35,R)</a:t>
            </a:r>
          </a:p>
        </p:txBody>
      </p:sp>
      <p:sp>
        <p:nvSpPr>
          <p:cNvPr id="16395" name="Oval 15">
            <a:extLst>
              <a:ext uri="{FF2B5EF4-FFF2-40B4-BE49-F238E27FC236}">
                <a16:creationId xmlns:a16="http://schemas.microsoft.com/office/drawing/2014/main" id="{BE333E8A-C8E6-3523-61FA-0837C6E88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2025650"/>
            <a:ext cx="855663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(10,A)</a:t>
            </a:r>
          </a:p>
        </p:txBody>
      </p:sp>
      <p:cxnSp>
        <p:nvCxnSpPr>
          <p:cNvPr id="16396" name="AutoShape 16">
            <a:extLst>
              <a:ext uri="{FF2B5EF4-FFF2-40B4-BE49-F238E27FC236}">
                <a16:creationId xmlns:a16="http://schemas.microsoft.com/office/drawing/2014/main" id="{0DCDFE83-6C90-ADB2-CD32-A5BE1C0957C3}"/>
              </a:ext>
            </a:extLst>
          </p:cNvPr>
          <p:cNvCxnSpPr>
            <a:cxnSpLocks noChangeShapeType="1"/>
            <a:stCxn id="16389" idx="4"/>
            <a:endCxn id="16395" idx="0"/>
          </p:cNvCxnSpPr>
          <p:nvPr/>
        </p:nvCxnSpPr>
        <p:spPr bwMode="auto">
          <a:xfrm flipH="1">
            <a:off x="5467350" y="1697038"/>
            <a:ext cx="884238" cy="32861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7" name="AutoShape 17">
            <a:extLst>
              <a:ext uri="{FF2B5EF4-FFF2-40B4-BE49-F238E27FC236}">
                <a16:creationId xmlns:a16="http://schemas.microsoft.com/office/drawing/2014/main" id="{F0A96BC4-696C-8E0E-AAFA-6281E0BEE9C8}"/>
              </a:ext>
            </a:extLst>
          </p:cNvPr>
          <p:cNvCxnSpPr>
            <a:cxnSpLocks noChangeShapeType="1"/>
            <a:stCxn id="16389" idx="4"/>
            <a:endCxn id="16394" idx="0"/>
          </p:cNvCxnSpPr>
          <p:nvPr/>
        </p:nvCxnSpPr>
        <p:spPr bwMode="auto">
          <a:xfrm>
            <a:off x="6351588" y="1697038"/>
            <a:ext cx="1030287" cy="32861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18">
            <a:extLst>
              <a:ext uri="{FF2B5EF4-FFF2-40B4-BE49-F238E27FC236}">
                <a16:creationId xmlns:a16="http://schemas.microsoft.com/office/drawing/2014/main" id="{99433C5E-416A-14A1-29AB-432B873EC546}"/>
              </a:ext>
            </a:extLst>
          </p:cNvPr>
          <p:cNvCxnSpPr>
            <a:cxnSpLocks noChangeShapeType="1"/>
            <a:stCxn id="16395" idx="4"/>
            <a:endCxn id="16393" idx="0"/>
          </p:cNvCxnSpPr>
          <p:nvPr/>
        </p:nvCxnSpPr>
        <p:spPr bwMode="auto">
          <a:xfrm flipH="1">
            <a:off x="5008563" y="2427288"/>
            <a:ext cx="458787" cy="36988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19">
            <a:extLst>
              <a:ext uri="{FF2B5EF4-FFF2-40B4-BE49-F238E27FC236}">
                <a16:creationId xmlns:a16="http://schemas.microsoft.com/office/drawing/2014/main" id="{2BC530FA-C2EC-9A13-CD88-C9EF8E665843}"/>
              </a:ext>
            </a:extLst>
          </p:cNvPr>
          <p:cNvCxnSpPr>
            <a:cxnSpLocks noChangeShapeType="1"/>
            <a:stCxn id="16395" idx="4"/>
            <a:endCxn id="16392" idx="0"/>
          </p:cNvCxnSpPr>
          <p:nvPr/>
        </p:nvCxnSpPr>
        <p:spPr bwMode="auto">
          <a:xfrm>
            <a:off x="5467350" y="2427288"/>
            <a:ext cx="515938" cy="23971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20">
            <a:extLst>
              <a:ext uri="{FF2B5EF4-FFF2-40B4-BE49-F238E27FC236}">
                <a16:creationId xmlns:a16="http://schemas.microsoft.com/office/drawing/2014/main" id="{400E2109-938F-3DCF-1AE9-9232B2ECDF1C}"/>
              </a:ext>
            </a:extLst>
          </p:cNvPr>
          <p:cNvCxnSpPr>
            <a:cxnSpLocks noChangeShapeType="1"/>
            <a:stCxn id="16394" idx="4"/>
            <a:endCxn id="16391" idx="0"/>
          </p:cNvCxnSpPr>
          <p:nvPr/>
        </p:nvCxnSpPr>
        <p:spPr bwMode="auto">
          <a:xfrm flipH="1">
            <a:off x="6940550" y="2427288"/>
            <a:ext cx="441325" cy="39211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1" name="AutoShape 21">
            <a:extLst>
              <a:ext uri="{FF2B5EF4-FFF2-40B4-BE49-F238E27FC236}">
                <a16:creationId xmlns:a16="http://schemas.microsoft.com/office/drawing/2014/main" id="{05235710-F0A8-17DC-2E1F-CB9675076915}"/>
              </a:ext>
            </a:extLst>
          </p:cNvPr>
          <p:cNvCxnSpPr>
            <a:cxnSpLocks noChangeShapeType="1"/>
            <a:stCxn id="16394" idx="4"/>
            <a:endCxn id="16390" idx="0"/>
          </p:cNvCxnSpPr>
          <p:nvPr/>
        </p:nvCxnSpPr>
        <p:spPr bwMode="auto">
          <a:xfrm>
            <a:off x="7381875" y="2427288"/>
            <a:ext cx="523875" cy="39211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2" name="Oval 22">
            <a:extLst>
              <a:ext uri="{FF2B5EF4-FFF2-40B4-BE49-F238E27FC236}">
                <a16:creationId xmlns:a16="http://schemas.microsoft.com/office/drawing/2014/main" id="{A98ED296-C6F8-3EF8-D031-2CEE3D597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4191000"/>
            <a:ext cx="717550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(1,C)</a:t>
            </a:r>
          </a:p>
        </p:txBody>
      </p:sp>
      <p:sp>
        <p:nvSpPr>
          <p:cNvPr id="16403" name="Oval 23">
            <a:extLst>
              <a:ext uri="{FF2B5EF4-FFF2-40B4-BE49-F238E27FC236}">
                <a16:creationId xmlns:a16="http://schemas.microsoft.com/office/drawing/2014/main" id="{299840AB-9C2A-356E-DD7F-EA8FA23A2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3392488"/>
            <a:ext cx="730250" cy="401637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(1,Q)</a:t>
            </a:r>
          </a:p>
        </p:txBody>
      </p:sp>
      <p:cxnSp>
        <p:nvCxnSpPr>
          <p:cNvPr id="16404" name="AutoShape 24">
            <a:extLst>
              <a:ext uri="{FF2B5EF4-FFF2-40B4-BE49-F238E27FC236}">
                <a16:creationId xmlns:a16="http://schemas.microsoft.com/office/drawing/2014/main" id="{9962A022-A3BC-C2AF-F72F-FDE06EAFF2B0}"/>
              </a:ext>
            </a:extLst>
          </p:cNvPr>
          <p:cNvCxnSpPr>
            <a:cxnSpLocks noChangeShapeType="1"/>
            <a:stCxn id="16403" idx="4"/>
            <a:endCxn id="16402" idx="0"/>
          </p:cNvCxnSpPr>
          <p:nvPr/>
        </p:nvCxnSpPr>
        <p:spPr bwMode="auto">
          <a:xfrm flipH="1">
            <a:off x="4186238" y="3794125"/>
            <a:ext cx="427037" cy="396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5" name="AutoShape 25">
            <a:extLst>
              <a:ext uri="{FF2B5EF4-FFF2-40B4-BE49-F238E27FC236}">
                <a16:creationId xmlns:a16="http://schemas.microsoft.com/office/drawing/2014/main" id="{2BBD6805-6B1D-B606-6060-C83C1FEE289E}"/>
              </a:ext>
            </a:extLst>
          </p:cNvPr>
          <p:cNvCxnSpPr>
            <a:cxnSpLocks noChangeShapeType="1"/>
            <a:stCxn id="16403" idx="4"/>
            <a:endCxn id="16409" idx="0"/>
          </p:cNvCxnSpPr>
          <p:nvPr/>
        </p:nvCxnSpPr>
        <p:spPr bwMode="auto">
          <a:xfrm>
            <a:off x="4613275" y="3794125"/>
            <a:ext cx="428625" cy="4191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6" name="AutoShape 26">
            <a:extLst>
              <a:ext uri="{FF2B5EF4-FFF2-40B4-BE49-F238E27FC236}">
                <a16:creationId xmlns:a16="http://schemas.microsoft.com/office/drawing/2014/main" id="{38224A57-8849-BAF4-C083-99FE12D0095E}"/>
              </a:ext>
            </a:extLst>
          </p:cNvPr>
          <p:cNvCxnSpPr>
            <a:cxnSpLocks noChangeShapeType="1"/>
            <a:stCxn id="16393" idx="4"/>
            <a:endCxn id="16403" idx="0"/>
          </p:cNvCxnSpPr>
          <p:nvPr/>
        </p:nvCxnSpPr>
        <p:spPr bwMode="auto">
          <a:xfrm flipH="1">
            <a:off x="4613275" y="3198813"/>
            <a:ext cx="395288" cy="1936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7" name="Oval 27">
            <a:extLst>
              <a:ext uri="{FF2B5EF4-FFF2-40B4-BE49-F238E27FC236}">
                <a16:creationId xmlns:a16="http://schemas.microsoft.com/office/drawing/2014/main" id="{3BD72442-CD35-AA4F-4EB7-22D91E4CC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88" y="5029200"/>
            <a:ext cx="730250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(5,G)</a:t>
            </a:r>
          </a:p>
        </p:txBody>
      </p:sp>
      <p:sp>
        <p:nvSpPr>
          <p:cNvPr id="16408" name="Oval 28">
            <a:extLst>
              <a:ext uri="{FF2B5EF4-FFF2-40B4-BE49-F238E27FC236}">
                <a16:creationId xmlns:a16="http://schemas.microsoft.com/office/drawing/2014/main" id="{C7CF043C-DC64-849E-4354-2801B11D4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725" y="5022850"/>
            <a:ext cx="717550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(2,R)</a:t>
            </a:r>
          </a:p>
        </p:txBody>
      </p:sp>
      <p:sp>
        <p:nvSpPr>
          <p:cNvPr id="16409" name="Oval 29">
            <a:extLst>
              <a:ext uri="{FF2B5EF4-FFF2-40B4-BE49-F238E27FC236}">
                <a16:creationId xmlns:a16="http://schemas.microsoft.com/office/drawing/2014/main" id="{372EA1EC-12F3-3161-AD1F-1A3FF5B95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775" y="4213225"/>
            <a:ext cx="730250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(5,H)</a:t>
            </a:r>
          </a:p>
        </p:txBody>
      </p:sp>
      <p:cxnSp>
        <p:nvCxnSpPr>
          <p:cNvPr id="16410" name="AutoShape 30">
            <a:extLst>
              <a:ext uri="{FF2B5EF4-FFF2-40B4-BE49-F238E27FC236}">
                <a16:creationId xmlns:a16="http://schemas.microsoft.com/office/drawing/2014/main" id="{8F48CDE5-7CD3-208D-3D6D-B1CED57C89F2}"/>
              </a:ext>
            </a:extLst>
          </p:cNvPr>
          <p:cNvCxnSpPr>
            <a:cxnSpLocks noChangeShapeType="1"/>
            <a:stCxn id="16409" idx="4"/>
            <a:endCxn id="16408" idx="0"/>
          </p:cNvCxnSpPr>
          <p:nvPr/>
        </p:nvCxnSpPr>
        <p:spPr bwMode="auto">
          <a:xfrm flipH="1">
            <a:off x="4508500" y="4614863"/>
            <a:ext cx="533400" cy="40798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1" name="AutoShape 31">
            <a:extLst>
              <a:ext uri="{FF2B5EF4-FFF2-40B4-BE49-F238E27FC236}">
                <a16:creationId xmlns:a16="http://schemas.microsoft.com/office/drawing/2014/main" id="{1FE1C257-A1C4-DB6E-E7B8-D1D41057EE7B}"/>
              </a:ext>
            </a:extLst>
          </p:cNvPr>
          <p:cNvCxnSpPr>
            <a:cxnSpLocks noChangeShapeType="1"/>
            <a:stCxn id="16409" idx="4"/>
            <a:endCxn id="16407" idx="0"/>
          </p:cNvCxnSpPr>
          <p:nvPr/>
        </p:nvCxnSpPr>
        <p:spPr bwMode="auto">
          <a:xfrm>
            <a:off x="5041900" y="4614863"/>
            <a:ext cx="595313" cy="4143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2" name="Oval 32">
            <a:extLst>
              <a:ext uri="{FF2B5EF4-FFF2-40B4-BE49-F238E27FC236}">
                <a16:creationId xmlns:a16="http://schemas.microsoft.com/office/drawing/2014/main" id="{168650A4-1585-3302-54F6-98CC22A19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5540375"/>
            <a:ext cx="730250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(6,Y)</a:t>
            </a:r>
          </a:p>
        </p:txBody>
      </p:sp>
      <p:sp>
        <p:nvSpPr>
          <p:cNvPr id="16413" name="Oval 33">
            <a:extLst>
              <a:ext uri="{FF2B5EF4-FFF2-40B4-BE49-F238E27FC236}">
                <a16:creationId xmlns:a16="http://schemas.microsoft.com/office/drawing/2014/main" id="{1B6657D9-BC9C-0989-11E6-DCB2E8EC7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188" y="5562600"/>
            <a:ext cx="631825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(5,I)</a:t>
            </a:r>
          </a:p>
        </p:txBody>
      </p:sp>
      <p:cxnSp>
        <p:nvCxnSpPr>
          <p:cNvPr id="16414" name="AutoShape 34">
            <a:extLst>
              <a:ext uri="{FF2B5EF4-FFF2-40B4-BE49-F238E27FC236}">
                <a16:creationId xmlns:a16="http://schemas.microsoft.com/office/drawing/2014/main" id="{FEA9746D-13F3-84FF-50F3-847980CB9CEA}"/>
              </a:ext>
            </a:extLst>
          </p:cNvPr>
          <p:cNvCxnSpPr>
            <a:cxnSpLocks noChangeShapeType="1"/>
            <a:stCxn id="16407" idx="4"/>
            <a:endCxn id="16413" idx="0"/>
          </p:cNvCxnSpPr>
          <p:nvPr/>
        </p:nvCxnSpPr>
        <p:spPr bwMode="auto">
          <a:xfrm flipH="1">
            <a:off x="5245100" y="5430838"/>
            <a:ext cx="392113" cy="1317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5" name="AutoShape 35">
            <a:extLst>
              <a:ext uri="{FF2B5EF4-FFF2-40B4-BE49-F238E27FC236}">
                <a16:creationId xmlns:a16="http://schemas.microsoft.com/office/drawing/2014/main" id="{A49961E8-4B06-B62F-0F90-E2DE8CD55AAB}"/>
              </a:ext>
            </a:extLst>
          </p:cNvPr>
          <p:cNvCxnSpPr>
            <a:cxnSpLocks noChangeShapeType="1"/>
            <a:stCxn id="16407" idx="4"/>
            <a:endCxn id="16412" idx="0"/>
          </p:cNvCxnSpPr>
          <p:nvPr/>
        </p:nvCxnSpPr>
        <p:spPr bwMode="auto">
          <a:xfrm>
            <a:off x="5637213" y="5430838"/>
            <a:ext cx="447675" cy="1095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6" name="Oval 36">
            <a:extLst>
              <a:ext uri="{FF2B5EF4-FFF2-40B4-BE49-F238E27FC236}">
                <a16:creationId xmlns:a16="http://schemas.microsoft.com/office/drawing/2014/main" id="{CE05F8B5-7EB1-5B51-23F8-9734FB7D9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788" y="3394075"/>
            <a:ext cx="730250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(8,N)</a:t>
            </a:r>
          </a:p>
        </p:txBody>
      </p:sp>
      <p:sp>
        <p:nvSpPr>
          <p:cNvPr id="16417" name="Oval 37">
            <a:extLst>
              <a:ext uri="{FF2B5EF4-FFF2-40B4-BE49-F238E27FC236}">
                <a16:creationId xmlns:a16="http://schemas.microsoft.com/office/drawing/2014/main" id="{EA3199F2-B6E7-ADD8-9CB1-1DFE71FA5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025" y="4225925"/>
            <a:ext cx="687388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(7,P)</a:t>
            </a:r>
          </a:p>
        </p:txBody>
      </p:sp>
      <p:cxnSp>
        <p:nvCxnSpPr>
          <p:cNvPr id="16418" name="AutoShape 38">
            <a:extLst>
              <a:ext uri="{FF2B5EF4-FFF2-40B4-BE49-F238E27FC236}">
                <a16:creationId xmlns:a16="http://schemas.microsoft.com/office/drawing/2014/main" id="{E8437E2C-9320-B37A-1484-CBCA3A2BAB50}"/>
              </a:ext>
            </a:extLst>
          </p:cNvPr>
          <p:cNvCxnSpPr>
            <a:cxnSpLocks noChangeShapeType="1"/>
            <a:stCxn id="16416" idx="4"/>
            <a:endCxn id="16417" idx="0"/>
          </p:cNvCxnSpPr>
          <p:nvPr/>
        </p:nvCxnSpPr>
        <p:spPr bwMode="auto">
          <a:xfrm>
            <a:off x="5776913" y="3795713"/>
            <a:ext cx="101600" cy="43021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9" name="AutoShape 39">
            <a:extLst>
              <a:ext uri="{FF2B5EF4-FFF2-40B4-BE49-F238E27FC236}">
                <a16:creationId xmlns:a16="http://schemas.microsoft.com/office/drawing/2014/main" id="{507248D3-1EFF-90D1-DBBE-E8BD8BB1B507}"/>
              </a:ext>
            </a:extLst>
          </p:cNvPr>
          <p:cNvCxnSpPr>
            <a:cxnSpLocks noChangeShapeType="1"/>
            <a:stCxn id="16393" idx="4"/>
            <a:endCxn id="16416" idx="0"/>
          </p:cNvCxnSpPr>
          <p:nvPr/>
        </p:nvCxnSpPr>
        <p:spPr bwMode="auto">
          <a:xfrm>
            <a:off x="5008563" y="3198813"/>
            <a:ext cx="768350" cy="1952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20" name="Oval 40">
            <a:extLst>
              <a:ext uri="{FF2B5EF4-FFF2-40B4-BE49-F238E27FC236}">
                <a16:creationId xmlns:a16="http://schemas.microsoft.com/office/drawing/2014/main" id="{69DDEFC7-367A-CD23-C1D2-251FDADC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3" y="3403600"/>
            <a:ext cx="827087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(36,L)</a:t>
            </a:r>
          </a:p>
        </p:txBody>
      </p:sp>
      <p:sp>
        <p:nvSpPr>
          <p:cNvPr id="16421" name="Oval 41">
            <a:extLst>
              <a:ext uri="{FF2B5EF4-FFF2-40B4-BE49-F238E27FC236}">
                <a16:creationId xmlns:a16="http://schemas.microsoft.com/office/drawing/2014/main" id="{2AB11D6C-40B8-A137-A32E-CE2A9758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75" y="4203700"/>
            <a:ext cx="855663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(10,U)</a:t>
            </a:r>
          </a:p>
        </p:txBody>
      </p:sp>
      <p:cxnSp>
        <p:nvCxnSpPr>
          <p:cNvPr id="16422" name="AutoShape 42">
            <a:extLst>
              <a:ext uri="{FF2B5EF4-FFF2-40B4-BE49-F238E27FC236}">
                <a16:creationId xmlns:a16="http://schemas.microsoft.com/office/drawing/2014/main" id="{CCDA4FCB-08BB-290A-82C0-8C1DFC682CE6}"/>
              </a:ext>
            </a:extLst>
          </p:cNvPr>
          <p:cNvCxnSpPr>
            <a:cxnSpLocks noChangeShapeType="1"/>
            <a:stCxn id="16416" idx="4"/>
            <a:endCxn id="16421" idx="0"/>
          </p:cNvCxnSpPr>
          <p:nvPr/>
        </p:nvCxnSpPr>
        <p:spPr bwMode="auto">
          <a:xfrm>
            <a:off x="5776913" y="3795713"/>
            <a:ext cx="1017587" cy="40798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3" name="AutoShape 43">
            <a:extLst>
              <a:ext uri="{FF2B5EF4-FFF2-40B4-BE49-F238E27FC236}">
                <a16:creationId xmlns:a16="http://schemas.microsoft.com/office/drawing/2014/main" id="{850FD184-18EC-CAA1-AEA6-52CD12930422}"/>
              </a:ext>
            </a:extLst>
          </p:cNvPr>
          <p:cNvCxnSpPr>
            <a:cxnSpLocks noChangeShapeType="1"/>
            <a:stCxn id="16390" idx="4"/>
            <a:endCxn id="16420" idx="0"/>
          </p:cNvCxnSpPr>
          <p:nvPr/>
        </p:nvCxnSpPr>
        <p:spPr bwMode="auto">
          <a:xfrm flipH="1">
            <a:off x="7359650" y="3221038"/>
            <a:ext cx="546100" cy="1825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24" name="Oval 44">
            <a:extLst>
              <a:ext uri="{FF2B5EF4-FFF2-40B4-BE49-F238E27FC236}">
                <a16:creationId xmlns:a16="http://schemas.microsoft.com/office/drawing/2014/main" id="{BD275776-A242-A213-0AFA-A0F2A105A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5" y="3425825"/>
            <a:ext cx="855663" cy="401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(40,X)</a:t>
            </a:r>
          </a:p>
        </p:txBody>
      </p:sp>
      <p:cxnSp>
        <p:nvCxnSpPr>
          <p:cNvPr id="16425" name="AutoShape 45">
            <a:extLst>
              <a:ext uri="{FF2B5EF4-FFF2-40B4-BE49-F238E27FC236}">
                <a16:creationId xmlns:a16="http://schemas.microsoft.com/office/drawing/2014/main" id="{7302A859-2591-8464-FCD0-2330E01A6C4E}"/>
              </a:ext>
            </a:extLst>
          </p:cNvPr>
          <p:cNvCxnSpPr>
            <a:cxnSpLocks noChangeShapeType="1"/>
            <a:stCxn id="16390" idx="4"/>
            <a:endCxn id="16424" idx="0"/>
          </p:cNvCxnSpPr>
          <p:nvPr/>
        </p:nvCxnSpPr>
        <p:spPr bwMode="auto">
          <a:xfrm>
            <a:off x="7905750" y="3221038"/>
            <a:ext cx="381000" cy="20478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26" name="Text Box 46">
            <a:extLst>
              <a:ext uri="{FF2B5EF4-FFF2-40B4-BE49-F238E27FC236}">
                <a16:creationId xmlns:a16="http://schemas.microsoft.com/office/drawing/2014/main" id="{5EF8EA6C-CB15-D0F0-3242-171C6E7F1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5" y="1066800"/>
            <a:ext cx="19970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>
                <a:latin typeface="Times New Roman" panose="02020603050405020304" pitchFamily="18" charset="0"/>
              </a:rPr>
              <a:t>two keys of equal value may be well-separated</a:t>
            </a:r>
          </a:p>
        </p:txBody>
      </p:sp>
      <p:sp>
        <p:nvSpPr>
          <p:cNvPr id="16427" name="Line 47">
            <a:extLst>
              <a:ext uri="{FF2B5EF4-FFF2-40B4-BE49-F238E27FC236}">
                <a16:creationId xmlns:a16="http://schemas.microsoft.com/office/drawing/2014/main" id="{A3EEBBA7-891A-1E8A-83F5-4705597AE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600200"/>
            <a:ext cx="1219200" cy="12192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6428" name="Line 48">
            <a:extLst>
              <a:ext uri="{FF2B5EF4-FFF2-40B4-BE49-F238E27FC236}">
                <a16:creationId xmlns:a16="http://schemas.microsoft.com/office/drawing/2014/main" id="{4B54D392-2033-37E2-6B4A-87F42FF0F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600200"/>
            <a:ext cx="1905000" cy="2667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6429" name="Rectangle 49">
            <a:extLst>
              <a:ext uri="{FF2B5EF4-FFF2-40B4-BE49-F238E27FC236}">
                <a16:creationId xmlns:a16="http://schemas.microsoft.com/office/drawing/2014/main" id="{F083CDFB-7B4F-18BD-A6AD-FF397BB34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8006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0" name="Rectangle 50">
            <a:extLst>
              <a:ext uri="{FF2B5EF4-FFF2-40B4-BE49-F238E27FC236}">
                <a16:creationId xmlns:a16="http://schemas.microsoft.com/office/drawing/2014/main" id="{9E5F1A72-3CEE-8FD0-91F2-A0EB76059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724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1" name="Rectangle 51">
            <a:extLst>
              <a:ext uri="{FF2B5EF4-FFF2-40B4-BE49-F238E27FC236}">
                <a16:creationId xmlns:a16="http://schemas.microsoft.com/office/drawing/2014/main" id="{6B699C9F-FE5C-D2A0-586F-FD22E65FC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724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2" name="Rectangle 52">
            <a:extLst>
              <a:ext uri="{FF2B5EF4-FFF2-40B4-BE49-F238E27FC236}">
                <a16:creationId xmlns:a16="http://schemas.microsoft.com/office/drawing/2014/main" id="{28CCBDEB-1A50-3559-3766-D2E3F3611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6388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3" name="Rectangle 53">
            <a:extLst>
              <a:ext uri="{FF2B5EF4-FFF2-40B4-BE49-F238E27FC236}">
                <a16:creationId xmlns:a16="http://schemas.microsoft.com/office/drawing/2014/main" id="{81A745C5-2A3B-8AE1-3414-17756EE8B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6388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4" name="Rectangle 54">
            <a:extLst>
              <a:ext uri="{FF2B5EF4-FFF2-40B4-BE49-F238E27FC236}">
                <a16:creationId xmlns:a16="http://schemas.microsoft.com/office/drawing/2014/main" id="{F27A86D2-D6DA-932B-73D8-5C1DFDA0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200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5" name="Rectangle 55">
            <a:extLst>
              <a:ext uri="{FF2B5EF4-FFF2-40B4-BE49-F238E27FC236}">
                <a16:creationId xmlns:a16="http://schemas.microsoft.com/office/drawing/2014/main" id="{2A4F4DBF-4CB0-23EE-71EA-9E5AD6431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6" name="Rectangle 56">
            <a:extLst>
              <a:ext uri="{FF2B5EF4-FFF2-40B4-BE49-F238E27FC236}">
                <a16:creationId xmlns:a16="http://schemas.microsoft.com/office/drawing/2014/main" id="{1E795E38-1928-24B9-F0DB-8E036647F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006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7" name="Rectangle 57">
            <a:extLst>
              <a:ext uri="{FF2B5EF4-FFF2-40B4-BE49-F238E27FC236}">
                <a16:creationId xmlns:a16="http://schemas.microsoft.com/office/drawing/2014/main" id="{754949E4-5B80-5B0D-DED4-5D092F2E4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60960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8" name="Rectangle 58">
            <a:extLst>
              <a:ext uri="{FF2B5EF4-FFF2-40B4-BE49-F238E27FC236}">
                <a16:creationId xmlns:a16="http://schemas.microsoft.com/office/drawing/2014/main" id="{5D12E571-657E-1177-A38E-3F29F2353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60960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9" name="Rectangle 59">
            <a:extLst>
              <a:ext uri="{FF2B5EF4-FFF2-40B4-BE49-F238E27FC236}">
                <a16:creationId xmlns:a16="http://schemas.microsoft.com/office/drawing/2014/main" id="{68ABF064-DF5B-8CA6-0529-DC6B2946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60960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0" name="Rectangle 60">
            <a:extLst>
              <a:ext uri="{FF2B5EF4-FFF2-40B4-BE49-F238E27FC236}">
                <a16:creationId xmlns:a16="http://schemas.microsoft.com/office/drawing/2014/main" id="{47E253B7-788A-A5B3-510A-6B4330AA1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60960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1" name="Rectangle 61">
            <a:extLst>
              <a:ext uri="{FF2B5EF4-FFF2-40B4-BE49-F238E27FC236}">
                <a16:creationId xmlns:a16="http://schemas.microsoft.com/office/drawing/2014/main" id="{B45A031A-58AB-DF05-9444-18E2D43B8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24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2" name="Rectangle 62">
            <a:extLst>
              <a:ext uri="{FF2B5EF4-FFF2-40B4-BE49-F238E27FC236}">
                <a16:creationId xmlns:a16="http://schemas.microsoft.com/office/drawing/2014/main" id="{3A70D791-CF17-D48D-31A1-96C83DB1F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724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3" name="Rectangle 63">
            <a:extLst>
              <a:ext uri="{FF2B5EF4-FFF2-40B4-BE49-F238E27FC236}">
                <a16:creationId xmlns:a16="http://schemas.microsoft.com/office/drawing/2014/main" id="{1FDC80A0-B471-C186-F1EB-2C4E54FE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4290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4" name="Rectangle 64">
            <a:extLst>
              <a:ext uri="{FF2B5EF4-FFF2-40B4-BE49-F238E27FC236}">
                <a16:creationId xmlns:a16="http://schemas.microsoft.com/office/drawing/2014/main" id="{DF9E177A-A69E-77F7-22C7-9DDB63349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4290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5" name="Rectangle 65">
            <a:extLst>
              <a:ext uri="{FF2B5EF4-FFF2-40B4-BE49-F238E27FC236}">
                <a16:creationId xmlns:a16="http://schemas.microsoft.com/office/drawing/2014/main" id="{567D2B6B-5C05-1270-73EA-F1BF3578C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962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6" name="Rectangle 66">
            <a:extLst>
              <a:ext uri="{FF2B5EF4-FFF2-40B4-BE49-F238E27FC236}">
                <a16:creationId xmlns:a16="http://schemas.microsoft.com/office/drawing/2014/main" id="{9271B0FC-0A2C-E392-6322-57CF76EFD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962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7" name="Rectangle 67">
            <a:extLst>
              <a:ext uri="{FF2B5EF4-FFF2-40B4-BE49-F238E27FC236}">
                <a16:creationId xmlns:a16="http://schemas.microsoft.com/office/drawing/2014/main" id="{78D1C72C-731B-017F-597F-A94A7F6B1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962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8" name="Rectangle 68">
            <a:extLst>
              <a:ext uri="{FF2B5EF4-FFF2-40B4-BE49-F238E27FC236}">
                <a16:creationId xmlns:a16="http://schemas.microsoft.com/office/drawing/2014/main" id="{D4B7B939-8D08-C124-C49A-2C15419EF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962400"/>
            <a:ext cx="152400" cy="152400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6449" name="AutoShape 69">
            <a:extLst>
              <a:ext uri="{FF2B5EF4-FFF2-40B4-BE49-F238E27FC236}">
                <a16:creationId xmlns:a16="http://schemas.microsoft.com/office/drawing/2014/main" id="{725E89CD-0789-D918-F43D-8E8CB600B571}"/>
              </a:ext>
            </a:extLst>
          </p:cNvPr>
          <p:cNvCxnSpPr>
            <a:cxnSpLocks noChangeShapeType="1"/>
            <a:stCxn id="16402" idx="4"/>
            <a:endCxn id="16429" idx="0"/>
          </p:cNvCxnSpPr>
          <p:nvPr/>
        </p:nvCxnSpPr>
        <p:spPr bwMode="auto">
          <a:xfrm flipH="1">
            <a:off x="4038600" y="4592638"/>
            <a:ext cx="147638" cy="2079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0" name="AutoShape 70">
            <a:extLst>
              <a:ext uri="{FF2B5EF4-FFF2-40B4-BE49-F238E27FC236}">
                <a16:creationId xmlns:a16="http://schemas.microsoft.com/office/drawing/2014/main" id="{2211B783-FEF0-9C8F-FCC2-F8EA981327F4}"/>
              </a:ext>
            </a:extLst>
          </p:cNvPr>
          <p:cNvCxnSpPr>
            <a:cxnSpLocks noChangeShapeType="1"/>
            <a:stCxn id="16402" idx="4"/>
            <a:endCxn id="16436" idx="0"/>
          </p:cNvCxnSpPr>
          <p:nvPr/>
        </p:nvCxnSpPr>
        <p:spPr bwMode="auto">
          <a:xfrm>
            <a:off x="4186238" y="4592638"/>
            <a:ext cx="157162" cy="2079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1" name="AutoShape 71">
            <a:extLst>
              <a:ext uri="{FF2B5EF4-FFF2-40B4-BE49-F238E27FC236}">
                <a16:creationId xmlns:a16="http://schemas.microsoft.com/office/drawing/2014/main" id="{2C237276-3E40-5925-38F3-81C455209800}"/>
              </a:ext>
            </a:extLst>
          </p:cNvPr>
          <p:cNvCxnSpPr>
            <a:cxnSpLocks noChangeShapeType="1"/>
            <a:stCxn id="16408" idx="4"/>
            <a:endCxn id="16432" idx="0"/>
          </p:cNvCxnSpPr>
          <p:nvPr/>
        </p:nvCxnSpPr>
        <p:spPr bwMode="auto">
          <a:xfrm flipH="1">
            <a:off x="4343400" y="5424488"/>
            <a:ext cx="165100" cy="21431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2" name="AutoShape 72">
            <a:extLst>
              <a:ext uri="{FF2B5EF4-FFF2-40B4-BE49-F238E27FC236}">
                <a16:creationId xmlns:a16="http://schemas.microsoft.com/office/drawing/2014/main" id="{F855753F-948F-C828-65B1-803A592A5CB0}"/>
              </a:ext>
            </a:extLst>
          </p:cNvPr>
          <p:cNvCxnSpPr>
            <a:cxnSpLocks noChangeShapeType="1"/>
            <a:stCxn id="16408" idx="4"/>
            <a:endCxn id="16433" idx="0"/>
          </p:cNvCxnSpPr>
          <p:nvPr/>
        </p:nvCxnSpPr>
        <p:spPr bwMode="auto">
          <a:xfrm>
            <a:off x="4508500" y="5424488"/>
            <a:ext cx="139700" cy="21431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3" name="AutoShape 73">
            <a:extLst>
              <a:ext uri="{FF2B5EF4-FFF2-40B4-BE49-F238E27FC236}">
                <a16:creationId xmlns:a16="http://schemas.microsoft.com/office/drawing/2014/main" id="{E2887001-C1DD-A36C-6791-F4B3CC3D43E4}"/>
              </a:ext>
            </a:extLst>
          </p:cNvPr>
          <p:cNvCxnSpPr>
            <a:cxnSpLocks noChangeShapeType="1"/>
            <a:stCxn id="16435" idx="0"/>
            <a:endCxn id="16392" idx="4"/>
          </p:cNvCxnSpPr>
          <p:nvPr/>
        </p:nvCxnSpPr>
        <p:spPr bwMode="auto">
          <a:xfrm flipH="1" flipV="1">
            <a:off x="5983288" y="3068638"/>
            <a:ext cx="265112" cy="1317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4" name="AutoShape 74">
            <a:extLst>
              <a:ext uri="{FF2B5EF4-FFF2-40B4-BE49-F238E27FC236}">
                <a16:creationId xmlns:a16="http://schemas.microsoft.com/office/drawing/2014/main" id="{E081BDE9-5C64-D1AE-3F87-30FEB0A15DBA}"/>
              </a:ext>
            </a:extLst>
          </p:cNvPr>
          <p:cNvCxnSpPr>
            <a:cxnSpLocks noChangeShapeType="1"/>
            <a:stCxn id="16391" idx="4"/>
            <a:endCxn id="16443" idx="0"/>
          </p:cNvCxnSpPr>
          <p:nvPr/>
        </p:nvCxnSpPr>
        <p:spPr bwMode="auto">
          <a:xfrm flipH="1">
            <a:off x="6477000" y="3221038"/>
            <a:ext cx="463550" cy="2079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5" name="AutoShape 75">
            <a:extLst>
              <a:ext uri="{FF2B5EF4-FFF2-40B4-BE49-F238E27FC236}">
                <a16:creationId xmlns:a16="http://schemas.microsoft.com/office/drawing/2014/main" id="{07C41C95-2FA9-B4DB-A665-64995224DA5C}"/>
              </a:ext>
            </a:extLst>
          </p:cNvPr>
          <p:cNvCxnSpPr>
            <a:cxnSpLocks noChangeShapeType="1"/>
            <a:stCxn id="16391" idx="4"/>
            <a:endCxn id="16444" idx="0"/>
          </p:cNvCxnSpPr>
          <p:nvPr/>
        </p:nvCxnSpPr>
        <p:spPr bwMode="auto">
          <a:xfrm flipH="1">
            <a:off x="6781800" y="3221038"/>
            <a:ext cx="158750" cy="2079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6" name="AutoShape 76">
            <a:extLst>
              <a:ext uri="{FF2B5EF4-FFF2-40B4-BE49-F238E27FC236}">
                <a16:creationId xmlns:a16="http://schemas.microsoft.com/office/drawing/2014/main" id="{962D92C0-66B1-426D-27F7-9AE667266297}"/>
              </a:ext>
            </a:extLst>
          </p:cNvPr>
          <p:cNvCxnSpPr>
            <a:cxnSpLocks noChangeShapeType="1"/>
            <a:stCxn id="16420" idx="4"/>
            <a:endCxn id="16445" idx="0"/>
          </p:cNvCxnSpPr>
          <p:nvPr/>
        </p:nvCxnSpPr>
        <p:spPr bwMode="auto">
          <a:xfrm flipH="1">
            <a:off x="7239000" y="3805238"/>
            <a:ext cx="120650" cy="1571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7" name="AutoShape 77">
            <a:extLst>
              <a:ext uri="{FF2B5EF4-FFF2-40B4-BE49-F238E27FC236}">
                <a16:creationId xmlns:a16="http://schemas.microsoft.com/office/drawing/2014/main" id="{21A2ABA6-EE59-8B11-76C1-E5F48F792AE8}"/>
              </a:ext>
            </a:extLst>
          </p:cNvPr>
          <p:cNvCxnSpPr>
            <a:cxnSpLocks noChangeShapeType="1"/>
            <a:stCxn id="16420" idx="4"/>
            <a:endCxn id="16446" idx="0"/>
          </p:cNvCxnSpPr>
          <p:nvPr/>
        </p:nvCxnSpPr>
        <p:spPr bwMode="auto">
          <a:xfrm>
            <a:off x="7359650" y="3805238"/>
            <a:ext cx="184150" cy="1571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8" name="AutoShape 78">
            <a:extLst>
              <a:ext uri="{FF2B5EF4-FFF2-40B4-BE49-F238E27FC236}">
                <a16:creationId xmlns:a16="http://schemas.microsoft.com/office/drawing/2014/main" id="{8CF1BF9B-320C-7BB3-7A88-C2E587B101D3}"/>
              </a:ext>
            </a:extLst>
          </p:cNvPr>
          <p:cNvCxnSpPr>
            <a:cxnSpLocks noChangeShapeType="1"/>
            <a:stCxn id="16424" idx="4"/>
            <a:endCxn id="16447" idx="0"/>
          </p:cNvCxnSpPr>
          <p:nvPr/>
        </p:nvCxnSpPr>
        <p:spPr bwMode="auto">
          <a:xfrm flipH="1">
            <a:off x="8153400" y="3827463"/>
            <a:ext cx="133350" cy="1349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9" name="AutoShape 79">
            <a:extLst>
              <a:ext uri="{FF2B5EF4-FFF2-40B4-BE49-F238E27FC236}">
                <a16:creationId xmlns:a16="http://schemas.microsoft.com/office/drawing/2014/main" id="{49864739-BE6D-5772-AD94-A24D87554DFA}"/>
              </a:ext>
            </a:extLst>
          </p:cNvPr>
          <p:cNvCxnSpPr>
            <a:cxnSpLocks noChangeShapeType="1"/>
            <a:stCxn id="16424" idx="4"/>
            <a:endCxn id="16448" idx="0"/>
          </p:cNvCxnSpPr>
          <p:nvPr/>
        </p:nvCxnSpPr>
        <p:spPr bwMode="auto">
          <a:xfrm>
            <a:off x="8286750" y="3827463"/>
            <a:ext cx="171450" cy="1349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0" name="AutoShape 80">
            <a:extLst>
              <a:ext uri="{FF2B5EF4-FFF2-40B4-BE49-F238E27FC236}">
                <a16:creationId xmlns:a16="http://schemas.microsoft.com/office/drawing/2014/main" id="{99079092-1738-64A5-4D83-56EA4BEBC8AC}"/>
              </a:ext>
            </a:extLst>
          </p:cNvPr>
          <p:cNvCxnSpPr>
            <a:cxnSpLocks noChangeShapeType="1"/>
            <a:stCxn id="16428" idx="1"/>
            <a:endCxn id="16428" idx="1"/>
          </p:cNvCxnSpPr>
          <p:nvPr/>
        </p:nvCxnSpPr>
        <p:spPr bwMode="auto">
          <a:xfrm>
            <a:off x="5638800" y="4281488"/>
            <a:ext cx="0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1" name="AutoShape 81">
            <a:extLst>
              <a:ext uri="{FF2B5EF4-FFF2-40B4-BE49-F238E27FC236}">
                <a16:creationId xmlns:a16="http://schemas.microsoft.com/office/drawing/2014/main" id="{CB0A6C83-8BAD-8355-CB25-D962A974D8F9}"/>
              </a:ext>
            </a:extLst>
          </p:cNvPr>
          <p:cNvCxnSpPr>
            <a:cxnSpLocks noChangeShapeType="1"/>
            <a:stCxn id="16421" idx="4"/>
            <a:endCxn id="16441" idx="0"/>
          </p:cNvCxnSpPr>
          <p:nvPr/>
        </p:nvCxnSpPr>
        <p:spPr bwMode="auto">
          <a:xfrm flipH="1">
            <a:off x="6629400" y="4605338"/>
            <a:ext cx="165100" cy="1190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2" name="AutoShape 82">
            <a:extLst>
              <a:ext uri="{FF2B5EF4-FFF2-40B4-BE49-F238E27FC236}">
                <a16:creationId xmlns:a16="http://schemas.microsoft.com/office/drawing/2014/main" id="{74A0E3A9-DCB5-9141-9351-B0509AA40630}"/>
              </a:ext>
            </a:extLst>
          </p:cNvPr>
          <p:cNvCxnSpPr>
            <a:cxnSpLocks noChangeShapeType="1"/>
            <a:stCxn id="16417" idx="4"/>
            <a:endCxn id="16431" idx="0"/>
          </p:cNvCxnSpPr>
          <p:nvPr/>
        </p:nvCxnSpPr>
        <p:spPr bwMode="auto">
          <a:xfrm>
            <a:off x="5878513" y="4627563"/>
            <a:ext cx="217487" cy="968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3" name="AutoShape 83">
            <a:extLst>
              <a:ext uri="{FF2B5EF4-FFF2-40B4-BE49-F238E27FC236}">
                <a16:creationId xmlns:a16="http://schemas.microsoft.com/office/drawing/2014/main" id="{10A47FA2-E0DE-539C-C9A4-FCDC93638E6B}"/>
              </a:ext>
            </a:extLst>
          </p:cNvPr>
          <p:cNvCxnSpPr>
            <a:cxnSpLocks noChangeShapeType="1"/>
            <a:stCxn id="16417" idx="4"/>
            <a:endCxn id="16430" idx="0"/>
          </p:cNvCxnSpPr>
          <p:nvPr/>
        </p:nvCxnSpPr>
        <p:spPr bwMode="auto">
          <a:xfrm flipH="1">
            <a:off x="5715000" y="4627563"/>
            <a:ext cx="163513" cy="968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4" name="AutoShape 84">
            <a:extLst>
              <a:ext uri="{FF2B5EF4-FFF2-40B4-BE49-F238E27FC236}">
                <a16:creationId xmlns:a16="http://schemas.microsoft.com/office/drawing/2014/main" id="{2D99F65E-61D9-730C-FE63-7983A7C20B21}"/>
              </a:ext>
            </a:extLst>
          </p:cNvPr>
          <p:cNvCxnSpPr>
            <a:cxnSpLocks noChangeShapeType="1"/>
            <a:stCxn id="16413" idx="4"/>
            <a:endCxn id="16437" idx="0"/>
          </p:cNvCxnSpPr>
          <p:nvPr/>
        </p:nvCxnSpPr>
        <p:spPr bwMode="auto">
          <a:xfrm flipH="1">
            <a:off x="5105400" y="5964238"/>
            <a:ext cx="139700" cy="1317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5" name="AutoShape 85">
            <a:extLst>
              <a:ext uri="{FF2B5EF4-FFF2-40B4-BE49-F238E27FC236}">
                <a16:creationId xmlns:a16="http://schemas.microsoft.com/office/drawing/2014/main" id="{F9722D26-56DE-3B77-7AF9-33DED2104E50}"/>
              </a:ext>
            </a:extLst>
          </p:cNvPr>
          <p:cNvCxnSpPr>
            <a:cxnSpLocks noChangeShapeType="1"/>
            <a:stCxn id="16413" idx="4"/>
            <a:endCxn id="16438" idx="0"/>
          </p:cNvCxnSpPr>
          <p:nvPr/>
        </p:nvCxnSpPr>
        <p:spPr bwMode="auto">
          <a:xfrm>
            <a:off x="5245100" y="5964238"/>
            <a:ext cx="165100" cy="1317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6" name="AutoShape 86">
            <a:extLst>
              <a:ext uri="{FF2B5EF4-FFF2-40B4-BE49-F238E27FC236}">
                <a16:creationId xmlns:a16="http://schemas.microsoft.com/office/drawing/2014/main" id="{0E171DFE-800C-776F-97DD-AFEC72FD0A66}"/>
              </a:ext>
            </a:extLst>
          </p:cNvPr>
          <p:cNvCxnSpPr>
            <a:cxnSpLocks noChangeShapeType="1"/>
            <a:stCxn id="16412" idx="4"/>
            <a:endCxn id="16439" idx="0"/>
          </p:cNvCxnSpPr>
          <p:nvPr/>
        </p:nvCxnSpPr>
        <p:spPr bwMode="auto">
          <a:xfrm flipH="1">
            <a:off x="5943600" y="5942013"/>
            <a:ext cx="141288" cy="15398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7" name="AutoShape 87">
            <a:extLst>
              <a:ext uri="{FF2B5EF4-FFF2-40B4-BE49-F238E27FC236}">
                <a16:creationId xmlns:a16="http://schemas.microsoft.com/office/drawing/2014/main" id="{F92D400E-7E1C-1C91-0D11-1DEAAC6D025C}"/>
              </a:ext>
            </a:extLst>
          </p:cNvPr>
          <p:cNvCxnSpPr>
            <a:cxnSpLocks noChangeShapeType="1"/>
            <a:stCxn id="16412" idx="4"/>
            <a:endCxn id="16440" idx="0"/>
          </p:cNvCxnSpPr>
          <p:nvPr/>
        </p:nvCxnSpPr>
        <p:spPr bwMode="auto">
          <a:xfrm>
            <a:off x="6084888" y="5942013"/>
            <a:ext cx="163512" cy="15398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8" name="AutoShape 88">
            <a:extLst>
              <a:ext uri="{FF2B5EF4-FFF2-40B4-BE49-F238E27FC236}">
                <a16:creationId xmlns:a16="http://schemas.microsoft.com/office/drawing/2014/main" id="{63FDF029-CCCF-B03A-1714-45AFA1C231B7}"/>
              </a:ext>
            </a:extLst>
          </p:cNvPr>
          <p:cNvCxnSpPr>
            <a:cxnSpLocks noChangeShapeType="1"/>
            <a:stCxn id="16392" idx="4"/>
            <a:endCxn id="16434" idx="0"/>
          </p:cNvCxnSpPr>
          <p:nvPr/>
        </p:nvCxnSpPr>
        <p:spPr bwMode="auto">
          <a:xfrm>
            <a:off x="5983288" y="3068638"/>
            <a:ext cx="36512" cy="1317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9" name="AutoShape 89">
            <a:extLst>
              <a:ext uri="{FF2B5EF4-FFF2-40B4-BE49-F238E27FC236}">
                <a16:creationId xmlns:a16="http://schemas.microsoft.com/office/drawing/2014/main" id="{41C3C3EE-1CA7-D60D-3447-4100F60BB2B0}"/>
              </a:ext>
            </a:extLst>
          </p:cNvPr>
          <p:cNvCxnSpPr>
            <a:cxnSpLocks noChangeShapeType="1"/>
            <a:stCxn id="16421" idx="4"/>
            <a:endCxn id="16442" idx="0"/>
          </p:cNvCxnSpPr>
          <p:nvPr/>
        </p:nvCxnSpPr>
        <p:spPr bwMode="auto">
          <a:xfrm>
            <a:off x="6794500" y="4605338"/>
            <a:ext cx="215900" cy="1190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9F5A0AF-466F-FA73-5822-4E6BC33BC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Splay Trees: Three Operations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9B15346-E87E-B595-8B8E-0E2BBABBB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924800" cy="685800"/>
          </a:xfrm>
        </p:spPr>
        <p:txBody>
          <a:bodyPr/>
          <a:lstStyle/>
          <a:p>
            <a:pPr eaLnBrk="1" hangingPunct="1"/>
            <a:r>
              <a:rPr lang="en-US" altLang="en-US" sz="2000"/>
              <a:t>which nodes are splayed after each operation?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C3EA77CE-C50A-A2E8-7A07-111C8EB6E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976813"/>
            <a:ext cx="60721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use the parent of the internal node that was actually removed from the tree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BFE9DBC-34D3-4F3F-C840-54654E836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72063"/>
            <a:ext cx="194468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removeElement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2245C2C-4A43-98DE-C632-98D27E573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51300"/>
            <a:ext cx="578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use the new node containing the item inserted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5463FE39-C311-3CD7-087F-0667B3D0A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4038600"/>
            <a:ext cx="194468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insertElement</a:t>
            </a:r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0C8851C7-700A-643B-159C-33F3C1B25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3028950"/>
            <a:ext cx="628491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 dirty="0"/>
              <a:t>if key found, use that node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en-US" sz="1600" dirty="0"/>
              <a:t>if key not found, use parent of ending external node (last visited)</a:t>
            </a:r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0405F40F-F08C-0B3A-9930-0D0C1FBFE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181350"/>
            <a:ext cx="159067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findElement</a:t>
            </a:r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48A84F8B-99D5-B914-AD62-470B8C98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2514600"/>
            <a:ext cx="62849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/>
              <a:t>splay node</a:t>
            </a:r>
          </a:p>
        </p:txBody>
      </p:sp>
      <p:sp>
        <p:nvSpPr>
          <p:cNvPr id="17419" name="Rectangle 11">
            <a:extLst>
              <a:ext uri="{FF2B5EF4-FFF2-40B4-BE49-F238E27FC236}">
                <a16:creationId xmlns:a16="http://schemas.microsoft.com/office/drawing/2014/main" id="{500867B1-69D1-EDCF-21C4-753F91BAD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14600"/>
            <a:ext cx="19446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/>
              <a:t>method</a:t>
            </a:r>
          </a:p>
        </p:txBody>
      </p:sp>
      <p:sp>
        <p:nvSpPr>
          <p:cNvPr id="17420" name="Line 12">
            <a:extLst>
              <a:ext uri="{FF2B5EF4-FFF2-40B4-BE49-F238E27FC236}">
                <a16:creationId xmlns:a16="http://schemas.microsoft.com/office/drawing/2014/main" id="{8E47B8AA-7CD7-6016-FF06-9C1312177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146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1" name="Line 13">
            <a:extLst>
              <a:ext uri="{FF2B5EF4-FFF2-40B4-BE49-F238E27FC236}">
                <a16:creationId xmlns:a16="http://schemas.microsoft.com/office/drawing/2014/main" id="{86682F3D-C67D-45A3-610A-518E24C61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2" name="Line 14">
            <a:extLst>
              <a:ext uri="{FF2B5EF4-FFF2-40B4-BE49-F238E27FC236}">
                <a16:creationId xmlns:a16="http://schemas.microsoft.com/office/drawing/2014/main" id="{01D92DB8-76C2-A071-9150-D0AF7DA94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648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3" name="Line 15">
            <a:extLst>
              <a:ext uri="{FF2B5EF4-FFF2-40B4-BE49-F238E27FC236}">
                <a16:creationId xmlns:a16="http://schemas.microsoft.com/office/drawing/2014/main" id="{D19205E2-8336-C582-C098-9D333ABBC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58674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4" name="Line 16">
            <a:extLst>
              <a:ext uri="{FF2B5EF4-FFF2-40B4-BE49-F238E27FC236}">
                <a16:creationId xmlns:a16="http://schemas.microsoft.com/office/drawing/2014/main" id="{1BCE1AE5-D932-95EE-CBB3-67DCA5D8A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14600"/>
            <a:ext cx="0" cy="3352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5" name="Line 17">
            <a:extLst>
              <a:ext uri="{FF2B5EF4-FFF2-40B4-BE49-F238E27FC236}">
                <a16:creationId xmlns:a16="http://schemas.microsoft.com/office/drawing/2014/main" id="{64515516-B377-EDF5-529B-7E5F0EA9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3313" y="2514600"/>
            <a:ext cx="0" cy="3352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6" name="Line 18">
            <a:extLst>
              <a:ext uri="{FF2B5EF4-FFF2-40B4-BE49-F238E27FC236}">
                <a16:creationId xmlns:a16="http://schemas.microsoft.com/office/drawing/2014/main" id="{5EF65504-3AC0-2BD6-85D1-A7458A73F2C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514600"/>
            <a:ext cx="0" cy="3352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7" name="Line 19">
            <a:extLst>
              <a:ext uri="{FF2B5EF4-FFF2-40B4-BE49-F238E27FC236}">
                <a16:creationId xmlns:a16="http://schemas.microsoft.com/office/drawing/2014/main" id="{3BE1B3EE-C4BB-9EF6-F397-C480B6D6A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9624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34" name="AutoShape 2">
            <a:extLst>
              <a:ext uri="{FF2B5EF4-FFF2-40B4-BE49-F238E27FC236}">
                <a16:creationId xmlns:a16="http://schemas.microsoft.com/office/drawing/2014/main" id="{2B291328-A9AD-3F62-97EA-5ABD07BE326E}"/>
              </a:ext>
            </a:extLst>
          </p:cNvPr>
          <p:cNvCxnSpPr>
            <a:cxnSpLocks noChangeShapeType="1"/>
            <a:stCxn id="18447" idx="5"/>
            <a:endCxn id="18438" idx="1"/>
          </p:cNvCxnSpPr>
          <p:nvPr/>
        </p:nvCxnSpPr>
        <p:spPr bwMode="auto">
          <a:xfrm>
            <a:off x="4903788" y="1708150"/>
            <a:ext cx="512762" cy="184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5" name="AutoShape 3">
            <a:extLst>
              <a:ext uri="{FF2B5EF4-FFF2-40B4-BE49-F238E27FC236}">
                <a16:creationId xmlns:a16="http://schemas.microsoft.com/office/drawing/2014/main" id="{8FDED4FE-740F-2BC5-DBCD-9046E56FE42D}"/>
              </a:ext>
            </a:extLst>
          </p:cNvPr>
          <p:cNvCxnSpPr>
            <a:cxnSpLocks noChangeShapeType="1"/>
            <a:stCxn id="18464" idx="3"/>
            <a:endCxn id="18465" idx="0"/>
          </p:cNvCxnSpPr>
          <p:nvPr/>
        </p:nvCxnSpPr>
        <p:spPr bwMode="auto">
          <a:xfrm flipH="1">
            <a:off x="833438" y="2492375"/>
            <a:ext cx="336550" cy="127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6" name="Rectangle 4">
            <a:extLst>
              <a:ext uri="{FF2B5EF4-FFF2-40B4-BE49-F238E27FC236}">
                <a16:creationId xmlns:a16="http://schemas.microsoft.com/office/drawing/2014/main" id="{5A4266F9-3725-B889-58B0-72712B5D3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685800"/>
          </a:xfrm>
          <a:noFill/>
        </p:spPr>
        <p:txBody>
          <a:bodyPr/>
          <a:lstStyle/>
          <a:p>
            <a:pPr eaLnBrk="1" hangingPunct="1"/>
            <a:r>
              <a:rPr lang="en-US" altLang="en-US" sz="2400"/>
              <a:t>Visualizing the Splaying Cases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452681A9-C427-EE82-549E-BF2A819CC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143000"/>
            <a:ext cx="113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zig-zag</a:t>
            </a:r>
          </a:p>
        </p:txBody>
      </p:sp>
      <p:sp>
        <p:nvSpPr>
          <p:cNvPr id="18438" name="Oval 6">
            <a:extLst>
              <a:ext uri="{FF2B5EF4-FFF2-40B4-BE49-F238E27FC236}">
                <a16:creationId xmlns:a16="http://schemas.microsoft.com/office/drawing/2014/main" id="{210C13A3-A5CC-66D6-AC11-E33B55197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338" y="1844675"/>
            <a:ext cx="3397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39" name="Oval 7">
            <a:extLst>
              <a:ext uri="{FF2B5EF4-FFF2-40B4-BE49-F238E27FC236}">
                <a16:creationId xmlns:a16="http://schemas.microsoft.com/office/drawing/2014/main" id="{B52E10DD-97FC-4332-27B3-47C06BF21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138" y="2376488"/>
            <a:ext cx="339725" cy="422275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40" name="AutoShape 8">
            <a:extLst>
              <a:ext uri="{FF2B5EF4-FFF2-40B4-BE49-F238E27FC236}">
                <a16:creationId xmlns:a16="http://schemas.microsoft.com/office/drawing/2014/main" id="{AD205616-4CE7-F53E-80B3-E75E38049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8" y="2944813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41" name="AutoShape 9">
            <a:extLst>
              <a:ext uri="{FF2B5EF4-FFF2-40B4-BE49-F238E27FC236}">
                <a16:creationId xmlns:a16="http://schemas.microsoft.com/office/drawing/2014/main" id="{BA697950-9C0E-36D0-E284-C651C220F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8" y="2944813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42" name="AutoShape 10">
            <a:extLst>
              <a:ext uri="{FF2B5EF4-FFF2-40B4-BE49-F238E27FC236}">
                <a16:creationId xmlns:a16="http://schemas.microsoft.com/office/drawing/2014/main" id="{4A9BDC2D-1B7F-9194-0D4E-1DA8299B1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2355850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43" name="AutoShape 11">
            <a:extLst>
              <a:ext uri="{FF2B5EF4-FFF2-40B4-BE49-F238E27FC236}">
                <a16:creationId xmlns:a16="http://schemas.microsoft.com/office/drawing/2014/main" id="{782D3C83-DD53-B43D-92B9-EE83ED38F068}"/>
              </a:ext>
            </a:extLst>
          </p:cNvPr>
          <p:cNvCxnSpPr>
            <a:cxnSpLocks noChangeShapeType="1"/>
            <a:stCxn id="18438" idx="3"/>
            <a:endCxn id="18439" idx="0"/>
          </p:cNvCxnSpPr>
          <p:nvPr/>
        </p:nvCxnSpPr>
        <p:spPr bwMode="auto">
          <a:xfrm flipH="1">
            <a:off x="5080000" y="2219325"/>
            <a:ext cx="336550" cy="1428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4" name="AutoShape 12">
            <a:extLst>
              <a:ext uri="{FF2B5EF4-FFF2-40B4-BE49-F238E27FC236}">
                <a16:creationId xmlns:a16="http://schemas.microsoft.com/office/drawing/2014/main" id="{79DC6379-6BE2-0F8E-1000-5FDD85CEEF7B}"/>
              </a:ext>
            </a:extLst>
          </p:cNvPr>
          <p:cNvCxnSpPr>
            <a:cxnSpLocks noChangeShapeType="1"/>
            <a:stCxn id="18439" idx="3"/>
            <a:endCxn id="18440" idx="0"/>
          </p:cNvCxnSpPr>
          <p:nvPr/>
        </p:nvCxnSpPr>
        <p:spPr bwMode="auto">
          <a:xfrm flipH="1">
            <a:off x="4737100" y="2751138"/>
            <a:ext cx="222250" cy="179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5" name="AutoShape 13">
            <a:extLst>
              <a:ext uri="{FF2B5EF4-FFF2-40B4-BE49-F238E27FC236}">
                <a16:creationId xmlns:a16="http://schemas.microsoft.com/office/drawing/2014/main" id="{4B478F75-B53D-9160-895E-1CE854EE782B}"/>
              </a:ext>
            </a:extLst>
          </p:cNvPr>
          <p:cNvCxnSpPr>
            <a:cxnSpLocks noChangeShapeType="1"/>
            <a:stCxn id="18439" idx="5"/>
            <a:endCxn id="18441" idx="0"/>
          </p:cNvCxnSpPr>
          <p:nvPr/>
        </p:nvCxnSpPr>
        <p:spPr bwMode="auto">
          <a:xfrm>
            <a:off x="5200650" y="2751138"/>
            <a:ext cx="222250" cy="179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6" name="AutoShape 14">
            <a:extLst>
              <a:ext uri="{FF2B5EF4-FFF2-40B4-BE49-F238E27FC236}">
                <a16:creationId xmlns:a16="http://schemas.microsoft.com/office/drawing/2014/main" id="{0878956C-7EE9-C6A0-5FD1-DDB3BE2D8B00}"/>
              </a:ext>
            </a:extLst>
          </p:cNvPr>
          <p:cNvCxnSpPr>
            <a:cxnSpLocks noChangeShapeType="1"/>
            <a:stCxn id="18438" idx="5"/>
            <a:endCxn id="18442" idx="0"/>
          </p:cNvCxnSpPr>
          <p:nvPr/>
        </p:nvCxnSpPr>
        <p:spPr bwMode="auto">
          <a:xfrm>
            <a:off x="5657850" y="2219325"/>
            <a:ext cx="414338" cy="1222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7" name="Oval 15">
            <a:extLst>
              <a:ext uri="{FF2B5EF4-FFF2-40B4-BE49-F238E27FC236}">
                <a16:creationId xmlns:a16="http://schemas.microsoft.com/office/drawing/2014/main" id="{3117A441-36C5-0515-D0D5-03E9BAA13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4388" y="1333500"/>
            <a:ext cx="3270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18448" name="AutoShape 16">
            <a:extLst>
              <a:ext uri="{FF2B5EF4-FFF2-40B4-BE49-F238E27FC236}">
                <a16:creationId xmlns:a16="http://schemas.microsoft.com/office/drawing/2014/main" id="{FE5EC3CC-AEAB-BF4A-50DA-49ED669E4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38" y="2076450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49" name="AutoShape 17">
            <a:extLst>
              <a:ext uri="{FF2B5EF4-FFF2-40B4-BE49-F238E27FC236}">
                <a16:creationId xmlns:a16="http://schemas.microsoft.com/office/drawing/2014/main" id="{B5C68637-7001-CB26-31EC-55299186A20A}"/>
              </a:ext>
            </a:extLst>
          </p:cNvPr>
          <p:cNvCxnSpPr>
            <a:cxnSpLocks noChangeShapeType="1"/>
            <a:stCxn id="18447" idx="3"/>
            <a:endCxn id="18448" idx="0"/>
          </p:cNvCxnSpPr>
          <p:nvPr/>
        </p:nvCxnSpPr>
        <p:spPr bwMode="auto">
          <a:xfrm flipH="1">
            <a:off x="4356100" y="1708150"/>
            <a:ext cx="315913" cy="3540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0" name="Oval 18">
            <a:extLst>
              <a:ext uri="{FF2B5EF4-FFF2-40B4-BE49-F238E27FC236}">
                <a16:creationId xmlns:a16="http://schemas.microsoft.com/office/drawing/2014/main" id="{7CC83C7C-6F8D-ABD1-9B94-D260EC5B9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1878013"/>
            <a:ext cx="3397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51" name="Oval 19">
            <a:extLst>
              <a:ext uri="{FF2B5EF4-FFF2-40B4-BE49-F238E27FC236}">
                <a16:creationId xmlns:a16="http://schemas.microsoft.com/office/drawing/2014/main" id="{470C32C0-BCE8-72EA-7115-B877A2859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265238"/>
            <a:ext cx="339725" cy="422275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52" name="AutoShape 20">
            <a:extLst>
              <a:ext uri="{FF2B5EF4-FFF2-40B4-BE49-F238E27FC236}">
                <a16:creationId xmlns:a16="http://schemas.microsoft.com/office/drawing/2014/main" id="{88742372-06D4-7373-01EB-229432A2C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325688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53" name="AutoShape 21">
            <a:extLst>
              <a:ext uri="{FF2B5EF4-FFF2-40B4-BE49-F238E27FC236}">
                <a16:creationId xmlns:a16="http://schemas.microsoft.com/office/drawing/2014/main" id="{0ADBC564-4476-9B45-BD4D-9D9A14C07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325688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54" name="AutoShape 22">
            <a:extLst>
              <a:ext uri="{FF2B5EF4-FFF2-40B4-BE49-F238E27FC236}">
                <a16:creationId xmlns:a16="http://schemas.microsoft.com/office/drawing/2014/main" id="{E2792B75-BEB9-11EE-7744-DB9AE53DC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75" y="2325688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55" name="AutoShape 23">
            <a:extLst>
              <a:ext uri="{FF2B5EF4-FFF2-40B4-BE49-F238E27FC236}">
                <a16:creationId xmlns:a16="http://schemas.microsoft.com/office/drawing/2014/main" id="{0073978E-46DA-4156-BA6E-AB7D3F29B71F}"/>
              </a:ext>
            </a:extLst>
          </p:cNvPr>
          <p:cNvCxnSpPr>
            <a:cxnSpLocks noChangeShapeType="1"/>
            <a:stCxn id="18450" idx="1"/>
            <a:endCxn id="18451" idx="5"/>
          </p:cNvCxnSpPr>
          <p:nvPr/>
        </p:nvCxnSpPr>
        <p:spPr bwMode="auto">
          <a:xfrm flipH="1" flipV="1">
            <a:off x="7750175" y="1604963"/>
            <a:ext cx="536575" cy="3571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6" name="AutoShape 24">
            <a:extLst>
              <a:ext uri="{FF2B5EF4-FFF2-40B4-BE49-F238E27FC236}">
                <a16:creationId xmlns:a16="http://schemas.microsoft.com/office/drawing/2014/main" id="{7F10CA08-0BE2-1A32-8E96-B5DB57AE5F32}"/>
              </a:ext>
            </a:extLst>
          </p:cNvPr>
          <p:cNvCxnSpPr>
            <a:cxnSpLocks noChangeShapeType="1"/>
            <a:stCxn id="18459" idx="5"/>
            <a:endCxn id="18452" idx="0"/>
          </p:cNvCxnSpPr>
          <p:nvPr/>
        </p:nvCxnSpPr>
        <p:spPr bwMode="auto">
          <a:xfrm>
            <a:off x="7137400" y="2185988"/>
            <a:ext cx="220663" cy="1254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7" name="AutoShape 25">
            <a:extLst>
              <a:ext uri="{FF2B5EF4-FFF2-40B4-BE49-F238E27FC236}">
                <a16:creationId xmlns:a16="http://schemas.microsoft.com/office/drawing/2014/main" id="{07860C3C-FA79-ECE8-828E-FE683DDF43FA}"/>
              </a:ext>
            </a:extLst>
          </p:cNvPr>
          <p:cNvCxnSpPr>
            <a:cxnSpLocks noChangeShapeType="1"/>
            <a:stCxn id="18450" idx="3"/>
            <a:endCxn id="18453" idx="0"/>
          </p:cNvCxnSpPr>
          <p:nvPr/>
        </p:nvCxnSpPr>
        <p:spPr bwMode="auto">
          <a:xfrm flipH="1">
            <a:off x="8043863" y="2217738"/>
            <a:ext cx="242887" cy="1682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8" name="AutoShape 26">
            <a:extLst>
              <a:ext uri="{FF2B5EF4-FFF2-40B4-BE49-F238E27FC236}">
                <a16:creationId xmlns:a16="http://schemas.microsoft.com/office/drawing/2014/main" id="{FDECCF52-0BA9-85A8-004A-42073829DB43}"/>
              </a:ext>
            </a:extLst>
          </p:cNvPr>
          <p:cNvCxnSpPr>
            <a:cxnSpLocks noChangeShapeType="1"/>
            <a:stCxn id="18450" idx="5"/>
            <a:endCxn id="18454" idx="0"/>
          </p:cNvCxnSpPr>
          <p:nvPr/>
        </p:nvCxnSpPr>
        <p:spPr bwMode="auto">
          <a:xfrm>
            <a:off x="8512175" y="2217738"/>
            <a:ext cx="284163" cy="1682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9" name="Oval 27">
            <a:extLst>
              <a:ext uri="{FF2B5EF4-FFF2-40B4-BE49-F238E27FC236}">
                <a16:creationId xmlns:a16="http://schemas.microsoft.com/office/drawing/2014/main" id="{DC6E8F04-C9A9-2E3E-57BE-42C5284B1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11338"/>
            <a:ext cx="3270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18460" name="AutoShape 28">
            <a:extLst>
              <a:ext uri="{FF2B5EF4-FFF2-40B4-BE49-F238E27FC236}">
                <a16:creationId xmlns:a16="http://schemas.microsoft.com/office/drawing/2014/main" id="{9653F4E4-9372-ABFA-19FF-494F48FA810B}"/>
              </a:ext>
            </a:extLst>
          </p:cNvPr>
          <p:cNvCxnSpPr>
            <a:cxnSpLocks noChangeShapeType="1"/>
            <a:stCxn id="18459" idx="7"/>
            <a:endCxn id="18451" idx="3"/>
          </p:cNvCxnSpPr>
          <p:nvPr/>
        </p:nvCxnSpPr>
        <p:spPr bwMode="auto">
          <a:xfrm flipV="1">
            <a:off x="7137400" y="1639888"/>
            <a:ext cx="379413" cy="2190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1" name="AutoShape 29">
            <a:extLst>
              <a:ext uri="{FF2B5EF4-FFF2-40B4-BE49-F238E27FC236}">
                <a16:creationId xmlns:a16="http://schemas.microsoft.com/office/drawing/2014/main" id="{891DF340-E580-34FB-56FD-D0DCF9598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325688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62" name="AutoShape 30">
            <a:extLst>
              <a:ext uri="{FF2B5EF4-FFF2-40B4-BE49-F238E27FC236}">
                <a16:creationId xmlns:a16="http://schemas.microsoft.com/office/drawing/2014/main" id="{899627A2-C2CB-BC51-A0E9-13231B03B05C}"/>
              </a:ext>
            </a:extLst>
          </p:cNvPr>
          <p:cNvCxnSpPr>
            <a:cxnSpLocks noChangeShapeType="1"/>
            <a:stCxn id="18459" idx="3"/>
            <a:endCxn id="18461" idx="0"/>
          </p:cNvCxnSpPr>
          <p:nvPr/>
        </p:nvCxnSpPr>
        <p:spPr bwMode="auto">
          <a:xfrm flipH="1">
            <a:off x="6748463" y="2185988"/>
            <a:ext cx="157162" cy="1254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3" name="Line 31">
            <a:extLst>
              <a:ext uri="{FF2B5EF4-FFF2-40B4-BE49-F238E27FC236}">
                <a16:creationId xmlns:a16="http://schemas.microsoft.com/office/drawing/2014/main" id="{D38585F8-4EEC-E89F-7C50-CCAEF150D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25" y="17526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Oval 32">
            <a:extLst>
              <a:ext uri="{FF2B5EF4-FFF2-40B4-BE49-F238E27FC236}">
                <a16:creationId xmlns:a16="http://schemas.microsoft.com/office/drawing/2014/main" id="{8A49AA7E-C2A2-700B-8DE4-7E02F00F4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2117725"/>
            <a:ext cx="3397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65" name="Oval 33">
            <a:extLst>
              <a:ext uri="{FF2B5EF4-FFF2-40B4-BE49-F238E27FC236}">
                <a16:creationId xmlns:a16="http://schemas.microsoft.com/office/drawing/2014/main" id="{4BFF02D1-42EC-87A4-BB77-AABB0B36A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2633663"/>
            <a:ext cx="339725" cy="422275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66" name="AutoShape 34">
            <a:extLst>
              <a:ext uri="{FF2B5EF4-FFF2-40B4-BE49-F238E27FC236}">
                <a16:creationId xmlns:a16="http://schemas.microsoft.com/office/drawing/2014/main" id="{5EC1FFFF-865F-46A1-7CAF-25FBF78FA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3178175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67" name="AutoShape 35">
            <a:extLst>
              <a:ext uri="{FF2B5EF4-FFF2-40B4-BE49-F238E27FC236}">
                <a16:creationId xmlns:a16="http://schemas.microsoft.com/office/drawing/2014/main" id="{C1CBF4A6-9524-B787-087B-7594037B6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3178175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68" name="AutoShape 36">
            <a:extLst>
              <a:ext uri="{FF2B5EF4-FFF2-40B4-BE49-F238E27FC236}">
                <a16:creationId xmlns:a16="http://schemas.microsoft.com/office/drawing/2014/main" id="{858FA7F4-6A4E-5FE5-12B0-2032765E1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2606675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69" name="AutoShape 37">
            <a:extLst>
              <a:ext uri="{FF2B5EF4-FFF2-40B4-BE49-F238E27FC236}">
                <a16:creationId xmlns:a16="http://schemas.microsoft.com/office/drawing/2014/main" id="{5811F357-F671-1900-890F-60C0D32F7C8A}"/>
              </a:ext>
            </a:extLst>
          </p:cNvPr>
          <p:cNvCxnSpPr>
            <a:cxnSpLocks noChangeShapeType="1"/>
            <a:stCxn id="18465" idx="3"/>
            <a:endCxn id="18466" idx="0"/>
          </p:cNvCxnSpPr>
          <p:nvPr/>
        </p:nvCxnSpPr>
        <p:spPr bwMode="auto">
          <a:xfrm flipH="1">
            <a:off x="490538" y="3008313"/>
            <a:ext cx="222250" cy="1555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70" name="AutoShape 38">
            <a:extLst>
              <a:ext uri="{FF2B5EF4-FFF2-40B4-BE49-F238E27FC236}">
                <a16:creationId xmlns:a16="http://schemas.microsoft.com/office/drawing/2014/main" id="{AB892A0E-BB3B-B77F-1FAE-9D5448C939B5}"/>
              </a:ext>
            </a:extLst>
          </p:cNvPr>
          <p:cNvCxnSpPr>
            <a:cxnSpLocks noChangeShapeType="1"/>
            <a:stCxn id="18465" idx="5"/>
            <a:endCxn id="18467" idx="0"/>
          </p:cNvCxnSpPr>
          <p:nvPr/>
        </p:nvCxnSpPr>
        <p:spPr bwMode="auto">
          <a:xfrm>
            <a:off x="954088" y="3008313"/>
            <a:ext cx="222250" cy="1555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71" name="AutoShape 39">
            <a:extLst>
              <a:ext uri="{FF2B5EF4-FFF2-40B4-BE49-F238E27FC236}">
                <a16:creationId xmlns:a16="http://schemas.microsoft.com/office/drawing/2014/main" id="{EE6A2383-E594-9ADF-2657-785E949224C6}"/>
              </a:ext>
            </a:extLst>
          </p:cNvPr>
          <p:cNvCxnSpPr>
            <a:cxnSpLocks noChangeShapeType="1"/>
            <a:stCxn id="18464" idx="5"/>
            <a:endCxn id="18468" idx="0"/>
          </p:cNvCxnSpPr>
          <p:nvPr/>
        </p:nvCxnSpPr>
        <p:spPr bwMode="auto">
          <a:xfrm>
            <a:off x="1411288" y="2492375"/>
            <a:ext cx="414337" cy="1000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72" name="Oval 40">
            <a:extLst>
              <a:ext uri="{FF2B5EF4-FFF2-40B4-BE49-F238E27FC236}">
                <a16:creationId xmlns:a16="http://schemas.microsoft.com/office/drawing/2014/main" id="{70AD9939-93E4-EBA9-82BC-57BDB2115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1557338"/>
            <a:ext cx="3270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18473" name="AutoShape 41">
            <a:extLst>
              <a:ext uri="{FF2B5EF4-FFF2-40B4-BE49-F238E27FC236}">
                <a16:creationId xmlns:a16="http://schemas.microsoft.com/office/drawing/2014/main" id="{ECF355F1-15A1-B251-37C4-527ED0B867CA}"/>
              </a:ext>
            </a:extLst>
          </p:cNvPr>
          <p:cNvCxnSpPr>
            <a:cxnSpLocks noChangeShapeType="1"/>
            <a:stCxn id="18472" idx="3"/>
            <a:endCxn id="18464" idx="7"/>
          </p:cNvCxnSpPr>
          <p:nvPr/>
        </p:nvCxnSpPr>
        <p:spPr bwMode="auto">
          <a:xfrm flipH="1">
            <a:off x="1411288" y="1931988"/>
            <a:ext cx="379412" cy="2333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74" name="AutoShape 42">
            <a:extLst>
              <a:ext uri="{FF2B5EF4-FFF2-40B4-BE49-F238E27FC236}">
                <a16:creationId xmlns:a16="http://schemas.microsoft.com/office/drawing/2014/main" id="{62E5BA15-B8B4-F2CE-6102-58874E2B6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2016125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75" name="AutoShape 43">
            <a:extLst>
              <a:ext uri="{FF2B5EF4-FFF2-40B4-BE49-F238E27FC236}">
                <a16:creationId xmlns:a16="http://schemas.microsoft.com/office/drawing/2014/main" id="{0DF0D4A1-7262-7461-349E-DD9A59BF7F3F}"/>
              </a:ext>
            </a:extLst>
          </p:cNvPr>
          <p:cNvCxnSpPr>
            <a:cxnSpLocks noChangeShapeType="1"/>
            <a:stCxn id="18472" idx="5"/>
            <a:endCxn id="18474" idx="0"/>
          </p:cNvCxnSpPr>
          <p:nvPr/>
        </p:nvCxnSpPr>
        <p:spPr bwMode="auto">
          <a:xfrm>
            <a:off x="2022475" y="1931988"/>
            <a:ext cx="677863" cy="69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76" name="Text Box 44">
            <a:extLst>
              <a:ext uri="{FF2B5EF4-FFF2-40B4-BE49-F238E27FC236}">
                <a16:creationId xmlns:a16="http://schemas.microsoft.com/office/drawing/2014/main" id="{62E4A15C-815A-AB16-AAEA-62BA77585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3200400"/>
            <a:ext cx="104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zig-zig</a:t>
            </a:r>
          </a:p>
        </p:txBody>
      </p:sp>
      <p:sp>
        <p:nvSpPr>
          <p:cNvPr id="18477" name="Oval 45">
            <a:extLst>
              <a:ext uri="{FF2B5EF4-FFF2-40B4-BE49-F238E27FC236}">
                <a16:creationId xmlns:a16="http://schemas.microsoft.com/office/drawing/2014/main" id="{2F0EE4BF-2FEA-B2D1-D412-1EE08EAE66C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92375" y="4505325"/>
            <a:ext cx="3397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78" name="Oval 46">
            <a:extLst>
              <a:ext uri="{FF2B5EF4-FFF2-40B4-BE49-F238E27FC236}">
                <a16:creationId xmlns:a16="http://schemas.microsoft.com/office/drawing/2014/main" id="{6ADCFCD8-23C8-C6CC-1A0A-725680D8D83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55925" y="5038725"/>
            <a:ext cx="3270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18479" name="AutoShape 47">
            <a:extLst>
              <a:ext uri="{FF2B5EF4-FFF2-40B4-BE49-F238E27FC236}">
                <a16:creationId xmlns:a16="http://schemas.microsoft.com/office/drawing/2014/main" id="{97F673ED-FD28-CA9B-4A07-384C434790C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90875" y="5610225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80" name="AutoShape 48">
            <a:extLst>
              <a:ext uri="{FF2B5EF4-FFF2-40B4-BE49-F238E27FC236}">
                <a16:creationId xmlns:a16="http://schemas.microsoft.com/office/drawing/2014/main" id="{F7DB833B-770A-13BF-AE44-3EB8F4D559E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05075" y="5610225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81" name="AutoShape 49">
            <a:extLst>
              <a:ext uri="{FF2B5EF4-FFF2-40B4-BE49-F238E27FC236}">
                <a16:creationId xmlns:a16="http://schemas.microsoft.com/office/drawing/2014/main" id="{F485907A-65F5-7E4A-389F-488D89D4584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55788" y="5019675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82" name="AutoShape 50">
            <a:extLst>
              <a:ext uri="{FF2B5EF4-FFF2-40B4-BE49-F238E27FC236}">
                <a16:creationId xmlns:a16="http://schemas.microsoft.com/office/drawing/2014/main" id="{7EFCA4B2-F24F-1BC6-258D-882D1DD5C6DB}"/>
              </a:ext>
            </a:extLst>
          </p:cNvPr>
          <p:cNvCxnSpPr>
            <a:cxnSpLocks noChangeShapeType="1"/>
            <a:stCxn id="18477" idx="3"/>
            <a:endCxn id="18478" idx="0"/>
          </p:cNvCxnSpPr>
          <p:nvPr/>
        </p:nvCxnSpPr>
        <p:spPr bwMode="auto">
          <a:xfrm>
            <a:off x="2774950" y="4837113"/>
            <a:ext cx="344488" cy="2381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83" name="AutoShape 51">
            <a:extLst>
              <a:ext uri="{FF2B5EF4-FFF2-40B4-BE49-F238E27FC236}">
                <a16:creationId xmlns:a16="http://schemas.microsoft.com/office/drawing/2014/main" id="{C1B8DB6C-97DC-4212-A1A4-E421719584B8}"/>
              </a:ext>
            </a:extLst>
          </p:cNvPr>
          <p:cNvCxnSpPr>
            <a:cxnSpLocks noChangeShapeType="1"/>
            <a:stCxn id="18478" idx="3"/>
            <a:endCxn id="18479" idx="0"/>
          </p:cNvCxnSpPr>
          <p:nvPr/>
        </p:nvCxnSpPr>
        <p:spPr bwMode="auto">
          <a:xfrm>
            <a:off x="3227388" y="5370513"/>
            <a:ext cx="234950" cy="3159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84" name="AutoShape 52">
            <a:extLst>
              <a:ext uri="{FF2B5EF4-FFF2-40B4-BE49-F238E27FC236}">
                <a16:creationId xmlns:a16="http://schemas.microsoft.com/office/drawing/2014/main" id="{2109F40D-476E-E387-46BC-59AC95466B46}"/>
              </a:ext>
            </a:extLst>
          </p:cNvPr>
          <p:cNvCxnSpPr>
            <a:cxnSpLocks noChangeShapeType="1"/>
            <a:stCxn id="18478" idx="5"/>
            <a:endCxn id="18480" idx="0"/>
          </p:cNvCxnSpPr>
          <p:nvPr/>
        </p:nvCxnSpPr>
        <p:spPr bwMode="auto">
          <a:xfrm flipH="1">
            <a:off x="2776538" y="5370513"/>
            <a:ext cx="233362" cy="3159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85" name="AutoShape 53">
            <a:extLst>
              <a:ext uri="{FF2B5EF4-FFF2-40B4-BE49-F238E27FC236}">
                <a16:creationId xmlns:a16="http://schemas.microsoft.com/office/drawing/2014/main" id="{694F6669-8BAC-5036-7CD7-44E37C621292}"/>
              </a:ext>
            </a:extLst>
          </p:cNvPr>
          <p:cNvCxnSpPr>
            <a:cxnSpLocks noChangeShapeType="1"/>
            <a:stCxn id="18477" idx="5"/>
            <a:endCxn id="18481" idx="0"/>
          </p:cNvCxnSpPr>
          <p:nvPr/>
        </p:nvCxnSpPr>
        <p:spPr bwMode="auto">
          <a:xfrm flipH="1">
            <a:off x="2127250" y="4837113"/>
            <a:ext cx="420688" cy="2603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86" name="Oval 54">
            <a:extLst>
              <a:ext uri="{FF2B5EF4-FFF2-40B4-BE49-F238E27FC236}">
                <a16:creationId xmlns:a16="http://schemas.microsoft.com/office/drawing/2014/main" id="{0470AAA2-410A-08BE-F70C-72E73143ED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76425" y="3925888"/>
            <a:ext cx="339725" cy="422275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cxnSp>
        <p:nvCxnSpPr>
          <p:cNvPr id="18487" name="AutoShape 55">
            <a:extLst>
              <a:ext uri="{FF2B5EF4-FFF2-40B4-BE49-F238E27FC236}">
                <a16:creationId xmlns:a16="http://schemas.microsoft.com/office/drawing/2014/main" id="{B98E12E9-69DE-89F9-4BF3-3FFC4BAC1B97}"/>
              </a:ext>
            </a:extLst>
          </p:cNvPr>
          <p:cNvCxnSpPr>
            <a:cxnSpLocks noChangeShapeType="1"/>
            <a:stCxn id="18486" idx="3"/>
            <a:endCxn id="18477" idx="7"/>
          </p:cNvCxnSpPr>
          <p:nvPr/>
        </p:nvCxnSpPr>
        <p:spPr bwMode="auto">
          <a:xfrm>
            <a:off x="2159000" y="4257675"/>
            <a:ext cx="388938" cy="3349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88" name="AutoShape 56">
            <a:extLst>
              <a:ext uri="{FF2B5EF4-FFF2-40B4-BE49-F238E27FC236}">
                <a16:creationId xmlns:a16="http://schemas.microsoft.com/office/drawing/2014/main" id="{8B2EABE8-ACF7-1D37-F678-C89481A3BE1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95400" y="4410075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89" name="AutoShape 57">
            <a:extLst>
              <a:ext uri="{FF2B5EF4-FFF2-40B4-BE49-F238E27FC236}">
                <a16:creationId xmlns:a16="http://schemas.microsoft.com/office/drawing/2014/main" id="{090BA13E-1B03-7E72-97F8-C61F5AD17C7A}"/>
              </a:ext>
            </a:extLst>
          </p:cNvPr>
          <p:cNvCxnSpPr>
            <a:cxnSpLocks noChangeShapeType="1"/>
            <a:stCxn id="18486" idx="5"/>
            <a:endCxn id="18488" idx="0"/>
          </p:cNvCxnSpPr>
          <p:nvPr/>
        </p:nvCxnSpPr>
        <p:spPr bwMode="auto">
          <a:xfrm flipH="1">
            <a:off x="1566863" y="4257675"/>
            <a:ext cx="365125" cy="2301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90" name="Line 58">
            <a:extLst>
              <a:ext uri="{FF2B5EF4-FFF2-40B4-BE49-F238E27FC236}">
                <a16:creationId xmlns:a16="http://schemas.microsoft.com/office/drawing/2014/main" id="{D19180D7-872C-C86F-2244-CCF3FDABF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38100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91" name="Text Box 59">
            <a:extLst>
              <a:ext uri="{FF2B5EF4-FFF2-40B4-BE49-F238E27FC236}">
                <a16:creationId xmlns:a16="http://schemas.microsoft.com/office/drawing/2014/main" id="{B87A43B0-373D-041D-834C-84A2E6DB4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8862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</a:t>
            </a:r>
          </a:p>
        </p:txBody>
      </p:sp>
      <p:sp>
        <p:nvSpPr>
          <p:cNvPr id="18492" name="Oval 60">
            <a:extLst>
              <a:ext uri="{FF2B5EF4-FFF2-40B4-BE49-F238E27FC236}">
                <a16:creationId xmlns:a16="http://schemas.microsoft.com/office/drawing/2014/main" id="{98FFF1BB-E9D3-4DE3-3B45-F1BCB32BA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4478338"/>
            <a:ext cx="339725" cy="422275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93" name="Oval 61">
            <a:extLst>
              <a:ext uri="{FF2B5EF4-FFF2-40B4-BE49-F238E27FC236}">
                <a16:creationId xmlns:a16="http://schemas.microsoft.com/office/drawing/2014/main" id="{D9D523A7-742B-36A9-F2E1-B15B4B3A8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5045075"/>
            <a:ext cx="395287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8494" name="AutoShape 62">
            <a:extLst>
              <a:ext uri="{FF2B5EF4-FFF2-40B4-BE49-F238E27FC236}">
                <a16:creationId xmlns:a16="http://schemas.microsoft.com/office/drawing/2014/main" id="{82A882AB-1410-F5D0-B416-C630123FC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75" y="5672138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95" name="AutoShape 63">
            <a:extLst>
              <a:ext uri="{FF2B5EF4-FFF2-40B4-BE49-F238E27FC236}">
                <a16:creationId xmlns:a16="http://schemas.microsoft.com/office/drawing/2014/main" id="{7D916AF4-6721-7A66-24E2-2C408C0EF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5672138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96" name="AutoShape 64">
            <a:extLst>
              <a:ext uri="{FF2B5EF4-FFF2-40B4-BE49-F238E27FC236}">
                <a16:creationId xmlns:a16="http://schemas.microsoft.com/office/drawing/2014/main" id="{F560C58E-A921-46D9-DB5E-739F839ED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5043488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97" name="AutoShape 65">
            <a:extLst>
              <a:ext uri="{FF2B5EF4-FFF2-40B4-BE49-F238E27FC236}">
                <a16:creationId xmlns:a16="http://schemas.microsoft.com/office/drawing/2014/main" id="{53340491-3D87-CBC2-6EAF-0F36A7933F16}"/>
              </a:ext>
            </a:extLst>
          </p:cNvPr>
          <p:cNvCxnSpPr>
            <a:cxnSpLocks noChangeShapeType="1"/>
            <a:stCxn id="18492" idx="3"/>
            <a:endCxn id="18493" idx="0"/>
          </p:cNvCxnSpPr>
          <p:nvPr/>
        </p:nvCxnSpPr>
        <p:spPr bwMode="auto">
          <a:xfrm flipH="1">
            <a:off x="4643438" y="4819650"/>
            <a:ext cx="344487" cy="250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98" name="AutoShape 66">
            <a:extLst>
              <a:ext uri="{FF2B5EF4-FFF2-40B4-BE49-F238E27FC236}">
                <a16:creationId xmlns:a16="http://schemas.microsoft.com/office/drawing/2014/main" id="{FF279E62-A16D-B169-D516-A053EED166EB}"/>
              </a:ext>
            </a:extLst>
          </p:cNvPr>
          <p:cNvCxnSpPr>
            <a:cxnSpLocks noChangeShapeType="1"/>
            <a:stCxn id="18493" idx="3"/>
            <a:endCxn id="18494" idx="0"/>
          </p:cNvCxnSpPr>
          <p:nvPr/>
        </p:nvCxnSpPr>
        <p:spPr bwMode="auto">
          <a:xfrm flipH="1">
            <a:off x="4300538" y="5386388"/>
            <a:ext cx="230187" cy="3365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99" name="AutoShape 67">
            <a:extLst>
              <a:ext uri="{FF2B5EF4-FFF2-40B4-BE49-F238E27FC236}">
                <a16:creationId xmlns:a16="http://schemas.microsoft.com/office/drawing/2014/main" id="{D7BAC6AC-271A-3338-F823-92ECF98B4375}"/>
              </a:ext>
            </a:extLst>
          </p:cNvPr>
          <p:cNvCxnSpPr>
            <a:cxnSpLocks noChangeShapeType="1"/>
            <a:stCxn id="18493" idx="5"/>
            <a:endCxn id="18495" idx="0"/>
          </p:cNvCxnSpPr>
          <p:nvPr/>
        </p:nvCxnSpPr>
        <p:spPr bwMode="auto">
          <a:xfrm>
            <a:off x="4756150" y="5386388"/>
            <a:ext cx="230188" cy="3365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00" name="AutoShape 68">
            <a:extLst>
              <a:ext uri="{FF2B5EF4-FFF2-40B4-BE49-F238E27FC236}">
                <a16:creationId xmlns:a16="http://schemas.microsoft.com/office/drawing/2014/main" id="{E85C000A-0548-A2CF-01F3-B370B43AAAC0}"/>
              </a:ext>
            </a:extLst>
          </p:cNvPr>
          <p:cNvCxnSpPr>
            <a:cxnSpLocks noChangeShapeType="1"/>
            <a:stCxn id="18492" idx="5"/>
            <a:endCxn id="18496" idx="0"/>
          </p:cNvCxnSpPr>
          <p:nvPr/>
        </p:nvCxnSpPr>
        <p:spPr bwMode="auto">
          <a:xfrm>
            <a:off x="5221288" y="4852988"/>
            <a:ext cx="414337" cy="1762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1" name="Oval 69">
            <a:extLst>
              <a:ext uri="{FF2B5EF4-FFF2-40B4-BE49-F238E27FC236}">
                <a16:creationId xmlns:a16="http://schemas.microsoft.com/office/drawing/2014/main" id="{0EBBF97F-78CE-610F-7432-C3E77FAC3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725" y="3860800"/>
            <a:ext cx="3397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8502" name="AutoShape 70">
            <a:extLst>
              <a:ext uri="{FF2B5EF4-FFF2-40B4-BE49-F238E27FC236}">
                <a16:creationId xmlns:a16="http://schemas.microsoft.com/office/drawing/2014/main" id="{DBA060E2-47CE-7472-0119-D76C89F8607D}"/>
              </a:ext>
            </a:extLst>
          </p:cNvPr>
          <p:cNvCxnSpPr>
            <a:cxnSpLocks noChangeShapeType="1"/>
            <a:stCxn id="18501" idx="3"/>
            <a:endCxn id="18492" idx="7"/>
          </p:cNvCxnSpPr>
          <p:nvPr/>
        </p:nvCxnSpPr>
        <p:spPr bwMode="auto">
          <a:xfrm flipH="1">
            <a:off x="5221288" y="4235450"/>
            <a:ext cx="374650" cy="2905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3" name="AutoShape 71">
            <a:extLst>
              <a:ext uri="{FF2B5EF4-FFF2-40B4-BE49-F238E27FC236}">
                <a16:creationId xmlns:a16="http://schemas.microsoft.com/office/drawing/2014/main" id="{CD381D5C-6447-CCB1-01C8-A7BFFF0EA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4394200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504" name="AutoShape 72">
            <a:extLst>
              <a:ext uri="{FF2B5EF4-FFF2-40B4-BE49-F238E27FC236}">
                <a16:creationId xmlns:a16="http://schemas.microsoft.com/office/drawing/2014/main" id="{A6A6E346-A7B0-09CC-1B77-F207ABC7CA6F}"/>
              </a:ext>
            </a:extLst>
          </p:cNvPr>
          <p:cNvCxnSpPr>
            <a:cxnSpLocks noChangeShapeType="1"/>
            <a:stCxn id="18501" idx="5"/>
            <a:endCxn id="18503" idx="0"/>
          </p:cNvCxnSpPr>
          <p:nvPr/>
        </p:nvCxnSpPr>
        <p:spPr bwMode="auto">
          <a:xfrm>
            <a:off x="5837238" y="4235450"/>
            <a:ext cx="368300" cy="1444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5" name="Oval 73">
            <a:extLst>
              <a:ext uri="{FF2B5EF4-FFF2-40B4-BE49-F238E27FC236}">
                <a16:creationId xmlns:a16="http://schemas.microsoft.com/office/drawing/2014/main" id="{3529E4BD-6BA2-F126-3384-0D0300259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075" y="5037138"/>
            <a:ext cx="339725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506" name="Oval 74">
            <a:extLst>
              <a:ext uri="{FF2B5EF4-FFF2-40B4-BE49-F238E27FC236}">
                <a16:creationId xmlns:a16="http://schemas.microsoft.com/office/drawing/2014/main" id="{0788F1B5-10D1-D06F-61C8-A4DF3DB9B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075" y="4397375"/>
            <a:ext cx="339725" cy="422275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507" name="AutoShape 75">
            <a:extLst>
              <a:ext uri="{FF2B5EF4-FFF2-40B4-BE49-F238E27FC236}">
                <a16:creationId xmlns:a16="http://schemas.microsoft.com/office/drawing/2014/main" id="{2E532341-6E93-DB32-BADF-6CAA95258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7075" y="5516563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508" name="AutoShape 76">
            <a:extLst>
              <a:ext uri="{FF2B5EF4-FFF2-40B4-BE49-F238E27FC236}">
                <a16:creationId xmlns:a16="http://schemas.microsoft.com/office/drawing/2014/main" id="{E6ACC481-ACA9-01E9-9F01-80557BCF9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75" y="5516563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509" name="AutoShape 77">
            <a:extLst>
              <a:ext uri="{FF2B5EF4-FFF2-40B4-BE49-F238E27FC236}">
                <a16:creationId xmlns:a16="http://schemas.microsoft.com/office/drawing/2014/main" id="{C3DF6F3A-549B-5511-2C66-A6A4FB6BD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350" y="5516563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510" name="AutoShape 78">
            <a:extLst>
              <a:ext uri="{FF2B5EF4-FFF2-40B4-BE49-F238E27FC236}">
                <a16:creationId xmlns:a16="http://schemas.microsoft.com/office/drawing/2014/main" id="{8773B44F-411A-9A9C-5F43-037FD79BA080}"/>
              </a:ext>
            </a:extLst>
          </p:cNvPr>
          <p:cNvCxnSpPr>
            <a:cxnSpLocks noChangeShapeType="1"/>
            <a:stCxn id="18505" idx="1"/>
            <a:endCxn id="18506" idx="5"/>
          </p:cNvCxnSpPr>
          <p:nvPr/>
        </p:nvCxnSpPr>
        <p:spPr bwMode="auto">
          <a:xfrm flipH="1" flipV="1">
            <a:off x="7740650" y="4741863"/>
            <a:ext cx="536575" cy="3730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11" name="AutoShape 79">
            <a:extLst>
              <a:ext uri="{FF2B5EF4-FFF2-40B4-BE49-F238E27FC236}">
                <a16:creationId xmlns:a16="http://schemas.microsoft.com/office/drawing/2014/main" id="{0A155D9D-1EF2-CD99-A64F-A2A9756DF83C}"/>
              </a:ext>
            </a:extLst>
          </p:cNvPr>
          <p:cNvCxnSpPr>
            <a:cxnSpLocks noChangeShapeType="1"/>
            <a:stCxn id="18514" idx="5"/>
            <a:endCxn id="18507" idx="0"/>
          </p:cNvCxnSpPr>
          <p:nvPr/>
        </p:nvCxnSpPr>
        <p:spPr bwMode="auto">
          <a:xfrm>
            <a:off x="7121525" y="5310188"/>
            <a:ext cx="227013" cy="247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12" name="AutoShape 80">
            <a:extLst>
              <a:ext uri="{FF2B5EF4-FFF2-40B4-BE49-F238E27FC236}">
                <a16:creationId xmlns:a16="http://schemas.microsoft.com/office/drawing/2014/main" id="{60EA1C34-95E3-0078-7441-403CB4E8D904}"/>
              </a:ext>
            </a:extLst>
          </p:cNvPr>
          <p:cNvCxnSpPr>
            <a:cxnSpLocks noChangeShapeType="1"/>
            <a:stCxn id="18505" idx="3"/>
            <a:endCxn id="18508" idx="0"/>
          </p:cNvCxnSpPr>
          <p:nvPr/>
        </p:nvCxnSpPr>
        <p:spPr bwMode="auto">
          <a:xfrm flipH="1">
            <a:off x="8034338" y="5381625"/>
            <a:ext cx="242887" cy="1762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13" name="AutoShape 81">
            <a:extLst>
              <a:ext uri="{FF2B5EF4-FFF2-40B4-BE49-F238E27FC236}">
                <a16:creationId xmlns:a16="http://schemas.microsoft.com/office/drawing/2014/main" id="{82DDC7CB-7361-309F-D650-4FC295725275}"/>
              </a:ext>
            </a:extLst>
          </p:cNvPr>
          <p:cNvCxnSpPr>
            <a:cxnSpLocks noChangeShapeType="1"/>
            <a:stCxn id="18505" idx="5"/>
            <a:endCxn id="18509" idx="0"/>
          </p:cNvCxnSpPr>
          <p:nvPr/>
        </p:nvCxnSpPr>
        <p:spPr bwMode="auto">
          <a:xfrm>
            <a:off x="8502650" y="5381625"/>
            <a:ext cx="284163" cy="1762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14" name="Oval 82">
            <a:extLst>
              <a:ext uri="{FF2B5EF4-FFF2-40B4-BE49-F238E27FC236}">
                <a16:creationId xmlns:a16="http://schemas.microsoft.com/office/drawing/2014/main" id="{B8E728AA-270E-6EF2-2E98-DA4EFAF62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5138" y="4965700"/>
            <a:ext cx="395287" cy="422275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w</a:t>
            </a:r>
          </a:p>
        </p:txBody>
      </p:sp>
      <p:cxnSp>
        <p:nvCxnSpPr>
          <p:cNvPr id="18515" name="AutoShape 83">
            <a:extLst>
              <a:ext uri="{FF2B5EF4-FFF2-40B4-BE49-F238E27FC236}">
                <a16:creationId xmlns:a16="http://schemas.microsoft.com/office/drawing/2014/main" id="{78836628-B164-E607-4C1C-A79ADD14478A}"/>
              </a:ext>
            </a:extLst>
          </p:cNvPr>
          <p:cNvCxnSpPr>
            <a:cxnSpLocks noChangeShapeType="1"/>
            <a:stCxn id="18514" idx="7"/>
            <a:endCxn id="18506" idx="3"/>
          </p:cNvCxnSpPr>
          <p:nvPr/>
        </p:nvCxnSpPr>
        <p:spPr bwMode="auto">
          <a:xfrm flipV="1">
            <a:off x="7121525" y="4741863"/>
            <a:ext cx="393700" cy="3016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16" name="AutoShape 84">
            <a:extLst>
              <a:ext uri="{FF2B5EF4-FFF2-40B4-BE49-F238E27FC236}">
                <a16:creationId xmlns:a16="http://schemas.microsoft.com/office/drawing/2014/main" id="{67C905FC-0AFF-7493-9E06-F239FC580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5516563"/>
            <a:ext cx="542925" cy="758825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517" name="AutoShape 85">
            <a:extLst>
              <a:ext uri="{FF2B5EF4-FFF2-40B4-BE49-F238E27FC236}">
                <a16:creationId xmlns:a16="http://schemas.microsoft.com/office/drawing/2014/main" id="{BC1A0AE9-9F72-5B10-893A-8C5D7C52A3C7}"/>
              </a:ext>
            </a:extLst>
          </p:cNvPr>
          <p:cNvCxnSpPr>
            <a:cxnSpLocks noChangeShapeType="1"/>
            <a:stCxn id="18514" idx="3"/>
            <a:endCxn id="18516" idx="0"/>
          </p:cNvCxnSpPr>
          <p:nvPr/>
        </p:nvCxnSpPr>
        <p:spPr bwMode="auto">
          <a:xfrm flipH="1">
            <a:off x="6738938" y="5310188"/>
            <a:ext cx="163512" cy="247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18" name="Line 86">
            <a:extLst>
              <a:ext uri="{FF2B5EF4-FFF2-40B4-BE49-F238E27FC236}">
                <a16:creationId xmlns:a16="http://schemas.microsoft.com/office/drawing/2014/main" id="{2088CC22-9302-1093-BBD7-43301B07A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343400"/>
            <a:ext cx="6096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52E8AA4-C56A-0910-BDD6-B2B0A9D73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2514600" cy="533400"/>
          </a:xfrm>
        </p:spPr>
        <p:txBody>
          <a:bodyPr/>
          <a:lstStyle/>
          <a:p>
            <a:pPr eaLnBrk="1" hangingPunct="1"/>
            <a:r>
              <a:rPr lang="en-US" altLang="en-US" sz="2400"/>
              <a:t>Splaying</a:t>
            </a:r>
          </a:p>
        </p:txBody>
      </p:sp>
      <p:sp>
        <p:nvSpPr>
          <p:cNvPr id="19459" name="AutoShape 3">
            <a:extLst>
              <a:ext uri="{FF2B5EF4-FFF2-40B4-BE49-F238E27FC236}">
                <a16:creationId xmlns:a16="http://schemas.microsoft.com/office/drawing/2014/main" id="{4FB5D612-8021-5196-FD47-A7B30C94F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1522413"/>
            <a:ext cx="1990725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the root?</a:t>
            </a:r>
          </a:p>
        </p:txBody>
      </p:sp>
      <p:sp>
        <p:nvSpPr>
          <p:cNvPr id="19460" name="AutoShape 4">
            <a:extLst>
              <a:ext uri="{FF2B5EF4-FFF2-40B4-BE49-F238E27FC236}">
                <a16:creationId xmlns:a16="http://schemas.microsoft.com/office/drawing/2014/main" id="{7F238B50-B915-8389-FCC7-42E05B075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1844675"/>
            <a:ext cx="533400" cy="346075"/>
          </a:xfrm>
          <a:prstGeom prst="flowChartProcess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stop</a:t>
            </a:r>
          </a:p>
        </p:txBody>
      </p:sp>
      <p:cxnSp>
        <p:nvCxnSpPr>
          <p:cNvPr id="19461" name="AutoShape 5">
            <a:extLst>
              <a:ext uri="{FF2B5EF4-FFF2-40B4-BE49-F238E27FC236}">
                <a16:creationId xmlns:a16="http://schemas.microsoft.com/office/drawing/2014/main" id="{2C500D1F-1CBA-83F0-6772-04A1F42D0DFC}"/>
              </a:ext>
            </a:extLst>
          </p:cNvPr>
          <p:cNvCxnSpPr>
            <a:cxnSpLocks noChangeShapeType="1"/>
            <a:stCxn id="19459" idx="3"/>
            <a:endCxn id="19460" idx="1"/>
          </p:cNvCxnSpPr>
          <p:nvPr/>
        </p:nvCxnSpPr>
        <p:spPr bwMode="auto">
          <a:xfrm>
            <a:off x="2403475" y="2016125"/>
            <a:ext cx="361950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2" name="AutoShape 6">
            <a:extLst>
              <a:ext uri="{FF2B5EF4-FFF2-40B4-BE49-F238E27FC236}">
                <a16:creationId xmlns:a16="http://schemas.microsoft.com/office/drawing/2014/main" id="{D8C00959-DFF2-A255-C7C5-13C366F72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2847975"/>
            <a:ext cx="2344738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child of the root?</a:t>
            </a:r>
          </a:p>
        </p:txBody>
      </p:sp>
      <p:cxnSp>
        <p:nvCxnSpPr>
          <p:cNvPr id="19463" name="AutoShape 7">
            <a:extLst>
              <a:ext uri="{FF2B5EF4-FFF2-40B4-BE49-F238E27FC236}">
                <a16:creationId xmlns:a16="http://schemas.microsoft.com/office/drawing/2014/main" id="{4F9C7EAC-C024-A42D-B0D4-58C1CD03BA1A}"/>
              </a:ext>
            </a:extLst>
          </p:cNvPr>
          <p:cNvCxnSpPr>
            <a:cxnSpLocks noChangeShapeType="1"/>
            <a:stCxn id="19459" idx="2"/>
            <a:endCxn id="19462" idx="0"/>
          </p:cNvCxnSpPr>
          <p:nvPr/>
        </p:nvCxnSpPr>
        <p:spPr bwMode="auto">
          <a:xfrm rot="5400000">
            <a:off x="1239044" y="2678907"/>
            <a:ext cx="338137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4" name="AutoShape 10">
            <a:extLst>
              <a:ext uri="{FF2B5EF4-FFF2-40B4-BE49-F238E27FC236}">
                <a16:creationId xmlns:a16="http://schemas.microsoft.com/office/drawing/2014/main" id="{2E161C0E-3C00-E526-9E7B-C64B1F354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43375"/>
            <a:ext cx="2359025" cy="147637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the left child of the root?</a:t>
            </a:r>
          </a:p>
        </p:txBody>
      </p:sp>
      <p:cxnSp>
        <p:nvCxnSpPr>
          <p:cNvPr id="19465" name="AutoShape 11">
            <a:extLst>
              <a:ext uri="{FF2B5EF4-FFF2-40B4-BE49-F238E27FC236}">
                <a16:creationId xmlns:a16="http://schemas.microsoft.com/office/drawing/2014/main" id="{C8644AF9-89FC-31D9-B856-1A70A4551A26}"/>
              </a:ext>
            </a:extLst>
          </p:cNvPr>
          <p:cNvCxnSpPr>
            <a:cxnSpLocks noChangeShapeType="1"/>
            <a:stCxn id="19462" idx="2"/>
            <a:endCxn id="19464" idx="0"/>
          </p:cNvCxnSpPr>
          <p:nvPr/>
        </p:nvCxnSpPr>
        <p:spPr bwMode="auto">
          <a:xfrm rot="5400000">
            <a:off x="1254125" y="3989388"/>
            <a:ext cx="307975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6" name="AutoShape 12">
            <a:extLst>
              <a:ext uri="{FF2B5EF4-FFF2-40B4-BE49-F238E27FC236}">
                <a16:creationId xmlns:a16="http://schemas.microsoft.com/office/drawing/2014/main" id="{53A773F4-D150-E383-91C3-048D41791B00}"/>
              </a:ext>
            </a:extLst>
          </p:cNvPr>
          <p:cNvCxnSpPr>
            <a:cxnSpLocks noChangeShapeType="1"/>
            <a:stCxn id="19464" idx="2"/>
          </p:cNvCxnSpPr>
          <p:nvPr/>
        </p:nvCxnSpPr>
        <p:spPr bwMode="auto">
          <a:xfrm rot="5400000">
            <a:off x="1270000" y="5757863"/>
            <a:ext cx="276225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7" name="AutoShape 13">
            <a:extLst>
              <a:ext uri="{FF2B5EF4-FFF2-40B4-BE49-F238E27FC236}">
                <a16:creationId xmlns:a16="http://schemas.microsoft.com/office/drawing/2014/main" id="{36B14CAD-86BA-8E65-624E-72586875EEB1}"/>
              </a:ext>
            </a:extLst>
          </p:cNvPr>
          <p:cNvCxnSpPr>
            <a:cxnSpLocks noChangeShapeType="1"/>
            <a:stCxn id="19464" idx="3"/>
          </p:cNvCxnSpPr>
          <p:nvPr/>
        </p:nvCxnSpPr>
        <p:spPr bwMode="auto">
          <a:xfrm>
            <a:off x="2587625" y="4881563"/>
            <a:ext cx="460375" cy="1014412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8" name="AutoShape 14">
            <a:extLst>
              <a:ext uri="{FF2B5EF4-FFF2-40B4-BE49-F238E27FC236}">
                <a16:creationId xmlns:a16="http://schemas.microsoft.com/office/drawing/2014/main" id="{2745549F-C473-1445-646D-4F1C779AF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04925"/>
            <a:ext cx="3121025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left-left grandchild?</a:t>
            </a:r>
          </a:p>
        </p:txBody>
      </p:sp>
      <p:sp>
        <p:nvSpPr>
          <p:cNvPr id="19469" name="AutoShape 15">
            <a:extLst>
              <a:ext uri="{FF2B5EF4-FFF2-40B4-BE49-F238E27FC236}">
                <a16:creationId xmlns:a16="http://schemas.microsoft.com/office/drawing/2014/main" id="{81CBB1C3-709C-9452-1331-D79941607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19450"/>
            <a:ext cx="228600" cy="228600"/>
          </a:xfrm>
          <a:prstGeom prst="flowChartConnector">
            <a:avLst/>
          </a:prstGeom>
          <a:solidFill>
            <a:srgbClr val="F8F0D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70" name="AutoShape 16">
            <a:extLst>
              <a:ext uri="{FF2B5EF4-FFF2-40B4-BE49-F238E27FC236}">
                <a16:creationId xmlns:a16="http://schemas.microsoft.com/office/drawing/2014/main" id="{BA16EAE5-7C12-E217-EA4A-670770388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038725"/>
            <a:ext cx="3121025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left-right grandchild?</a:t>
            </a:r>
          </a:p>
        </p:txBody>
      </p:sp>
      <p:sp>
        <p:nvSpPr>
          <p:cNvPr id="19471" name="AutoShape 17">
            <a:extLst>
              <a:ext uri="{FF2B5EF4-FFF2-40B4-BE49-F238E27FC236}">
                <a16:creationId xmlns:a16="http://schemas.microsoft.com/office/drawing/2014/main" id="{D54B7589-054C-6170-9AF8-12F8E372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549525"/>
            <a:ext cx="3121025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right-right grandchild?</a:t>
            </a:r>
          </a:p>
        </p:txBody>
      </p:sp>
      <p:sp>
        <p:nvSpPr>
          <p:cNvPr id="19472" name="AutoShape 18">
            <a:extLst>
              <a:ext uri="{FF2B5EF4-FFF2-40B4-BE49-F238E27FC236}">
                <a16:creationId xmlns:a16="http://schemas.microsoft.com/office/drawing/2014/main" id="{033C57FD-C5BB-3708-5C95-2204F391B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3794125"/>
            <a:ext cx="3106738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right-left grandchild?</a:t>
            </a:r>
          </a:p>
        </p:txBody>
      </p:sp>
      <p:cxnSp>
        <p:nvCxnSpPr>
          <p:cNvPr id="19473" name="AutoShape 19">
            <a:extLst>
              <a:ext uri="{FF2B5EF4-FFF2-40B4-BE49-F238E27FC236}">
                <a16:creationId xmlns:a16="http://schemas.microsoft.com/office/drawing/2014/main" id="{FB301E77-FB83-937C-5184-F1CF75B154F9}"/>
              </a:ext>
            </a:extLst>
          </p:cNvPr>
          <p:cNvCxnSpPr>
            <a:cxnSpLocks noChangeShapeType="1"/>
            <a:stCxn id="19462" idx="3"/>
            <a:endCxn id="19469" idx="2"/>
          </p:cNvCxnSpPr>
          <p:nvPr/>
        </p:nvCxnSpPr>
        <p:spPr bwMode="auto">
          <a:xfrm flipV="1">
            <a:off x="2579688" y="3333750"/>
            <a:ext cx="392112" cy="7938"/>
          </a:xfrm>
          <a:prstGeom prst="bentConnector3">
            <a:avLst>
              <a:gd name="adj1" fmla="val 49796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20">
            <a:extLst>
              <a:ext uri="{FF2B5EF4-FFF2-40B4-BE49-F238E27FC236}">
                <a16:creationId xmlns:a16="http://schemas.microsoft.com/office/drawing/2014/main" id="{707D954F-5B22-38A2-A6FB-D5E7E267F793}"/>
              </a:ext>
            </a:extLst>
          </p:cNvPr>
          <p:cNvCxnSpPr>
            <a:cxnSpLocks noChangeShapeType="1"/>
            <a:stCxn id="19469" idx="6"/>
            <a:endCxn id="19468" idx="1"/>
          </p:cNvCxnSpPr>
          <p:nvPr/>
        </p:nvCxnSpPr>
        <p:spPr bwMode="auto">
          <a:xfrm flipV="1">
            <a:off x="3200400" y="1798638"/>
            <a:ext cx="609600" cy="153511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5" name="AutoShape 21">
            <a:extLst>
              <a:ext uri="{FF2B5EF4-FFF2-40B4-BE49-F238E27FC236}">
                <a16:creationId xmlns:a16="http://schemas.microsoft.com/office/drawing/2014/main" id="{C74DB484-2890-19DF-D636-E3AD45F41D48}"/>
              </a:ext>
            </a:extLst>
          </p:cNvPr>
          <p:cNvCxnSpPr>
            <a:cxnSpLocks noChangeShapeType="1"/>
            <a:stCxn id="19469" idx="6"/>
            <a:endCxn id="19471" idx="1"/>
          </p:cNvCxnSpPr>
          <p:nvPr/>
        </p:nvCxnSpPr>
        <p:spPr bwMode="auto">
          <a:xfrm flipV="1">
            <a:off x="3200400" y="3043238"/>
            <a:ext cx="609600" cy="29051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6" name="AutoShape 22">
            <a:extLst>
              <a:ext uri="{FF2B5EF4-FFF2-40B4-BE49-F238E27FC236}">
                <a16:creationId xmlns:a16="http://schemas.microsoft.com/office/drawing/2014/main" id="{DE79B9D0-3504-BFC3-4B40-1985E066A009}"/>
              </a:ext>
            </a:extLst>
          </p:cNvPr>
          <p:cNvCxnSpPr>
            <a:cxnSpLocks noChangeShapeType="1"/>
            <a:stCxn id="19469" idx="6"/>
            <a:endCxn id="19472" idx="1"/>
          </p:cNvCxnSpPr>
          <p:nvPr/>
        </p:nvCxnSpPr>
        <p:spPr bwMode="auto">
          <a:xfrm>
            <a:off x="3200400" y="3333750"/>
            <a:ext cx="615950" cy="9540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3">
            <a:extLst>
              <a:ext uri="{FF2B5EF4-FFF2-40B4-BE49-F238E27FC236}">
                <a16:creationId xmlns:a16="http://schemas.microsoft.com/office/drawing/2014/main" id="{910EB3B6-F194-C8F2-262E-E86C35FCD5EA}"/>
              </a:ext>
            </a:extLst>
          </p:cNvPr>
          <p:cNvCxnSpPr>
            <a:cxnSpLocks noChangeShapeType="1"/>
            <a:stCxn id="19469" idx="6"/>
            <a:endCxn id="19470" idx="1"/>
          </p:cNvCxnSpPr>
          <p:nvPr/>
        </p:nvCxnSpPr>
        <p:spPr bwMode="auto">
          <a:xfrm>
            <a:off x="3200400" y="3333750"/>
            <a:ext cx="609600" cy="21986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8" name="AutoShape 28">
            <a:extLst>
              <a:ext uri="{FF2B5EF4-FFF2-40B4-BE49-F238E27FC236}">
                <a16:creationId xmlns:a16="http://schemas.microsoft.com/office/drawing/2014/main" id="{120EB38D-8CFC-D6BC-F539-49FFDE6BCF00}"/>
              </a:ext>
            </a:extLst>
          </p:cNvPr>
          <p:cNvCxnSpPr>
            <a:cxnSpLocks noChangeShapeType="1"/>
            <a:stCxn id="19468" idx="2"/>
          </p:cNvCxnSpPr>
          <p:nvPr/>
        </p:nvCxnSpPr>
        <p:spPr bwMode="auto">
          <a:xfrm rot="16200000" flipH="1">
            <a:off x="5852319" y="1810544"/>
            <a:ext cx="142875" cy="1106487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9" name="AutoShape 29">
            <a:extLst>
              <a:ext uri="{FF2B5EF4-FFF2-40B4-BE49-F238E27FC236}">
                <a16:creationId xmlns:a16="http://schemas.microsoft.com/office/drawing/2014/main" id="{B794ED33-2C1A-7EF4-E809-643EBC0537CE}"/>
              </a:ext>
            </a:extLst>
          </p:cNvPr>
          <p:cNvCxnSpPr>
            <a:cxnSpLocks noChangeShapeType="1"/>
            <a:stCxn id="19471" idx="2"/>
          </p:cNvCxnSpPr>
          <p:nvPr/>
        </p:nvCxnSpPr>
        <p:spPr bwMode="auto">
          <a:xfrm rot="16200000" flipH="1">
            <a:off x="5865019" y="3042444"/>
            <a:ext cx="117475" cy="1106487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0" name="AutoShape 30">
            <a:extLst>
              <a:ext uri="{FF2B5EF4-FFF2-40B4-BE49-F238E27FC236}">
                <a16:creationId xmlns:a16="http://schemas.microsoft.com/office/drawing/2014/main" id="{22A242EB-B4F0-A248-A2F3-1F4CC9AF6141}"/>
              </a:ext>
            </a:extLst>
          </p:cNvPr>
          <p:cNvCxnSpPr>
            <a:cxnSpLocks noChangeShapeType="1"/>
            <a:stCxn id="19472" idx="2"/>
          </p:cNvCxnSpPr>
          <p:nvPr/>
        </p:nvCxnSpPr>
        <p:spPr bwMode="auto">
          <a:xfrm rot="16200000" flipH="1">
            <a:off x="5868194" y="4283869"/>
            <a:ext cx="111125" cy="1106487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1" name="AutoShape 31">
            <a:extLst>
              <a:ext uri="{FF2B5EF4-FFF2-40B4-BE49-F238E27FC236}">
                <a16:creationId xmlns:a16="http://schemas.microsoft.com/office/drawing/2014/main" id="{3B6CEA2E-8479-9599-EAAF-5B70B7408FC7}"/>
              </a:ext>
            </a:extLst>
          </p:cNvPr>
          <p:cNvCxnSpPr>
            <a:cxnSpLocks noChangeShapeType="1"/>
            <a:stCxn id="19470" idx="2"/>
          </p:cNvCxnSpPr>
          <p:nvPr/>
        </p:nvCxnSpPr>
        <p:spPr bwMode="auto">
          <a:xfrm rot="16200000" flipH="1">
            <a:off x="5842794" y="5553869"/>
            <a:ext cx="161925" cy="1106487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2" name="AutoShape 32">
            <a:extLst>
              <a:ext uri="{FF2B5EF4-FFF2-40B4-BE49-F238E27FC236}">
                <a16:creationId xmlns:a16="http://schemas.microsoft.com/office/drawing/2014/main" id="{69B017F4-51C0-B37B-A276-D8E8A30B6565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 flipV="1">
            <a:off x="1408113" y="1522413"/>
            <a:ext cx="7050087" cy="912812"/>
          </a:xfrm>
          <a:prstGeom prst="bentConnector4">
            <a:avLst>
              <a:gd name="adj1" fmla="val -3241"/>
              <a:gd name="adj2" fmla="val 139301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3" name="AutoShape 33">
            <a:extLst>
              <a:ext uri="{FF2B5EF4-FFF2-40B4-BE49-F238E27FC236}">
                <a16:creationId xmlns:a16="http://schemas.microsoft.com/office/drawing/2014/main" id="{C47E41DA-131A-DCA3-8365-FC56D3789F39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 flipV="1">
            <a:off x="1408113" y="1522413"/>
            <a:ext cx="7050087" cy="2132012"/>
          </a:xfrm>
          <a:prstGeom prst="bentConnector4">
            <a:avLst>
              <a:gd name="adj1" fmla="val -3241"/>
              <a:gd name="adj2" fmla="val 11682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4" name="AutoShape 34">
            <a:extLst>
              <a:ext uri="{FF2B5EF4-FFF2-40B4-BE49-F238E27FC236}">
                <a16:creationId xmlns:a16="http://schemas.microsoft.com/office/drawing/2014/main" id="{A5845B1E-3FB3-10FD-8373-187CC4C56293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 flipV="1">
            <a:off x="1408113" y="1522413"/>
            <a:ext cx="7050087" cy="3370262"/>
          </a:xfrm>
          <a:prstGeom prst="bentConnector4">
            <a:avLst>
              <a:gd name="adj1" fmla="val -3241"/>
              <a:gd name="adj2" fmla="val 11064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5" name="AutoShape 35">
            <a:extLst>
              <a:ext uri="{FF2B5EF4-FFF2-40B4-BE49-F238E27FC236}">
                <a16:creationId xmlns:a16="http://schemas.microsoft.com/office/drawing/2014/main" id="{9D80850E-3B0F-0732-E759-0386CD6803E7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 flipV="1">
            <a:off x="1408113" y="1522413"/>
            <a:ext cx="7050087" cy="4665662"/>
          </a:xfrm>
          <a:prstGeom prst="bentConnector4">
            <a:avLst>
              <a:gd name="adj1" fmla="val -3241"/>
              <a:gd name="adj2" fmla="val 107685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6" name="AutoShape 36">
            <a:extLst>
              <a:ext uri="{FF2B5EF4-FFF2-40B4-BE49-F238E27FC236}">
                <a16:creationId xmlns:a16="http://schemas.microsoft.com/office/drawing/2014/main" id="{A4CB5A9D-66C6-8A59-1560-D151CBA93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3" y="847725"/>
            <a:ext cx="1074737" cy="631825"/>
          </a:xfrm>
          <a:prstGeom prst="flowChartAlternateProcess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start with node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endParaRPr lang="en-US" altLang="en-US" sz="1600">
              <a:latin typeface="Times New Roman" panose="02020603050405020304" pitchFamily="18" charset="0"/>
            </a:endParaRPr>
          </a:p>
        </p:txBody>
      </p:sp>
      <p:cxnSp>
        <p:nvCxnSpPr>
          <p:cNvPr id="19487" name="AutoShape 37">
            <a:extLst>
              <a:ext uri="{FF2B5EF4-FFF2-40B4-BE49-F238E27FC236}">
                <a16:creationId xmlns:a16="http://schemas.microsoft.com/office/drawing/2014/main" id="{28CD4CF8-F0B2-69AF-51B2-E5E3B0A0BE81}"/>
              </a:ext>
            </a:extLst>
          </p:cNvPr>
          <p:cNvCxnSpPr>
            <a:cxnSpLocks noChangeShapeType="1"/>
            <a:stCxn id="19486" idx="3"/>
            <a:endCxn id="19459" idx="0"/>
          </p:cNvCxnSpPr>
          <p:nvPr/>
        </p:nvCxnSpPr>
        <p:spPr bwMode="auto">
          <a:xfrm>
            <a:off x="1219200" y="1163638"/>
            <a:ext cx="188913" cy="358775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8" name="Text Box 38">
            <a:extLst>
              <a:ext uri="{FF2B5EF4-FFF2-40B4-BE49-F238E27FC236}">
                <a16:creationId xmlns:a16="http://schemas.microsoft.com/office/drawing/2014/main" id="{2908853F-039E-C5C9-38C7-E56476D57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8600"/>
            <a:ext cx="4933950" cy="9159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9863" indent="-169863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>
                <a:latin typeface="Arial Narrow" panose="020B0604020202020204" pitchFamily="34" charset="0"/>
              </a:rPr>
              <a:t>“</a:t>
            </a:r>
            <a:r>
              <a:rPr lang="en-US" altLang="en-US" i="1">
                <a:latin typeface="Arial Narrow" panose="020B0604020202020204" pitchFamily="34" charset="0"/>
              </a:rPr>
              <a:t>x</a:t>
            </a:r>
            <a:r>
              <a:rPr lang="en-US" altLang="en-US">
                <a:latin typeface="Arial Narrow" panose="020B0604020202020204" pitchFamily="34" charset="0"/>
              </a:rPr>
              <a:t> is a</a:t>
            </a:r>
            <a:r>
              <a:rPr lang="en-US" altLang="en-US" i="1">
                <a:latin typeface="Arial Narrow" panose="020B0604020202020204" pitchFamily="34" charset="0"/>
              </a:rPr>
              <a:t> </a:t>
            </a:r>
            <a:r>
              <a:rPr lang="en-US" altLang="en-US">
                <a:latin typeface="Arial Narrow" panose="020B0604020202020204" pitchFamily="34" charset="0"/>
              </a:rPr>
              <a:t>left-left grandchild” means </a:t>
            </a:r>
            <a:r>
              <a:rPr lang="en-US" altLang="en-US" i="1">
                <a:latin typeface="Arial Narrow" panose="020B0604020202020204" pitchFamily="34" charset="0"/>
              </a:rPr>
              <a:t>x</a:t>
            </a:r>
            <a:r>
              <a:rPr lang="en-US" altLang="en-US">
                <a:latin typeface="Arial Narrow" panose="020B0604020202020204" pitchFamily="34" charset="0"/>
              </a:rPr>
              <a:t> is a left child of its parent, which itself is a left child of its parent </a:t>
            </a:r>
          </a:p>
          <a:p>
            <a:pPr algn="l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i="1">
                <a:latin typeface="Arial Narrow" panose="020B0604020202020204" pitchFamily="34" charset="0"/>
              </a:rPr>
              <a:t>p</a:t>
            </a:r>
            <a:r>
              <a:rPr lang="en-US" altLang="en-US">
                <a:latin typeface="Arial Narrow" panose="020B0604020202020204" pitchFamily="34" charset="0"/>
              </a:rPr>
              <a:t> is </a:t>
            </a:r>
            <a:r>
              <a:rPr lang="en-US" altLang="en-US" i="1">
                <a:latin typeface="Arial Narrow" panose="020B0604020202020204" pitchFamily="34" charset="0"/>
              </a:rPr>
              <a:t>x</a:t>
            </a:r>
            <a:r>
              <a:rPr lang="en-US" altLang="en-US">
                <a:latin typeface="Arial Narrow" panose="020B0604020202020204" pitchFamily="34" charset="0"/>
              </a:rPr>
              <a:t>’s parent; </a:t>
            </a:r>
            <a:r>
              <a:rPr lang="en-US" altLang="en-US" i="1">
                <a:latin typeface="Arial Narrow" panose="020B0604020202020204" pitchFamily="34" charset="0"/>
              </a:rPr>
              <a:t>g</a:t>
            </a:r>
            <a:r>
              <a:rPr lang="en-US" altLang="en-US">
                <a:latin typeface="Arial Narrow" panose="020B0604020202020204" pitchFamily="34" charset="0"/>
              </a:rPr>
              <a:t> is </a:t>
            </a:r>
            <a:r>
              <a:rPr lang="en-US" altLang="en-US" i="1">
                <a:latin typeface="Arial Narrow" panose="020B0604020202020204" pitchFamily="34" charset="0"/>
              </a:rPr>
              <a:t>p</a:t>
            </a:r>
            <a:r>
              <a:rPr lang="en-US" altLang="en-US">
                <a:latin typeface="Arial Narrow" panose="020B0604020202020204" pitchFamily="34" charset="0"/>
              </a:rPr>
              <a:t>’s parent</a:t>
            </a:r>
            <a:endParaRPr lang="en-US" altLang="en-US" i="1">
              <a:latin typeface="Arial Narrow" panose="020B0604020202020204" pitchFamily="34" charset="0"/>
            </a:endParaRPr>
          </a:p>
        </p:txBody>
      </p:sp>
      <p:sp>
        <p:nvSpPr>
          <p:cNvPr id="19489" name="Text Box 39">
            <a:extLst>
              <a:ext uri="{FF2B5EF4-FFF2-40B4-BE49-F238E27FC236}">
                <a16:creationId xmlns:a16="http://schemas.microsoft.com/office/drawing/2014/main" id="{A4F0F372-3333-A21F-408A-F3EF85783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775" y="2500313"/>
            <a:ext cx="3714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9490" name="Text Box 40">
            <a:extLst>
              <a:ext uri="{FF2B5EF4-FFF2-40B4-BE49-F238E27FC236}">
                <a16:creationId xmlns:a16="http://schemas.microsoft.com/office/drawing/2014/main" id="{16A65B8A-85A7-4355-FB9A-531D2DEF9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810000"/>
            <a:ext cx="436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1" name="Text Box 41">
            <a:extLst>
              <a:ext uri="{FF2B5EF4-FFF2-40B4-BE49-F238E27FC236}">
                <a16:creationId xmlns:a16="http://schemas.microsoft.com/office/drawing/2014/main" id="{3F997018-A649-6B64-BCE8-266AED860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562600"/>
            <a:ext cx="436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2" name="Text Box 42">
            <a:extLst>
              <a:ext uri="{FF2B5EF4-FFF2-40B4-BE49-F238E27FC236}">
                <a16:creationId xmlns:a16="http://schemas.microsoft.com/office/drawing/2014/main" id="{27601E99-A122-590C-1FE0-BE673D768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688" y="2219325"/>
            <a:ext cx="4365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3" name="Text Box 43">
            <a:extLst>
              <a:ext uri="{FF2B5EF4-FFF2-40B4-BE49-F238E27FC236}">
                <a16:creationId xmlns:a16="http://schemas.microsoft.com/office/drawing/2014/main" id="{420B00BA-637C-D06D-C043-E9C686E9A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3459163"/>
            <a:ext cx="436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4" name="Text Box 44">
            <a:extLst>
              <a:ext uri="{FF2B5EF4-FFF2-40B4-BE49-F238E27FC236}">
                <a16:creationId xmlns:a16="http://schemas.microsoft.com/office/drawing/2014/main" id="{DAD21C86-6D97-1378-FB7C-62F35CE00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4697413"/>
            <a:ext cx="436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5" name="Text Box 45">
            <a:extLst>
              <a:ext uri="{FF2B5EF4-FFF2-40B4-BE49-F238E27FC236}">
                <a16:creationId xmlns:a16="http://schemas.microsoft.com/office/drawing/2014/main" id="{DC71B025-E70A-70D3-43C0-E0C1E5370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5964238"/>
            <a:ext cx="436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6" name="Text Box 46">
            <a:extLst>
              <a:ext uri="{FF2B5EF4-FFF2-40B4-BE49-F238E27FC236}">
                <a16:creationId xmlns:a16="http://schemas.microsoft.com/office/drawing/2014/main" id="{37B52B60-625E-BC49-496C-9C93676CB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950" y="4648200"/>
            <a:ext cx="3714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9497" name="Text Box 47">
            <a:extLst>
              <a:ext uri="{FF2B5EF4-FFF2-40B4-BE49-F238E27FC236}">
                <a16:creationId xmlns:a16="http://schemas.microsoft.com/office/drawing/2014/main" id="{376D8C01-9549-5063-5D2C-02E851F96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3116263"/>
            <a:ext cx="3714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9498" name="Text Box 48">
            <a:extLst>
              <a:ext uri="{FF2B5EF4-FFF2-40B4-BE49-F238E27FC236}">
                <a16:creationId xmlns:a16="http://schemas.microsoft.com/office/drawing/2014/main" id="{69CC0C21-4FB3-88E7-BD98-CDFE2A77B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1790700"/>
            <a:ext cx="436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9" name="Text Box 49">
            <a:extLst>
              <a:ext uri="{FF2B5EF4-FFF2-40B4-BE49-F238E27FC236}">
                <a16:creationId xmlns:a16="http://schemas.microsoft.com/office/drawing/2014/main" id="{D5BE7F13-5211-7610-D380-9DF499C8F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209800"/>
            <a:ext cx="104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zig-zig</a:t>
            </a:r>
          </a:p>
        </p:txBody>
      </p:sp>
      <p:sp>
        <p:nvSpPr>
          <p:cNvPr id="19500" name="Text Box 50">
            <a:extLst>
              <a:ext uri="{FF2B5EF4-FFF2-40B4-BE49-F238E27FC236}">
                <a16:creationId xmlns:a16="http://schemas.microsoft.com/office/drawing/2014/main" id="{BA88B641-DEBF-6AB6-D66C-9D251E380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943600"/>
            <a:ext cx="113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zig-zag</a:t>
            </a:r>
          </a:p>
        </p:txBody>
      </p:sp>
      <p:sp>
        <p:nvSpPr>
          <p:cNvPr id="19501" name="Text Box 51">
            <a:extLst>
              <a:ext uri="{FF2B5EF4-FFF2-40B4-BE49-F238E27FC236}">
                <a16:creationId xmlns:a16="http://schemas.microsoft.com/office/drawing/2014/main" id="{003E9D18-9017-2A6C-013B-CA3C4F02E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648200"/>
            <a:ext cx="113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zig-zag</a:t>
            </a:r>
          </a:p>
        </p:txBody>
      </p:sp>
      <p:sp>
        <p:nvSpPr>
          <p:cNvPr id="19502" name="Text Box 52">
            <a:extLst>
              <a:ext uri="{FF2B5EF4-FFF2-40B4-BE49-F238E27FC236}">
                <a16:creationId xmlns:a16="http://schemas.microsoft.com/office/drawing/2014/main" id="{9DD6EDD1-2CA5-1FB7-0ABC-CF4799221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429000"/>
            <a:ext cx="104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zig-zig</a:t>
            </a:r>
          </a:p>
        </p:txBody>
      </p:sp>
      <p:sp>
        <p:nvSpPr>
          <p:cNvPr id="19503" name="Text Box 53">
            <a:extLst>
              <a:ext uri="{FF2B5EF4-FFF2-40B4-BE49-F238E27FC236}">
                <a16:creationId xmlns:a16="http://schemas.microsoft.com/office/drawing/2014/main" id="{DA036561-1465-5510-E21C-4B687A956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9436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</a:t>
            </a:r>
          </a:p>
        </p:txBody>
      </p:sp>
      <p:sp>
        <p:nvSpPr>
          <p:cNvPr id="19504" name="Text Box 54">
            <a:extLst>
              <a:ext uri="{FF2B5EF4-FFF2-40B4-BE49-F238E27FC236}">
                <a16:creationId xmlns:a16="http://schemas.microsoft.com/office/drawing/2014/main" id="{456783DA-83EE-66B5-7661-9113F5EE6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9436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1285349-0AD5-194D-3A48-20C4582BB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47244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Splaying Example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A03D9C0-2313-B2EE-D75E-007EC226A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838200"/>
            <a:ext cx="4191000" cy="180975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i="1"/>
              <a:t>x</a:t>
            </a:r>
            <a:r>
              <a:rPr lang="en-US" altLang="en-US" sz="2000"/>
              <a:t> = (8,N)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i="1"/>
              <a:t>x</a:t>
            </a:r>
            <a:r>
              <a:rPr lang="en-US" altLang="en-US" sz="1800"/>
              <a:t> is the right child of its parent, which is the left child of the grandparent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left-rotate around </a:t>
            </a:r>
            <a:r>
              <a:rPr lang="en-US" altLang="en-US" sz="1800" i="1"/>
              <a:t>p</a:t>
            </a:r>
            <a:r>
              <a:rPr lang="en-US" altLang="en-US" sz="1800"/>
              <a:t>, then right-rotate around </a:t>
            </a:r>
            <a:r>
              <a:rPr lang="en-US" altLang="en-US" sz="1800" i="1"/>
              <a:t>g</a:t>
            </a:r>
          </a:p>
        </p:txBody>
      </p:sp>
      <p:grpSp>
        <p:nvGrpSpPr>
          <p:cNvPr id="20484" name="Group 4">
            <a:extLst>
              <a:ext uri="{FF2B5EF4-FFF2-40B4-BE49-F238E27FC236}">
                <a16:creationId xmlns:a16="http://schemas.microsoft.com/office/drawing/2014/main" id="{2B8FAE78-1EF8-805B-F5C8-4F8D15127C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9900" y="134938"/>
            <a:ext cx="3346450" cy="3360737"/>
            <a:chOff x="2485" y="805"/>
            <a:chExt cx="3118" cy="3131"/>
          </a:xfrm>
        </p:grpSpPr>
        <p:sp>
          <p:nvSpPr>
            <p:cNvPr id="20671" name="Oval 5">
              <a:extLst>
                <a:ext uri="{FF2B5EF4-FFF2-40B4-BE49-F238E27FC236}">
                  <a16:creationId xmlns:a16="http://schemas.microsoft.com/office/drawing/2014/main" id="{0384555F-7C16-9845-A1D4-9634317D19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805"/>
              <a:ext cx="561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0672" name="Oval 6">
              <a:extLst>
                <a:ext uri="{FF2B5EF4-FFF2-40B4-BE49-F238E27FC236}">
                  <a16:creationId xmlns:a16="http://schemas.microsoft.com/office/drawing/2014/main" id="{C42DA734-65C3-4737-B91D-A9B26D9071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7" y="1765"/>
              <a:ext cx="55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0673" name="Oval 7">
              <a:extLst>
                <a:ext uri="{FF2B5EF4-FFF2-40B4-BE49-F238E27FC236}">
                  <a16:creationId xmlns:a16="http://schemas.microsoft.com/office/drawing/2014/main" id="{91170BC6-B659-5A26-DCF4-7095685956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77" y="1765"/>
              <a:ext cx="578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0674" name="Oval 8">
              <a:extLst>
                <a:ext uri="{FF2B5EF4-FFF2-40B4-BE49-F238E27FC236}">
                  <a16:creationId xmlns:a16="http://schemas.microsoft.com/office/drawing/2014/main" id="{9D393110-E204-9173-2D3B-640C17F6CC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99" y="1669"/>
              <a:ext cx="528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0675" name="Oval 9">
              <a:extLst>
                <a:ext uri="{FF2B5EF4-FFF2-40B4-BE49-F238E27FC236}">
                  <a16:creationId xmlns:a16="http://schemas.microsoft.com/office/drawing/2014/main" id="{2E9D2783-EC96-D785-7B08-3CCA3B961F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9" y="1752"/>
              <a:ext cx="485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0676" name="Oval 10">
              <a:extLst>
                <a:ext uri="{FF2B5EF4-FFF2-40B4-BE49-F238E27FC236}">
                  <a16:creationId xmlns:a16="http://schemas.microsoft.com/office/drawing/2014/main" id="{746C9C52-C84D-30C9-6A91-87BA973788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1" y="1263"/>
              <a:ext cx="570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0677" name="Oval 11">
              <a:extLst>
                <a:ext uri="{FF2B5EF4-FFF2-40B4-BE49-F238E27FC236}">
                  <a16:creationId xmlns:a16="http://schemas.microsoft.com/office/drawing/2014/main" id="{226FF347-CB63-A213-3C5F-EF0DB1ABB6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50" y="1263"/>
              <a:ext cx="578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0678" name="AutoShape 12">
              <a:extLst>
                <a:ext uri="{FF2B5EF4-FFF2-40B4-BE49-F238E27FC236}">
                  <a16:creationId xmlns:a16="http://schemas.microsoft.com/office/drawing/2014/main" id="{4AD8C75F-E1AD-9D70-34A2-76F62F0900F8}"/>
                </a:ext>
              </a:extLst>
            </p:cNvPr>
            <p:cNvCxnSpPr>
              <a:cxnSpLocks noChangeAspect="1" noChangeShapeType="1"/>
              <a:stCxn id="20671" idx="4"/>
              <a:endCxn id="20677" idx="0"/>
            </p:cNvCxnSpPr>
            <p:nvPr/>
          </p:nvCxnSpPr>
          <p:spPr bwMode="auto">
            <a:xfrm flipH="1">
              <a:off x="3540" y="1070"/>
              <a:ext cx="557" cy="20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79" name="AutoShape 13">
              <a:extLst>
                <a:ext uri="{FF2B5EF4-FFF2-40B4-BE49-F238E27FC236}">
                  <a16:creationId xmlns:a16="http://schemas.microsoft.com/office/drawing/2014/main" id="{D28B747C-84CA-07BB-D987-2C94B1AC3DD5}"/>
                </a:ext>
              </a:extLst>
            </p:cNvPr>
            <p:cNvCxnSpPr>
              <a:cxnSpLocks noChangeAspect="1" noChangeShapeType="1"/>
              <a:stCxn id="20671" idx="4"/>
              <a:endCxn id="20676" idx="0"/>
            </p:cNvCxnSpPr>
            <p:nvPr/>
          </p:nvCxnSpPr>
          <p:spPr bwMode="auto">
            <a:xfrm>
              <a:off x="4097" y="1070"/>
              <a:ext cx="648" cy="20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0" name="AutoShape 14">
              <a:extLst>
                <a:ext uri="{FF2B5EF4-FFF2-40B4-BE49-F238E27FC236}">
                  <a16:creationId xmlns:a16="http://schemas.microsoft.com/office/drawing/2014/main" id="{DD664882-CB3F-A50E-B12A-231327A8A6FD}"/>
                </a:ext>
              </a:extLst>
            </p:cNvPr>
            <p:cNvCxnSpPr>
              <a:cxnSpLocks noChangeAspect="1" noChangeShapeType="1"/>
              <a:stCxn id="20677" idx="4"/>
              <a:endCxn id="20675" idx="0"/>
            </p:cNvCxnSpPr>
            <p:nvPr/>
          </p:nvCxnSpPr>
          <p:spPr bwMode="auto">
            <a:xfrm flipH="1">
              <a:off x="3252" y="1530"/>
              <a:ext cx="288" cy="23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1" name="AutoShape 15">
              <a:extLst>
                <a:ext uri="{FF2B5EF4-FFF2-40B4-BE49-F238E27FC236}">
                  <a16:creationId xmlns:a16="http://schemas.microsoft.com/office/drawing/2014/main" id="{63548E6F-11AE-C8E8-95AE-37044C17EE8C}"/>
                </a:ext>
              </a:extLst>
            </p:cNvPr>
            <p:cNvCxnSpPr>
              <a:cxnSpLocks noChangeAspect="1" noChangeShapeType="1"/>
              <a:stCxn id="20677" idx="4"/>
              <a:endCxn id="20674" idx="0"/>
            </p:cNvCxnSpPr>
            <p:nvPr/>
          </p:nvCxnSpPr>
          <p:spPr bwMode="auto">
            <a:xfrm>
              <a:off x="3540" y="1530"/>
              <a:ext cx="325" cy="1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2" name="AutoShape 16">
              <a:extLst>
                <a:ext uri="{FF2B5EF4-FFF2-40B4-BE49-F238E27FC236}">
                  <a16:creationId xmlns:a16="http://schemas.microsoft.com/office/drawing/2014/main" id="{20526A76-275D-F594-F9D4-A99379707BCF}"/>
                </a:ext>
              </a:extLst>
            </p:cNvPr>
            <p:cNvCxnSpPr>
              <a:cxnSpLocks noChangeAspect="1" noChangeShapeType="1"/>
              <a:stCxn id="20676" idx="4"/>
              <a:endCxn id="20673" idx="0"/>
            </p:cNvCxnSpPr>
            <p:nvPr/>
          </p:nvCxnSpPr>
          <p:spPr bwMode="auto">
            <a:xfrm flipH="1">
              <a:off x="4467" y="1530"/>
              <a:ext cx="278" cy="2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3" name="AutoShape 17">
              <a:extLst>
                <a:ext uri="{FF2B5EF4-FFF2-40B4-BE49-F238E27FC236}">
                  <a16:creationId xmlns:a16="http://schemas.microsoft.com/office/drawing/2014/main" id="{FAF9C397-F294-7A85-8D17-7D60F3AD1639}"/>
                </a:ext>
              </a:extLst>
            </p:cNvPr>
            <p:cNvCxnSpPr>
              <a:cxnSpLocks noChangeAspect="1" noChangeShapeType="1"/>
              <a:stCxn id="20676" idx="4"/>
              <a:endCxn id="20672" idx="0"/>
            </p:cNvCxnSpPr>
            <p:nvPr/>
          </p:nvCxnSpPr>
          <p:spPr bwMode="auto">
            <a:xfrm>
              <a:off x="4745" y="1530"/>
              <a:ext cx="331" cy="2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684" name="Oval 18">
              <a:extLst>
                <a:ext uri="{FF2B5EF4-FFF2-40B4-BE49-F238E27FC236}">
                  <a16:creationId xmlns:a16="http://schemas.microsoft.com/office/drawing/2014/main" id="{FA391F4C-259E-8361-99A3-3832BF269C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85" y="2629"/>
              <a:ext cx="494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0685" name="Oval 19">
              <a:extLst>
                <a:ext uri="{FF2B5EF4-FFF2-40B4-BE49-F238E27FC236}">
                  <a16:creationId xmlns:a16="http://schemas.microsoft.com/office/drawing/2014/main" id="{4AF3A913-FA3C-5ADA-6DAA-F61C602693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48" y="2126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0686" name="AutoShape 20">
              <a:extLst>
                <a:ext uri="{FF2B5EF4-FFF2-40B4-BE49-F238E27FC236}">
                  <a16:creationId xmlns:a16="http://schemas.microsoft.com/office/drawing/2014/main" id="{EE862677-D07F-2B59-A448-8C034FEDA1DD}"/>
                </a:ext>
              </a:extLst>
            </p:cNvPr>
            <p:cNvCxnSpPr>
              <a:cxnSpLocks noChangeAspect="1" noChangeShapeType="1"/>
              <a:stCxn id="20685" idx="4"/>
              <a:endCxn id="20684" idx="0"/>
            </p:cNvCxnSpPr>
            <p:nvPr/>
          </p:nvCxnSpPr>
          <p:spPr bwMode="auto">
            <a:xfrm flipH="1">
              <a:off x="2733" y="2391"/>
              <a:ext cx="269" cy="2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7" name="AutoShape 21">
              <a:extLst>
                <a:ext uri="{FF2B5EF4-FFF2-40B4-BE49-F238E27FC236}">
                  <a16:creationId xmlns:a16="http://schemas.microsoft.com/office/drawing/2014/main" id="{EE8B0E52-CA66-6D64-1ACF-F7B893A6F9D5}"/>
                </a:ext>
              </a:extLst>
            </p:cNvPr>
            <p:cNvCxnSpPr>
              <a:cxnSpLocks noChangeAspect="1" noChangeShapeType="1"/>
              <a:stCxn id="20685" idx="4"/>
              <a:endCxn id="20691" idx="0"/>
            </p:cNvCxnSpPr>
            <p:nvPr/>
          </p:nvCxnSpPr>
          <p:spPr bwMode="auto">
            <a:xfrm>
              <a:off x="3001" y="2391"/>
              <a:ext cx="270" cy="2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8" name="AutoShape 22">
              <a:extLst>
                <a:ext uri="{FF2B5EF4-FFF2-40B4-BE49-F238E27FC236}">
                  <a16:creationId xmlns:a16="http://schemas.microsoft.com/office/drawing/2014/main" id="{7267A749-1CB9-5430-9A18-1AEBC4FE9C3A}"/>
                </a:ext>
              </a:extLst>
            </p:cNvPr>
            <p:cNvCxnSpPr>
              <a:cxnSpLocks noChangeAspect="1" noChangeShapeType="1"/>
              <a:stCxn id="20675" idx="4"/>
              <a:endCxn id="20685" idx="0"/>
            </p:cNvCxnSpPr>
            <p:nvPr/>
          </p:nvCxnSpPr>
          <p:spPr bwMode="auto">
            <a:xfrm flipH="1">
              <a:off x="3002" y="2016"/>
              <a:ext cx="250" cy="12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689" name="Oval 23">
              <a:extLst>
                <a:ext uri="{FF2B5EF4-FFF2-40B4-BE49-F238E27FC236}">
                  <a16:creationId xmlns:a16="http://schemas.microsoft.com/office/drawing/2014/main" id="{582E46FE-FA0A-572E-571F-095B3325FD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3157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0690" name="Oval 24">
              <a:extLst>
                <a:ext uri="{FF2B5EF4-FFF2-40B4-BE49-F238E27FC236}">
                  <a16:creationId xmlns:a16="http://schemas.microsoft.com/office/drawing/2014/main" id="{1E46A8AF-17A0-B154-03C8-A7DB7072A8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7" y="3152"/>
              <a:ext cx="494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0691" name="Oval 25">
              <a:extLst>
                <a:ext uri="{FF2B5EF4-FFF2-40B4-BE49-F238E27FC236}">
                  <a16:creationId xmlns:a16="http://schemas.microsoft.com/office/drawing/2014/main" id="{052464BD-D3C7-6FA4-E321-B85EE9F5F4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0" y="2643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0692" name="AutoShape 26">
              <a:extLst>
                <a:ext uri="{FF2B5EF4-FFF2-40B4-BE49-F238E27FC236}">
                  <a16:creationId xmlns:a16="http://schemas.microsoft.com/office/drawing/2014/main" id="{90C784AF-A3BB-2656-25FD-CD9AF7BD9E92}"/>
                </a:ext>
              </a:extLst>
            </p:cNvPr>
            <p:cNvCxnSpPr>
              <a:cxnSpLocks noChangeAspect="1" noChangeShapeType="1"/>
              <a:stCxn id="20691" idx="4"/>
              <a:endCxn id="20690" idx="0"/>
            </p:cNvCxnSpPr>
            <p:nvPr/>
          </p:nvCxnSpPr>
          <p:spPr bwMode="auto">
            <a:xfrm flipH="1">
              <a:off x="2935" y="2908"/>
              <a:ext cx="336" cy="2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93" name="AutoShape 27">
              <a:extLst>
                <a:ext uri="{FF2B5EF4-FFF2-40B4-BE49-F238E27FC236}">
                  <a16:creationId xmlns:a16="http://schemas.microsoft.com/office/drawing/2014/main" id="{E56B981F-2E8E-50B4-3C0C-B1C015263910}"/>
                </a:ext>
              </a:extLst>
            </p:cNvPr>
            <p:cNvCxnSpPr>
              <a:cxnSpLocks noChangeAspect="1" noChangeShapeType="1"/>
              <a:stCxn id="20691" idx="4"/>
              <a:endCxn id="20689" idx="0"/>
            </p:cNvCxnSpPr>
            <p:nvPr/>
          </p:nvCxnSpPr>
          <p:spPr bwMode="auto">
            <a:xfrm>
              <a:off x="3272" y="2908"/>
              <a:ext cx="375" cy="2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694" name="Oval 28">
              <a:extLst>
                <a:ext uri="{FF2B5EF4-FFF2-40B4-BE49-F238E27FC236}">
                  <a16:creationId xmlns:a16="http://schemas.microsoft.com/office/drawing/2014/main" id="{AD6771AD-8E3B-7B59-9D87-256F0FCAAC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7" y="3479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0695" name="Oval 29">
              <a:extLst>
                <a:ext uri="{FF2B5EF4-FFF2-40B4-BE49-F238E27FC236}">
                  <a16:creationId xmlns:a16="http://schemas.microsoft.com/office/drawing/2014/main" id="{0A263677-41B6-7C5F-6602-9B29E768FA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7" y="3492"/>
              <a:ext cx="444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0696" name="AutoShape 30">
              <a:extLst>
                <a:ext uri="{FF2B5EF4-FFF2-40B4-BE49-F238E27FC236}">
                  <a16:creationId xmlns:a16="http://schemas.microsoft.com/office/drawing/2014/main" id="{529E7895-A2CB-7132-2FFA-E747587D7EE5}"/>
                </a:ext>
              </a:extLst>
            </p:cNvPr>
            <p:cNvCxnSpPr>
              <a:cxnSpLocks noChangeAspect="1" noChangeShapeType="1"/>
              <a:stCxn id="20689" idx="4"/>
              <a:endCxn id="20695" idx="0"/>
            </p:cNvCxnSpPr>
            <p:nvPr/>
          </p:nvCxnSpPr>
          <p:spPr bwMode="auto">
            <a:xfrm flipH="1">
              <a:off x="3400" y="3422"/>
              <a:ext cx="247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97" name="AutoShape 31">
              <a:extLst>
                <a:ext uri="{FF2B5EF4-FFF2-40B4-BE49-F238E27FC236}">
                  <a16:creationId xmlns:a16="http://schemas.microsoft.com/office/drawing/2014/main" id="{FD39D04B-63D0-B880-7308-9B9EDF0ACCC0}"/>
                </a:ext>
              </a:extLst>
            </p:cNvPr>
            <p:cNvCxnSpPr>
              <a:cxnSpLocks noChangeAspect="1" noChangeShapeType="1"/>
              <a:stCxn id="20689" idx="4"/>
              <a:endCxn id="20694" idx="0"/>
            </p:cNvCxnSpPr>
            <p:nvPr/>
          </p:nvCxnSpPr>
          <p:spPr bwMode="auto">
            <a:xfrm>
              <a:off x="3647" y="3422"/>
              <a:ext cx="282" cy="6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698" name="Oval 32">
              <a:extLst>
                <a:ext uri="{FF2B5EF4-FFF2-40B4-BE49-F238E27FC236}">
                  <a16:creationId xmlns:a16="http://schemas.microsoft.com/office/drawing/2014/main" id="{7849AC72-FBDB-747E-D43F-93A09BE5CF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0" y="2127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0699" name="Oval 33">
              <a:extLst>
                <a:ext uri="{FF2B5EF4-FFF2-40B4-BE49-F238E27FC236}">
                  <a16:creationId xmlns:a16="http://schemas.microsoft.com/office/drawing/2014/main" id="{6416B209-118F-59FB-0957-A2B2BA7FC8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57" y="2654"/>
              <a:ext cx="478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0700" name="AutoShape 34">
              <a:extLst>
                <a:ext uri="{FF2B5EF4-FFF2-40B4-BE49-F238E27FC236}">
                  <a16:creationId xmlns:a16="http://schemas.microsoft.com/office/drawing/2014/main" id="{DAE2C7F4-97CE-EAD7-6798-436A25759541}"/>
                </a:ext>
              </a:extLst>
            </p:cNvPr>
            <p:cNvCxnSpPr>
              <a:cxnSpLocks noChangeAspect="1" noChangeShapeType="1"/>
              <a:stCxn id="20698" idx="4"/>
              <a:endCxn id="20699" idx="0"/>
            </p:cNvCxnSpPr>
            <p:nvPr/>
          </p:nvCxnSpPr>
          <p:spPr bwMode="auto">
            <a:xfrm>
              <a:off x="3735" y="2392"/>
              <a:ext cx="64" cy="27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01" name="AutoShape 35">
              <a:extLst>
                <a:ext uri="{FF2B5EF4-FFF2-40B4-BE49-F238E27FC236}">
                  <a16:creationId xmlns:a16="http://schemas.microsoft.com/office/drawing/2014/main" id="{9939AA16-E17A-A049-1BAE-E0FDDAC3796F}"/>
                </a:ext>
              </a:extLst>
            </p:cNvPr>
            <p:cNvCxnSpPr>
              <a:cxnSpLocks noChangeAspect="1" noChangeShapeType="1"/>
              <a:stCxn id="20675" idx="4"/>
              <a:endCxn id="20698" idx="0"/>
            </p:cNvCxnSpPr>
            <p:nvPr/>
          </p:nvCxnSpPr>
          <p:spPr bwMode="auto">
            <a:xfrm>
              <a:off x="3252" y="2016"/>
              <a:ext cx="483" cy="12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02" name="Oval 36">
              <a:extLst>
                <a:ext uri="{FF2B5EF4-FFF2-40B4-BE49-F238E27FC236}">
                  <a16:creationId xmlns:a16="http://schemas.microsoft.com/office/drawing/2014/main" id="{2014314B-9E5F-CA94-C6EC-C5F9C88A0E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9" y="2133"/>
              <a:ext cx="561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0703" name="Oval 37">
              <a:extLst>
                <a:ext uri="{FF2B5EF4-FFF2-40B4-BE49-F238E27FC236}">
                  <a16:creationId xmlns:a16="http://schemas.microsoft.com/office/drawing/2014/main" id="{15992194-A417-3DD2-892F-F432BC9175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2637"/>
              <a:ext cx="578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0704" name="AutoShape 38">
              <a:extLst>
                <a:ext uri="{FF2B5EF4-FFF2-40B4-BE49-F238E27FC236}">
                  <a16:creationId xmlns:a16="http://schemas.microsoft.com/office/drawing/2014/main" id="{DFF65D4F-C39D-F9CB-B024-F1DD2A767301}"/>
                </a:ext>
              </a:extLst>
            </p:cNvPr>
            <p:cNvCxnSpPr>
              <a:cxnSpLocks noChangeAspect="1" noChangeShapeType="1"/>
              <a:stCxn id="20698" idx="4"/>
              <a:endCxn id="20703" idx="0"/>
            </p:cNvCxnSpPr>
            <p:nvPr/>
          </p:nvCxnSpPr>
          <p:spPr bwMode="auto">
            <a:xfrm>
              <a:off x="3735" y="2392"/>
              <a:ext cx="640" cy="2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05" name="AutoShape 39">
              <a:extLst>
                <a:ext uri="{FF2B5EF4-FFF2-40B4-BE49-F238E27FC236}">
                  <a16:creationId xmlns:a16="http://schemas.microsoft.com/office/drawing/2014/main" id="{9B063852-16A4-76C4-6084-C5960CD79D1F}"/>
                </a:ext>
              </a:extLst>
            </p:cNvPr>
            <p:cNvCxnSpPr>
              <a:cxnSpLocks noChangeAspect="1" noChangeShapeType="1"/>
              <a:stCxn id="20672" idx="4"/>
              <a:endCxn id="20702" idx="0"/>
            </p:cNvCxnSpPr>
            <p:nvPr/>
          </p:nvCxnSpPr>
          <p:spPr bwMode="auto">
            <a:xfrm flipH="1">
              <a:off x="4732" y="2030"/>
              <a:ext cx="344" cy="1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06" name="Oval 40">
              <a:extLst>
                <a:ext uri="{FF2B5EF4-FFF2-40B4-BE49-F238E27FC236}">
                  <a16:creationId xmlns:a16="http://schemas.microsoft.com/office/drawing/2014/main" id="{C702AFC4-867D-2B42-CF1A-E4E4ABD8AE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24" y="2146"/>
              <a:ext cx="579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0707" name="AutoShape 41">
              <a:extLst>
                <a:ext uri="{FF2B5EF4-FFF2-40B4-BE49-F238E27FC236}">
                  <a16:creationId xmlns:a16="http://schemas.microsoft.com/office/drawing/2014/main" id="{1F0F11A2-6FEF-53F1-2CE1-136D4F2BB0DF}"/>
                </a:ext>
              </a:extLst>
            </p:cNvPr>
            <p:cNvCxnSpPr>
              <a:cxnSpLocks noChangeAspect="1" noChangeShapeType="1"/>
              <a:stCxn id="20672" idx="4"/>
              <a:endCxn id="20706" idx="0"/>
            </p:cNvCxnSpPr>
            <p:nvPr/>
          </p:nvCxnSpPr>
          <p:spPr bwMode="auto">
            <a:xfrm>
              <a:off x="5076" y="2030"/>
              <a:ext cx="240" cy="1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08" name="Rectangle 42">
              <a:extLst>
                <a:ext uri="{FF2B5EF4-FFF2-40B4-BE49-F238E27FC236}">
                  <a16:creationId xmlns:a16="http://schemas.microsoft.com/office/drawing/2014/main" id="{EA0F2C5D-7D6F-5C4B-A188-DEFED07C10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2" y="3024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09" name="Rectangle 43">
              <a:extLst>
                <a:ext uri="{FF2B5EF4-FFF2-40B4-BE49-F238E27FC236}">
                  <a16:creationId xmlns:a16="http://schemas.microsoft.com/office/drawing/2014/main" id="{7897B069-2095-8B7B-6F05-0BAD8C643D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0" name="Rectangle 44">
              <a:extLst>
                <a:ext uri="{FF2B5EF4-FFF2-40B4-BE49-F238E27FC236}">
                  <a16:creationId xmlns:a16="http://schemas.microsoft.com/office/drawing/2014/main" id="{01B627D0-528E-212A-3269-E61C556543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1" name="Rectangle 45">
              <a:extLst>
                <a:ext uri="{FF2B5EF4-FFF2-40B4-BE49-F238E27FC236}">
                  <a16:creationId xmlns:a16="http://schemas.microsoft.com/office/drawing/2014/main" id="{F50ADFC0-BABE-0147-366A-92F5BECA6A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552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2" name="Rectangle 46">
              <a:extLst>
                <a:ext uri="{FF2B5EF4-FFF2-40B4-BE49-F238E27FC236}">
                  <a16:creationId xmlns:a16="http://schemas.microsoft.com/office/drawing/2014/main" id="{9A287295-33DA-CF5D-2343-E86CFEECE2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6" y="3552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3" name="Rectangle 47">
              <a:extLst>
                <a:ext uri="{FF2B5EF4-FFF2-40B4-BE49-F238E27FC236}">
                  <a16:creationId xmlns:a16="http://schemas.microsoft.com/office/drawing/2014/main" id="{9180A9B2-7AD1-D021-9BF1-37F2C26D48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201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4" name="Rectangle 48">
              <a:extLst>
                <a:ext uri="{FF2B5EF4-FFF2-40B4-BE49-F238E27FC236}">
                  <a16:creationId xmlns:a16="http://schemas.microsoft.com/office/drawing/2014/main" id="{D202E7F1-54AB-446B-462A-344C476FDB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201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5" name="Rectangle 49">
              <a:extLst>
                <a:ext uri="{FF2B5EF4-FFF2-40B4-BE49-F238E27FC236}">
                  <a16:creationId xmlns:a16="http://schemas.microsoft.com/office/drawing/2014/main" id="{18AB03BC-AB07-3DB1-E35A-A06DE72FD7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024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6" name="Rectangle 50">
              <a:extLst>
                <a:ext uri="{FF2B5EF4-FFF2-40B4-BE49-F238E27FC236}">
                  <a16:creationId xmlns:a16="http://schemas.microsoft.com/office/drawing/2014/main" id="{9D520B9E-A0D9-F2FF-2639-20A4202642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7" name="Rectangle 51">
              <a:extLst>
                <a:ext uri="{FF2B5EF4-FFF2-40B4-BE49-F238E27FC236}">
                  <a16:creationId xmlns:a16="http://schemas.microsoft.com/office/drawing/2014/main" id="{7A70467E-D44E-1929-C8C9-5B87E94FAB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56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8" name="Rectangle 52">
              <a:extLst>
                <a:ext uri="{FF2B5EF4-FFF2-40B4-BE49-F238E27FC236}">
                  <a16:creationId xmlns:a16="http://schemas.microsoft.com/office/drawing/2014/main" id="{319F86DA-CBBD-A334-666E-F8E824AE54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92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9" name="Rectangle 53">
              <a:extLst>
                <a:ext uri="{FF2B5EF4-FFF2-40B4-BE49-F238E27FC236}">
                  <a16:creationId xmlns:a16="http://schemas.microsoft.com/office/drawing/2014/main" id="{6F1DF8A5-AD3B-6BCD-DE3A-D249AE6C2E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0" name="Rectangle 54">
              <a:extLst>
                <a:ext uri="{FF2B5EF4-FFF2-40B4-BE49-F238E27FC236}">
                  <a16:creationId xmlns:a16="http://schemas.microsoft.com/office/drawing/2014/main" id="{0E86C92C-6ED5-1F9F-7ABE-1B1F54BB71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1" name="Rectangle 55">
              <a:extLst>
                <a:ext uri="{FF2B5EF4-FFF2-40B4-BE49-F238E27FC236}">
                  <a16:creationId xmlns:a16="http://schemas.microsoft.com/office/drawing/2014/main" id="{2B6EED1A-2A87-5CA2-41C1-25D00209CF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4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2" name="Rectangle 56">
              <a:extLst>
                <a:ext uri="{FF2B5EF4-FFF2-40B4-BE49-F238E27FC236}">
                  <a16:creationId xmlns:a16="http://schemas.microsoft.com/office/drawing/2014/main" id="{2E51E4BA-1A4A-35E1-1C41-8C248D922C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8" y="216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3" name="Rectangle 57">
              <a:extLst>
                <a:ext uri="{FF2B5EF4-FFF2-40B4-BE49-F238E27FC236}">
                  <a16:creationId xmlns:a16="http://schemas.microsoft.com/office/drawing/2014/main" id="{B9F45161-5F51-6BE6-6946-4340B54F04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0" y="216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4" name="Rectangle 58">
              <a:extLst>
                <a:ext uri="{FF2B5EF4-FFF2-40B4-BE49-F238E27FC236}">
                  <a16:creationId xmlns:a16="http://schemas.microsoft.com/office/drawing/2014/main" id="{8C5A9503-536C-0C9B-54A0-95CB015D85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08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5" name="Rectangle 59">
              <a:extLst>
                <a:ext uri="{FF2B5EF4-FFF2-40B4-BE49-F238E27FC236}">
                  <a16:creationId xmlns:a16="http://schemas.microsoft.com/office/drawing/2014/main" id="{7AE142AB-7F47-A69E-D5EE-F4171AE52F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6" name="Rectangle 60">
              <a:extLst>
                <a:ext uri="{FF2B5EF4-FFF2-40B4-BE49-F238E27FC236}">
                  <a16:creationId xmlns:a16="http://schemas.microsoft.com/office/drawing/2014/main" id="{B139747D-EAE9-88FB-D8C7-ACC2C0CBB7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84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7" name="Rectangle 61">
              <a:extLst>
                <a:ext uri="{FF2B5EF4-FFF2-40B4-BE49-F238E27FC236}">
                  <a16:creationId xmlns:a16="http://schemas.microsoft.com/office/drawing/2014/main" id="{92CC65C7-0DDA-CD15-84A6-08198093FA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6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0728" name="AutoShape 62">
              <a:extLst>
                <a:ext uri="{FF2B5EF4-FFF2-40B4-BE49-F238E27FC236}">
                  <a16:creationId xmlns:a16="http://schemas.microsoft.com/office/drawing/2014/main" id="{DCB67525-1301-5490-7079-6537C8542FF8}"/>
                </a:ext>
              </a:extLst>
            </p:cNvPr>
            <p:cNvCxnSpPr>
              <a:cxnSpLocks noChangeAspect="1" noChangeShapeType="1"/>
              <a:stCxn id="20684" idx="4"/>
              <a:endCxn id="20708" idx="0"/>
            </p:cNvCxnSpPr>
            <p:nvPr/>
          </p:nvCxnSpPr>
          <p:spPr bwMode="auto">
            <a:xfrm flipH="1">
              <a:off x="2640" y="2894"/>
              <a:ext cx="93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29" name="AutoShape 63">
              <a:extLst>
                <a:ext uri="{FF2B5EF4-FFF2-40B4-BE49-F238E27FC236}">
                  <a16:creationId xmlns:a16="http://schemas.microsoft.com/office/drawing/2014/main" id="{C36BA072-3132-89D9-F92F-F15A79EBE4B8}"/>
                </a:ext>
              </a:extLst>
            </p:cNvPr>
            <p:cNvCxnSpPr>
              <a:cxnSpLocks noChangeAspect="1" noChangeShapeType="1"/>
              <a:stCxn id="20684" idx="4"/>
              <a:endCxn id="20715" idx="0"/>
            </p:cNvCxnSpPr>
            <p:nvPr/>
          </p:nvCxnSpPr>
          <p:spPr bwMode="auto">
            <a:xfrm>
              <a:off x="2733" y="2894"/>
              <a:ext cx="99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0" name="AutoShape 64">
              <a:extLst>
                <a:ext uri="{FF2B5EF4-FFF2-40B4-BE49-F238E27FC236}">
                  <a16:creationId xmlns:a16="http://schemas.microsoft.com/office/drawing/2014/main" id="{C80189BF-3A89-513A-2104-5CDD63CCC0D8}"/>
                </a:ext>
              </a:extLst>
            </p:cNvPr>
            <p:cNvCxnSpPr>
              <a:cxnSpLocks noChangeAspect="1" noChangeShapeType="1"/>
              <a:stCxn id="20690" idx="4"/>
              <a:endCxn id="20711" idx="0"/>
            </p:cNvCxnSpPr>
            <p:nvPr/>
          </p:nvCxnSpPr>
          <p:spPr bwMode="auto">
            <a:xfrm flipH="1">
              <a:off x="2832" y="3418"/>
              <a:ext cx="104" cy="1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1" name="AutoShape 65">
              <a:extLst>
                <a:ext uri="{FF2B5EF4-FFF2-40B4-BE49-F238E27FC236}">
                  <a16:creationId xmlns:a16="http://schemas.microsoft.com/office/drawing/2014/main" id="{EC39B3D9-4B4F-7BDF-E8B4-3646A23D17C8}"/>
                </a:ext>
              </a:extLst>
            </p:cNvPr>
            <p:cNvCxnSpPr>
              <a:cxnSpLocks noChangeAspect="1" noChangeShapeType="1"/>
              <a:stCxn id="20690" idx="4"/>
              <a:endCxn id="20712" idx="0"/>
            </p:cNvCxnSpPr>
            <p:nvPr/>
          </p:nvCxnSpPr>
          <p:spPr bwMode="auto">
            <a:xfrm>
              <a:off x="2936" y="3418"/>
              <a:ext cx="88" cy="1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2" name="AutoShape 66">
              <a:extLst>
                <a:ext uri="{FF2B5EF4-FFF2-40B4-BE49-F238E27FC236}">
                  <a16:creationId xmlns:a16="http://schemas.microsoft.com/office/drawing/2014/main" id="{189BBF3E-7D32-5454-F660-ADDC6026F465}"/>
                </a:ext>
              </a:extLst>
            </p:cNvPr>
            <p:cNvCxnSpPr>
              <a:cxnSpLocks noChangeAspect="1" noChangeShapeType="1"/>
              <a:stCxn id="20714" idx="0"/>
              <a:endCxn id="20674" idx="4"/>
            </p:cNvCxnSpPr>
            <p:nvPr/>
          </p:nvCxnSpPr>
          <p:spPr bwMode="auto">
            <a:xfrm flipH="1" flipV="1">
              <a:off x="3865" y="1934"/>
              <a:ext cx="167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3" name="AutoShape 67">
              <a:extLst>
                <a:ext uri="{FF2B5EF4-FFF2-40B4-BE49-F238E27FC236}">
                  <a16:creationId xmlns:a16="http://schemas.microsoft.com/office/drawing/2014/main" id="{D42475E3-A74B-FCB9-3E6A-3C76B95BE9BB}"/>
                </a:ext>
              </a:extLst>
            </p:cNvPr>
            <p:cNvCxnSpPr>
              <a:cxnSpLocks noChangeAspect="1" noChangeShapeType="1"/>
              <a:stCxn id="20673" idx="4"/>
              <a:endCxn id="20722" idx="0"/>
            </p:cNvCxnSpPr>
            <p:nvPr/>
          </p:nvCxnSpPr>
          <p:spPr bwMode="auto">
            <a:xfrm flipH="1">
              <a:off x="4176" y="2030"/>
              <a:ext cx="291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4" name="AutoShape 68">
              <a:extLst>
                <a:ext uri="{FF2B5EF4-FFF2-40B4-BE49-F238E27FC236}">
                  <a16:creationId xmlns:a16="http://schemas.microsoft.com/office/drawing/2014/main" id="{A71AE6B8-B9D7-5B83-8F09-0863B76F0D00}"/>
                </a:ext>
              </a:extLst>
            </p:cNvPr>
            <p:cNvCxnSpPr>
              <a:cxnSpLocks noChangeAspect="1" noChangeShapeType="1"/>
              <a:stCxn id="20673" idx="4"/>
              <a:endCxn id="20723" idx="0"/>
            </p:cNvCxnSpPr>
            <p:nvPr/>
          </p:nvCxnSpPr>
          <p:spPr bwMode="auto">
            <a:xfrm flipH="1">
              <a:off x="4368" y="2030"/>
              <a:ext cx="99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5" name="AutoShape 69">
              <a:extLst>
                <a:ext uri="{FF2B5EF4-FFF2-40B4-BE49-F238E27FC236}">
                  <a16:creationId xmlns:a16="http://schemas.microsoft.com/office/drawing/2014/main" id="{8489B381-1D4D-25F7-324E-74DC5238BD6B}"/>
                </a:ext>
              </a:extLst>
            </p:cNvPr>
            <p:cNvCxnSpPr>
              <a:cxnSpLocks noChangeAspect="1" noChangeShapeType="1"/>
              <a:stCxn id="20702" idx="4"/>
              <a:endCxn id="20724" idx="0"/>
            </p:cNvCxnSpPr>
            <p:nvPr/>
          </p:nvCxnSpPr>
          <p:spPr bwMode="auto">
            <a:xfrm flipH="1">
              <a:off x="4656" y="2398"/>
              <a:ext cx="76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6" name="AutoShape 70">
              <a:extLst>
                <a:ext uri="{FF2B5EF4-FFF2-40B4-BE49-F238E27FC236}">
                  <a16:creationId xmlns:a16="http://schemas.microsoft.com/office/drawing/2014/main" id="{A89F3696-D8AC-2924-C693-54AB7E4A9851}"/>
                </a:ext>
              </a:extLst>
            </p:cNvPr>
            <p:cNvCxnSpPr>
              <a:cxnSpLocks noChangeAspect="1" noChangeShapeType="1"/>
              <a:stCxn id="20702" idx="4"/>
              <a:endCxn id="20725" idx="0"/>
            </p:cNvCxnSpPr>
            <p:nvPr/>
          </p:nvCxnSpPr>
          <p:spPr bwMode="auto">
            <a:xfrm>
              <a:off x="4732" y="2398"/>
              <a:ext cx="116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7" name="AutoShape 71">
              <a:extLst>
                <a:ext uri="{FF2B5EF4-FFF2-40B4-BE49-F238E27FC236}">
                  <a16:creationId xmlns:a16="http://schemas.microsoft.com/office/drawing/2014/main" id="{5B09CAC8-1E8B-416B-A97C-28CD0AC12D36}"/>
                </a:ext>
              </a:extLst>
            </p:cNvPr>
            <p:cNvCxnSpPr>
              <a:cxnSpLocks noChangeAspect="1" noChangeShapeType="1"/>
              <a:stCxn id="20706" idx="4"/>
              <a:endCxn id="20726" idx="0"/>
            </p:cNvCxnSpPr>
            <p:nvPr/>
          </p:nvCxnSpPr>
          <p:spPr bwMode="auto">
            <a:xfrm flipH="1">
              <a:off x="5232" y="2412"/>
              <a:ext cx="84" cy="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8" name="AutoShape 72">
              <a:extLst>
                <a:ext uri="{FF2B5EF4-FFF2-40B4-BE49-F238E27FC236}">
                  <a16:creationId xmlns:a16="http://schemas.microsoft.com/office/drawing/2014/main" id="{33478719-9713-2D2F-04ED-784482B53C79}"/>
                </a:ext>
              </a:extLst>
            </p:cNvPr>
            <p:cNvCxnSpPr>
              <a:cxnSpLocks noChangeAspect="1" noChangeShapeType="1"/>
              <a:stCxn id="20706" idx="4"/>
              <a:endCxn id="20727" idx="0"/>
            </p:cNvCxnSpPr>
            <p:nvPr/>
          </p:nvCxnSpPr>
          <p:spPr bwMode="auto">
            <a:xfrm>
              <a:off x="5316" y="2412"/>
              <a:ext cx="108" cy="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9" name="AutoShape 73">
              <a:extLst>
                <a:ext uri="{FF2B5EF4-FFF2-40B4-BE49-F238E27FC236}">
                  <a16:creationId xmlns:a16="http://schemas.microsoft.com/office/drawing/2014/main" id="{2F2744D4-9630-6690-9DA8-71DCF840884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296" y="2697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0" name="AutoShape 74">
              <a:extLst>
                <a:ext uri="{FF2B5EF4-FFF2-40B4-BE49-F238E27FC236}">
                  <a16:creationId xmlns:a16="http://schemas.microsoft.com/office/drawing/2014/main" id="{1C7C85F4-FDBA-D642-7CF5-29CD18760746}"/>
                </a:ext>
              </a:extLst>
            </p:cNvPr>
            <p:cNvCxnSpPr>
              <a:cxnSpLocks noChangeAspect="1" noChangeShapeType="1"/>
              <a:stCxn id="20703" idx="4"/>
              <a:endCxn id="20720" idx="0"/>
            </p:cNvCxnSpPr>
            <p:nvPr/>
          </p:nvCxnSpPr>
          <p:spPr bwMode="auto">
            <a:xfrm flipH="1">
              <a:off x="4272" y="2902"/>
              <a:ext cx="103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1" name="AutoShape 75">
              <a:extLst>
                <a:ext uri="{FF2B5EF4-FFF2-40B4-BE49-F238E27FC236}">
                  <a16:creationId xmlns:a16="http://schemas.microsoft.com/office/drawing/2014/main" id="{576E7997-3182-24AA-E562-1E916AC7E931}"/>
                </a:ext>
              </a:extLst>
            </p:cNvPr>
            <p:cNvCxnSpPr>
              <a:cxnSpLocks noChangeAspect="1" noChangeShapeType="1"/>
              <a:stCxn id="20699" idx="4"/>
              <a:endCxn id="20710" idx="0"/>
            </p:cNvCxnSpPr>
            <p:nvPr/>
          </p:nvCxnSpPr>
          <p:spPr bwMode="auto">
            <a:xfrm>
              <a:off x="3799" y="2916"/>
              <a:ext cx="137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2" name="AutoShape 76">
              <a:extLst>
                <a:ext uri="{FF2B5EF4-FFF2-40B4-BE49-F238E27FC236}">
                  <a16:creationId xmlns:a16="http://schemas.microsoft.com/office/drawing/2014/main" id="{F9F7CA54-0121-5DD0-2CFF-367461B3D1F7}"/>
                </a:ext>
              </a:extLst>
            </p:cNvPr>
            <p:cNvCxnSpPr>
              <a:cxnSpLocks noChangeAspect="1" noChangeShapeType="1"/>
              <a:stCxn id="20699" idx="4"/>
              <a:endCxn id="20709" idx="0"/>
            </p:cNvCxnSpPr>
            <p:nvPr/>
          </p:nvCxnSpPr>
          <p:spPr bwMode="auto">
            <a:xfrm flipH="1">
              <a:off x="3696" y="2916"/>
              <a:ext cx="103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3" name="AutoShape 77">
              <a:extLst>
                <a:ext uri="{FF2B5EF4-FFF2-40B4-BE49-F238E27FC236}">
                  <a16:creationId xmlns:a16="http://schemas.microsoft.com/office/drawing/2014/main" id="{93EDC708-4BF7-B6D9-75A6-8279712A90A6}"/>
                </a:ext>
              </a:extLst>
            </p:cNvPr>
            <p:cNvCxnSpPr>
              <a:cxnSpLocks noChangeAspect="1" noChangeShapeType="1"/>
              <a:stCxn id="20695" idx="4"/>
              <a:endCxn id="20716" idx="0"/>
            </p:cNvCxnSpPr>
            <p:nvPr/>
          </p:nvCxnSpPr>
          <p:spPr bwMode="auto">
            <a:xfrm flipH="1">
              <a:off x="3312" y="3758"/>
              <a:ext cx="88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4" name="AutoShape 78">
              <a:extLst>
                <a:ext uri="{FF2B5EF4-FFF2-40B4-BE49-F238E27FC236}">
                  <a16:creationId xmlns:a16="http://schemas.microsoft.com/office/drawing/2014/main" id="{32F31778-27BB-43FB-24EA-34E2363CA415}"/>
                </a:ext>
              </a:extLst>
            </p:cNvPr>
            <p:cNvCxnSpPr>
              <a:cxnSpLocks noChangeAspect="1" noChangeShapeType="1"/>
              <a:stCxn id="20695" idx="4"/>
              <a:endCxn id="20717" idx="0"/>
            </p:cNvCxnSpPr>
            <p:nvPr/>
          </p:nvCxnSpPr>
          <p:spPr bwMode="auto">
            <a:xfrm>
              <a:off x="3400" y="3758"/>
              <a:ext cx="104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5" name="AutoShape 79">
              <a:extLst>
                <a:ext uri="{FF2B5EF4-FFF2-40B4-BE49-F238E27FC236}">
                  <a16:creationId xmlns:a16="http://schemas.microsoft.com/office/drawing/2014/main" id="{114E2564-87D5-371D-48DA-31FE71222DCD}"/>
                </a:ext>
              </a:extLst>
            </p:cNvPr>
            <p:cNvCxnSpPr>
              <a:cxnSpLocks noChangeAspect="1" noChangeShapeType="1"/>
              <a:stCxn id="20694" idx="4"/>
              <a:endCxn id="20718" idx="0"/>
            </p:cNvCxnSpPr>
            <p:nvPr/>
          </p:nvCxnSpPr>
          <p:spPr bwMode="auto">
            <a:xfrm flipH="1">
              <a:off x="3840" y="3744"/>
              <a:ext cx="89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6" name="AutoShape 80">
              <a:extLst>
                <a:ext uri="{FF2B5EF4-FFF2-40B4-BE49-F238E27FC236}">
                  <a16:creationId xmlns:a16="http://schemas.microsoft.com/office/drawing/2014/main" id="{4E2C8470-7893-9711-1292-9243DC2DA829}"/>
                </a:ext>
              </a:extLst>
            </p:cNvPr>
            <p:cNvCxnSpPr>
              <a:cxnSpLocks noChangeAspect="1" noChangeShapeType="1"/>
              <a:stCxn id="20694" idx="4"/>
              <a:endCxn id="20719" idx="0"/>
            </p:cNvCxnSpPr>
            <p:nvPr/>
          </p:nvCxnSpPr>
          <p:spPr bwMode="auto">
            <a:xfrm>
              <a:off x="3929" y="3744"/>
              <a:ext cx="103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7" name="AutoShape 81">
              <a:extLst>
                <a:ext uri="{FF2B5EF4-FFF2-40B4-BE49-F238E27FC236}">
                  <a16:creationId xmlns:a16="http://schemas.microsoft.com/office/drawing/2014/main" id="{7951C96B-DE9E-81D7-C07C-8B42447BE668}"/>
                </a:ext>
              </a:extLst>
            </p:cNvPr>
            <p:cNvCxnSpPr>
              <a:cxnSpLocks noChangeAspect="1" noChangeShapeType="1"/>
              <a:stCxn id="20674" idx="4"/>
              <a:endCxn id="20713" idx="0"/>
            </p:cNvCxnSpPr>
            <p:nvPr/>
          </p:nvCxnSpPr>
          <p:spPr bwMode="auto">
            <a:xfrm>
              <a:off x="3865" y="1934"/>
              <a:ext cx="23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8" name="AutoShape 82">
              <a:extLst>
                <a:ext uri="{FF2B5EF4-FFF2-40B4-BE49-F238E27FC236}">
                  <a16:creationId xmlns:a16="http://schemas.microsoft.com/office/drawing/2014/main" id="{F9B7F3C7-5769-8E1A-8547-D89DF13D8448}"/>
                </a:ext>
              </a:extLst>
            </p:cNvPr>
            <p:cNvCxnSpPr>
              <a:cxnSpLocks noChangeAspect="1" noChangeShapeType="1"/>
              <a:stCxn id="20703" idx="4"/>
              <a:endCxn id="20721" idx="0"/>
            </p:cNvCxnSpPr>
            <p:nvPr/>
          </p:nvCxnSpPr>
          <p:spPr bwMode="auto">
            <a:xfrm>
              <a:off x="4375" y="2902"/>
              <a:ext cx="137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85" name="Text Box 83">
            <a:extLst>
              <a:ext uri="{FF2B5EF4-FFF2-40B4-BE49-F238E27FC236}">
                <a16:creationId xmlns:a16="http://schemas.microsoft.com/office/drawing/2014/main" id="{1C786F29-0B1B-BE22-70B8-FF496E8DE2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48250" y="1809750"/>
            <a:ext cx="260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0486" name="Line 84">
            <a:extLst>
              <a:ext uri="{FF2B5EF4-FFF2-40B4-BE49-F238E27FC236}">
                <a16:creationId xmlns:a16="http://schemas.microsoft.com/office/drawing/2014/main" id="{01A22BC7-699A-20CF-9063-379755A423D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237163" y="1785938"/>
            <a:ext cx="206375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87" name="Text Box 85">
            <a:extLst>
              <a:ext uri="{FF2B5EF4-FFF2-40B4-BE49-F238E27FC236}">
                <a16:creationId xmlns:a16="http://schemas.microsoft.com/office/drawing/2014/main" id="{DED34E4A-0C2E-5245-9095-FDD04173478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10113" y="820738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0488" name="Text Box 86">
            <a:extLst>
              <a:ext uri="{FF2B5EF4-FFF2-40B4-BE49-F238E27FC236}">
                <a16:creationId xmlns:a16="http://schemas.microsoft.com/office/drawing/2014/main" id="{BC326249-45EB-176B-1804-EBE5CDDF651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44988" y="1182688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20489" name="Line 87">
            <a:extLst>
              <a:ext uri="{FF2B5EF4-FFF2-40B4-BE49-F238E27FC236}">
                <a16:creationId xmlns:a16="http://schemas.microsoft.com/office/drawing/2014/main" id="{B401619F-9023-3348-CE9B-85CE6082B2A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551363" y="1300163"/>
            <a:ext cx="274637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90" name="AutoShape 88">
            <a:extLst>
              <a:ext uri="{FF2B5EF4-FFF2-40B4-BE49-F238E27FC236}">
                <a16:creationId xmlns:a16="http://schemas.microsoft.com/office/drawing/2014/main" id="{D469F9EA-B4C1-7A34-69EB-E8479DAE241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5126038" y="1519238"/>
            <a:ext cx="204787" cy="206375"/>
          </a:xfrm>
          <a:custGeom>
            <a:avLst/>
            <a:gdLst>
              <a:gd name="T0" fmla="*/ 9202994 w 21600"/>
              <a:gd name="T1" fmla="*/ 0 h 21600"/>
              <a:gd name="T2" fmla="*/ 2300933 w 21600"/>
              <a:gd name="T3" fmla="*/ 9419671 h 21600"/>
              <a:gd name="T4" fmla="*/ 9202994 w 21600"/>
              <a:gd name="T5" fmla="*/ 4709840 h 21600"/>
              <a:gd name="T6" fmla="*/ 20708632 w 21600"/>
              <a:gd name="T7" fmla="*/ 9419671 h 21600"/>
              <a:gd name="T8" fmla="*/ 16106771 w 21600"/>
              <a:gd name="T9" fmla="*/ 14129416 h 21600"/>
              <a:gd name="T10" fmla="*/ 11504830 w 21600"/>
              <a:gd name="T11" fmla="*/ 9419671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9999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0491" name="Group 180">
            <a:extLst>
              <a:ext uri="{FF2B5EF4-FFF2-40B4-BE49-F238E27FC236}">
                <a16:creationId xmlns:a16="http://schemas.microsoft.com/office/drawing/2014/main" id="{E91FF031-E24F-03D1-0461-04A7C7DE0C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60900" y="3238500"/>
            <a:ext cx="4114800" cy="3346450"/>
            <a:chOff x="50" y="1058"/>
            <a:chExt cx="2879" cy="2342"/>
          </a:xfrm>
        </p:grpSpPr>
        <p:sp>
          <p:nvSpPr>
            <p:cNvPr id="20583" name="Oval 181">
              <a:extLst>
                <a:ext uri="{FF2B5EF4-FFF2-40B4-BE49-F238E27FC236}">
                  <a16:creationId xmlns:a16="http://schemas.microsoft.com/office/drawing/2014/main" id="{31E86067-9FFB-322A-C825-4108B057F7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16" y="1763"/>
              <a:ext cx="435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0584" name="AutoShape 182">
              <a:extLst>
                <a:ext uri="{FF2B5EF4-FFF2-40B4-BE49-F238E27FC236}">
                  <a16:creationId xmlns:a16="http://schemas.microsoft.com/office/drawing/2014/main" id="{CD8AFAFE-28EB-536D-0D8C-91D457BCA0CF}"/>
                </a:ext>
              </a:extLst>
            </p:cNvPr>
            <p:cNvCxnSpPr>
              <a:cxnSpLocks noChangeAspect="1" noChangeShapeType="1"/>
              <a:stCxn id="20587" idx="4"/>
              <a:endCxn id="20612" idx="0"/>
            </p:cNvCxnSpPr>
            <p:nvPr/>
          </p:nvCxnSpPr>
          <p:spPr bwMode="auto">
            <a:xfrm flipH="1">
              <a:off x="965" y="1261"/>
              <a:ext cx="647" cy="16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5" name="AutoShape 183">
              <a:extLst>
                <a:ext uri="{FF2B5EF4-FFF2-40B4-BE49-F238E27FC236}">
                  <a16:creationId xmlns:a16="http://schemas.microsoft.com/office/drawing/2014/main" id="{53CEA7B4-3E2C-D393-337D-9405546743D6}"/>
                </a:ext>
              </a:extLst>
            </p:cNvPr>
            <p:cNvCxnSpPr>
              <a:cxnSpLocks noChangeAspect="1" noChangeShapeType="1"/>
              <a:stCxn id="20612" idx="4"/>
              <a:endCxn id="20639" idx="0"/>
            </p:cNvCxnSpPr>
            <p:nvPr/>
          </p:nvCxnSpPr>
          <p:spPr bwMode="auto">
            <a:xfrm flipH="1">
              <a:off x="627" y="1627"/>
              <a:ext cx="338" cy="13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6" name="AutoShape 184">
              <a:extLst>
                <a:ext uri="{FF2B5EF4-FFF2-40B4-BE49-F238E27FC236}">
                  <a16:creationId xmlns:a16="http://schemas.microsoft.com/office/drawing/2014/main" id="{9C9C3DD5-2FF3-D0F3-64F4-C30664EB53C0}"/>
                </a:ext>
              </a:extLst>
            </p:cNvPr>
            <p:cNvCxnSpPr>
              <a:cxnSpLocks noChangeAspect="1" noChangeShapeType="1"/>
              <a:stCxn id="20583" idx="4"/>
              <a:endCxn id="20634" idx="0"/>
            </p:cNvCxnSpPr>
            <p:nvPr/>
          </p:nvCxnSpPr>
          <p:spPr bwMode="auto">
            <a:xfrm>
              <a:off x="1235" y="1966"/>
              <a:ext cx="285" cy="10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87" name="Oval 185">
              <a:extLst>
                <a:ext uri="{FF2B5EF4-FFF2-40B4-BE49-F238E27FC236}">
                  <a16:creationId xmlns:a16="http://schemas.microsoft.com/office/drawing/2014/main" id="{49E9E99D-F723-115B-3A21-1A33177165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01" y="1058"/>
              <a:ext cx="421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0588" name="Oval 186">
              <a:extLst>
                <a:ext uri="{FF2B5EF4-FFF2-40B4-BE49-F238E27FC236}">
                  <a16:creationId xmlns:a16="http://schemas.microsoft.com/office/drawing/2014/main" id="{535E62FA-B75A-DDBD-1C7B-AAE8E7D68A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6" y="1779"/>
              <a:ext cx="415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0589" name="Oval 187">
              <a:extLst>
                <a:ext uri="{FF2B5EF4-FFF2-40B4-BE49-F238E27FC236}">
                  <a16:creationId xmlns:a16="http://schemas.microsoft.com/office/drawing/2014/main" id="{E99C008B-D5AD-7299-1263-86C4DADC09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8" y="1779"/>
              <a:ext cx="435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0590" name="Oval 188">
              <a:extLst>
                <a:ext uri="{FF2B5EF4-FFF2-40B4-BE49-F238E27FC236}">
                  <a16:creationId xmlns:a16="http://schemas.microsoft.com/office/drawing/2014/main" id="{80473767-A00B-4D67-0EC0-51D0287FA4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2" y="1404"/>
              <a:ext cx="427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cxnSp>
          <p:nvCxnSpPr>
            <p:cNvPr id="20591" name="AutoShape 189">
              <a:extLst>
                <a:ext uri="{FF2B5EF4-FFF2-40B4-BE49-F238E27FC236}">
                  <a16:creationId xmlns:a16="http://schemas.microsoft.com/office/drawing/2014/main" id="{985CEAF4-DE53-152A-8A2F-8ABAB654395F}"/>
                </a:ext>
              </a:extLst>
            </p:cNvPr>
            <p:cNvCxnSpPr>
              <a:cxnSpLocks noChangeAspect="1" noChangeShapeType="1"/>
              <a:stCxn id="20587" idx="4"/>
              <a:endCxn id="20590" idx="0"/>
            </p:cNvCxnSpPr>
            <p:nvPr/>
          </p:nvCxnSpPr>
          <p:spPr bwMode="auto">
            <a:xfrm>
              <a:off x="1612" y="1261"/>
              <a:ext cx="673" cy="14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92" name="AutoShape 190">
              <a:extLst>
                <a:ext uri="{FF2B5EF4-FFF2-40B4-BE49-F238E27FC236}">
                  <a16:creationId xmlns:a16="http://schemas.microsoft.com/office/drawing/2014/main" id="{105EC806-62F9-CA49-C4F6-C304F6ADF997}"/>
                </a:ext>
              </a:extLst>
            </p:cNvPr>
            <p:cNvCxnSpPr>
              <a:cxnSpLocks noChangeAspect="1" noChangeShapeType="1"/>
              <a:stCxn id="20590" idx="4"/>
              <a:endCxn id="20589" idx="0"/>
            </p:cNvCxnSpPr>
            <p:nvPr/>
          </p:nvCxnSpPr>
          <p:spPr bwMode="auto">
            <a:xfrm flipH="1">
              <a:off x="2076" y="1603"/>
              <a:ext cx="209" cy="1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93" name="AutoShape 191">
              <a:extLst>
                <a:ext uri="{FF2B5EF4-FFF2-40B4-BE49-F238E27FC236}">
                  <a16:creationId xmlns:a16="http://schemas.microsoft.com/office/drawing/2014/main" id="{D9E97130-C0F4-18A0-A4C1-2D2E2C6CA00E}"/>
                </a:ext>
              </a:extLst>
            </p:cNvPr>
            <p:cNvCxnSpPr>
              <a:cxnSpLocks noChangeAspect="1" noChangeShapeType="1"/>
              <a:stCxn id="20590" idx="4"/>
              <a:endCxn id="20588" idx="0"/>
            </p:cNvCxnSpPr>
            <p:nvPr/>
          </p:nvCxnSpPr>
          <p:spPr bwMode="auto">
            <a:xfrm>
              <a:off x="2285" y="1603"/>
              <a:ext cx="249" cy="1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94" name="Oval 192">
              <a:extLst>
                <a:ext uri="{FF2B5EF4-FFF2-40B4-BE49-F238E27FC236}">
                  <a16:creationId xmlns:a16="http://schemas.microsoft.com/office/drawing/2014/main" id="{9AF267A3-D426-74DF-0DDF-E5CDCB4383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63" y="2056"/>
              <a:ext cx="421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cxnSp>
          <p:nvCxnSpPr>
            <p:cNvPr id="20595" name="AutoShape 193">
              <a:extLst>
                <a:ext uri="{FF2B5EF4-FFF2-40B4-BE49-F238E27FC236}">
                  <a16:creationId xmlns:a16="http://schemas.microsoft.com/office/drawing/2014/main" id="{6538B8C5-BD64-B064-61D3-E330DE9B4454}"/>
                </a:ext>
              </a:extLst>
            </p:cNvPr>
            <p:cNvCxnSpPr>
              <a:cxnSpLocks noChangeAspect="1" noChangeShapeType="1"/>
              <a:stCxn id="20588" idx="4"/>
              <a:endCxn id="20594" idx="0"/>
            </p:cNvCxnSpPr>
            <p:nvPr/>
          </p:nvCxnSpPr>
          <p:spPr bwMode="auto">
            <a:xfrm flipH="1">
              <a:off x="2275" y="1978"/>
              <a:ext cx="259" cy="8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96" name="Oval 194">
              <a:extLst>
                <a:ext uri="{FF2B5EF4-FFF2-40B4-BE49-F238E27FC236}">
                  <a16:creationId xmlns:a16="http://schemas.microsoft.com/office/drawing/2014/main" id="{6702BDB6-5467-2AA5-05F7-5F6D0385F3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5" y="2066"/>
              <a:ext cx="434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0597" name="AutoShape 195">
              <a:extLst>
                <a:ext uri="{FF2B5EF4-FFF2-40B4-BE49-F238E27FC236}">
                  <a16:creationId xmlns:a16="http://schemas.microsoft.com/office/drawing/2014/main" id="{1FA7259D-360F-4EFB-53BE-4F868852E044}"/>
                </a:ext>
              </a:extLst>
            </p:cNvPr>
            <p:cNvCxnSpPr>
              <a:cxnSpLocks noChangeAspect="1" noChangeShapeType="1"/>
              <a:stCxn id="20588" idx="4"/>
              <a:endCxn id="20596" idx="0"/>
            </p:cNvCxnSpPr>
            <p:nvPr/>
          </p:nvCxnSpPr>
          <p:spPr bwMode="auto">
            <a:xfrm>
              <a:off x="2534" y="1978"/>
              <a:ext cx="180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98" name="Rectangle 196">
              <a:extLst>
                <a:ext uri="{FF2B5EF4-FFF2-40B4-BE49-F238E27FC236}">
                  <a16:creationId xmlns:a16="http://schemas.microsoft.com/office/drawing/2014/main" id="{76C8F251-D453-EE96-1F33-4FFBD03326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1" y="2076"/>
              <a:ext cx="73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99" name="Rectangle 197">
              <a:extLst>
                <a:ext uri="{FF2B5EF4-FFF2-40B4-BE49-F238E27FC236}">
                  <a16:creationId xmlns:a16="http://schemas.microsoft.com/office/drawing/2014/main" id="{270B8E7C-F9DB-4A7F-7A55-F56C2D6C00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6" y="2076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00" name="Rectangle 198">
              <a:extLst>
                <a:ext uri="{FF2B5EF4-FFF2-40B4-BE49-F238E27FC236}">
                  <a16:creationId xmlns:a16="http://schemas.microsoft.com/office/drawing/2014/main" id="{E9832C47-1ACA-B341-626C-37E7113D74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2" y="2328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01" name="Rectangle 199">
              <a:extLst>
                <a:ext uri="{FF2B5EF4-FFF2-40B4-BE49-F238E27FC236}">
                  <a16:creationId xmlns:a16="http://schemas.microsoft.com/office/drawing/2014/main" id="{E5D5EA78-5966-3125-6437-7938E38CFD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6" y="2328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02" name="Rectangle 200">
              <a:extLst>
                <a:ext uri="{FF2B5EF4-FFF2-40B4-BE49-F238E27FC236}">
                  <a16:creationId xmlns:a16="http://schemas.microsoft.com/office/drawing/2014/main" id="{C97FE4D2-3416-983D-5B63-AD782F6EF1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15" y="2328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03" name="Rectangle 201">
              <a:extLst>
                <a:ext uri="{FF2B5EF4-FFF2-40B4-BE49-F238E27FC236}">
                  <a16:creationId xmlns:a16="http://schemas.microsoft.com/office/drawing/2014/main" id="{7DDB6F75-348E-98F8-FFE5-BF93D864B1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59" y="2328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0604" name="AutoShape 202">
              <a:extLst>
                <a:ext uri="{FF2B5EF4-FFF2-40B4-BE49-F238E27FC236}">
                  <a16:creationId xmlns:a16="http://schemas.microsoft.com/office/drawing/2014/main" id="{5B2ED9B9-B869-5A64-521C-A0481490F336}"/>
                </a:ext>
              </a:extLst>
            </p:cNvPr>
            <p:cNvCxnSpPr>
              <a:cxnSpLocks noChangeAspect="1" noChangeShapeType="1"/>
              <a:stCxn id="20589" idx="4"/>
              <a:endCxn id="20598" idx="0"/>
            </p:cNvCxnSpPr>
            <p:nvPr/>
          </p:nvCxnSpPr>
          <p:spPr bwMode="auto">
            <a:xfrm flipH="1">
              <a:off x="1858" y="1978"/>
              <a:ext cx="218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5" name="AutoShape 203">
              <a:extLst>
                <a:ext uri="{FF2B5EF4-FFF2-40B4-BE49-F238E27FC236}">
                  <a16:creationId xmlns:a16="http://schemas.microsoft.com/office/drawing/2014/main" id="{1D0485AC-6A59-E28E-2747-2CD4E3ACE21A}"/>
                </a:ext>
              </a:extLst>
            </p:cNvPr>
            <p:cNvCxnSpPr>
              <a:cxnSpLocks noChangeAspect="1" noChangeShapeType="1"/>
              <a:stCxn id="20589" idx="4"/>
              <a:endCxn id="20599" idx="0"/>
            </p:cNvCxnSpPr>
            <p:nvPr/>
          </p:nvCxnSpPr>
          <p:spPr bwMode="auto">
            <a:xfrm flipH="1">
              <a:off x="2002" y="1978"/>
              <a:ext cx="74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6" name="AutoShape 204">
              <a:extLst>
                <a:ext uri="{FF2B5EF4-FFF2-40B4-BE49-F238E27FC236}">
                  <a16:creationId xmlns:a16="http://schemas.microsoft.com/office/drawing/2014/main" id="{D9019643-FE8F-A920-EE71-F37E3DCFD549}"/>
                </a:ext>
              </a:extLst>
            </p:cNvPr>
            <p:cNvCxnSpPr>
              <a:cxnSpLocks noChangeAspect="1" noChangeShapeType="1"/>
              <a:stCxn id="20594" idx="4"/>
              <a:endCxn id="20600" idx="0"/>
            </p:cNvCxnSpPr>
            <p:nvPr/>
          </p:nvCxnSpPr>
          <p:spPr bwMode="auto">
            <a:xfrm flipH="1">
              <a:off x="2218" y="2255"/>
              <a:ext cx="57" cy="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7" name="AutoShape 205">
              <a:extLst>
                <a:ext uri="{FF2B5EF4-FFF2-40B4-BE49-F238E27FC236}">
                  <a16:creationId xmlns:a16="http://schemas.microsoft.com/office/drawing/2014/main" id="{506828D0-CB5F-D82F-E1D5-6F2CDD6B6672}"/>
                </a:ext>
              </a:extLst>
            </p:cNvPr>
            <p:cNvCxnSpPr>
              <a:cxnSpLocks noChangeAspect="1" noChangeShapeType="1"/>
              <a:stCxn id="20594" idx="4"/>
              <a:endCxn id="20601" idx="0"/>
            </p:cNvCxnSpPr>
            <p:nvPr/>
          </p:nvCxnSpPr>
          <p:spPr bwMode="auto">
            <a:xfrm>
              <a:off x="2275" y="2255"/>
              <a:ext cx="87" cy="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8" name="AutoShape 206">
              <a:extLst>
                <a:ext uri="{FF2B5EF4-FFF2-40B4-BE49-F238E27FC236}">
                  <a16:creationId xmlns:a16="http://schemas.microsoft.com/office/drawing/2014/main" id="{096BFAD6-D6B4-FD66-87B1-7EF4CC215DC2}"/>
                </a:ext>
              </a:extLst>
            </p:cNvPr>
            <p:cNvCxnSpPr>
              <a:cxnSpLocks noChangeAspect="1" noChangeShapeType="1"/>
              <a:stCxn id="20596" idx="4"/>
              <a:endCxn id="20602" idx="0"/>
            </p:cNvCxnSpPr>
            <p:nvPr/>
          </p:nvCxnSpPr>
          <p:spPr bwMode="auto">
            <a:xfrm flipH="1">
              <a:off x="2651" y="2265"/>
              <a:ext cx="63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9" name="AutoShape 207">
              <a:extLst>
                <a:ext uri="{FF2B5EF4-FFF2-40B4-BE49-F238E27FC236}">
                  <a16:creationId xmlns:a16="http://schemas.microsoft.com/office/drawing/2014/main" id="{BC005B1B-37EB-790B-658A-4E83E6E212A2}"/>
                </a:ext>
              </a:extLst>
            </p:cNvPr>
            <p:cNvCxnSpPr>
              <a:cxnSpLocks noChangeAspect="1" noChangeShapeType="1"/>
              <a:stCxn id="20596" idx="4"/>
              <a:endCxn id="20603" idx="0"/>
            </p:cNvCxnSpPr>
            <p:nvPr/>
          </p:nvCxnSpPr>
          <p:spPr bwMode="auto">
            <a:xfrm>
              <a:off x="2714" y="2265"/>
              <a:ext cx="81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610" name="Group 208">
              <a:extLst>
                <a:ext uri="{FF2B5EF4-FFF2-40B4-BE49-F238E27FC236}">
                  <a16:creationId xmlns:a16="http://schemas.microsoft.com/office/drawing/2014/main" id="{4FD3A91A-B0BC-8DC0-BA42-D64EE75AE4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0" y="1759"/>
              <a:ext cx="1361" cy="1641"/>
              <a:chOff x="1634" y="2628"/>
              <a:chExt cx="1361" cy="1641"/>
            </a:xfrm>
          </p:grpSpPr>
          <p:sp>
            <p:nvSpPr>
              <p:cNvPr id="20639" name="Oval 209">
                <a:extLst>
                  <a:ext uri="{FF2B5EF4-FFF2-40B4-BE49-F238E27FC236}">
                    <a16:creationId xmlns:a16="http://schemas.microsoft.com/office/drawing/2014/main" id="{C6C27DC8-107B-BBA9-A65F-1FF8FEDB57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28" y="2628"/>
                <a:ext cx="365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(7,T)</a:t>
                </a:r>
              </a:p>
            </p:txBody>
          </p:sp>
          <p:sp>
            <p:nvSpPr>
              <p:cNvPr id="20640" name="Oval 210">
                <a:extLst>
                  <a:ext uri="{FF2B5EF4-FFF2-40B4-BE49-F238E27FC236}">
                    <a16:creationId xmlns:a16="http://schemas.microsoft.com/office/drawing/2014/main" id="{51D43C68-1345-F659-4888-68814691A4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34" y="3287"/>
                <a:ext cx="371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(1,C)</a:t>
                </a:r>
              </a:p>
            </p:txBody>
          </p:sp>
          <p:sp>
            <p:nvSpPr>
              <p:cNvPr id="20641" name="Oval 211">
                <a:extLst>
                  <a:ext uri="{FF2B5EF4-FFF2-40B4-BE49-F238E27FC236}">
                    <a16:creationId xmlns:a16="http://schemas.microsoft.com/office/drawing/2014/main" id="{7B9AEF8D-3068-1245-28FF-4A6E163F4D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3" y="2909"/>
                <a:ext cx="378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(1,Q)</a:t>
                </a:r>
              </a:p>
            </p:txBody>
          </p:sp>
          <p:cxnSp>
            <p:nvCxnSpPr>
              <p:cNvPr id="20642" name="AutoShape 212">
                <a:extLst>
                  <a:ext uri="{FF2B5EF4-FFF2-40B4-BE49-F238E27FC236}">
                    <a16:creationId xmlns:a16="http://schemas.microsoft.com/office/drawing/2014/main" id="{B117A249-FB88-19DC-3928-E6960C92B526}"/>
                  </a:ext>
                </a:extLst>
              </p:cNvPr>
              <p:cNvCxnSpPr>
                <a:cxnSpLocks noChangeAspect="1" noChangeShapeType="1"/>
                <a:stCxn id="20641" idx="4"/>
                <a:endCxn id="20640" idx="0"/>
              </p:cNvCxnSpPr>
              <p:nvPr/>
            </p:nvCxnSpPr>
            <p:spPr bwMode="auto">
              <a:xfrm flipH="1">
                <a:off x="1821" y="3108"/>
                <a:ext cx="202" cy="187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43" name="AutoShape 213">
                <a:extLst>
                  <a:ext uri="{FF2B5EF4-FFF2-40B4-BE49-F238E27FC236}">
                    <a16:creationId xmlns:a16="http://schemas.microsoft.com/office/drawing/2014/main" id="{8E63E441-AF8A-6F71-3902-5AD4BB8F575E}"/>
                  </a:ext>
                </a:extLst>
              </p:cNvPr>
              <p:cNvCxnSpPr>
                <a:cxnSpLocks noChangeAspect="1" noChangeShapeType="1"/>
                <a:stCxn id="20641" idx="4"/>
                <a:endCxn id="20647" idx="0"/>
              </p:cNvCxnSpPr>
              <p:nvPr/>
            </p:nvCxnSpPr>
            <p:spPr bwMode="auto">
              <a:xfrm>
                <a:off x="2022" y="3108"/>
                <a:ext cx="203" cy="19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44" name="AutoShape 214">
                <a:extLst>
                  <a:ext uri="{FF2B5EF4-FFF2-40B4-BE49-F238E27FC236}">
                    <a16:creationId xmlns:a16="http://schemas.microsoft.com/office/drawing/2014/main" id="{50750CF6-C6D0-B06A-13DD-D547D5BE0391}"/>
                  </a:ext>
                </a:extLst>
              </p:cNvPr>
              <p:cNvCxnSpPr>
                <a:cxnSpLocks noChangeAspect="1" noChangeShapeType="1"/>
                <a:stCxn id="20639" idx="4"/>
                <a:endCxn id="20641" idx="0"/>
              </p:cNvCxnSpPr>
              <p:nvPr/>
            </p:nvCxnSpPr>
            <p:spPr bwMode="auto">
              <a:xfrm flipH="1">
                <a:off x="2023" y="2827"/>
                <a:ext cx="187" cy="9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645" name="Oval 215">
                <a:extLst>
                  <a:ext uri="{FF2B5EF4-FFF2-40B4-BE49-F238E27FC236}">
                    <a16:creationId xmlns:a16="http://schemas.microsoft.com/office/drawing/2014/main" id="{8DF35E8A-7F8C-0959-92E7-89A755E357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18" y="3683"/>
                <a:ext cx="378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(5,G)</a:t>
                </a:r>
              </a:p>
            </p:txBody>
          </p:sp>
          <p:sp>
            <p:nvSpPr>
              <p:cNvPr id="20646" name="Oval 216">
                <a:extLst>
                  <a:ext uri="{FF2B5EF4-FFF2-40B4-BE49-F238E27FC236}">
                    <a16:creationId xmlns:a16="http://schemas.microsoft.com/office/drawing/2014/main" id="{834D329E-2409-4E84-98AD-9063CCA1BF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87" y="3681"/>
                <a:ext cx="371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(2,R)</a:t>
                </a:r>
              </a:p>
            </p:txBody>
          </p:sp>
          <p:sp>
            <p:nvSpPr>
              <p:cNvPr id="20647" name="Oval 217">
                <a:extLst>
                  <a:ext uri="{FF2B5EF4-FFF2-40B4-BE49-F238E27FC236}">
                    <a16:creationId xmlns:a16="http://schemas.microsoft.com/office/drawing/2014/main" id="{8D3D4714-D7CE-E8AF-D41F-0CCBFFB59C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36" y="3298"/>
                <a:ext cx="378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(5,H)</a:t>
                </a:r>
              </a:p>
            </p:txBody>
          </p:sp>
          <p:cxnSp>
            <p:nvCxnSpPr>
              <p:cNvPr id="20648" name="AutoShape 218">
                <a:extLst>
                  <a:ext uri="{FF2B5EF4-FFF2-40B4-BE49-F238E27FC236}">
                    <a16:creationId xmlns:a16="http://schemas.microsoft.com/office/drawing/2014/main" id="{001228A5-ADC6-88C4-C1FE-7F24414F53F4}"/>
                  </a:ext>
                </a:extLst>
              </p:cNvPr>
              <p:cNvCxnSpPr>
                <a:cxnSpLocks noChangeAspect="1" noChangeShapeType="1"/>
                <a:stCxn id="20647" idx="4"/>
                <a:endCxn id="20646" idx="0"/>
              </p:cNvCxnSpPr>
              <p:nvPr/>
            </p:nvCxnSpPr>
            <p:spPr bwMode="auto">
              <a:xfrm flipH="1">
                <a:off x="1972" y="3497"/>
                <a:ext cx="253" cy="19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49" name="AutoShape 219">
                <a:extLst>
                  <a:ext uri="{FF2B5EF4-FFF2-40B4-BE49-F238E27FC236}">
                    <a16:creationId xmlns:a16="http://schemas.microsoft.com/office/drawing/2014/main" id="{823D8D29-9F4B-261F-547D-83CD6E5EECF3}"/>
                  </a:ext>
                </a:extLst>
              </p:cNvPr>
              <p:cNvCxnSpPr>
                <a:cxnSpLocks noChangeAspect="1" noChangeShapeType="1"/>
                <a:stCxn id="20647" idx="4"/>
                <a:endCxn id="20645" idx="0"/>
              </p:cNvCxnSpPr>
              <p:nvPr/>
            </p:nvCxnSpPr>
            <p:spPr bwMode="auto">
              <a:xfrm>
                <a:off x="2225" y="3497"/>
                <a:ext cx="282" cy="19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650" name="Oval 220">
                <a:extLst>
                  <a:ext uri="{FF2B5EF4-FFF2-40B4-BE49-F238E27FC236}">
                    <a16:creationId xmlns:a16="http://schemas.microsoft.com/office/drawing/2014/main" id="{63429F87-5321-1536-DD27-A3F3B07C25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29" y="3926"/>
                <a:ext cx="378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(6,Y)</a:t>
                </a:r>
              </a:p>
            </p:txBody>
          </p:sp>
          <p:sp>
            <p:nvSpPr>
              <p:cNvPr id="20651" name="Oval 221">
                <a:extLst>
                  <a:ext uri="{FF2B5EF4-FFF2-40B4-BE49-F238E27FC236}">
                    <a16:creationId xmlns:a16="http://schemas.microsoft.com/office/drawing/2014/main" id="{521BA87A-1A50-08FD-16BC-18340BCDD8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54" y="3936"/>
                <a:ext cx="333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(5,I)</a:t>
                </a:r>
              </a:p>
            </p:txBody>
          </p:sp>
          <p:cxnSp>
            <p:nvCxnSpPr>
              <p:cNvPr id="20652" name="AutoShape 222">
                <a:extLst>
                  <a:ext uri="{FF2B5EF4-FFF2-40B4-BE49-F238E27FC236}">
                    <a16:creationId xmlns:a16="http://schemas.microsoft.com/office/drawing/2014/main" id="{E7E66D73-DA4C-CFBB-A914-7C9192857F7B}"/>
                  </a:ext>
                </a:extLst>
              </p:cNvPr>
              <p:cNvCxnSpPr>
                <a:cxnSpLocks noChangeAspect="1" noChangeShapeType="1"/>
                <a:stCxn id="20645" idx="4"/>
                <a:endCxn id="20651" idx="0"/>
              </p:cNvCxnSpPr>
              <p:nvPr/>
            </p:nvCxnSpPr>
            <p:spPr bwMode="auto">
              <a:xfrm flipH="1">
                <a:off x="2322" y="3883"/>
                <a:ext cx="185" cy="6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53" name="AutoShape 223">
                <a:extLst>
                  <a:ext uri="{FF2B5EF4-FFF2-40B4-BE49-F238E27FC236}">
                    <a16:creationId xmlns:a16="http://schemas.microsoft.com/office/drawing/2014/main" id="{3DE3ADE5-B516-BD8C-EFBD-A2BE5B0B7741}"/>
                  </a:ext>
                </a:extLst>
              </p:cNvPr>
              <p:cNvCxnSpPr>
                <a:cxnSpLocks noChangeAspect="1" noChangeShapeType="1"/>
                <a:stCxn id="20645" idx="4"/>
                <a:endCxn id="20650" idx="0"/>
              </p:cNvCxnSpPr>
              <p:nvPr/>
            </p:nvCxnSpPr>
            <p:spPr bwMode="auto">
              <a:xfrm>
                <a:off x="2507" y="3883"/>
                <a:ext cx="212" cy="5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654" name="Rectangle 224">
                <a:extLst>
                  <a:ext uri="{FF2B5EF4-FFF2-40B4-BE49-F238E27FC236}">
                    <a16:creationId xmlns:a16="http://schemas.microsoft.com/office/drawing/2014/main" id="{3F98E560-AF71-2C7A-A203-8FCBAEF0EC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15" y="3584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5" name="Rectangle 225">
                <a:extLst>
                  <a:ext uri="{FF2B5EF4-FFF2-40B4-BE49-F238E27FC236}">
                    <a16:creationId xmlns:a16="http://schemas.microsoft.com/office/drawing/2014/main" id="{36FBF69B-D5D7-06C3-1903-9891B56DF0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981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6" name="Rectangle 226">
                <a:extLst>
                  <a:ext uri="{FF2B5EF4-FFF2-40B4-BE49-F238E27FC236}">
                    <a16:creationId xmlns:a16="http://schemas.microsoft.com/office/drawing/2014/main" id="{8947DCE2-4E03-809D-339E-A2E80918A1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03" y="3981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7" name="Rectangle 227">
                <a:extLst>
                  <a:ext uri="{FF2B5EF4-FFF2-40B4-BE49-F238E27FC236}">
                    <a16:creationId xmlns:a16="http://schemas.microsoft.com/office/drawing/2014/main" id="{06F28485-4688-22FC-E38B-028FBAD5A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584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8" name="Rectangle 228">
                <a:extLst>
                  <a:ext uri="{FF2B5EF4-FFF2-40B4-BE49-F238E27FC236}">
                    <a16:creationId xmlns:a16="http://schemas.microsoft.com/office/drawing/2014/main" id="{64A9EF2C-FA3C-77EF-7A88-8370DCFA56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19" y="4197"/>
                <a:ext cx="73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9" name="Rectangle 229">
                <a:extLst>
                  <a:ext uri="{FF2B5EF4-FFF2-40B4-BE49-F238E27FC236}">
                    <a16:creationId xmlns:a16="http://schemas.microsoft.com/office/drawing/2014/main" id="{7DC4DCA1-32CA-E394-1588-5F0DCF65F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4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60" name="Rectangle 230">
                <a:extLst>
                  <a:ext uri="{FF2B5EF4-FFF2-40B4-BE49-F238E27FC236}">
                    <a16:creationId xmlns:a16="http://schemas.microsoft.com/office/drawing/2014/main" id="{2FFBFAFA-86FB-70CE-B687-32D4209CA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16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61" name="Rectangle 231">
                <a:extLst>
                  <a:ext uri="{FF2B5EF4-FFF2-40B4-BE49-F238E27FC236}">
                    <a16:creationId xmlns:a16="http://schemas.microsoft.com/office/drawing/2014/main" id="{DCA3C0EC-41AA-380D-6D18-F0F6DB6626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0662" name="AutoShape 232">
                <a:extLst>
                  <a:ext uri="{FF2B5EF4-FFF2-40B4-BE49-F238E27FC236}">
                    <a16:creationId xmlns:a16="http://schemas.microsoft.com/office/drawing/2014/main" id="{B78C7E41-AC5B-D1E6-4364-C05B712894BF}"/>
                  </a:ext>
                </a:extLst>
              </p:cNvPr>
              <p:cNvCxnSpPr>
                <a:cxnSpLocks noChangeAspect="1" noChangeShapeType="1"/>
                <a:stCxn id="20640" idx="4"/>
                <a:endCxn id="20654" idx="0"/>
              </p:cNvCxnSpPr>
              <p:nvPr/>
            </p:nvCxnSpPr>
            <p:spPr bwMode="auto">
              <a:xfrm flipH="1">
                <a:off x="1751" y="3486"/>
                <a:ext cx="70" cy="9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3" name="AutoShape 233">
                <a:extLst>
                  <a:ext uri="{FF2B5EF4-FFF2-40B4-BE49-F238E27FC236}">
                    <a16:creationId xmlns:a16="http://schemas.microsoft.com/office/drawing/2014/main" id="{2E7DC009-7782-F69D-977F-9A847A17F8E2}"/>
                  </a:ext>
                </a:extLst>
              </p:cNvPr>
              <p:cNvCxnSpPr>
                <a:cxnSpLocks noChangeAspect="1" noChangeShapeType="1"/>
                <a:stCxn id="20640" idx="4"/>
                <a:endCxn id="20657" idx="0"/>
              </p:cNvCxnSpPr>
              <p:nvPr/>
            </p:nvCxnSpPr>
            <p:spPr bwMode="auto">
              <a:xfrm>
                <a:off x="1821" y="3486"/>
                <a:ext cx="74" cy="9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4" name="AutoShape 234">
                <a:extLst>
                  <a:ext uri="{FF2B5EF4-FFF2-40B4-BE49-F238E27FC236}">
                    <a16:creationId xmlns:a16="http://schemas.microsoft.com/office/drawing/2014/main" id="{5100E6BE-D6AE-4398-1211-D6BB0C24F191}"/>
                  </a:ext>
                </a:extLst>
              </p:cNvPr>
              <p:cNvCxnSpPr>
                <a:cxnSpLocks noChangeAspect="1" noChangeShapeType="1"/>
                <a:stCxn id="20646" idx="4"/>
                <a:endCxn id="20655" idx="0"/>
              </p:cNvCxnSpPr>
              <p:nvPr/>
            </p:nvCxnSpPr>
            <p:spPr bwMode="auto">
              <a:xfrm flipH="1">
                <a:off x="1895" y="3880"/>
                <a:ext cx="78" cy="10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5" name="AutoShape 235">
                <a:extLst>
                  <a:ext uri="{FF2B5EF4-FFF2-40B4-BE49-F238E27FC236}">
                    <a16:creationId xmlns:a16="http://schemas.microsoft.com/office/drawing/2014/main" id="{25BB3357-E3F0-E3C5-B065-AC47EC5F81B3}"/>
                  </a:ext>
                </a:extLst>
              </p:cNvPr>
              <p:cNvCxnSpPr>
                <a:cxnSpLocks noChangeAspect="1" noChangeShapeType="1"/>
                <a:stCxn id="20646" idx="4"/>
                <a:endCxn id="20656" idx="0"/>
              </p:cNvCxnSpPr>
              <p:nvPr/>
            </p:nvCxnSpPr>
            <p:spPr bwMode="auto">
              <a:xfrm>
                <a:off x="1973" y="3880"/>
                <a:ext cx="66" cy="10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6" name="AutoShape 236">
                <a:extLst>
                  <a:ext uri="{FF2B5EF4-FFF2-40B4-BE49-F238E27FC236}">
                    <a16:creationId xmlns:a16="http://schemas.microsoft.com/office/drawing/2014/main" id="{AA2D8265-31BB-0994-0DF6-7B6B105D7F52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995" y="3338"/>
                <a:ext cx="0" cy="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7" name="AutoShape 237">
                <a:extLst>
                  <a:ext uri="{FF2B5EF4-FFF2-40B4-BE49-F238E27FC236}">
                    <a16:creationId xmlns:a16="http://schemas.microsoft.com/office/drawing/2014/main" id="{02722FFC-8E0A-7ED0-550C-5201F97F3858}"/>
                  </a:ext>
                </a:extLst>
              </p:cNvPr>
              <p:cNvCxnSpPr>
                <a:cxnSpLocks noChangeAspect="1" noChangeShapeType="1"/>
                <a:stCxn id="20651" idx="4"/>
                <a:endCxn id="20658" idx="0"/>
              </p:cNvCxnSpPr>
              <p:nvPr/>
            </p:nvCxnSpPr>
            <p:spPr bwMode="auto">
              <a:xfrm flipH="1">
                <a:off x="2255" y="4135"/>
                <a:ext cx="67" cy="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8" name="AutoShape 238">
                <a:extLst>
                  <a:ext uri="{FF2B5EF4-FFF2-40B4-BE49-F238E27FC236}">
                    <a16:creationId xmlns:a16="http://schemas.microsoft.com/office/drawing/2014/main" id="{B9E51902-3A70-09EE-D45C-BFB603717950}"/>
                  </a:ext>
                </a:extLst>
              </p:cNvPr>
              <p:cNvCxnSpPr>
                <a:cxnSpLocks noChangeAspect="1" noChangeShapeType="1"/>
                <a:stCxn id="20651" idx="4"/>
                <a:endCxn id="20659" idx="0"/>
              </p:cNvCxnSpPr>
              <p:nvPr/>
            </p:nvCxnSpPr>
            <p:spPr bwMode="auto">
              <a:xfrm>
                <a:off x="2322" y="4135"/>
                <a:ext cx="78" cy="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9" name="AutoShape 239">
                <a:extLst>
                  <a:ext uri="{FF2B5EF4-FFF2-40B4-BE49-F238E27FC236}">
                    <a16:creationId xmlns:a16="http://schemas.microsoft.com/office/drawing/2014/main" id="{18C28750-053B-8042-C5B7-C06F929AF235}"/>
                  </a:ext>
                </a:extLst>
              </p:cNvPr>
              <p:cNvCxnSpPr>
                <a:cxnSpLocks noChangeAspect="1" noChangeShapeType="1"/>
                <a:stCxn id="20650" idx="4"/>
                <a:endCxn id="20660" idx="0"/>
              </p:cNvCxnSpPr>
              <p:nvPr/>
            </p:nvCxnSpPr>
            <p:spPr bwMode="auto">
              <a:xfrm flipH="1">
                <a:off x="2652" y="4125"/>
                <a:ext cx="67" cy="7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70" name="AutoShape 240">
                <a:extLst>
                  <a:ext uri="{FF2B5EF4-FFF2-40B4-BE49-F238E27FC236}">
                    <a16:creationId xmlns:a16="http://schemas.microsoft.com/office/drawing/2014/main" id="{9465AD26-FE73-6AC6-4428-26B87940C081}"/>
                  </a:ext>
                </a:extLst>
              </p:cNvPr>
              <p:cNvCxnSpPr>
                <a:cxnSpLocks noChangeAspect="1" noChangeShapeType="1"/>
                <a:stCxn id="20650" idx="4"/>
                <a:endCxn id="20661" idx="0"/>
              </p:cNvCxnSpPr>
              <p:nvPr/>
            </p:nvCxnSpPr>
            <p:spPr bwMode="auto">
              <a:xfrm>
                <a:off x="2719" y="4125"/>
                <a:ext cx="77" cy="7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0611" name="Group 241">
              <a:extLst>
                <a:ext uri="{FF2B5EF4-FFF2-40B4-BE49-F238E27FC236}">
                  <a16:creationId xmlns:a16="http://schemas.microsoft.com/office/drawing/2014/main" id="{13E6F704-C3E7-1E94-6D28-E50BAAA596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20" y="2067"/>
              <a:ext cx="397" cy="333"/>
              <a:chOff x="2470" y="2566"/>
              <a:chExt cx="397" cy="333"/>
            </a:xfrm>
          </p:grpSpPr>
          <p:sp>
            <p:nvSpPr>
              <p:cNvPr id="20634" name="Oval 242">
                <a:extLst>
                  <a:ext uri="{FF2B5EF4-FFF2-40B4-BE49-F238E27FC236}">
                    <a16:creationId xmlns:a16="http://schemas.microsoft.com/office/drawing/2014/main" id="{8EB7446B-0C39-4F6B-1372-08F00763F5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70" y="2566"/>
                <a:ext cx="397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(14,J)</a:t>
                </a:r>
              </a:p>
            </p:txBody>
          </p:sp>
          <p:sp>
            <p:nvSpPr>
              <p:cNvPr id="20635" name="Rectangle 243">
                <a:extLst>
                  <a:ext uri="{FF2B5EF4-FFF2-40B4-BE49-F238E27FC236}">
                    <a16:creationId xmlns:a16="http://schemas.microsoft.com/office/drawing/2014/main" id="{C1EE5787-2A8B-E04D-931F-E0CB8EB55E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52" y="282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36" name="Rectangle 244">
                <a:extLst>
                  <a:ext uri="{FF2B5EF4-FFF2-40B4-BE49-F238E27FC236}">
                    <a16:creationId xmlns:a16="http://schemas.microsoft.com/office/drawing/2014/main" id="{5C637D38-2FDB-75AB-D28A-40E47D809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282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0637" name="AutoShape 245">
                <a:extLst>
                  <a:ext uri="{FF2B5EF4-FFF2-40B4-BE49-F238E27FC236}">
                    <a16:creationId xmlns:a16="http://schemas.microsoft.com/office/drawing/2014/main" id="{55CB6EC8-8F36-A562-8DDC-50EB0879F1B7}"/>
                  </a:ext>
                </a:extLst>
              </p:cNvPr>
              <p:cNvCxnSpPr>
                <a:cxnSpLocks noChangeAspect="1" noChangeShapeType="1"/>
                <a:stCxn id="20636" idx="0"/>
                <a:endCxn id="20634" idx="4"/>
              </p:cNvCxnSpPr>
              <p:nvPr/>
            </p:nvCxnSpPr>
            <p:spPr bwMode="auto">
              <a:xfrm flipH="1" flipV="1">
                <a:off x="2671" y="2765"/>
                <a:ext cx="125" cy="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38" name="AutoShape 246">
                <a:extLst>
                  <a:ext uri="{FF2B5EF4-FFF2-40B4-BE49-F238E27FC236}">
                    <a16:creationId xmlns:a16="http://schemas.microsoft.com/office/drawing/2014/main" id="{16EB1155-EFD1-61CD-7D6C-C82C49EF01D7}"/>
                  </a:ext>
                </a:extLst>
              </p:cNvPr>
              <p:cNvCxnSpPr>
                <a:cxnSpLocks noChangeAspect="1" noChangeShapeType="1"/>
                <a:stCxn id="20634" idx="4"/>
                <a:endCxn id="20635" idx="0"/>
              </p:cNvCxnSpPr>
              <p:nvPr/>
            </p:nvCxnSpPr>
            <p:spPr bwMode="auto">
              <a:xfrm>
                <a:off x="2671" y="2765"/>
                <a:ext cx="17" cy="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612" name="Oval 247">
              <a:extLst>
                <a:ext uri="{FF2B5EF4-FFF2-40B4-BE49-F238E27FC236}">
                  <a16:creationId xmlns:a16="http://schemas.microsoft.com/office/drawing/2014/main" id="{BEEF7ED4-E1F4-30DE-15B1-B9C9422882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6" y="1424"/>
              <a:ext cx="378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cxnSp>
          <p:nvCxnSpPr>
            <p:cNvPr id="20613" name="AutoShape 248">
              <a:extLst>
                <a:ext uri="{FF2B5EF4-FFF2-40B4-BE49-F238E27FC236}">
                  <a16:creationId xmlns:a16="http://schemas.microsoft.com/office/drawing/2014/main" id="{D4EC16BF-C357-5E48-95FC-FFA0F1D43557}"/>
                </a:ext>
              </a:extLst>
            </p:cNvPr>
            <p:cNvCxnSpPr>
              <a:cxnSpLocks noChangeAspect="1" noChangeShapeType="1"/>
              <a:stCxn id="20639" idx="4"/>
              <a:endCxn id="20629" idx="0"/>
            </p:cNvCxnSpPr>
            <p:nvPr/>
          </p:nvCxnSpPr>
          <p:spPr bwMode="auto">
            <a:xfrm>
              <a:off x="627" y="1962"/>
              <a:ext cx="277" cy="9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14" name="AutoShape 249">
              <a:extLst>
                <a:ext uri="{FF2B5EF4-FFF2-40B4-BE49-F238E27FC236}">
                  <a16:creationId xmlns:a16="http://schemas.microsoft.com/office/drawing/2014/main" id="{42ED1187-16DA-BC53-A91C-A40DC7AB9F02}"/>
                </a:ext>
              </a:extLst>
            </p:cNvPr>
            <p:cNvCxnSpPr>
              <a:cxnSpLocks noChangeAspect="1" noChangeShapeType="1"/>
              <a:stCxn id="20583" idx="4"/>
              <a:endCxn id="20624" idx="0"/>
            </p:cNvCxnSpPr>
            <p:nvPr/>
          </p:nvCxnSpPr>
          <p:spPr bwMode="auto">
            <a:xfrm>
              <a:off x="1235" y="1966"/>
              <a:ext cx="83" cy="4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615" name="Group 250">
              <a:extLst>
                <a:ext uri="{FF2B5EF4-FFF2-40B4-BE49-F238E27FC236}">
                  <a16:creationId xmlns:a16="http://schemas.microsoft.com/office/drawing/2014/main" id="{80FBA912-4318-BC7D-F0B2-CC4DE82D7C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" y="2056"/>
              <a:ext cx="359" cy="316"/>
              <a:chOff x="2440" y="3304"/>
              <a:chExt cx="359" cy="316"/>
            </a:xfrm>
          </p:grpSpPr>
          <p:sp>
            <p:nvSpPr>
              <p:cNvPr id="20629" name="Oval 251">
                <a:extLst>
                  <a:ext uri="{FF2B5EF4-FFF2-40B4-BE49-F238E27FC236}">
                    <a16:creationId xmlns:a16="http://schemas.microsoft.com/office/drawing/2014/main" id="{7F3AA1E8-7704-1582-02A3-DB00C2AC1A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40" y="3304"/>
                <a:ext cx="359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(7,P)</a:t>
                </a:r>
              </a:p>
            </p:txBody>
          </p:sp>
          <p:sp>
            <p:nvSpPr>
              <p:cNvPr id="20630" name="Rectangle 252">
                <a:extLst>
                  <a:ext uri="{FF2B5EF4-FFF2-40B4-BE49-F238E27FC236}">
                    <a16:creationId xmlns:a16="http://schemas.microsoft.com/office/drawing/2014/main" id="{2DEF9575-74E3-AD21-0A58-2E4504BF1F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08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31" name="Rectangle 253">
                <a:extLst>
                  <a:ext uri="{FF2B5EF4-FFF2-40B4-BE49-F238E27FC236}">
                    <a16:creationId xmlns:a16="http://schemas.microsoft.com/office/drawing/2014/main" id="{0C468075-D51A-B473-173F-8B4DA22B96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0632" name="AutoShape 254">
                <a:extLst>
                  <a:ext uri="{FF2B5EF4-FFF2-40B4-BE49-F238E27FC236}">
                    <a16:creationId xmlns:a16="http://schemas.microsoft.com/office/drawing/2014/main" id="{28CFB73C-F98E-568C-747B-B8015F68F636}"/>
                  </a:ext>
                </a:extLst>
              </p:cNvPr>
              <p:cNvCxnSpPr>
                <a:cxnSpLocks noChangeAspect="1" noChangeShapeType="1"/>
                <a:stCxn id="20629" idx="4"/>
                <a:endCxn id="20631" idx="0"/>
              </p:cNvCxnSpPr>
              <p:nvPr/>
            </p:nvCxnSpPr>
            <p:spPr bwMode="auto">
              <a:xfrm>
                <a:off x="2621" y="3503"/>
                <a:ext cx="103" cy="4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33" name="AutoShape 255">
                <a:extLst>
                  <a:ext uri="{FF2B5EF4-FFF2-40B4-BE49-F238E27FC236}">
                    <a16:creationId xmlns:a16="http://schemas.microsoft.com/office/drawing/2014/main" id="{EF408583-767F-89EC-36AA-1C6C77375420}"/>
                  </a:ext>
                </a:extLst>
              </p:cNvPr>
              <p:cNvCxnSpPr>
                <a:cxnSpLocks noChangeAspect="1" noChangeShapeType="1"/>
                <a:stCxn id="20629" idx="4"/>
                <a:endCxn id="20630" idx="0"/>
              </p:cNvCxnSpPr>
              <p:nvPr/>
            </p:nvCxnSpPr>
            <p:spPr bwMode="auto">
              <a:xfrm flipH="1">
                <a:off x="2544" y="3503"/>
                <a:ext cx="77" cy="4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0616" name="Group 256">
              <a:extLst>
                <a:ext uri="{FF2B5EF4-FFF2-40B4-BE49-F238E27FC236}">
                  <a16:creationId xmlns:a16="http://schemas.microsoft.com/office/drawing/2014/main" id="{0DC1C2C8-3D24-64AF-B07F-C3F139CF53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1" y="2409"/>
              <a:ext cx="434" cy="327"/>
              <a:chOff x="2837" y="3293"/>
              <a:chExt cx="434" cy="327"/>
            </a:xfrm>
          </p:grpSpPr>
          <p:sp>
            <p:nvSpPr>
              <p:cNvPr id="20624" name="Oval 257">
                <a:extLst>
                  <a:ext uri="{FF2B5EF4-FFF2-40B4-BE49-F238E27FC236}">
                    <a16:creationId xmlns:a16="http://schemas.microsoft.com/office/drawing/2014/main" id="{27844838-D08F-5242-792A-77B3B0050E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7" y="3293"/>
                <a:ext cx="434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(10,U)</a:t>
                </a:r>
              </a:p>
            </p:txBody>
          </p:sp>
          <p:sp>
            <p:nvSpPr>
              <p:cNvPr id="20625" name="Rectangle 258">
                <a:extLst>
                  <a:ext uri="{FF2B5EF4-FFF2-40B4-BE49-F238E27FC236}">
                    <a16:creationId xmlns:a16="http://schemas.microsoft.com/office/drawing/2014/main" id="{E6195D54-F8DC-588A-24EB-29813AA233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1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26" name="Rectangle 259">
                <a:extLst>
                  <a:ext uri="{FF2B5EF4-FFF2-40B4-BE49-F238E27FC236}">
                    <a16:creationId xmlns:a16="http://schemas.microsoft.com/office/drawing/2014/main" id="{B5ECB175-E012-925B-8A07-105C2831D1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0627" name="AutoShape 260">
                <a:extLst>
                  <a:ext uri="{FF2B5EF4-FFF2-40B4-BE49-F238E27FC236}">
                    <a16:creationId xmlns:a16="http://schemas.microsoft.com/office/drawing/2014/main" id="{C9C03B04-6D80-5D0A-3FE5-F85B443D9489}"/>
                  </a:ext>
                </a:extLst>
              </p:cNvPr>
              <p:cNvCxnSpPr>
                <a:cxnSpLocks noChangeAspect="1" noChangeShapeType="1"/>
                <a:stCxn id="20624" idx="4"/>
                <a:endCxn id="20625" idx="0"/>
              </p:cNvCxnSpPr>
              <p:nvPr/>
            </p:nvCxnSpPr>
            <p:spPr bwMode="auto">
              <a:xfrm flipH="1">
                <a:off x="2977" y="3492"/>
                <a:ext cx="77" cy="56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28" name="AutoShape 261">
                <a:extLst>
                  <a:ext uri="{FF2B5EF4-FFF2-40B4-BE49-F238E27FC236}">
                    <a16:creationId xmlns:a16="http://schemas.microsoft.com/office/drawing/2014/main" id="{BF8A7C06-031B-80A9-B576-01A17203DB96}"/>
                  </a:ext>
                </a:extLst>
              </p:cNvPr>
              <p:cNvCxnSpPr>
                <a:cxnSpLocks noChangeAspect="1" noChangeShapeType="1"/>
                <a:stCxn id="20624" idx="4"/>
                <a:endCxn id="20626" idx="0"/>
              </p:cNvCxnSpPr>
              <p:nvPr/>
            </p:nvCxnSpPr>
            <p:spPr bwMode="auto">
              <a:xfrm>
                <a:off x="3054" y="3492"/>
                <a:ext cx="103" cy="56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617" name="Text Box 262">
              <a:extLst>
                <a:ext uri="{FF2B5EF4-FFF2-40B4-BE49-F238E27FC236}">
                  <a16:creationId xmlns:a16="http://schemas.microsoft.com/office/drawing/2014/main" id="{D3EC5500-053C-9E13-EB3D-28B1BD6C2E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2" y="1440"/>
              <a:ext cx="1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2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0618" name="Line 263">
              <a:extLst>
                <a:ext uri="{FF2B5EF4-FFF2-40B4-BE49-F238E27FC236}">
                  <a16:creationId xmlns:a16="http://schemas.microsoft.com/office/drawing/2014/main" id="{99ABFAD4-2364-8CD1-EDD5-45788B085B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24" y="1531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619" name="Text Box 264">
              <a:extLst>
                <a:ext uri="{FF2B5EF4-FFF2-40B4-BE49-F238E27FC236}">
                  <a16:creationId xmlns:a16="http://schemas.microsoft.com/office/drawing/2014/main" id="{755A5F71-C8E2-30B4-C510-CB6E783CBBC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flipH="1">
              <a:off x="1502" y="1622"/>
              <a:ext cx="188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20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20620" name="Text Box 265">
              <a:extLst>
                <a:ext uri="{FF2B5EF4-FFF2-40B4-BE49-F238E27FC236}">
                  <a16:creationId xmlns:a16="http://schemas.microsoft.com/office/drawing/2014/main" id="{74417571-758D-2F5A-7A70-7D3730F18C7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8" y="1775"/>
              <a:ext cx="1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20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0621" name="Line 266">
              <a:extLst>
                <a:ext uri="{FF2B5EF4-FFF2-40B4-BE49-F238E27FC236}">
                  <a16:creationId xmlns:a16="http://schemas.microsoft.com/office/drawing/2014/main" id="{01D33B36-013D-BF9F-9E19-D1352FB615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2" y="1858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622" name="Line 267">
              <a:extLst>
                <a:ext uri="{FF2B5EF4-FFF2-40B4-BE49-F238E27FC236}">
                  <a16:creationId xmlns:a16="http://schemas.microsoft.com/office/drawing/2014/main" id="{BF1FC07D-F413-1445-3E6A-3D19B692D7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392" y="1728"/>
              <a:ext cx="144" cy="4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20623" name="AutoShape 268">
              <a:extLst>
                <a:ext uri="{FF2B5EF4-FFF2-40B4-BE49-F238E27FC236}">
                  <a16:creationId xmlns:a16="http://schemas.microsoft.com/office/drawing/2014/main" id="{5DBA959C-3F75-90AC-51B7-2A4120CF5AC8}"/>
                </a:ext>
              </a:extLst>
            </p:cNvPr>
            <p:cNvCxnSpPr>
              <a:cxnSpLocks noChangeAspect="1" noChangeShapeType="1"/>
              <a:stCxn id="20583" idx="0"/>
              <a:endCxn id="20612" idx="4"/>
            </p:cNvCxnSpPr>
            <p:nvPr/>
          </p:nvCxnSpPr>
          <p:spPr bwMode="auto">
            <a:xfrm flipH="1" flipV="1">
              <a:off x="965" y="1627"/>
              <a:ext cx="270" cy="13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92" name="Line 269">
            <a:extLst>
              <a:ext uri="{FF2B5EF4-FFF2-40B4-BE49-F238E27FC236}">
                <a16:creationId xmlns:a16="http://schemas.microsoft.com/office/drawing/2014/main" id="{302EE9DE-2E7A-FCEF-7CC9-ECAF21E00B0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910138" y="796925"/>
            <a:ext cx="206375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93" name="Text Box 270">
            <a:extLst>
              <a:ext uri="{FF2B5EF4-FFF2-40B4-BE49-F238E27FC236}">
                <a16:creationId xmlns:a16="http://schemas.microsoft.com/office/drawing/2014/main" id="{2CB9B1C0-0AF8-278E-4500-94C9BB9B6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6096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latin typeface="Times New Roman" panose="02020603050405020304" pitchFamily="18" charset="0"/>
              </a:rPr>
              <a:t>before rotating</a:t>
            </a:r>
          </a:p>
        </p:txBody>
      </p:sp>
      <p:sp>
        <p:nvSpPr>
          <p:cNvPr id="20494" name="Text Box 272">
            <a:extLst>
              <a:ext uri="{FF2B5EF4-FFF2-40B4-BE49-F238E27FC236}">
                <a16:creationId xmlns:a16="http://schemas.microsoft.com/office/drawing/2014/main" id="{FE637E65-3AA0-6436-E668-1E846D616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4102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latin typeface="Times New Roman" panose="02020603050405020304" pitchFamily="18" charset="0"/>
              </a:rPr>
              <a:t>after first rotation</a:t>
            </a:r>
          </a:p>
        </p:txBody>
      </p:sp>
      <p:sp>
        <p:nvSpPr>
          <p:cNvPr id="20495" name="Text Box 273">
            <a:extLst>
              <a:ext uri="{FF2B5EF4-FFF2-40B4-BE49-F238E27FC236}">
                <a16:creationId xmlns:a16="http://schemas.microsoft.com/office/drawing/2014/main" id="{F4CCC376-CD35-69B4-533F-7ADD2336F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6019800"/>
            <a:ext cx="2073275" cy="53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is not yet the root, so we splay again</a:t>
            </a:r>
            <a:endParaRPr lang="en-US" altLang="en-US" sz="1600" i="1">
              <a:latin typeface="Times New Roman" panose="02020603050405020304" pitchFamily="18" charset="0"/>
            </a:endParaRPr>
          </a:p>
        </p:txBody>
      </p:sp>
      <p:grpSp>
        <p:nvGrpSpPr>
          <p:cNvPr id="20496" name="Group 274">
            <a:extLst>
              <a:ext uri="{FF2B5EF4-FFF2-40B4-BE49-F238E27FC236}">
                <a16:creationId xmlns:a16="http://schemas.microsoft.com/office/drawing/2014/main" id="{3A0EE9F5-B9D6-48BA-C3C4-1F3A29D7C8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2150" y="2887663"/>
            <a:ext cx="3346450" cy="3360737"/>
            <a:chOff x="2485" y="805"/>
            <a:chExt cx="3118" cy="3131"/>
          </a:xfrm>
        </p:grpSpPr>
        <p:sp>
          <p:nvSpPr>
            <p:cNvPr id="20505" name="Oval 275">
              <a:extLst>
                <a:ext uri="{FF2B5EF4-FFF2-40B4-BE49-F238E27FC236}">
                  <a16:creationId xmlns:a16="http://schemas.microsoft.com/office/drawing/2014/main" id="{038F6973-F397-7263-CCCF-8B3158F4D7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805"/>
              <a:ext cx="561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0506" name="Oval 276">
              <a:extLst>
                <a:ext uri="{FF2B5EF4-FFF2-40B4-BE49-F238E27FC236}">
                  <a16:creationId xmlns:a16="http://schemas.microsoft.com/office/drawing/2014/main" id="{DB27DB00-7FE2-B91D-194A-EE511467C3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7" y="1765"/>
              <a:ext cx="55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0507" name="Oval 277">
              <a:extLst>
                <a:ext uri="{FF2B5EF4-FFF2-40B4-BE49-F238E27FC236}">
                  <a16:creationId xmlns:a16="http://schemas.microsoft.com/office/drawing/2014/main" id="{7958D6C0-1B8A-5160-F6F0-410259529E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77" y="1765"/>
              <a:ext cx="578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0508" name="Oval 278">
              <a:extLst>
                <a:ext uri="{FF2B5EF4-FFF2-40B4-BE49-F238E27FC236}">
                  <a16:creationId xmlns:a16="http://schemas.microsoft.com/office/drawing/2014/main" id="{E55A8D1D-4A36-565B-F2CE-79F6726E51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99" y="1669"/>
              <a:ext cx="528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0509" name="Oval 279">
              <a:extLst>
                <a:ext uri="{FF2B5EF4-FFF2-40B4-BE49-F238E27FC236}">
                  <a16:creationId xmlns:a16="http://schemas.microsoft.com/office/drawing/2014/main" id="{EA98516C-AA66-B981-D513-E6BF8A5468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9" y="1752"/>
              <a:ext cx="485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0510" name="Oval 280">
              <a:extLst>
                <a:ext uri="{FF2B5EF4-FFF2-40B4-BE49-F238E27FC236}">
                  <a16:creationId xmlns:a16="http://schemas.microsoft.com/office/drawing/2014/main" id="{1649A529-CFEA-7E37-6D8C-AB17525FE5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1" y="1263"/>
              <a:ext cx="570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0511" name="Oval 281">
              <a:extLst>
                <a:ext uri="{FF2B5EF4-FFF2-40B4-BE49-F238E27FC236}">
                  <a16:creationId xmlns:a16="http://schemas.microsoft.com/office/drawing/2014/main" id="{32045908-EA68-FD09-8F7E-D886C7066D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50" y="1263"/>
              <a:ext cx="578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0512" name="AutoShape 282">
              <a:extLst>
                <a:ext uri="{FF2B5EF4-FFF2-40B4-BE49-F238E27FC236}">
                  <a16:creationId xmlns:a16="http://schemas.microsoft.com/office/drawing/2014/main" id="{8CFC38F7-A218-1697-EC1D-78BB47E67598}"/>
                </a:ext>
              </a:extLst>
            </p:cNvPr>
            <p:cNvCxnSpPr>
              <a:cxnSpLocks noChangeAspect="1" noChangeShapeType="1"/>
              <a:stCxn id="20505" idx="4"/>
              <a:endCxn id="20511" idx="0"/>
            </p:cNvCxnSpPr>
            <p:nvPr/>
          </p:nvCxnSpPr>
          <p:spPr bwMode="auto">
            <a:xfrm flipH="1">
              <a:off x="3540" y="1070"/>
              <a:ext cx="557" cy="20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3" name="AutoShape 283">
              <a:extLst>
                <a:ext uri="{FF2B5EF4-FFF2-40B4-BE49-F238E27FC236}">
                  <a16:creationId xmlns:a16="http://schemas.microsoft.com/office/drawing/2014/main" id="{6D81A7DD-75E2-033F-27F0-52034928B5CD}"/>
                </a:ext>
              </a:extLst>
            </p:cNvPr>
            <p:cNvCxnSpPr>
              <a:cxnSpLocks noChangeAspect="1" noChangeShapeType="1"/>
              <a:stCxn id="20505" idx="4"/>
              <a:endCxn id="20510" idx="0"/>
            </p:cNvCxnSpPr>
            <p:nvPr/>
          </p:nvCxnSpPr>
          <p:spPr bwMode="auto">
            <a:xfrm>
              <a:off x="4097" y="1070"/>
              <a:ext cx="648" cy="20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4" name="AutoShape 284">
              <a:extLst>
                <a:ext uri="{FF2B5EF4-FFF2-40B4-BE49-F238E27FC236}">
                  <a16:creationId xmlns:a16="http://schemas.microsoft.com/office/drawing/2014/main" id="{CEDF916F-B83F-F7F2-6913-DCD539E43FA9}"/>
                </a:ext>
              </a:extLst>
            </p:cNvPr>
            <p:cNvCxnSpPr>
              <a:cxnSpLocks noChangeAspect="1" noChangeShapeType="1"/>
              <a:stCxn id="20511" idx="4"/>
              <a:endCxn id="20509" idx="0"/>
            </p:cNvCxnSpPr>
            <p:nvPr/>
          </p:nvCxnSpPr>
          <p:spPr bwMode="auto">
            <a:xfrm flipH="1">
              <a:off x="3252" y="1530"/>
              <a:ext cx="288" cy="23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5" name="AutoShape 285">
              <a:extLst>
                <a:ext uri="{FF2B5EF4-FFF2-40B4-BE49-F238E27FC236}">
                  <a16:creationId xmlns:a16="http://schemas.microsoft.com/office/drawing/2014/main" id="{38E37C9C-73EF-9E62-B279-D834B82F40A6}"/>
                </a:ext>
              </a:extLst>
            </p:cNvPr>
            <p:cNvCxnSpPr>
              <a:cxnSpLocks noChangeAspect="1" noChangeShapeType="1"/>
              <a:stCxn id="20511" idx="4"/>
              <a:endCxn id="20508" idx="0"/>
            </p:cNvCxnSpPr>
            <p:nvPr/>
          </p:nvCxnSpPr>
          <p:spPr bwMode="auto">
            <a:xfrm>
              <a:off x="3540" y="1530"/>
              <a:ext cx="325" cy="1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6" name="AutoShape 286">
              <a:extLst>
                <a:ext uri="{FF2B5EF4-FFF2-40B4-BE49-F238E27FC236}">
                  <a16:creationId xmlns:a16="http://schemas.microsoft.com/office/drawing/2014/main" id="{61E8D1B5-DE60-86F5-6DCD-2E84572789C8}"/>
                </a:ext>
              </a:extLst>
            </p:cNvPr>
            <p:cNvCxnSpPr>
              <a:cxnSpLocks noChangeAspect="1" noChangeShapeType="1"/>
              <a:stCxn id="20510" idx="4"/>
              <a:endCxn id="20507" idx="0"/>
            </p:cNvCxnSpPr>
            <p:nvPr/>
          </p:nvCxnSpPr>
          <p:spPr bwMode="auto">
            <a:xfrm flipH="1">
              <a:off x="4467" y="1530"/>
              <a:ext cx="278" cy="2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7" name="AutoShape 287">
              <a:extLst>
                <a:ext uri="{FF2B5EF4-FFF2-40B4-BE49-F238E27FC236}">
                  <a16:creationId xmlns:a16="http://schemas.microsoft.com/office/drawing/2014/main" id="{950C7E16-44E4-F1F5-F0C8-D27849B71ECD}"/>
                </a:ext>
              </a:extLst>
            </p:cNvPr>
            <p:cNvCxnSpPr>
              <a:cxnSpLocks noChangeAspect="1" noChangeShapeType="1"/>
              <a:stCxn id="20510" idx="4"/>
              <a:endCxn id="20506" idx="0"/>
            </p:cNvCxnSpPr>
            <p:nvPr/>
          </p:nvCxnSpPr>
          <p:spPr bwMode="auto">
            <a:xfrm>
              <a:off x="4745" y="1530"/>
              <a:ext cx="331" cy="2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18" name="Oval 288">
              <a:extLst>
                <a:ext uri="{FF2B5EF4-FFF2-40B4-BE49-F238E27FC236}">
                  <a16:creationId xmlns:a16="http://schemas.microsoft.com/office/drawing/2014/main" id="{2A1D6A32-9C8C-0A83-9C92-94BACFF721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85" y="2629"/>
              <a:ext cx="494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0519" name="Oval 289">
              <a:extLst>
                <a:ext uri="{FF2B5EF4-FFF2-40B4-BE49-F238E27FC236}">
                  <a16:creationId xmlns:a16="http://schemas.microsoft.com/office/drawing/2014/main" id="{FE751CDA-0BF6-32FE-BF50-096ED2C2BD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48" y="2126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0520" name="AutoShape 290">
              <a:extLst>
                <a:ext uri="{FF2B5EF4-FFF2-40B4-BE49-F238E27FC236}">
                  <a16:creationId xmlns:a16="http://schemas.microsoft.com/office/drawing/2014/main" id="{B56226DD-4F9A-2790-C02B-3312F0595E6B}"/>
                </a:ext>
              </a:extLst>
            </p:cNvPr>
            <p:cNvCxnSpPr>
              <a:cxnSpLocks noChangeAspect="1" noChangeShapeType="1"/>
              <a:stCxn id="20519" idx="4"/>
              <a:endCxn id="20518" idx="0"/>
            </p:cNvCxnSpPr>
            <p:nvPr/>
          </p:nvCxnSpPr>
          <p:spPr bwMode="auto">
            <a:xfrm flipH="1">
              <a:off x="2733" y="2391"/>
              <a:ext cx="269" cy="2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1" name="AutoShape 291">
              <a:extLst>
                <a:ext uri="{FF2B5EF4-FFF2-40B4-BE49-F238E27FC236}">
                  <a16:creationId xmlns:a16="http://schemas.microsoft.com/office/drawing/2014/main" id="{CE95C6EA-F506-F021-72BF-A56DE273BE6B}"/>
                </a:ext>
              </a:extLst>
            </p:cNvPr>
            <p:cNvCxnSpPr>
              <a:cxnSpLocks noChangeAspect="1" noChangeShapeType="1"/>
              <a:stCxn id="20519" idx="4"/>
              <a:endCxn id="20525" idx="0"/>
            </p:cNvCxnSpPr>
            <p:nvPr/>
          </p:nvCxnSpPr>
          <p:spPr bwMode="auto">
            <a:xfrm>
              <a:off x="3001" y="2391"/>
              <a:ext cx="270" cy="2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2" name="AutoShape 292">
              <a:extLst>
                <a:ext uri="{FF2B5EF4-FFF2-40B4-BE49-F238E27FC236}">
                  <a16:creationId xmlns:a16="http://schemas.microsoft.com/office/drawing/2014/main" id="{4C9777F6-9585-7C75-FEF6-481DD3965C4E}"/>
                </a:ext>
              </a:extLst>
            </p:cNvPr>
            <p:cNvCxnSpPr>
              <a:cxnSpLocks noChangeAspect="1" noChangeShapeType="1"/>
              <a:stCxn id="20509" idx="4"/>
              <a:endCxn id="20519" idx="0"/>
            </p:cNvCxnSpPr>
            <p:nvPr/>
          </p:nvCxnSpPr>
          <p:spPr bwMode="auto">
            <a:xfrm flipH="1">
              <a:off x="3002" y="2016"/>
              <a:ext cx="250" cy="12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23" name="Oval 293">
              <a:extLst>
                <a:ext uri="{FF2B5EF4-FFF2-40B4-BE49-F238E27FC236}">
                  <a16:creationId xmlns:a16="http://schemas.microsoft.com/office/drawing/2014/main" id="{25BD8736-94EF-7866-9D46-B9C732B21F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3157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0524" name="Oval 294">
              <a:extLst>
                <a:ext uri="{FF2B5EF4-FFF2-40B4-BE49-F238E27FC236}">
                  <a16:creationId xmlns:a16="http://schemas.microsoft.com/office/drawing/2014/main" id="{505D2263-0574-97F2-EE7C-1651B077E1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7" y="3152"/>
              <a:ext cx="494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0525" name="Oval 295">
              <a:extLst>
                <a:ext uri="{FF2B5EF4-FFF2-40B4-BE49-F238E27FC236}">
                  <a16:creationId xmlns:a16="http://schemas.microsoft.com/office/drawing/2014/main" id="{3207131A-0386-52CA-67DF-AC537C4953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0" y="2643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0526" name="AutoShape 296">
              <a:extLst>
                <a:ext uri="{FF2B5EF4-FFF2-40B4-BE49-F238E27FC236}">
                  <a16:creationId xmlns:a16="http://schemas.microsoft.com/office/drawing/2014/main" id="{2E3EA488-B0F7-0A2C-216E-94E80EA06606}"/>
                </a:ext>
              </a:extLst>
            </p:cNvPr>
            <p:cNvCxnSpPr>
              <a:cxnSpLocks noChangeAspect="1" noChangeShapeType="1"/>
              <a:stCxn id="20525" idx="4"/>
              <a:endCxn id="20524" idx="0"/>
            </p:cNvCxnSpPr>
            <p:nvPr/>
          </p:nvCxnSpPr>
          <p:spPr bwMode="auto">
            <a:xfrm flipH="1">
              <a:off x="2935" y="2908"/>
              <a:ext cx="336" cy="2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7" name="AutoShape 297">
              <a:extLst>
                <a:ext uri="{FF2B5EF4-FFF2-40B4-BE49-F238E27FC236}">
                  <a16:creationId xmlns:a16="http://schemas.microsoft.com/office/drawing/2014/main" id="{4F979943-DB9B-98D8-7B61-292F0FE7A961}"/>
                </a:ext>
              </a:extLst>
            </p:cNvPr>
            <p:cNvCxnSpPr>
              <a:cxnSpLocks noChangeAspect="1" noChangeShapeType="1"/>
              <a:stCxn id="20525" idx="4"/>
              <a:endCxn id="20523" idx="0"/>
            </p:cNvCxnSpPr>
            <p:nvPr/>
          </p:nvCxnSpPr>
          <p:spPr bwMode="auto">
            <a:xfrm>
              <a:off x="3272" y="2908"/>
              <a:ext cx="375" cy="2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28" name="Oval 298">
              <a:extLst>
                <a:ext uri="{FF2B5EF4-FFF2-40B4-BE49-F238E27FC236}">
                  <a16:creationId xmlns:a16="http://schemas.microsoft.com/office/drawing/2014/main" id="{D881C9EF-C792-F9D5-B643-20407A5922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7" y="3479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0529" name="Oval 299">
              <a:extLst>
                <a:ext uri="{FF2B5EF4-FFF2-40B4-BE49-F238E27FC236}">
                  <a16:creationId xmlns:a16="http://schemas.microsoft.com/office/drawing/2014/main" id="{8955E40E-76E3-9B05-AE73-5206058312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7" y="3492"/>
              <a:ext cx="444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0530" name="AutoShape 300">
              <a:extLst>
                <a:ext uri="{FF2B5EF4-FFF2-40B4-BE49-F238E27FC236}">
                  <a16:creationId xmlns:a16="http://schemas.microsoft.com/office/drawing/2014/main" id="{C4BFE2ED-4C26-C8F1-6ABD-D56562EF5AF7}"/>
                </a:ext>
              </a:extLst>
            </p:cNvPr>
            <p:cNvCxnSpPr>
              <a:cxnSpLocks noChangeAspect="1" noChangeShapeType="1"/>
              <a:stCxn id="20523" idx="4"/>
              <a:endCxn id="20529" idx="0"/>
            </p:cNvCxnSpPr>
            <p:nvPr/>
          </p:nvCxnSpPr>
          <p:spPr bwMode="auto">
            <a:xfrm flipH="1">
              <a:off x="3400" y="3422"/>
              <a:ext cx="247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1" name="AutoShape 301">
              <a:extLst>
                <a:ext uri="{FF2B5EF4-FFF2-40B4-BE49-F238E27FC236}">
                  <a16:creationId xmlns:a16="http://schemas.microsoft.com/office/drawing/2014/main" id="{E40F3061-23D0-31E5-6F9D-9F5D360DE377}"/>
                </a:ext>
              </a:extLst>
            </p:cNvPr>
            <p:cNvCxnSpPr>
              <a:cxnSpLocks noChangeAspect="1" noChangeShapeType="1"/>
              <a:stCxn id="20523" idx="4"/>
              <a:endCxn id="20528" idx="0"/>
            </p:cNvCxnSpPr>
            <p:nvPr/>
          </p:nvCxnSpPr>
          <p:spPr bwMode="auto">
            <a:xfrm>
              <a:off x="3647" y="3422"/>
              <a:ext cx="282" cy="6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32" name="Oval 302">
              <a:extLst>
                <a:ext uri="{FF2B5EF4-FFF2-40B4-BE49-F238E27FC236}">
                  <a16:creationId xmlns:a16="http://schemas.microsoft.com/office/drawing/2014/main" id="{C6800200-6F31-EC9E-E64D-948E1806DD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0" y="2127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0533" name="Oval 303">
              <a:extLst>
                <a:ext uri="{FF2B5EF4-FFF2-40B4-BE49-F238E27FC236}">
                  <a16:creationId xmlns:a16="http://schemas.microsoft.com/office/drawing/2014/main" id="{36CF5463-4E9E-F3F9-43DC-39C58D769D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57" y="2654"/>
              <a:ext cx="478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0534" name="AutoShape 304">
              <a:extLst>
                <a:ext uri="{FF2B5EF4-FFF2-40B4-BE49-F238E27FC236}">
                  <a16:creationId xmlns:a16="http://schemas.microsoft.com/office/drawing/2014/main" id="{9BC1BAF7-29DA-C636-1F3B-72948C5793BD}"/>
                </a:ext>
              </a:extLst>
            </p:cNvPr>
            <p:cNvCxnSpPr>
              <a:cxnSpLocks noChangeAspect="1" noChangeShapeType="1"/>
              <a:stCxn id="20532" idx="4"/>
              <a:endCxn id="20533" idx="0"/>
            </p:cNvCxnSpPr>
            <p:nvPr/>
          </p:nvCxnSpPr>
          <p:spPr bwMode="auto">
            <a:xfrm>
              <a:off x="3735" y="2392"/>
              <a:ext cx="64" cy="27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5" name="AutoShape 305">
              <a:extLst>
                <a:ext uri="{FF2B5EF4-FFF2-40B4-BE49-F238E27FC236}">
                  <a16:creationId xmlns:a16="http://schemas.microsoft.com/office/drawing/2014/main" id="{D25A09DB-BA00-AFFF-F915-F50083A8A489}"/>
                </a:ext>
              </a:extLst>
            </p:cNvPr>
            <p:cNvCxnSpPr>
              <a:cxnSpLocks noChangeAspect="1" noChangeShapeType="1"/>
              <a:stCxn id="20509" idx="4"/>
              <a:endCxn id="20532" idx="0"/>
            </p:cNvCxnSpPr>
            <p:nvPr/>
          </p:nvCxnSpPr>
          <p:spPr bwMode="auto">
            <a:xfrm>
              <a:off x="3252" y="2016"/>
              <a:ext cx="483" cy="12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36" name="Oval 306">
              <a:extLst>
                <a:ext uri="{FF2B5EF4-FFF2-40B4-BE49-F238E27FC236}">
                  <a16:creationId xmlns:a16="http://schemas.microsoft.com/office/drawing/2014/main" id="{C66AFD37-1168-BA63-5A67-7929D45D48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9" y="2133"/>
              <a:ext cx="561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0537" name="Oval 307">
              <a:extLst>
                <a:ext uri="{FF2B5EF4-FFF2-40B4-BE49-F238E27FC236}">
                  <a16:creationId xmlns:a16="http://schemas.microsoft.com/office/drawing/2014/main" id="{6F3C19EF-D267-658D-DBF3-10FE67B8ED5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2637"/>
              <a:ext cx="578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0538" name="AutoShape 308">
              <a:extLst>
                <a:ext uri="{FF2B5EF4-FFF2-40B4-BE49-F238E27FC236}">
                  <a16:creationId xmlns:a16="http://schemas.microsoft.com/office/drawing/2014/main" id="{721BC148-4810-4286-2EA9-70EFBB579F6E}"/>
                </a:ext>
              </a:extLst>
            </p:cNvPr>
            <p:cNvCxnSpPr>
              <a:cxnSpLocks noChangeAspect="1" noChangeShapeType="1"/>
              <a:stCxn id="20532" idx="4"/>
              <a:endCxn id="20537" idx="0"/>
            </p:cNvCxnSpPr>
            <p:nvPr/>
          </p:nvCxnSpPr>
          <p:spPr bwMode="auto">
            <a:xfrm>
              <a:off x="3735" y="2392"/>
              <a:ext cx="640" cy="2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9" name="AutoShape 309">
              <a:extLst>
                <a:ext uri="{FF2B5EF4-FFF2-40B4-BE49-F238E27FC236}">
                  <a16:creationId xmlns:a16="http://schemas.microsoft.com/office/drawing/2014/main" id="{C7222524-C095-9807-DA86-B166BA400C0B}"/>
                </a:ext>
              </a:extLst>
            </p:cNvPr>
            <p:cNvCxnSpPr>
              <a:cxnSpLocks noChangeAspect="1" noChangeShapeType="1"/>
              <a:stCxn id="20506" idx="4"/>
              <a:endCxn id="20536" idx="0"/>
            </p:cNvCxnSpPr>
            <p:nvPr/>
          </p:nvCxnSpPr>
          <p:spPr bwMode="auto">
            <a:xfrm flipH="1">
              <a:off x="4732" y="2030"/>
              <a:ext cx="344" cy="1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40" name="Oval 310">
              <a:extLst>
                <a:ext uri="{FF2B5EF4-FFF2-40B4-BE49-F238E27FC236}">
                  <a16:creationId xmlns:a16="http://schemas.microsoft.com/office/drawing/2014/main" id="{D950B00D-A98A-85C2-4613-104754C769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24" y="2146"/>
              <a:ext cx="579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0541" name="AutoShape 311">
              <a:extLst>
                <a:ext uri="{FF2B5EF4-FFF2-40B4-BE49-F238E27FC236}">
                  <a16:creationId xmlns:a16="http://schemas.microsoft.com/office/drawing/2014/main" id="{3D478B40-EC3E-A62E-0407-AF19A4E45C8A}"/>
                </a:ext>
              </a:extLst>
            </p:cNvPr>
            <p:cNvCxnSpPr>
              <a:cxnSpLocks noChangeAspect="1" noChangeShapeType="1"/>
              <a:stCxn id="20506" idx="4"/>
              <a:endCxn id="20540" idx="0"/>
            </p:cNvCxnSpPr>
            <p:nvPr/>
          </p:nvCxnSpPr>
          <p:spPr bwMode="auto">
            <a:xfrm>
              <a:off x="5076" y="2030"/>
              <a:ext cx="240" cy="1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42" name="Rectangle 312">
              <a:extLst>
                <a:ext uri="{FF2B5EF4-FFF2-40B4-BE49-F238E27FC236}">
                  <a16:creationId xmlns:a16="http://schemas.microsoft.com/office/drawing/2014/main" id="{1787C2D0-ED72-CB3A-2F70-C1126028FB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2" y="3024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3" name="Rectangle 313">
              <a:extLst>
                <a:ext uri="{FF2B5EF4-FFF2-40B4-BE49-F238E27FC236}">
                  <a16:creationId xmlns:a16="http://schemas.microsoft.com/office/drawing/2014/main" id="{04F45301-981E-DB54-8BCB-8B91652917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4" name="Rectangle 314">
              <a:extLst>
                <a:ext uri="{FF2B5EF4-FFF2-40B4-BE49-F238E27FC236}">
                  <a16:creationId xmlns:a16="http://schemas.microsoft.com/office/drawing/2014/main" id="{5C404175-B1CB-F206-ADE5-01158EF3D1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5" name="Rectangle 315">
              <a:extLst>
                <a:ext uri="{FF2B5EF4-FFF2-40B4-BE49-F238E27FC236}">
                  <a16:creationId xmlns:a16="http://schemas.microsoft.com/office/drawing/2014/main" id="{7B5C550A-2A0B-9421-88D1-87B1A3520CF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552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6" name="Rectangle 316">
              <a:extLst>
                <a:ext uri="{FF2B5EF4-FFF2-40B4-BE49-F238E27FC236}">
                  <a16:creationId xmlns:a16="http://schemas.microsoft.com/office/drawing/2014/main" id="{34D5219F-8EC3-8D9F-3747-40B112BFF1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6" y="3552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7" name="Rectangle 317">
              <a:extLst>
                <a:ext uri="{FF2B5EF4-FFF2-40B4-BE49-F238E27FC236}">
                  <a16:creationId xmlns:a16="http://schemas.microsoft.com/office/drawing/2014/main" id="{E2C12E63-410D-7D5A-48E6-2A04B6F793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201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8" name="Rectangle 318">
              <a:extLst>
                <a:ext uri="{FF2B5EF4-FFF2-40B4-BE49-F238E27FC236}">
                  <a16:creationId xmlns:a16="http://schemas.microsoft.com/office/drawing/2014/main" id="{ADF880E3-E1A7-2D77-8B37-F850C229E7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201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9" name="Rectangle 319">
              <a:extLst>
                <a:ext uri="{FF2B5EF4-FFF2-40B4-BE49-F238E27FC236}">
                  <a16:creationId xmlns:a16="http://schemas.microsoft.com/office/drawing/2014/main" id="{8B3FEBF9-85AD-F5C5-A081-2F33B05954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024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0" name="Rectangle 320">
              <a:extLst>
                <a:ext uri="{FF2B5EF4-FFF2-40B4-BE49-F238E27FC236}">
                  <a16:creationId xmlns:a16="http://schemas.microsoft.com/office/drawing/2014/main" id="{E156CA23-1103-CA36-C1B3-63D865D78E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1" name="Rectangle 321">
              <a:extLst>
                <a:ext uri="{FF2B5EF4-FFF2-40B4-BE49-F238E27FC236}">
                  <a16:creationId xmlns:a16="http://schemas.microsoft.com/office/drawing/2014/main" id="{3A8CCAA8-9EC8-B937-D810-AB6283EBF9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56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2" name="Rectangle 322">
              <a:extLst>
                <a:ext uri="{FF2B5EF4-FFF2-40B4-BE49-F238E27FC236}">
                  <a16:creationId xmlns:a16="http://schemas.microsoft.com/office/drawing/2014/main" id="{C2A28178-D0A4-EA6F-24BC-653F02D20D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92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3" name="Rectangle 323">
              <a:extLst>
                <a:ext uri="{FF2B5EF4-FFF2-40B4-BE49-F238E27FC236}">
                  <a16:creationId xmlns:a16="http://schemas.microsoft.com/office/drawing/2014/main" id="{4F4C729D-FB44-F278-18EE-553411C6D7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4" name="Rectangle 324">
              <a:extLst>
                <a:ext uri="{FF2B5EF4-FFF2-40B4-BE49-F238E27FC236}">
                  <a16:creationId xmlns:a16="http://schemas.microsoft.com/office/drawing/2014/main" id="{80C52CE3-16D0-F31C-CDA0-417ED085B8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5" name="Rectangle 325">
              <a:extLst>
                <a:ext uri="{FF2B5EF4-FFF2-40B4-BE49-F238E27FC236}">
                  <a16:creationId xmlns:a16="http://schemas.microsoft.com/office/drawing/2014/main" id="{950BC6A9-C902-01B7-07B4-012917A62F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4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6" name="Rectangle 326">
              <a:extLst>
                <a:ext uri="{FF2B5EF4-FFF2-40B4-BE49-F238E27FC236}">
                  <a16:creationId xmlns:a16="http://schemas.microsoft.com/office/drawing/2014/main" id="{53B3D5BE-390B-14FD-0020-80D9FD3656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8" y="216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7" name="Rectangle 327">
              <a:extLst>
                <a:ext uri="{FF2B5EF4-FFF2-40B4-BE49-F238E27FC236}">
                  <a16:creationId xmlns:a16="http://schemas.microsoft.com/office/drawing/2014/main" id="{D10AA2C1-03E4-4027-7C47-7751462BE6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0" y="216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8" name="Rectangle 328">
              <a:extLst>
                <a:ext uri="{FF2B5EF4-FFF2-40B4-BE49-F238E27FC236}">
                  <a16:creationId xmlns:a16="http://schemas.microsoft.com/office/drawing/2014/main" id="{7EB6D123-A668-3D72-9396-CA8978318E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08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9" name="Rectangle 329">
              <a:extLst>
                <a:ext uri="{FF2B5EF4-FFF2-40B4-BE49-F238E27FC236}">
                  <a16:creationId xmlns:a16="http://schemas.microsoft.com/office/drawing/2014/main" id="{2224E7DC-2FA2-6ED7-2B60-0FF4AF84B0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60" name="Rectangle 330">
              <a:extLst>
                <a:ext uri="{FF2B5EF4-FFF2-40B4-BE49-F238E27FC236}">
                  <a16:creationId xmlns:a16="http://schemas.microsoft.com/office/drawing/2014/main" id="{CF588F1E-9F5F-EA89-DC9F-DE0B5AA946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84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61" name="Rectangle 331">
              <a:extLst>
                <a:ext uri="{FF2B5EF4-FFF2-40B4-BE49-F238E27FC236}">
                  <a16:creationId xmlns:a16="http://schemas.microsoft.com/office/drawing/2014/main" id="{4D63DD8C-F2B2-EF40-63CD-42B5B81780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6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0562" name="AutoShape 332">
              <a:extLst>
                <a:ext uri="{FF2B5EF4-FFF2-40B4-BE49-F238E27FC236}">
                  <a16:creationId xmlns:a16="http://schemas.microsoft.com/office/drawing/2014/main" id="{CCB5A3AF-F807-F6A0-E3C5-C388B2947A06}"/>
                </a:ext>
              </a:extLst>
            </p:cNvPr>
            <p:cNvCxnSpPr>
              <a:cxnSpLocks noChangeAspect="1" noChangeShapeType="1"/>
              <a:stCxn id="20518" idx="4"/>
              <a:endCxn id="20542" idx="0"/>
            </p:cNvCxnSpPr>
            <p:nvPr/>
          </p:nvCxnSpPr>
          <p:spPr bwMode="auto">
            <a:xfrm flipH="1">
              <a:off x="2640" y="2894"/>
              <a:ext cx="93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3" name="AutoShape 333">
              <a:extLst>
                <a:ext uri="{FF2B5EF4-FFF2-40B4-BE49-F238E27FC236}">
                  <a16:creationId xmlns:a16="http://schemas.microsoft.com/office/drawing/2014/main" id="{319B4FE1-9F55-9B79-5EE3-4E8E66140628}"/>
                </a:ext>
              </a:extLst>
            </p:cNvPr>
            <p:cNvCxnSpPr>
              <a:cxnSpLocks noChangeAspect="1" noChangeShapeType="1"/>
              <a:stCxn id="20518" idx="4"/>
              <a:endCxn id="20549" idx="0"/>
            </p:cNvCxnSpPr>
            <p:nvPr/>
          </p:nvCxnSpPr>
          <p:spPr bwMode="auto">
            <a:xfrm>
              <a:off x="2733" y="2894"/>
              <a:ext cx="99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4" name="AutoShape 334">
              <a:extLst>
                <a:ext uri="{FF2B5EF4-FFF2-40B4-BE49-F238E27FC236}">
                  <a16:creationId xmlns:a16="http://schemas.microsoft.com/office/drawing/2014/main" id="{6C1B7EDD-2DF1-5322-2211-DEF7C4640AAA}"/>
                </a:ext>
              </a:extLst>
            </p:cNvPr>
            <p:cNvCxnSpPr>
              <a:cxnSpLocks noChangeAspect="1" noChangeShapeType="1"/>
              <a:stCxn id="20524" idx="4"/>
              <a:endCxn id="20545" idx="0"/>
            </p:cNvCxnSpPr>
            <p:nvPr/>
          </p:nvCxnSpPr>
          <p:spPr bwMode="auto">
            <a:xfrm flipH="1">
              <a:off x="2832" y="3418"/>
              <a:ext cx="104" cy="1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5" name="AutoShape 335">
              <a:extLst>
                <a:ext uri="{FF2B5EF4-FFF2-40B4-BE49-F238E27FC236}">
                  <a16:creationId xmlns:a16="http://schemas.microsoft.com/office/drawing/2014/main" id="{972B56D1-1AF3-C279-6E23-2777E89D7BB8}"/>
                </a:ext>
              </a:extLst>
            </p:cNvPr>
            <p:cNvCxnSpPr>
              <a:cxnSpLocks noChangeAspect="1" noChangeShapeType="1"/>
              <a:stCxn id="20524" idx="4"/>
              <a:endCxn id="20546" idx="0"/>
            </p:cNvCxnSpPr>
            <p:nvPr/>
          </p:nvCxnSpPr>
          <p:spPr bwMode="auto">
            <a:xfrm>
              <a:off x="2936" y="3418"/>
              <a:ext cx="88" cy="1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6" name="AutoShape 336">
              <a:extLst>
                <a:ext uri="{FF2B5EF4-FFF2-40B4-BE49-F238E27FC236}">
                  <a16:creationId xmlns:a16="http://schemas.microsoft.com/office/drawing/2014/main" id="{09A2DB8C-DE85-A0A9-C80C-46215B852732}"/>
                </a:ext>
              </a:extLst>
            </p:cNvPr>
            <p:cNvCxnSpPr>
              <a:cxnSpLocks noChangeAspect="1" noChangeShapeType="1"/>
              <a:stCxn id="20548" idx="0"/>
              <a:endCxn id="20508" idx="4"/>
            </p:cNvCxnSpPr>
            <p:nvPr/>
          </p:nvCxnSpPr>
          <p:spPr bwMode="auto">
            <a:xfrm flipH="1" flipV="1">
              <a:off x="3865" y="1934"/>
              <a:ext cx="167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7" name="AutoShape 337">
              <a:extLst>
                <a:ext uri="{FF2B5EF4-FFF2-40B4-BE49-F238E27FC236}">
                  <a16:creationId xmlns:a16="http://schemas.microsoft.com/office/drawing/2014/main" id="{1281E714-997F-E02C-239A-381D8B8EC272}"/>
                </a:ext>
              </a:extLst>
            </p:cNvPr>
            <p:cNvCxnSpPr>
              <a:cxnSpLocks noChangeAspect="1" noChangeShapeType="1"/>
              <a:stCxn id="20507" idx="4"/>
              <a:endCxn id="20556" idx="0"/>
            </p:cNvCxnSpPr>
            <p:nvPr/>
          </p:nvCxnSpPr>
          <p:spPr bwMode="auto">
            <a:xfrm flipH="1">
              <a:off x="4176" y="2030"/>
              <a:ext cx="291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8" name="AutoShape 338">
              <a:extLst>
                <a:ext uri="{FF2B5EF4-FFF2-40B4-BE49-F238E27FC236}">
                  <a16:creationId xmlns:a16="http://schemas.microsoft.com/office/drawing/2014/main" id="{D751E00C-41D6-4D12-8C5B-4F9C4580DC14}"/>
                </a:ext>
              </a:extLst>
            </p:cNvPr>
            <p:cNvCxnSpPr>
              <a:cxnSpLocks noChangeAspect="1" noChangeShapeType="1"/>
              <a:stCxn id="20507" idx="4"/>
              <a:endCxn id="20557" idx="0"/>
            </p:cNvCxnSpPr>
            <p:nvPr/>
          </p:nvCxnSpPr>
          <p:spPr bwMode="auto">
            <a:xfrm flipH="1">
              <a:off x="4368" y="2030"/>
              <a:ext cx="99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9" name="AutoShape 339">
              <a:extLst>
                <a:ext uri="{FF2B5EF4-FFF2-40B4-BE49-F238E27FC236}">
                  <a16:creationId xmlns:a16="http://schemas.microsoft.com/office/drawing/2014/main" id="{59C46E31-92CA-9F96-8C95-84A7823BF6F9}"/>
                </a:ext>
              </a:extLst>
            </p:cNvPr>
            <p:cNvCxnSpPr>
              <a:cxnSpLocks noChangeAspect="1" noChangeShapeType="1"/>
              <a:stCxn id="20536" idx="4"/>
              <a:endCxn id="20558" idx="0"/>
            </p:cNvCxnSpPr>
            <p:nvPr/>
          </p:nvCxnSpPr>
          <p:spPr bwMode="auto">
            <a:xfrm flipH="1">
              <a:off x="4656" y="2398"/>
              <a:ext cx="76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0" name="AutoShape 340">
              <a:extLst>
                <a:ext uri="{FF2B5EF4-FFF2-40B4-BE49-F238E27FC236}">
                  <a16:creationId xmlns:a16="http://schemas.microsoft.com/office/drawing/2014/main" id="{288403AD-84F8-F2BF-5DDB-A8D043508047}"/>
                </a:ext>
              </a:extLst>
            </p:cNvPr>
            <p:cNvCxnSpPr>
              <a:cxnSpLocks noChangeAspect="1" noChangeShapeType="1"/>
              <a:stCxn id="20536" idx="4"/>
              <a:endCxn id="20559" idx="0"/>
            </p:cNvCxnSpPr>
            <p:nvPr/>
          </p:nvCxnSpPr>
          <p:spPr bwMode="auto">
            <a:xfrm>
              <a:off x="4732" y="2398"/>
              <a:ext cx="116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1" name="AutoShape 341">
              <a:extLst>
                <a:ext uri="{FF2B5EF4-FFF2-40B4-BE49-F238E27FC236}">
                  <a16:creationId xmlns:a16="http://schemas.microsoft.com/office/drawing/2014/main" id="{0E045809-65C1-CD5D-A533-A4498DB9FBCF}"/>
                </a:ext>
              </a:extLst>
            </p:cNvPr>
            <p:cNvCxnSpPr>
              <a:cxnSpLocks noChangeAspect="1" noChangeShapeType="1"/>
              <a:stCxn id="20540" idx="4"/>
              <a:endCxn id="20560" idx="0"/>
            </p:cNvCxnSpPr>
            <p:nvPr/>
          </p:nvCxnSpPr>
          <p:spPr bwMode="auto">
            <a:xfrm flipH="1">
              <a:off x="5232" y="2412"/>
              <a:ext cx="84" cy="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2" name="AutoShape 342">
              <a:extLst>
                <a:ext uri="{FF2B5EF4-FFF2-40B4-BE49-F238E27FC236}">
                  <a16:creationId xmlns:a16="http://schemas.microsoft.com/office/drawing/2014/main" id="{9656DAC1-502B-69B2-9580-43BC485E816B}"/>
                </a:ext>
              </a:extLst>
            </p:cNvPr>
            <p:cNvCxnSpPr>
              <a:cxnSpLocks noChangeAspect="1" noChangeShapeType="1"/>
              <a:stCxn id="20540" idx="4"/>
              <a:endCxn id="20561" idx="0"/>
            </p:cNvCxnSpPr>
            <p:nvPr/>
          </p:nvCxnSpPr>
          <p:spPr bwMode="auto">
            <a:xfrm>
              <a:off x="5316" y="2412"/>
              <a:ext cx="108" cy="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3" name="AutoShape 343">
              <a:extLst>
                <a:ext uri="{FF2B5EF4-FFF2-40B4-BE49-F238E27FC236}">
                  <a16:creationId xmlns:a16="http://schemas.microsoft.com/office/drawing/2014/main" id="{8A5916CF-4A8C-B750-15CA-D4DC53A781D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296" y="2697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4" name="AutoShape 344">
              <a:extLst>
                <a:ext uri="{FF2B5EF4-FFF2-40B4-BE49-F238E27FC236}">
                  <a16:creationId xmlns:a16="http://schemas.microsoft.com/office/drawing/2014/main" id="{DD99EFF7-8C62-A0F9-57EA-93FD06A29038}"/>
                </a:ext>
              </a:extLst>
            </p:cNvPr>
            <p:cNvCxnSpPr>
              <a:cxnSpLocks noChangeAspect="1" noChangeShapeType="1"/>
              <a:stCxn id="20537" idx="4"/>
              <a:endCxn id="20554" idx="0"/>
            </p:cNvCxnSpPr>
            <p:nvPr/>
          </p:nvCxnSpPr>
          <p:spPr bwMode="auto">
            <a:xfrm flipH="1">
              <a:off x="4272" y="2902"/>
              <a:ext cx="103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5" name="AutoShape 345">
              <a:extLst>
                <a:ext uri="{FF2B5EF4-FFF2-40B4-BE49-F238E27FC236}">
                  <a16:creationId xmlns:a16="http://schemas.microsoft.com/office/drawing/2014/main" id="{34BBBA68-7908-60BF-BE28-F90C3AEEE3DB}"/>
                </a:ext>
              </a:extLst>
            </p:cNvPr>
            <p:cNvCxnSpPr>
              <a:cxnSpLocks noChangeAspect="1" noChangeShapeType="1"/>
              <a:stCxn id="20533" idx="4"/>
              <a:endCxn id="20544" idx="0"/>
            </p:cNvCxnSpPr>
            <p:nvPr/>
          </p:nvCxnSpPr>
          <p:spPr bwMode="auto">
            <a:xfrm>
              <a:off x="3799" y="2916"/>
              <a:ext cx="137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6" name="AutoShape 346">
              <a:extLst>
                <a:ext uri="{FF2B5EF4-FFF2-40B4-BE49-F238E27FC236}">
                  <a16:creationId xmlns:a16="http://schemas.microsoft.com/office/drawing/2014/main" id="{A57A56FB-CE9C-0A60-1A73-D88B28D12D63}"/>
                </a:ext>
              </a:extLst>
            </p:cNvPr>
            <p:cNvCxnSpPr>
              <a:cxnSpLocks noChangeAspect="1" noChangeShapeType="1"/>
              <a:stCxn id="20533" idx="4"/>
              <a:endCxn id="20543" idx="0"/>
            </p:cNvCxnSpPr>
            <p:nvPr/>
          </p:nvCxnSpPr>
          <p:spPr bwMode="auto">
            <a:xfrm flipH="1">
              <a:off x="3696" y="2916"/>
              <a:ext cx="103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7" name="AutoShape 347">
              <a:extLst>
                <a:ext uri="{FF2B5EF4-FFF2-40B4-BE49-F238E27FC236}">
                  <a16:creationId xmlns:a16="http://schemas.microsoft.com/office/drawing/2014/main" id="{66BD22FF-62BE-9C76-5BDB-138FD5A5A0B6}"/>
                </a:ext>
              </a:extLst>
            </p:cNvPr>
            <p:cNvCxnSpPr>
              <a:cxnSpLocks noChangeAspect="1" noChangeShapeType="1"/>
              <a:stCxn id="20529" idx="4"/>
              <a:endCxn id="20550" idx="0"/>
            </p:cNvCxnSpPr>
            <p:nvPr/>
          </p:nvCxnSpPr>
          <p:spPr bwMode="auto">
            <a:xfrm flipH="1">
              <a:off x="3312" y="3758"/>
              <a:ext cx="88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8" name="AutoShape 348">
              <a:extLst>
                <a:ext uri="{FF2B5EF4-FFF2-40B4-BE49-F238E27FC236}">
                  <a16:creationId xmlns:a16="http://schemas.microsoft.com/office/drawing/2014/main" id="{8C57A15A-84BF-8C3A-4558-9A3A089537A4}"/>
                </a:ext>
              </a:extLst>
            </p:cNvPr>
            <p:cNvCxnSpPr>
              <a:cxnSpLocks noChangeAspect="1" noChangeShapeType="1"/>
              <a:stCxn id="20529" idx="4"/>
              <a:endCxn id="20551" idx="0"/>
            </p:cNvCxnSpPr>
            <p:nvPr/>
          </p:nvCxnSpPr>
          <p:spPr bwMode="auto">
            <a:xfrm>
              <a:off x="3400" y="3758"/>
              <a:ext cx="104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9" name="AutoShape 349">
              <a:extLst>
                <a:ext uri="{FF2B5EF4-FFF2-40B4-BE49-F238E27FC236}">
                  <a16:creationId xmlns:a16="http://schemas.microsoft.com/office/drawing/2014/main" id="{E61DA284-72A5-F31B-F229-E7E33585D277}"/>
                </a:ext>
              </a:extLst>
            </p:cNvPr>
            <p:cNvCxnSpPr>
              <a:cxnSpLocks noChangeAspect="1" noChangeShapeType="1"/>
              <a:stCxn id="20528" idx="4"/>
              <a:endCxn id="20552" idx="0"/>
            </p:cNvCxnSpPr>
            <p:nvPr/>
          </p:nvCxnSpPr>
          <p:spPr bwMode="auto">
            <a:xfrm flipH="1">
              <a:off x="3840" y="3744"/>
              <a:ext cx="89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0" name="AutoShape 350">
              <a:extLst>
                <a:ext uri="{FF2B5EF4-FFF2-40B4-BE49-F238E27FC236}">
                  <a16:creationId xmlns:a16="http://schemas.microsoft.com/office/drawing/2014/main" id="{4D5D4CAE-4565-0693-801D-0EFCE058395D}"/>
                </a:ext>
              </a:extLst>
            </p:cNvPr>
            <p:cNvCxnSpPr>
              <a:cxnSpLocks noChangeAspect="1" noChangeShapeType="1"/>
              <a:stCxn id="20528" idx="4"/>
              <a:endCxn id="20553" idx="0"/>
            </p:cNvCxnSpPr>
            <p:nvPr/>
          </p:nvCxnSpPr>
          <p:spPr bwMode="auto">
            <a:xfrm>
              <a:off x="3929" y="3744"/>
              <a:ext cx="103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1" name="AutoShape 351">
              <a:extLst>
                <a:ext uri="{FF2B5EF4-FFF2-40B4-BE49-F238E27FC236}">
                  <a16:creationId xmlns:a16="http://schemas.microsoft.com/office/drawing/2014/main" id="{E237AB91-EDDC-2219-F306-0ABE13367DE2}"/>
                </a:ext>
              </a:extLst>
            </p:cNvPr>
            <p:cNvCxnSpPr>
              <a:cxnSpLocks noChangeAspect="1" noChangeShapeType="1"/>
              <a:stCxn id="20508" idx="4"/>
              <a:endCxn id="20547" idx="0"/>
            </p:cNvCxnSpPr>
            <p:nvPr/>
          </p:nvCxnSpPr>
          <p:spPr bwMode="auto">
            <a:xfrm>
              <a:off x="3865" y="1934"/>
              <a:ext cx="23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2" name="AutoShape 352">
              <a:extLst>
                <a:ext uri="{FF2B5EF4-FFF2-40B4-BE49-F238E27FC236}">
                  <a16:creationId xmlns:a16="http://schemas.microsoft.com/office/drawing/2014/main" id="{97F01D54-0AAA-B11E-6714-7BEDFB23A7CB}"/>
                </a:ext>
              </a:extLst>
            </p:cNvPr>
            <p:cNvCxnSpPr>
              <a:cxnSpLocks noChangeAspect="1" noChangeShapeType="1"/>
              <a:stCxn id="20537" idx="4"/>
              <a:endCxn id="20555" idx="0"/>
            </p:cNvCxnSpPr>
            <p:nvPr/>
          </p:nvCxnSpPr>
          <p:spPr bwMode="auto">
            <a:xfrm>
              <a:off x="4375" y="2902"/>
              <a:ext cx="137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97" name="Freeform 353">
            <a:extLst>
              <a:ext uri="{FF2B5EF4-FFF2-40B4-BE49-F238E27FC236}">
                <a16:creationId xmlns:a16="http://schemas.microsoft.com/office/drawing/2014/main" id="{0445E929-7F96-8824-77D0-477064874F1A}"/>
              </a:ext>
            </a:extLst>
          </p:cNvPr>
          <p:cNvSpPr>
            <a:spLocks/>
          </p:cNvSpPr>
          <p:nvPr/>
        </p:nvSpPr>
        <p:spPr bwMode="auto">
          <a:xfrm>
            <a:off x="528638" y="4206875"/>
            <a:ext cx="2352675" cy="2378075"/>
          </a:xfrm>
          <a:custGeom>
            <a:avLst/>
            <a:gdLst>
              <a:gd name="T0" fmla="*/ 1867436753 w 1482"/>
              <a:gd name="T1" fmla="*/ 844253259 h 1498"/>
              <a:gd name="T2" fmla="*/ 1685985563 w 1482"/>
              <a:gd name="T3" fmla="*/ 594756880 h 1498"/>
              <a:gd name="T4" fmla="*/ 1617940176 w 1482"/>
              <a:gd name="T5" fmla="*/ 299897801 h 1498"/>
              <a:gd name="T6" fmla="*/ 1113909092 w 1482"/>
              <a:gd name="T7" fmla="*/ 7559676 h 1498"/>
              <a:gd name="T8" fmla="*/ 808970882 w 1482"/>
              <a:gd name="T9" fmla="*/ 50403121 h 1498"/>
              <a:gd name="T10" fmla="*/ 627518104 w 1482"/>
              <a:gd name="T11" fmla="*/ 173891568 h 1498"/>
              <a:gd name="T12" fmla="*/ 514111904 w 1482"/>
              <a:gd name="T13" fmla="*/ 216733466 h 1498"/>
              <a:gd name="T14" fmla="*/ 415826537 w 1482"/>
              <a:gd name="T15" fmla="*/ 272176886 h 1498"/>
              <a:gd name="T16" fmla="*/ 234373759 w 1482"/>
              <a:gd name="T17" fmla="*/ 594756880 h 1498"/>
              <a:gd name="T18" fmla="*/ 194052811 w 1482"/>
              <a:gd name="T19" fmla="*/ 635079366 h 1498"/>
              <a:gd name="T20" fmla="*/ 83165947 w 1482"/>
              <a:gd name="T21" fmla="*/ 803930574 h 1498"/>
              <a:gd name="T22" fmla="*/ 40322499 w 1482"/>
              <a:gd name="T23" fmla="*/ 927417595 h 1498"/>
              <a:gd name="T24" fmla="*/ 12601574 w 1482"/>
              <a:gd name="T25" fmla="*/ 1081146282 h 1498"/>
              <a:gd name="T26" fmla="*/ 178931878 w 1482"/>
              <a:gd name="T27" fmla="*/ 2046367002 h 1498"/>
              <a:gd name="T28" fmla="*/ 332660615 w 1482"/>
              <a:gd name="T29" fmla="*/ 2147483647 h 1498"/>
              <a:gd name="T30" fmla="*/ 446068501 w 1482"/>
              <a:gd name="T31" fmla="*/ 2147483647 h 1498"/>
              <a:gd name="T32" fmla="*/ 514111904 w 1482"/>
              <a:gd name="T33" fmla="*/ 2147483647 h 1498"/>
              <a:gd name="T34" fmla="*/ 541832820 w 1482"/>
              <a:gd name="T35" fmla="*/ 2147483647 h 1498"/>
              <a:gd name="T36" fmla="*/ 597276239 w 1482"/>
              <a:gd name="T37" fmla="*/ 2147483647 h 1498"/>
              <a:gd name="T38" fmla="*/ 695563094 w 1482"/>
              <a:gd name="T39" fmla="*/ 2147483647 h 1498"/>
              <a:gd name="T40" fmla="*/ 766127446 w 1482"/>
              <a:gd name="T41" fmla="*/ 2147483647 h 1498"/>
              <a:gd name="T42" fmla="*/ 821570865 w 1482"/>
              <a:gd name="T43" fmla="*/ 2147483647 h 1498"/>
              <a:gd name="T44" fmla="*/ 1086186589 w 1482"/>
              <a:gd name="T45" fmla="*/ 2147483647 h 1498"/>
              <a:gd name="T46" fmla="*/ 1156750941 w 1482"/>
              <a:gd name="T47" fmla="*/ 2147483647 h 1498"/>
              <a:gd name="T48" fmla="*/ 1476811473 w 1482"/>
              <a:gd name="T49" fmla="*/ 2147483647 h 1498"/>
              <a:gd name="T50" fmla="*/ 1771670848 w 1482"/>
              <a:gd name="T51" fmla="*/ 2147483647 h 1498"/>
              <a:gd name="T52" fmla="*/ 1882556098 w 1482"/>
              <a:gd name="T53" fmla="*/ 2147483647 h 1498"/>
              <a:gd name="T54" fmla="*/ 2091729792 w 1482"/>
              <a:gd name="T55" fmla="*/ 2147483647 h 1498"/>
              <a:gd name="T56" fmla="*/ 2147483647 w 1482"/>
              <a:gd name="T57" fmla="*/ 2147483647 h 1498"/>
              <a:gd name="T58" fmla="*/ 2147483647 w 1482"/>
              <a:gd name="T59" fmla="*/ 2147483647 h 1498"/>
              <a:gd name="T60" fmla="*/ 2147483647 w 1482"/>
              <a:gd name="T61" fmla="*/ 2147483647 h 1498"/>
              <a:gd name="T62" fmla="*/ 2147483647 w 1482"/>
              <a:gd name="T63" fmla="*/ 2147483647 h 1498"/>
              <a:gd name="T64" fmla="*/ 2147483647 w 1482"/>
              <a:gd name="T65" fmla="*/ 2147483647 h 1498"/>
              <a:gd name="T66" fmla="*/ 2147483647 w 1482"/>
              <a:gd name="T67" fmla="*/ 2147483647 h 1498"/>
              <a:gd name="T68" fmla="*/ 2147483647 w 1482"/>
              <a:gd name="T69" fmla="*/ 2147483647 h 1498"/>
              <a:gd name="T70" fmla="*/ 2147483647 w 1482"/>
              <a:gd name="T71" fmla="*/ 1849794878 h 1498"/>
              <a:gd name="T72" fmla="*/ 2147483647 w 1482"/>
              <a:gd name="T73" fmla="*/ 1822073962 h 1498"/>
              <a:gd name="T74" fmla="*/ 2048886356 w 1482"/>
              <a:gd name="T75" fmla="*/ 1612899871 h 1498"/>
              <a:gd name="T76" fmla="*/ 2036286373 w 1482"/>
              <a:gd name="T77" fmla="*/ 1151710634 h 1498"/>
              <a:gd name="T78" fmla="*/ 1867436753 w 1482"/>
              <a:gd name="T79" fmla="*/ 844253259 h 149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482"/>
              <a:gd name="T121" fmla="*/ 0 h 1498"/>
              <a:gd name="T122" fmla="*/ 1482 w 1482"/>
              <a:gd name="T123" fmla="*/ 1498 h 1498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482" h="1498">
                <a:moveTo>
                  <a:pt x="741" y="335"/>
                </a:moveTo>
                <a:cubicBezTo>
                  <a:pt x="692" y="320"/>
                  <a:pt x="702" y="267"/>
                  <a:pt x="669" y="236"/>
                </a:cubicBezTo>
                <a:cubicBezTo>
                  <a:pt x="659" y="201"/>
                  <a:pt x="664" y="151"/>
                  <a:pt x="642" y="119"/>
                </a:cubicBezTo>
                <a:cubicBezTo>
                  <a:pt x="607" y="66"/>
                  <a:pt x="503" y="11"/>
                  <a:pt x="442" y="3"/>
                </a:cubicBezTo>
                <a:cubicBezTo>
                  <a:pt x="421" y="4"/>
                  <a:pt x="350" y="0"/>
                  <a:pt x="321" y="20"/>
                </a:cubicBezTo>
                <a:cubicBezTo>
                  <a:pt x="298" y="36"/>
                  <a:pt x="275" y="57"/>
                  <a:pt x="249" y="69"/>
                </a:cubicBezTo>
                <a:cubicBezTo>
                  <a:pt x="209" y="86"/>
                  <a:pt x="242" y="62"/>
                  <a:pt x="204" y="86"/>
                </a:cubicBezTo>
                <a:cubicBezTo>
                  <a:pt x="167" y="110"/>
                  <a:pt x="198" y="98"/>
                  <a:pt x="165" y="108"/>
                </a:cubicBezTo>
                <a:cubicBezTo>
                  <a:pt x="128" y="147"/>
                  <a:pt x="113" y="186"/>
                  <a:pt x="93" y="236"/>
                </a:cubicBezTo>
                <a:cubicBezTo>
                  <a:pt x="90" y="243"/>
                  <a:pt x="82" y="246"/>
                  <a:pt x="77" y="252"/>
                </a:cubicBezTo>
                <a:cubicBezTo>
                  <a:pt x="64" y="269"/>
                  <a:pt x="42" y="298"/>
                  <a:pt x="33" y="319"/>
                </a:cubicBezTo>
                <a:cubicBezTo>
                  <a:pt x="20" y="347"/>
                  <a:pt x="21" y="341"/>
                  <a:pt x="16" y="368"/>
                </a:cubicBezTo>
                <a:cubicBezTo>
                  <a:pt x="12" y="388"/>
                  <a:pt x="5" y="429"/>
                  <a:pt x="5" y="429"/>
                </a:cubicBezTo>
                <a:cubicBezTo>
                  <a:pt x="8" y="579"/>
                  <a:pt x="0" y="688"/>
                  <a:pt x="71" y="812"/>
                </a:cubicBezTo>
                <a:cubicBezTo>
                  <a:pt x="83" y="857"/>
                  <a:pt x="109" y="888"/>
                  <a:pt x="132" y="928"/>
                </a:cubicBezTo>
                <a:cubicBezTo>
                  <a:pt x="146" y="953"/>
                  <a:pt x="153" y="973"/>
                  <a:pt x="177" y="989"/>
                </a:cubicBezTo>
                <a:cubicBezTo>
                  <a:pt x="185" y="1001"/>
                  <a:pt x="197" y="1010"/>
                  <a:pt x="204" y="1022"/>
                </a:cubicBezTo>
                <a:cubicBezTo>
                  <a:pt x="209" y="1031"/>
                  <a:pt x="209" y="1042"/>
                  <a:pt x="215" y="1050"/>
                </a:cubicBezTo>
                <a:cubicBezTo>
                  <a:pt x="220" y="1057"/>
                  <a:pt x="230" y="1060"/>
                  <a:pt x="237" y="1066"/>
                </a:cubicBezTo>
                <a:cubicBezTo>
                  <a:pt x="253" y="1079"/>
                  <a:pt x="260" y="1097"/>
                  <a:pt x="276" y="1111"/>
                </a:cubicBezTo>
                <a:cubicBezTo>
                  <a:pt x="285" y="1119"/>
                  <a:pt x="296" y="1124"/>
                  <a:pt x="304" y="1133"/>
                </a:cubicBezTo>
                <a:cubicBezTo>
                  <a:pt x="313" y="1143"/>
                  <a:pt x="316" y="1158"/>
                  <a:pt x="326" y="1166"/>
                </a:cubicBezTo>
                <a:cubicBezTo>
                  <a:pt x="355" y="1188"/>
                  <a:pt x="401" y="1234"/>
                  <a:pt x="431" y="1249"/>
                </a:cubicBezTo>
                <a:cubicBezTo>
                  <a:pt x="440" y="1253"/>
                  <a:pt x="450" y="1255"/>
                  <a:pt x="459" y="1260"/>
                </a:cubicBezTo>
                <a:cubicBezTo>
                  <a:pt x="502" y="1286"/>
                  <a:pt x="535" y="1331"/>
                  <a:pt x="586" y="1343"/>
                </a:cubicBezTo>
                <a:cubicBezTo>
                  <a:pt x="616" y="1373"/>
                  <a:pt x="666" y="1397"/>
                  <a:pt x="703" y="1415"/>
                </a:cubicBezTo>
                <a:cubicBezTo>
                  <a:pt x="718" y="1422"/>
                  <a:pt x="731" y="1435"/>
                  <a:pt x="747" y="1437"/>
                </a:cubicBezTo>
                <a:cubicBezTo>
                  <a:pt x="808" y="1444"/>
                  <a:pt x="780" y="1440"/>
                  <a:pt x="830" y="1448"/>
                </a:cubicBezTo>
                <a:cubicBezTo>
                  <a:pt x="972" y="1498"/>
                  <a:pt x="1183" y="1456"/>
                  <a:pt x="1290" y="1454"/>
                </a:cubicBezTo>
                <a:cubicBezTo>
                  <a:pt x="1336" y="1437"/>
                  <a:pt x="1371" y="1400"/>
                  <a:pt x="1417" y="1382"/>
                </a:cubicBezTo>
                <a:cubicBezTo>
                  <a:pt x="1427" y="1372"/>
                  <a:pt x="1442" y="1366"/>
                  <a:pt x="1450" y="1354"/>
                </a:cubicBezTo>
                <a:cubicBezTo>
                  <a:pt x="1455" y="1346"/>
                  <a:pt x="1469" y="1310"/>
                  <a:pt x="1473" y="1299"/>
                </a:cubicBezTo>
                <a:cubicBezTo>
                  <a:pt x="1469" y="1230"/>
                  <a:pt x="1482" y="1151"/>
                  <a:pt x="1428" y="1100"/>
                </a:cubicBezTo>
                <a:cubicBezTo>
                  <a:pt x="1422" y="1078"/>
                  <a:pt x="1366" y="1025"/>
                  <a:pt x="1345" y="1011"/>
                </a:cubicBezTo>
                <a:cubicBezTo>
                  <a:pt x="1305" y="949"/>
                  <a:pt x="1235" y="922"/>
                  <a:pt x="1185" y="872"/>
                </a:cubicBezTo>
                <a:cubicBezTo>
                  <a:pt x="1126" y="813"/>
                  <a:pt x="1076" y="762"/>
                  <a:pt x="996" y="734"/>
                </a:cubicBezTo>
                <a:cubicBezTo>
                  <a:pt x="953" y="740"/>
                  <a:pt x="907" y="749"/>
                  <a:pt x="869" y="723"/>
                </a:cubicBezTo>
                <a:cubicBezTo>
                  <a:pt x="850" y="695"/>
                  <a:pt x="825" y="671"/>
                  <a:pt x="813" y="640"/>
                </a:cubicBezTo>
                <a:cubicBezTo>
                  <a:pt x="811" y="579"/>
                  <a:pt x="811" y="518"/>
                  <a:pt x="808" y="457"/>
                </a:cubicBezTo>
                <a:cubicBezTo>
                  <a:pt x="805" y="409"/>
                  <a:pt x="753" y="381"/>
                  <a:pt x="741" y="335"/>
                </a:cubicBezTo>
                <a:close/>
              </a:path>
            </a:pathLst>
          </a:custGeom>
          <a:noFill/>
          <a:ln w="127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Freeform 354">
            <a:extLst>
              <a:ext uri="{FF2B5EF4-FFF2-40B4-BE49-F238E27FC236}">
                <a16:creationId xmlns:a16="http://schemas.microsoft.com/office/drawing/2014/main" id="{53EDDE08-0F74-6248-86CC-B1E515673776}"/>
              </a:ext>
            </a:extLst>
          </p:cNvPr>
          <p:cNvSpPr>
            <a:spLocks/>
          </p:cNvSpPr>
          <p:nvPr/>
        </p:nvSpPr>
        <p:spPr bwMode="auto">
          <a:xfrm>
            <a:off x="1811338" y="4748213"/>
            <a:ext cx="595312" cy="668337"/>
          </a:xfrm>
          <a:custGeom>
            <a:avLst/>
            <a:gdLst>
              <a:gd name="T0" fmla="*/ 461187461 w 375"/>
              <a:gd name="T1" fmla="*/ 0 h 421"/>
              <a:gd name="T2" fmla="*/ 209172030 w 375"/>
              <a:gd name="T3" fmla="*/ 98285223 h 421"/>
              <a:gd name="T4" fmla="*/ 126007715 w 375"/>
              <a:gd name="T5" fmla="*/ 153728628 h 421"/>
              <a:gd name="T6" fmla="*/ 0 w 375"/>
              <a:gd name="T7" fmla="*/ 264615437 h 421"/>
              <a:gd name="T8" fmla="*/ 42841825 w 375"/>
              <a:gd name="T9" fmla="*/ 698081961 h 421"/>
              <a:gd name="T10" fmla="*/ 166330168 w 375"/>
              <a:gd name="T11" fmla="*/ 864412300 h 421"/>
              <a:gd name="T12" fmla="*/ 292337884 w 375"/>
              <a:gd name="T13" fmla="*/ 934976601 h 421"/>
              <a:gd name="T14" fmla="*/ 362902176 w 375"/>
              <a:gd name="T15" fmla="*/ 1005540903 h 421"/>
              <a:gd name="T16" fmla="*/ 544353314 w 375"/>
              <a:gd name="T17" fmla="*/ 1060984283 h 421"/>
              <a:gd name="T18" fmla="*/ 864412189 w 375"/>
              <a:gd name="T19" fmla="*/ 1018142465 h 421"/>
              <a:gd name="T20" fmla="*/ 919855562 w 375"/>
              <a:gd name="T21" fmla="*/ 793847799 h 421"/>
              <a:gd name="T22" fmla="*/ 864412189 w 375"/>
              <a:gd name="T23" fmla="*/ 403224681 h 421"/>
              <a:gd name="T24" fmla="*/ 768646165 w 375"/>
              <a:gd name="T25" fmla="*/ 279736359 h 421"/>
              <a:gd name="T26" fmla="*/ 642638499 w 375"/>
              <a:gd name="T27" fmla="*/ 153728628 h 421"/>
              <a:gd name="T28" fmla="*/ 461187461 w 375"/>
              <a:gd name="T29" fmla="*/ 0 h 42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75"/>
              <a:gd name="T46" fmla="*/ 0 h 421"/>
              <a:gd name="T47" fmla="*/ 375 w 375"/>
              <a:gd name="T48" fmla="*/ 421 h 42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75" h="421">
                <a:moveTo>
                  <a:pt x="183" y="0"/>
                </a:moveTo>
                <a:cubicBezTo>
                  <a:pt x="145" y="6"/>
                  <a:pt x="116" y="20"/>
                  <a:pt x="83" y="39"/>
                </a:cubicBezTo>
                <a:cubicBezTo>
                  <a:pt x="71" y="45"/>
                  <a:pt x="50" y="61"/>
                  <a:pt x="50" y="61"/>
                </a:cubicBezTo>
                <a:cubicBezTo>
                  <a:pt x="36" y="81"/>
                  <a:pt x="17" y="88"/>
                  <a:pt x="0" y="105"/>
                </a:cubicBezTo>
                <a:cubicBezTo>
                  <a:pt x="3" y="170"/>
                  <a:pt x="1" y="218"/>
                  <a:pt x="17" y="277"/>
                </a:cubicBezTo>
                <a:cubicBezTo>
                  <a:pt x="23" y="347"/>
                  <a:pt x="15" y="327"/>
                  <a:pt x="66" y="343"/>
                </a:cubicBezTo>
                <a:cubicBezTo>
                  <a:pt x="83" y="354"/>
                  <a:pt x="101" y="358"/>
                  <a:pt x="116" y="371"/>
                </a:cubicBezTo>
                <a:cubicBezTo>
                  <a:pt x="126" y="379"/>
                  <a:pt x="133" y="392"/>
                  <a:pt x="144" y="399"/>
                </a:cubicBezTo>
                <a:cubicBezTo>
                  <a:pt x="164" y="411"/>
                  <a:pt x="194" y="413"/>
                  <a:pt x="216" y="421"/>
                </a:cubicBezTo>
                <a:cubicBezTo>
                  <a:pt x="277" y="417"/>
                  <a:pt x="297" y="421"/>
                  <a:pt x="343" y="404"/>
                </a:cubicBezTo>
                <a:cubicBezTo>
                  <a:pt x="375" y="372"/>
                  <a:pt x="365" y="389"/>
                  <a:pt x="365" y="315"/>
                </a:cubicBezTo>
                <a:cubicBezTo>
                  <a:pt x="365" y="241"/>
                  <a:pt x="375" y="210"/>
                  <a:pt x="343" y="160"/>
                </a:cubicBezTo>
                <a:cubicBezTo>
                  <a:pt x="337" y="140"/>
                  <a:pt x="305" y="111"/>
                  <a:pt x="305" y="111"/>
                </a:cubicBezTo>
                <a:cubicBezTo>
                  <a:pt x="298" y="91"/>
                  <a:pt x="275" y="67"/>
                  <a:pt x="255" y="61"/>
                </a:cubicBezTo>
                <a:cubicBezTo>
                  <a:pt x="233" y="39"/>
                  <a:pt x="192" y="30"/>
                  <a:pt x="183" y="0"/>
                </a:cubicBezTo>
                <a:close/>
              </a:path>
            </a:pathLst>
          </a:custGeom>
          <a:noFill/>
          <a:ln w="127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Freeform 355">
            <a:extLst>
              <a:ext uri="{FF2B5EF4-FFF2-40B4-BE49-F238E27FC236}">
                <a16:creationId xmlns:a16="http://schemas.microsoft.com/office/drawing/2014/main" id="{D832BB9A-02EF-1EF4-1D26-3435CEC06FFA}"/>
              </a:ext>
            </a:extLst>
          </p:cNvPr>
          <p:cNvSpPr>
            <a:spLocks/>
          </p:cNvSpPr>
          <p:nvPr/>
        </p:nvSpPr>
        <p:spPr bwMode="auto">
          <a:xfrm>
            <a:off x="2397125" y="4633913"/>
            <a:ext cx="723900" cy="817562"/>
          </a:xfrm>
          <a:custGeom>
            <a:avLst/>
            <a:gdLst>
              <a:gd name="T0" fmla="*/ 214214117 w 456"/>
              <a:gd name="T1" fmla="*/ 0 h 515"/>
              <a:gd name="T2" fmla="*/ 88206264 w 456"/>
              <a:gd name="T3" fmla="*/ 166330182 h 515"/>
              <a:gd name="T4" fmla="*/ 32762829 w 456"/>
              <a:gd name="T5" fmla="*/ 279736346 h 515"/>
              <a:gd name="T6" fmla="*/ 20161251 w 456"/>
              <a:gd name="T7" fmla="*/ 516630875 h 515"/>
              <a:gd name="T8" fmla="*/ 103327197 w 456"/>
              <a:gd name="T9" fmla="*/ 962699039 h 515"/>
              <a:gd name="T10" fmla="*/ 367942813 w 456"/>
              <a:gd name="T11" fmla="*/ 1227314364 h 515"/>
              <a:gd name="T12" fmla="*/ 451108840 w 456"/>
              <a:gd name="T13" fmla="*/ 1270156180 h 515"/>
              <a:gd name="T14" fmla="*/ 549394114 w 456"/>
              <a:gd name="T15" fmla="*/ 1297878663 h 515"/>
              <a:gd name="T16" fmla="*/ 758567820 w 456"/>
              <a:gd name="T17" fmla="*/ 1270156180 h 515"/>
              <a:gd name="T18" fmla="*/ 801409671 w 456"/>
              <a:gd name="T19" fmla="*/ 1242435286 h 515"/>
              <a:gd name="T20" fmla="*/ 856853292 w 456"/>
              <a:gd name="T21" fmla="*/ 1227314364 h 515"/>
              <a:gd name="T22" fmla="*/ 1093747917 w 456"/>
              <a:gd name="T23" fmla="*/ 1018140829 h 515"/>
              <a:gd name="T24" fmla="*/ 1136591355 w 456"/>
              <a:gd name="T25" fmla="*/ 864412258 h 515"/>
              <a:gd name="T26" fmla="*/ 1010583576 w 456"/>
              <a:gd name="T27" fmla="*/ 529232436 h 515"/>
              <a:gd name="T28" fmla="*/ 927417649 w 456"/>
              <a:gd name="T29" fmla="*/ 473789059 h 515"/>
              <a:gd name="T30" fmla="*/ 773688754 w 456"/>
              <a:gd name="T31" fmla="*/ 335179723 h 515"/>
              <a:gd name="T32" fmla="*/ 604837537 w 456"/>
              <a:gd name="T33" fmla="*/ 209172047 h 515"/>
              <a:gd name="T34" fmla="*/ 521673196 w 456"/>
              <a:gd name="T35" fmla="*/ 138607699 h 515"/>
              <a:gd name="T36" fmla="*/ 423386335 w 456"/>
              <a:gd name="T37" fmla="*/ 110886804 h 515"/>
              <a:gd name="T38" fmla="*/ 214214117 w 456"/>
              <a:gd name="T39" fmla="*/ 0 h 51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456"/>
              <a:gd name="T61" fmla="*/ 0 h 515"/>
              <a:gd name="T62" fmla="*/ 456 w 456"/>
              <a:gd name="T63" fmla="*/ 515 h 51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456" h="515">
                <a:moveTo>
                  <a:pt x="85" y="0"/>
                </a:moveTo>
                <a:cubicBezTo>
                  <a:pt x="60" y="16"/>
                  <a:pt x="58" y="45"/>
                  <a:pt x="35" y="66"/>
                </a:cubicBezTo>
                <a:cubicBezTo>
                  <a:pt x="30" y="85"/>
                  <a:pt x="26" y="97"/>
                  <a:pt x="13" y="111"/>
                </a:cubicBezTo>
                <a:cubicBezTo>
                  <a:pt x="0" y="152"/>
                  <a:pt x="4" y="149"/>
                  <a:pt x="8" y="205"/>
                </a:cubicBezTo>
                <a:cubicBezTo>
                  <a:pt x="12" y="262"/>
                  <a:pt x="8" y="332"/>
                  <a:pt x="41" y="382"/>
                </a:cubicBezTo>
                <a:cubicBezTo>
                  <a:pt x="54" y="425"/>
                  <a:pt x="103" y="474"/>
                  <a:pt x="146" y="487"/>
                </a:cubicBezTo>
                <a:cubicBezTo>
                  <a:pt x="163" y="498"/>
                  <a:pt x="161" y="498"/>
                  <a:pt x="179" y="504"/>
                </a:cubicBezTo>
                <a:cubicBezTo>
                  <a:pt x="192" y="508"/>
                  <a:pt x="218" y="515"/>
                  <a:pt x="218" y="515"/>
                </a:cubicBezTo>
                <a:cubicBezTo>
                  <a:pt x="246" y="512"/>
                  <a:pt x="275" y="513"/>
                  <a:pt x="301" y="504"/>
                </a:cubicBezTo>
                <a:cubicBezTo>
                  <a:pt x="307" y="502"/>
                  <a:pt x="312" y="496"/>
                  <a:pt x="318" y="493"/>
                </a:cubicBezTo>
                <a:cubicBezTo>
                  <a:pt x="325" y="490"/>
                  <a:pt x="333" y="489"/>
                  <a:pt x="340" y="487"/>
                </a:cubicBezTo>
                <a:cubicBezTo>
                  <a:pt x="370" y="457"/>
                  <a:pt x="408" y="438"/>
                  <a:pt x="434" y="404"/>
                </a:cubicBezTo>
                <a:cubicBezTo>
                  <a:pt x="441" y="383"/>
                  <a:pt x="446" y="364"/>
                  <a:pt x="451" y="343"/>
                </a:cubicBezTo>
                <a:cubicBezTo>
                  <a:pt x="447" y="293"/>
                  <a:pt x="456" y="231"/>
                  <a:pt x="401" y="210"/>
                </a:cubicBezTo>
                <a:cubicBezTo>
                  <a:pt x="380" y="179"/>
                  <a:pt x="403" y="205"/>
                  <a:pt x="368" y="188"/>
                </a:cubicBezTo>
                <a:cubicBezTo>
                  <a:pt x="343" y="176"/>
                  <a:pt x="329" y="148"/>
                  <a:pt x="307" y="133"/>
                </a:cubicBezTo>
                <a:cubicBezTo>
                  <a:pt x="290" y="107"/>
                  <a:pt x="266" y="96"/>
                  <a:pt x="240" y="83"/>
                </a:cubicBezTo>
                <a:cubicBezTo>
                  <a:pt x="230" y="72"/>
                  <a:pt x="222" y="61"/>
                  <a:pt x="207" y="55"/>
                </a:cubicBezTo>
                <a:cubicBezTo>
                  <a:pt x="194" y="50"/>
                  <a:pt x="168" y="44"/>
                  <a:pt x="168" y="44"/>
                </a:cubicBezTo>
                <a:cubicBezTo>
                  <a:pt x="140" y="25"/>
                  <a:pt x="110" y="23"/>
                  <a:pt x="85" y="0"/>
                </a:cubicBezTo>
                <a:close/>
              </a:path>
            </a:pathLst>
          </a:custGeom>
          <a:noFill/>
          <a:ln w="127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Freeform 356">
            <a:extLst>
              <a:ext uri="{FF2B5EF4-FFF2-40B4-BE49-F238E27FC236}">
                <a16:creationId xmlns:a16="http://schemas.microsoft.com/office/drawing/2014/main" id="{D68162B2-E17A-E329-4A9B-63266A315826}"/>
              </a:ext>
            </a:extLst>
          </p:cNvPr>
          <p:cNvSpPr>
            <a:spLocks/>
          </p:cNvSpPr>
          <p:nvPr/>
        </p:nvSpPr>
        <p:spPr bwMode="auto">
          <a:xfrm>
            <a:off x="1776413" y="3692525"/>
            <a:ext cx="720725" cy="681038"/>
          </a:xfrm>
          <a:custGeom>
            <a:avLst/>
            <a:gdLst>
              <a:gd name="T0" fmla="*/ 947578892 w 454"/>
              <a:gd name="T1" fmla="*/ 0 h 429"/>
              <a:gd name="T2" fmla="*/ 347781568 w 454"/>
              <a:gd name="T3" fmla="*/ 42843482 h 429"/>
              <a:gd name="T4" fmla="*/ 221773790 w 454"/>
              <a:gd name="T5" fmla="*/ 83166012 h 429"/>
              <a:gd name="T6" fmla="*/ 83165952 w 454"/>
              <a:gd name="T7" fmla="*/ 209173956 h 429"/>
              <a:gd name="T8" fmla="*/ 0 w 454"/>
              <a:gd name="T9" fmla="*/ 378023707 h 429"/>
              <a:gd name="T10" fmla="*/ 181451251 w 454"/>
              <a:gd name="T11" fmla="*/ 698084587 h 429"/>
              <a:gd name="T12" fmla="*/ 375504073 w 454"/>
              <a:gd name="T13" fmla="*/ 796369932 h 429"/>
              <a:gd name="T14" fmla="*/ 516632885 w 454"/>
              <a:gd name="T15" fmla="*/ 866934537 h 429"/>
              <a:gd name="T16" fmla="*/ 738406575 w 454"/>
              <a:gd name="T17" fmla="*/ 1018143980 h 429"/>
              <a:gd name="T18" fmla="*/ 864414552 w 454"/>
              <a:gd name="T19" fmla="*/ 1076108393 h 429"/>
              <a:gd name="T20" fmla="*/ 1045865753 w 454"/>
              <a:gd name="T21" fmla="*/ 1048385868 h 429"/>
              <a:gd name="T22" fmla="*/ 1144151027 w 454"/>
              <a:gd name="T23" fmla="*/ 836692648 h 429"/>
              <a:gd name="T24" fmla="*/ 1129030093 w 454"/>
              <a:gd name="T25" fmla="*/ 627520181 h 429"/>
              <a:gd name="T26" fmla="*/ 947578892 w 454"/>
              <a:gd name="T27" fmla="*/ 0 h 42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54"/>
              <a:gd name="T43" fmla="*/ 0 h 429"/>
              <a:gd name="T44" fmla="*/ 454 w 454"/>
              <a:gd name="T45" fmla="*/ 429 h 42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54" h="429">
                <a:moveTo>
                  <a:pt x="376" y="0"/>
                </a:moveTo>
                <a:cubicBezTo>
                  <a:pt x="298" y="17"/>
                  <a:pt x="217" y="5"/>
                  <a:pt x="138" y="17"/>
                </a:cubicBezTo>
                <a:cubicBezTo>
                  <a:pt x="121" y="22"/>
                  <a:pt x="105" y="28"/>
                  <a:pt x="88" y="33"/>
                </a:cubicBezTo>
                <a:cubicBezTo>
                  <a:pt x="66" y="48"/>
                  <a:pt x="55" y="69"/>
                  <a:pt x="33" y="83"/>
                </a:cubicBezTo>
                <a:cubicBezTo>
                  <a:pt x="15" y="110"/>
                  <a:pt x="9" y="120"/>
                  <a:pt x="0" y="150"/>
                </a:cubicBezTo>
                <a:cubicBezTo>
                  <a:pt x="7" y="197"/>
                  <a:pt x="20" y="262"/>
                  <a:pt x="72" y="277"/>
                </a:cubicBezTo>
                <a:cubicBezTo>
                  <a:pt x="128" y="317"/>
                  <a:pt x="101" y="291"/>
                  <a:pt x="149" y="316"/>
                </a:cubicBezTo>
                <a:cubicBezTo>
                  <a:pt x="168" y="326"/>
                  <a:pt x="184" y="337"/>
                  <a:pt x="205" y="344"/>
                </a:cubicBezTo>
                <a:cubicBezTo>
                  <a:pt x="235" y="365"/>
                  <a:pt x="257" y="393"/>
                  <a:pt x="293" y="404"/>
                </a:cubicBezTo>
                <a:cubicBezTo>
                  <a:pt x="310" y="416"/>
                  <a:pt x="324" y="420"/>
                  <a:pt x="343" y="427"/>
                </a:cubicBezTo>
                <a:cubicBezTo>
                  <a:pt x="367" y="424"/>
                  <a:pt x="394" y="429"/>
                  <a:pt x="415" y="416"/>
                </a:cubicBezTo>
                <a:cubicBezTo>
                  <a:pt x="439" y="401"/>
                  <a:pt x="445" y="357"/>
                  <a:pt x="454" y="332"/>
                </a:cubicBezTo>
                <a:cubicBezTo>
                  <a:pt x="452" y="304"/>
                  <a:pt x="451" y="277"/>
                  <a:pt x="448" y="249"/>
                </a:cubicBezTo>
                <a:cubicBezTo>
                  <a:pt x="441" y="183"/>
                  <a:pt x="426" y="50"/>
                  <a:pt x="376" y="0"/>
                </a:cubicBezTo>
                <a:close/>
              </a:path>
            </a:pathLst>
          </a:custGeom>
          <a:noFill/>
          <a:ln w="127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1" name="Text Box 357">
            <a:extLst>
              <a:ext uri="{FF2B5EF4-FFF2-40B4-BE49-F238E27FC236}">
                <a16:creationId xmlns:a16="http://schemas.microsoft.com/office/drawing/2014/main" id="{04954506-F985-5563-C773-107BC7FB2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71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1</a:t>
            </a:r>
          </a:p>
        </p:txBody>
      </p:sp>
      <p:sp>
        <p:nvSpPr>
          <p:cNvPr id="20502" name="Text Box 358">
            <a:extLst>
              <a:ext uri="{FF2B5EF4-FFF2-40B4-BE49-F238E27FC236}">
                <a16:creationId xmlns:a16="http://schemas.microsoft.com/office/drawing/2014/main" id="{6E88A1E1-F0A2-A241-7618-496FF2EE1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257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2</a:t>
            </a:r>
          </a:p>
        </p:txBody>
      </p:sp>
      <p:sp>
        <p:nvSpPr>
          <p:cNvPr id="20503" name="Text Box 359">
            <a:extLst>
              <a:ext uri="{FF2B5EF4-FFF2-40B4-BE49-F238E27FC236}">
                <a16:creationId xmlns:a16="http://schemas.microsoft.com/office/drawing/2014/main" id="{57E2CF60-510C-1E3B-BF06-6606FCB2A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029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3</a:t>
            </a:r>
          </a:p>
        </p:txBody>
      </p:sp>
      <p:sp>
        <p:nvSpPr>
          <p:cNvPr id="20504" name="Text Box 360">
            <a:extLst>
              <a:ext uri="{FF2B5EF4-FFF2-40B4-BE49-F238E27FC236}">
                <a16:creationId xmlns:a16="http://schemas.microsoft.com/office/drawing/2014/main" id="{BB8CA08C-C237-DDDA-906C-DF7654A27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429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E866C51-D56A-373B-B01A-60B7C7126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907338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Splaying Example (Cont’d)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FE40A10-8BC6-7B77-5B54-806975AAC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066800"/>
            <a:ext cx="6400800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Now</a:t>
            </a:r>
            <a:r>
              <a:rPr lang="en-US" altLang="en-US" sz="2000" i="1"/>
              <a:t> x</a:t>
            </a:r>
            <a:r>
              <a:rPr lang="en-US" altLang="en-US" sz="2000"/>
              <a:t> is the left child of the root</a:t>
            </a:r>
          </a:p>
        </p:txBody>
      </p:sp>
      <p:sp>
        <p:nvSpPr>
          <p:cNvPr id="21508" name="Oval 5">
            <a:extLst>
              <a:ext uri="{FF2B5EF4-FFF2-40B4-BE49-F238E27FC236}">
                <a16:creationId xmlns:a16="http://schemas.microsoft.com/office/drawing/2014/main" id="{54E1351E-C964-5713-633C-0E173A5189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60538" y="2995613"/>
            <a:ext cx="622300" cy="2952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(10,A)</a:t>
            </a:r>
          </a:p>
        </p:txBody>
      </p:sp>
      <p:cxnSp>
        <p:nvCxnSpPr>
          <p:cNvPr id="21509" name="AutoShape 6">
            <a:extLst>
              <a:ext uri="{FF2B5EF4-FFF2-40B4-BE49-F238E27FC236}">
                <a16:creationId xmlns:a16="http://schemas.microsoft.com/office/drawing/2014/main" id="{5E21B361-EE3E-83BB-0224-459E28DF1675}"/>
              </a:ext>
            </a:extLst>
          </p:cNvPr>
          <p:cNvCxnSpPr>
            <a:cxnSpLocks noChangeAspect="1" noChangeShapeType="1"/>
            <a:stCxn id="21512" idx="4"/>
            <a:endCxn id="21537" idx="0"/>
          </p:cNvCxnSpPr>
          <p:nvPr/>
        </p:nvCxnSpPr>
        <p:spPr bwMode="auto">
          <a:xfrm flipH="1">
            <a:off x="1687513" y="2278063"/>
            <a:ext cx="923925" cy="2365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0" name="AutoShape 7">
            <a:extLst>
              <a:ext uri="{FF2B5EF4-FFF2-40B4-BE49-F238E27FC236}">
                <a16:creationId xmlns:a16="http://schemas.microsoft.com/office/drawing/2014/main" id="{20B4337E-20A2-87D2-FC17-BBE11FC068CE}"/>
              </a:ext>
            </a:extLst>
          </p:cNvPr>
          <p:cNvCxnSpPr>
            <a:cxnSpLocks noChangeAspect="1" noChangeShapeType="1"/>
            <a:stCxn id="21537" idx="4"/>
            <a:endCxn id="21653" idx="0"/>
          </p:cNvCxnSpPr>
          <p:nvPr/>
        </p:nvCxnSpPr>
        <p:spPr bwMode="auto">
          <a:xfrm flipH="1">
            <a:off x="1203325" y="2800350"/>
            <a:ext cx="484188" cy="1936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1" name="AutoShape 8">
            <a:extLst>
              <a:ext uri="{FF2B5EF4-FFF2-40B4-BE49-F238E27FC236}">
                <a16:creationId xmlns:a16="http://schemas.microsoft.com/office/drawing/2014/main" id="{311FCEAB-7071-0565-052B-75AAE3DFB89A}"/>
              </a:ext>
            </a:extLst>
          </p:cNvPr>
          <p:cNvCxnSpPr>
            <a:cxnSpLocks noChangeAspect="1" noChangeShapeType="1"/>
            <a:stCxn id="21508" idx="4"/>
            <a:endCxn id="21648" idx="0"/>
          </p:cNvCxnSpPr>
          <p:nvPr/>
        </p:nvCxnSpPr>
        <p:spPr bwMode="auto">
          <a:xfrm>
            <a:off x="2073275" y="3284538"/>
            <a:ext cx="406400" cy="1492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2" name="Oval 9">
            <a:extLst>
              <a:ext uri="{FF2B5EF4-FFF2-40B4-BE49-F238E27FC236}">
                <a16:creationId xmlns:a16="http://schemas.microsoft.com/office/drawing/2014/main" id="{C6C6190B-8E68-00C2-DF28-FA16BACFF4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09813" y="1987550"/>
            <a:ext cx="603250" cy="2952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(20,Z)</a:t>
            </a:r>
          </a:p>
        </p:txBody>
      </p:sp>
      <p:sp>
        <p:nvSpPr>
          <p:cNvPr id="21513" name="Oval 10">
            <a:extLst>
              <a:ext uri="{FF2B5EF4-FFF2-40B4-BE49-F238E27FC236}">
                <a16:creationId xmlns:a16="http://schemas.microsoft.com/office/drawing/2014/main" id="{177B6E78-84A5-3B1B-B073-8E0968F9A8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0613" y="3017838"/>
            <a:ext cx="593725" cy="2952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(37,P)</a:t>
            </a:r>
          </a:p>
        </p:txBody>
      </p:sp>
      <p:sp>
        <p:nvSpPr>
          <p:cNvPr id="21514" name="Oval 11">
            <a:extLst>
              <a:ext uri="{FF2B5EF4-FFF2-40B4-BE49-F238E27FC236}">
                <a16:creationId xmlns:a16="http://schemas.microsoft.com/office/drawing/2014/main" id="{DEB7849F-A6D2-7324-7D73-84FD39755D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3863" y="3017838"/>
            <a:ext cx="622300" cy="2952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(21,O)</a:t>
            </a:r>
          </a:p>
        </p:txBody>
      </p:sp>
      <p:sp>
        <p:nvSpPr>
          <p:cNvPr id="21515" name="Oval 12">
            <a:extLst>
              <a:ext uri="{FF2B5EF4-FFF2-40B4-BE49-F238E27FC236}">
                <a16:creationId xmlns:a16="http://schemas.microsoft.com/office/drawing/2014/main" id="{81340713-70CA-AF3E-D6E1-086C19E723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7075" y="2481263"/>
            <a:ext cx="612775" cy="2952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(35,R)</a:t>
            </a:r>
          </a:p>
        </p:txBody>
      </p:sp>
      <p:cxnSp>
        <p:nvCxnSpPr>
          <p:cNvPr id="21516" name="AutoShape 13">
            <a:extLst>
              <a:ext uri="{FF2B5EF4-FFF2-40B4-BE49-F238E27FC236}">
                <a16:creationId xmlns:a16="http://schemas.microsoft.com/office/drawing/2014/main" id="{0E123917-5565-4243-FF13-54715EA2764E}"/>
              </a:ext>
            </a:extLst>
          </p:cNvPr>
          <p:cNvCxnSpPr>
            <a:cxnSpLocks noChangeAspect="1" noChangeShapeType="1"/>
            <a:stCxn id="21512" idx="4"/>
            <a:endCxn id="21515" idx="0"/>
          </p:cNvCxnSpPr>
          <p:nvPr/>
        </p:nvCxnSpPr>
        <p:spPr bwMode="auto">
          <a:xfrm>
            <a:off x="2611438" y="2278063"/>
            <a:ext cx="962025" cy="2063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4">
            <a:extLst>
              <a:ext uri="{FF2B5EF4-FFF2-40B4-BE49-F238E27FC236}">
                <a16:creationId xmlns:a16="http://schemas.microsoft.com/office/drawing/2014/main" id="{E2D7D00D-110D-4DA7-883C-82C3EA892EE4}"/>
              </a:ext>
            </a:extLst>
          </p:cNvPr>
          <p:cNvCxnSpPr>
            <a:cxnSpLocks noChangeAspect="1" noChangeShapeType="1"/>
            <a:stCxn id="21515" idx="4"/>
            <a:endCxn id="21514" idx="0"/>
          </p:cNvCxnSpPr>
          <p:nvPr/>
        </p:nvCxnSpPr>
        <p:spPr bwMode="auto">
          <a:xfrm flipH="1">
            <a:off x="3275013" y="2767013"/>
            <a:ext cx="298450" cy="2619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5">
            <a:extLst>
              <a:ext uri="{FF2B5EF4-FFF2-40B4-BE49-F238E27FC236}">
                <a16:creationId xmlns:a16="http://schemas.microsoft.com/office/drawing/2014/main" id="{BBC56101-E9D8-238B-AE43-3D832364D9CA}"/>
              </a:ext>
            </a:extLst>
          </p:cNvPr>
          <p:cNvCxnSpPr>
            <a:cxnSpLocks noChangeAspect="1" noChangeShapeType="1"/>
            <a:stCxn id="21515" idx="4"/>
            <a:endCxn id="21513" idx="0"/>
          </p:cNvCxnSpPr>
          <p:nvPr/>
        </p:nvCxnSpPr>
        <p:spPr bwMode="auto">
          <a:xfrm>
            <a:off x="3573463" y="2767013"/>
            <a:ext cx="355600" cy="26193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9" name="Oval 16">
            <a:extLst>
              <a:ext uri="{FF2B5EF4-FFF2-40B4-BE49-F238E27FC236}">
                <a16:creationId xmlns:a16="http://schemas.microsoft.com/office/drawing/2014/main" id="{295D3923-262E-F5B1-927F-9A76C91173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5963" y="3413125"/>
            <a:ext cx="603250" cy="2952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(36,L)</a:t>
            </a:r>
          </a:p>
        </p:txBody>
      </p:sp>
      <p:cxnSp>
        <p:nvCxnSpPr>
          <p:cNvPr id="21520" name="AutoShape 17">
            <a:extLst>
              <a:ext uri="{FF2B5EF4-FFF2-40B4-BE49-F238E27FC236}">
                <a16:creationId xmlns:a16="http://schemas.microsoft.com/office/drawing/2014/main" id="{765BC182-078B-AFBC-5BEE-B541F9D3C2D7}"/>
              </a:ext>
            </a:extLst>
          </p:cNvPr>
          <p:cNvCxnSpPr>
            <a:cxnSpLocks noChangeAspect="1" noChangeShapeType="1"/>
            <a:stCxn id="21513" idx="4"/>
            <a:endCxn id="21519" idx="0"/>
          </p:cNvCxnSpPr>
          <p:nvPr/>
        </p:nvCxnSpPr>
        <p:spPr bwMode="auto">
          <a:xfrm flipH="1">
            <a:off x="3559175" y="3302000"/>
            <a:ext cx="369888" cy="12223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1" name="Oval 18">
            <a:extLst>
              <a:ext uri="{FF2B5EF4-FFF2-40B4-BE49-F238E27FC236}">
                <a16:creationId xmlns:a16="http://schemas.microsoft.com/office/drawing/2014/main" id="{F0252187-6CB3-0FE8-D960-E57EA426F3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73500" y="3427413"/>
            <a:ext cx="622300" cy="2952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(40,X)</a:t>
            </a:r>
          </a:p>
        </p:txBody>
      </p:sp>
      <p:cxnSp>
        <p:nvCxnSpPr>
          <p:cNvPr id="21522" name="AutoShape 19">
            <a:extLst>
              <a:ext uri="{FF2B5EF4-FFF2-40B4-BE49-F238E27FC236}">
                <a16:creationId xmlns:a16="http://schemas.microsoft.com/office/drawing/2014/main" id="{0C588F05-9DDE-3D32-8A77-23954C289D42}"/>
              </a:ext>
            </a:extLst>
          </p:cNvPr>
          <p:cNvCxnSpPr>
            <a:cxnSpLocks noChangeAspect="1" noChangeShapeType="1"/>
            <a:stCxn id="21513" idx="4"/>
            <a:endCxn id="21521" idx="0"/>
          </p:cNvCxnSpPr>
          <p:nvPr/>
        </p:nvCxnSpPr>
        <p:spPr bwMode="auto">
          <a:xfrm>
            <a:off x="3929063" y="3302000"/>
            <a:ext cx="257175" cy="1365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3" name="Rectangle 20">
            <a:extLst>
              <a:ext uri="{FF2B5EF4-FFF2-40B4-BE49-F238E27FC236}">
                <a16:creationId xmlns:a16="http://schemas.microsoft.com/office/drawing/2014/main" id="{8FF24EF0-1245-8A87-6841-40F54ED5C8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09888" y="3441700"/>
            <a:ext cx="104775" cy="103188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4" name="Rectangle 21">
            <a:extLst>
              <a:ext uri="{FF2B5EF4-FFF2-40B4-BE49-F238E27FC236}">
                <a16:creationId xmlns:a16="http://schemas.microsoft.com/office/drawing/2014/main" id="{0ECF301F-4145-121A-A741-0A57F3CEF8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17850" y="3441700"/>
            <a:ext cx="103188" cy="103188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5" name="Rectangle 22">
            <a:extLst>
              <a:ext uri="{FF2B5EF4-FFF2-40B4-BE49-F238E27FC236}">
                <a16:creationId xmlns:a16="http://schemas.microsoft.com/office/drawing/2014/main" id="{34ACC1B1-B50A-E94E-E0C8-B35B3D1123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5825" y="3802063"/>
            <a:ext cx="103188" cy="103187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6" name="Rectangle 23">
            <a:extLst>
              <a:ext uri="{FF2B5EF4-FFF2-40B4-BE49-F238E27FC236}">
                <a16:creationId xmlns:a16="http://schemas.microsoft.com/office/drawing/2014/main" id="{A877B67A-2EE7-34F0-4489-72666E6C70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2200" y="3802063"/>
            <a:ext cx="103188" cy="103187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7" name="Rectangle 24">
            <a:extLst>
              <a:ext uri="{FF2B5EF4-FFF2-40B4-BE49-F238E27FC236}">
                <a16:creationId xmlns:a16="http://schemas.microsoft.com/office/drawing/2014/main" id="{B3DE8C78-D1C8-8486-7CDB-8B2CB42BCF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4950" y="3802063"/>
            <a:ext cx="103188" cy="103187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8" name="Rectangle 25">
            <a:extLst>
              <a:ext uri="{FF2B5EF4-FFF2-40B4-BE49-F238E27FC236}">
                <a16:creationId xmlns:a16="http://schemas.microsoft.com/office/drawing/2014/main" id="{37B995DB-25FA-21FD-392B-87AB265E7F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51325" y="3802063"/>
            <a:ext cx="101600" cy="103187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21529" name="AutoShape 26">
            <a:extLst>
              <a:ext uri="{FF2B5EF4-FFF2-40B4-BE49-F238E27FC236}">
                <a16:creationId xmlns:a16="http://schemas.microsoft.com/office/drawing/2014/main" id="{B78CB692-0549-2A55-EF88-10DFE7882076}"/>
              </a:ext>
            </a:extLst>
          </p:cNvPr>
          <p:cNvCxnSpPr>
            <a:cxnSpLocks noChangeAspect="1" noChangeShapeType="1"/>
            <a:stCxn id="21514" idx="4"/>
            <a:endCxn id="21523" idx="0"/>
          </p:cNvCxnSpPr>
          <p:nvPr/>
        </p:nvCxnSpPr>
        <p:spPr bwMode="auto">
          <a:xfrm flipH="1">
            <a:off x="2963863" y="3302000"/>
            <a:ext cx="311150" cy="1397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AutoShape 27">
            <a:extLst>
              <a:ext uri="{FF2B5EF4-FFF2-40B4-BE49-F238E27FC236}">
                <a16:creationId xmlns:a16="http://schemas.microsoft.com/office/drawing/2014/main" id="{CC8A44A8-852B-2D9B-5B7F-83EE73E4D4A2}"/>
              </a:ext>
            </a:extLst>
          </p:cNvPr>
          <p:cNvCxnSpPr>
            <a:cxnSpLocks noChangeAspect="1" noChangeShapeType="1"/>
            <a:stCxn id="21514" idx="4"/>
            <a:endCxn id="21524" idx="0"/>
          </p:cNvCxnSpPr>
          <p:nvPr/>
        </p:nvCxnSpPr>
        <p:spPr bwMode="auto">
          <a:xfrm flipH="1">
            <a:off x="3168650" y="3302000"/>
            <a:ext cx="106363" cy="1397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8">
            <a:extLst>
              <a:ext uri="{FF2B5EF4-FFF2-40B4-BE49-F238E27FC236}">
                <a16:creationId xmlns:a16="http://schemas.microsoft.com/office/drawing/2014/main" id="{8AA503FE-7AC7-F156-2E52-C86A563977A8}"/>
              </a:ext>
            </a:extLst>
          </p:cNvPr>
          <p:cNvCxnSpPr>
            <a:cxnSpLocks noChangeAspect="1" noChangeShapeType="1"/>
            <a:stCxn id="21519" idx="4"/>
            <a:endCxn id="21525" idx="0"/>
          </p:cNvCxnSpPr>
          <p:nvPr/>
        </p:nvCxnSpPr>
        <p:spPr bwMode="auto">
          <a:xfrm flipH="1">
            <a:off x="3478213" y="3697288"/>
            <a:ext cx="80962" cy="104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2" name="AutoShape 29">
            <a:extLst>
              <a:ext uri="{FF2B5EF4-FFF2-40B4-BE49-F238E27FC236}">
                <a16:creationId xmlns:a16="http://schemas.microsoft.com/office/drawing/2014/main" id="{7A854FBF-6EAF-5639-1365-CFBD3824D4E9}"/>
              </a:ext>
            </a:extLst>
          </p:cNvPr>
          <p:cNvCxnSpPr>
            <a:cxnSpLocks noChangeAspect="1" noChangeShapeType="1"/>
            <a:stCxn id="21519" idx="4"/>
            <a:endCxn id="21526" idx="0"/>
          </p:cNvCxnSpPr>
          <p:nvPr/>
        </p:nvCxnSpPr>
        <p:spPr bwMode="auto">
          <a:xfrm>
            <a:off x="3559175" y="3697288"/>
            <a:ext cx="123825" cy="1047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3" name="AutoShape 30">
            <a:extLst>
              <a:ext uri="{FF2B5EF4-FFF2-40B4-BE49-F238E27FC236}">
                <a16:creationId xmlns:a16="http://schemas.microsoft.com/office/drawing/2014/main" id="{DEFB431C-FB69-39CF-B340-871FA65F0CCB}"/>
              </a:ext>
            </a:extLst>
          </p:cNvPr>
          <p:cNvCxnSpPr>
            <a:cxnSpLocks noChangeAspect="1" noChangeShapeType="1"/>
            <a:stCxn id="21521" idx="4"/>
            <a:endCxn id="21527" idx="0"/>
          </p:cNvCxnSpPr>
          <p:nvPr/>
        </p:nvCxnSpPr>
        <p:spPr bwMode="auto">
          <a:xfrm flipH="1">
            <a:off x="4095750" y="3711575"/>
            <a:ext cx="90488" cy="904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4" name="AutoShape 31">
            <a:extLst>
              <a:ext uri="{FF2B5EF4-FFF2-40B4-BE49-F238E27FC236}">
                <a16:creationId xmlns:a16="http://schemas.microsoft.com/office/drawing/2014/main" id="{0E40536E-EC21-AD24-2B6D-25BFE555D82A}"/>
              </a:ext>
            </a:extLst>
          </p:cNvPr>
          <p:cNvCxnSpPr>
            <a:cxnSpLocks noChangeAspect="1" noChangeShapeType="1"/>
            <a:stCxn id="21521" idx="4"/>
            <a:endCxn id="21528" idx="0"/>
          </p:cNvCxnSpPr>
          <p:nvPr/>
        </p:nvCxnSpPr>
        <p:spPr bwMode="auto">
          <a:xfrm>
            <a:off x="4186238" y="3711575"/>
            <a:ext cx="115887" cy="904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1535" name="Group 32">
            <a:extLst>
              <a:ext uri="{FF2B5EF4-FFF2-40B4-BE49-F238E27FC236}">
                <a16:creationId xmlns:a16="http://schemas.microsoft.com/office/drawing/2014/main" id="{06B2BB9E-5ECC-D0EE-D029-A334A7C9BF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7825" y="2989263"/>
            <a:ext cx="1946275" cy="2344737"/>
            <a:chOff x="1633" y="2628"/>
            <a:chExt cx="1362" cy="1641"/>
          </a:xfrm>
        </p:grpSpPr>
        <p:sp>
          <p:nvSpPr>
            <p:cNvPr id="21653" name="Oval 33">
              <a:extLst>
                <a:ext uri="{FF2B5EF4-FFF2-40B4-BE49-F238E27FC236}">
                  <a16:creationId xmlns:a16="http://schemas.microsoft.com/office/drawing/2014/main" id="{97645B2D-8EC1-8775-8232-E376572E46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7" y="2628"/>
              <a:ext cx="367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1654" name="Oval 34">
              <a:extLst>
                <a:ext uri="{FF2B5EF4-FFF2-40B4-BE49-F238E27FC236}">
                  <a16:creationId xmlns:a16="http://schemas.microsoft.com/office/drawing/2014/main" id="{1CA5DDCD-904B-EDC7-1BDD-C37694E2DB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3" y="3287"/>
              <a:ext cx="373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1655" name="Oval 35">
              <a:extLst>
                <a:ext uri="{FF2B5EF4-FFF2-40B4-BE49-F238E27FC236}">
                  <a16:creationId xmlns:a16="http://schemas.microsoft.com/office/drawing/2014/main" id="{6E36A3DC-55FB-CB51-13B1-FA728E5205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3" y="2909"/>
              <a:ext cx="378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1656" name="AutoShape 36">
              <a:extLst>
                <a:ext uri="{FF2B5EF4-FFF2-40B4-BE49-F238E27FC236}">
                  <a16:creationId xmlns:a16="http://schemas.microsoft.com/office/drawing/2014/main" id="{A2082CAF-B3F1-0BFE-1C83-AADF7329666A}"/>
                </a:ext>
              </a:extLst>
            </p:cNvPr>
            <p:cNvCxnSpPr>
              <a:cxnSpLocks noChangeAspect="1" noChangeShapeType="1"/>
              <a:stCxn id="21655" idx="4"/>
              <a:endCxn id="21654" idx="0"/>
            </p:cNvCxnSpPr>
            <p:nvPr/>
          </p:nvCxnSpPr>
          <p:spPr bwMode="auto">
            <a:xfrm flipH="1">
              <a:off x="1821" y="3108"/>
              <a:ext cx="202" cy="18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57" name="AutoShape 37">
              <a:extLst>
                <a:ext uri="{FF2B5EF4-FFF2-40B4-BE49-F238E27FC236}">
                  <a16:creationId xmlns:a16="http://schemas.microsoft.com/office/drawing/2014/main" id="{FB89907F-EC86-18A9-1FFB-106C16109C0C}"/>
                </a:ext>
              </a:extLst>
            </p:cNvPr>
            <p:cNvCxnSpPr>
              <a:cxnSpLocks noChangeAspect="1" noChangeShapeType="1"/>
              <a:stCxn id="21655" idx="4"/>
              <a:endCxn id="21661" idx="0"/>
            </p:cNvCxnSpPr>
            <p:nvPr/>
          </p:nvCxnSpPr>
          <p:spPr bwMode="auto">
            <a:xfrm>
              <a:off x="2022" y="3108"/>
              <a:ext cx="203" cy="1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58" name="AutoShape 38">
              <a:extLst>
                <a:ext uri="{FF2B5EF4-FFF2-40B4-BE49-F238E27FC236}">
                  <a16:creationId xmlns:a16="http://schemas.microsoft.com/office/drawing/2014/main" id="{D4298436-0DC1-DD9D-02C4-4003C4255C55}"/>
                </a:ext>
              </a:extLst>
            </p:cNvPr>
            <p:cNvCxnSpPr>
              <a:cxnSpLocks noChangeAspect="1" noChangeShapeType="1"/>
              <a:stCxn id="21653" idx="4"/>
              <a:endCxn id="21655" idx="0"/>
            </p:cNvCxnSpPr>
            <p:nvPr/>
          </p:nvCxnSpPr>
          <p:spPr bwMode="auto">
            <a:xfrm flipH="1">
              <a:off x="2023" y="2827"/>
              <a:ext cx="187" cy="9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59" name="Oval 39">
              <a:extLst>
                <a:ext uri="{FF2B5EF4-FFF2-40B4-BE49-F238E27FC236}">
                  <a16:creationId xmlns:a16="http://schemas.microsoft.com/office/drawing/2014/main" id="{69D91EB5-7309-30FC-B144-CEFC7BABC3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18" y="3683"/>
              <a:ext cx="378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1660" name="Oval 40">
              <a:extLst>
                <a:ext uri="{FF2B5EF4-FFF2-40B4-BE49-F238E27FC236}">
                  <a16:creationId xmlns:a16="http://schemas.microsoft.com/office/drawing/2014/main" id="{9F865199-676E-B83F-5B67-3BE770BF27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86" y="3681"/>
              <a:ext cx="374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1661" name="Oval 41">
              <a:extLst>
                <a:ext uri="{FF2B5EF4-FFF2-40B4-BE49-F238E27FC236}">
                  <a16:creationId xmlns:a16="http://schemas.microsoft.com/office/drawing/2014/main" id="{0AE3577F-C6D4-9ACF-9296-3DA65B2B0D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36" y="3298"/>
              <a:ext cx="378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1662" name="AutoShape 42">
              <a:extLst>
                <a:ext uri="{FF2B5EF4-FFF2-40B4-BE49-F238E27FC236}">
                  <a16:creationId xmlns:a16="http://schemas.microsoft.com/office/drawing/2014/main" id="{E15494A2-BBC6-0312-E3ED-3EDE49540D6F}"/>
                </a:ext>
              </a:extLst>
            </p:cNvPr>
            <p:cNvCxnSpPr>
              <a:cxnSpLocks noChangeAspect="1" noChangeShapeType="1"/>
              <a:stCxn id="21661" idx="4"/>
              <a:endCxn id="21660" idx="0"/>
            </p:cNvCxnSpPr>
            <p:nvPr/>
          </p:nvCxnSpPr>
          <p:spPr bwMode="auto">
            <a:xfrm flipH="1">
              <a:off x="1972" y="3497"/>
              <a:ext cx="253" cy="19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63" name="AutoShape 43">
              <a:extLst>
                <a:ext uri="{FF2B5EF4-FFF2-40B4-BE49-F238E27FC236}">
                  <a16:creationId xmlns:a16="http://schemas.microsoft.com/office/drawing/2014/main" id="{F47C6F72-7991-7E4F-70D9-C47D0CFDD352}"/>
                </a:ext>
              </a:extLst>
            </p:cNvPr>
            <p:cNvCxnSpPr>
              <a:cxnSpLocks noChangeAspect="1" noChangeShapeType="1"/>
              <a:stCxn id="21661" idx="4"/>
              <a:endCxn id="21659" idx="0"/>
            </p:cNvCxnSpPr>
            <p:nvPr/>
          </p:nvCxnSpPr>
          <p:spPr bwMode="auto">
            <a:xfrm>
              <a:off x="2225" y="3497"/>
              <a:ext cx="282" cy="19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64" name="Oval 44">
              <a:extLst>
                <a:ext uri="{FF2B5EF4-FFF2-40B4-BE49-F238E27FC236}">
                  <a16:creationId xmlns:a16="http://schemas.microsoft.com/office/drawing/2014/main" id="{9FBE159E-C16F-31AE-0B76-EFF5413B74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29" y="3926"/>
              <a:ext cx="378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1665" name="Oval 45">
              <a:extLst>
                <a:ext uri="{FF2B5EF4-FFF2-40B4-BE49-F238E27FC236}">
                  <a16:creationId xmlns:a16="http://schemas.microsoft.com/office/drawing/2014/main" id="{AEB6F17F-90E5-D799-40E4-DC0CBE70E5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3" y="3936"/>
              <a:ext cx="335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1666" name="AutoShape 46">
              <a:extLst>
                <a:ext uri="{FF2B5EF4-FFF2-40B4-BE49-F238E27FC236}">
                  <a16:creationId xmlns:a16="http://schemas.microsoft.com/office/drawing/2014/main" id="{C7126832-0B6F-03FF-7B2F-40F75AE84704}"/>
                </a:ext>
              </a:extLst>
            </p:cNvPr>
            <p:cNvCxnSpPr>
              <a:cxnSpLocks noChangeAspect="1" noChangeShapeType="1"/>
              <a:stCxn id="21659" idx="4"/>
              <a:endCxn id="21665" idx="0"/>
            </p:cNvCxnSpPr>
            <p:nvPr/>
          </p:nvCxnSpPr>
          <p:spPr bwMode="auto">
            <a:xfrm flipH="1">
              <a:off x="2322" y="3883"/>
              <a:ext cx="185" cy="6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67" name="AutoShape 47">
              <a:extLst>
                <a:ext uri="{FF2B5EF4-FFF2-40B4-BE49-F238E27FC236}">
                  <a16:creationId xmlns:a16="http://schemas.microsoft.com/office/drawing/2014/main" id="{58F486EA-3700-7AE0-A9E6-CA8DD4268CAD}"/>
                </a:ext>
              </a:extLst>
            </p:cNvPr>
            <p:cNvCxnSpPr>
              <a:cxnSpLocks noChangeAspect="1" noChangeShapeType="1"/>
              <a:stCxn id="21659" idx="4"/>
              <a:endCxn id="21664" idx="0"/>
            </p:cNvCxnSpPr>
            <p:nvPr/>
          </p:nvCxnSpPr>
          <p:spPr bwMode="auto">
            <a:xfrm>
              <a:off x="2507" y="3883"/>
              <a:ext cx="212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68" name="Rectangle 48">
              <a:extLst>
                <a:ext uri="{FF2B5EF4-FFF2-40B4-BE49-F238E27FC236}">
                  <a16:creationId xmlns:a16="http://schemas.microsoft.com/office/drawing/2014/main" id="{6AFCE044-25B6-6D03-7118-33FA83DD22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15" y="3584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69" name="Rectangle 49">
              <a:extLst>
                <a:ext uri="{FF2B5EF4-FFF2-40B4-BE49-F238E27FC236}">
                  <a16:creationId xmlns:a16="http://schemas.microsoft.com/office/drawing/2014/main" id="{838A1C34-4492-F89A-29AB-0E24ECD976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9" y="3981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0" name="Rectangle 50">
              <a:extLst>
                <a:ext uri="{FF2B5EF4-FFF2-40B4-BE49-F238E27FC236}">
                  <a16:creationId xmlns:a16="http://schemas.microsoft.com/office/drawing/2014/main" id="{89BD5F1C-5E5D-061E-78B5-2D533669E2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03" y="3981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1" name="Rectangle 51">
              <a:extLst>
                <a:ext uri="{FF2B5EF4-FFF2-40B4-BE49-F238E27FC236}">
                  <a16:creationId xmlns:a16="http://schemas.microsoft.com/office/drawing/2014/main" id="{1B079750-DFE1-7770-C08C-C67C8E38C3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9" y="3584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2" name="Rectangle 52">
              <a:extLst>
                <a:ext uri="{FF2B5EF4-FFF2-40B4-BE49-F238E27FC236}">
                  <a16:creationId xmlns:a16="http://schemas.microsoft.com/office/drawing/2014/main" id="{AB41C91F-2A91-CCEE-EE5C-76A80C86D0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9" y="4197"/>
              <a:ext cx="73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3" name="Rectangle 53">
              <a:extLst>
                <a:ext uri="{FF2B5EF4-FFF2-40B4-BE49-F238E27FC236}">
                  <a16:creationId xmlns:a16="http://schemas.microsoft.com/office/drawing/2014/main" id="{5C55F36A-9FAC-1942-0827-298EFD0B39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64" y="4197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4" name="Rectangle 54">
              <a:extLst>
                <a:ext uri="{FF2B5EF4-FFF2-40B4-BE49-F238E27FC236}">
                  <a16:creationId xmlns:a16="http://schemas.microsoft.com/office/drawing/2014/main" id="{47E93F18-E336-0426-7691-90FBE0A65C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16" y="4197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5" name="Rectangle 55">
              <a:extLst>
                <a:ext uri="{FF2B5EF4-FFF2-40B4-BE49-F238E27FC236}">
                  <a16:creationId xmlns:a16="http://schemas.microsoft.com/office/drawing/2014/main" id="{E4109E5C-8338-68FF-87B9-2A44E59424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" y="4197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676" name="AutoShape 56">
              <a:extLst>
                <a:ext uri="{FF2B5EF4-FFF2-40B4-BE49-F238E27FC236}">
                  <a16:creationId xmlns:a16="http://schemas.microsoft.com/office/drawing/2014/main" id="{45675D07-5BDF-EA3C-C73A-2FF3BE39C1AE}"/>
                </a:ext>
              </a:extLst>
            </p:cNvPr>
            <p:cNvCxnSpPr>
              <a:cxnSpLocks noChangeAspect="1" noChangeShapeType="1"/>
              <a:stCxn id="21654" idx="4"/>
              <a:endCxn id="21668" idx="0"/>
            </p:cNvCxnSpPr>
            <p:nvPr/>
          </p:nvCxnSpPr>
          <p:spPr bwMode="auto">
            <a:xfrm flipH="1">
              <a:off x="1751" y="3486"/>
              <a:ext cx="70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77" name="AutoShape 57">
              <a:extLst>
                <a:ext uri="{FF2B5EF4-FFF2-40B4-BE49-F238E27FC236}">
                  <a16:creationId xmlns:a16="http://schemas.microsoft.com/office/drawing/2014/main" id="{47FA8CF9-935A-DC65-7C19-1F627969CDA8}"/>
                </a:ext>
              </a:extLst>
            </p:cNvPr>
            <p:cNvCxnSpPr>
              <a:cxnSpLocks noChangeAspect="1" noChangeShapeType="1"/>
              <a:stCxn id="21654" idx="4"/>
              <a:endCxn id="21671" idx="0"/>
            </p:cNvCxnSpPr>
            <p:nvPr/>
          </p:nvCxnSpPr>
          <p:spPr bwMode="auto">
            <a:xfrm>
              <a:off x="1821" y="3486"/>
              <a:ext cx="74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78" name="AutoShape 58">
              <a:extLst>
                <a:ext uri="{FF2B5EF4-FFF2-40B4-BE49-F238E27FC236}">
                  <a16:creationId xmlns:a16="http://schemas.microsoft.com/office/drawing/2014/main" id="{075F1175-0A33-60B6-EE60-0405BDF7BA43}"/>
                </a:ext>
              </a:extLst>
            </p:cNvPr>
            <p:cNvCxnSpPr>
              <a:cxnSpLocks noChangeAspect="1" noChangeShapeType="1"/>
              <a:stCxn id="21660" idx="4"/>
              <a:endCxn id="21669" idx="0"/>
            </p:cNvCxnSpPr>
            <p:nvPr/>
          </p:nvCxnSpPr>
          <p:spPr bwMode="auto">
            <a:xfrm flipH="1">
              <a:off x="1895" y="3880"/>
              <a:ext cx="78" cy="1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79" name="AutoShape 59">
              <a:extLst>
                <a:ext uri="{FF2B5EF4-FFF2-40B4-BE49-F238E27FC236}">
                  <a16:creationId xmlns:a16="http://schemas.microsoft.com/office/drawing/2014/main" id="{E5E90965-9F3C-0CDA-ACAF-C49C5393502F}"/>
                </a:ext>
              </a:extLst>
            </p:cNvPr>
            <p:cNvCxnSpPr>
              <a:cxnSpLocks noChangeAspect="1" noChangeShapeType="1"/>
              <a:stCxn id="21660" idx="4"/>
              <a:endCxn id="21670" idx="0"/>
            </p:cNvCxnSpPr>
            <p:nvPr/>
          </p:nvCxnSpPr>
          <p:spPr bwMode="auto">
            <a:xfrm>
              <a:off x="1973" y="3880"/>
              <a:ext cx="66" cy="1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0" name="AutoShape 60">
              <a:extLst>
                <a:ext uri="{FF2B5EF4-FFF2-40B4-BE49-F238E27FC236}">
                  <a16:creationId xmlns:a16="http://schemas.microsoft.com/office/drawing/2014/main" id="{D06B1A95-2AFF-E520-5EB1-DC3584A64B7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995" y="3338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1" name="AutoShape 61">
              <a:extLst>
                <a:ext uri="{FF2B5EF4-FFF2-40B4-BE49-F238E27FC236}">
                  <a16:creationId xmlns:a16="http://schemas.microsoft.com/office/drawing/2014/main" id="{C55CCC53-FD73-CC42-2863-AF8A5C73D885}"/>
                </a:ext>
              </a:extLst>
            </p:cNvPr>
            <p:cNvCxnSpPr>
              <a:cxnSpLocks noChangeAspect="1" noChangeShapeType="1"/>
              <a:stCxn id="21665" idx="4"/>
              <a:endCxn id="21672" idx="0"/>
            </p:cNvCxnSpPr>
            <p:nvPr/>
          </p:nvCxnSpPr>
          <p:spPr bwMode="auto">
            <a:xfrm flipH="1">
              <a:off x="2255" y="4135"/>
              <a:ext cx="67" cy="6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2" name="AutoShape 62">
              <a:extLst>
                <a:ext uri="{FF2B5EF4-FFF2-40B4-BE49-F238E27FC236}">
                  <a16:creationId xmlns:a16="http://schemas.microsoft.com/office/drawing/2014/main" id="{02C9DD5E-9EEC-F30C-C5B9-65901418B54E}"/>
                </a:ext>
              </a:extLst>
            </p:cNvPr>
            <p:cNvCxnSpPr>
              <a:cxnSpLocks noChangeAspect="1" noChangeShapeType="1"/>
              <a:stCxn id="21665" idx="4"/>
              <a:endCxn id="21673" idx="0"/>
            </p:cNvCxnSpPr>
            <p:nvPr/>
          </p:nvCxnSpPr>
          <p:spPr bwMode="auto">
            <a:xfrm>
              <a:off x="2322" y="4135"/>
              <a:ext cx="78" cy="6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3" name="AutoShape 63">
              <a:extLst>
                <a:ext uri="{FF2B5EF4-FFF2-40B4-BE49-F238E27FC236}">
                  <a16:creationId xmlns:a16="http://schemas.microsoft.com/office/drawing/2014/main" id="{9A67D274-CAAE-7728-B5C3-AFB4030CAD70}"/>
                </a:ext>
              </a:extLst>
            </p:cNvPr>
            <p:cNvCxnSpPr>
              <a:cxnSpLocks noChangeAspect="1" noChangeShapeType="1"/>
              <a:stCxn id="21664" idx="4"/>
              <a:endCxn id="21674" idx="0"/>
            </p:cNvCxnSpPr>
            <p:nvPr/>
          </p:nvCxnSpPr>
          <p:spPr bwMode="auto">
            <a:xfrm flipH="1">
              <a:off x="2652" y="4125"/>
              <a:ext cx="67" cy="7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4" name="AutoShape 64">
              <a:extLst>
                <a:ext uri="{FF2B5EF4-FFF2-40B4-BE49-F238E27FC236}">
                  <a16:creationId xmlns:a16="http://schemas.microsoft.com/office/drawing/2014/main" id="{0535EB12-BC72-70C6-D935-62D0431F5C6A}"/>
                </a:ext>
              </a:extLst>
            </p:cNvPr>
            <p:cNvCxnSpPr>
              <a:cxnSpLocks noChangeAspect="1" noChangeShapeType="1"/>
              <a:stCxn id="21664" idx="4"/>
              <a:endCxn id="21675" idx="0"/>
            </p:cNvCxnSpPr>
            <p:nvPr/>
          </p:nvCxnSpPr>
          <p:spPr bwMode="auto">
            <a:xfrm>
              <a:off x="2719" y="4125"/>
              <a:ext cx="77" cy="7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536" name="Group 65">
            <a:extLst>
              <a:ext uri="{FF2B5EF4-FFF2-40B4-BE49-F238E27FC236}">
                <a16:creationId xmlns:a16="http://schemas.microsoft.com/office/drawing/2014/main" id="{E264B8EB-5663-EC8F-A10B-240F5FC2B51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95513" y="3429000"/>
            <a:ext cx="568325" cy="476250"/>
            <a:chOff x="2470" y="2566"/>
            <a:chExt cx="399" cy="333"/>
          </a:xfrm>
        </p:grpSpPr>
        <p:sp>
          <p:nvSpPr>
            <p:cNvPr id="21648" name="Oval 66">
              <a:extLst>
                <a:ext uri="{FF2B5EF4-FFF2-40B4-BE49-F238E27FC236}">
                  <a16:creationId xmlns:a16="http://schemas.microsoft.com/office/drawing/2014/main" id="{FFE505BE-250C-728A-98A8-89C96C93E4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0" y="2566"/>
              <a:ext cx="399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1649" name="Rectangle 67">
              <a:extLst>
                <a:ext uri="{FF2B5EF4-FFF2-40B4-BE49-F238E27FC236}">
                  <a16:creationId xmlns:a16="http://schemas.microsoft.com/office/drawing/2014/main" id="{D1162844-F427-0F68-334A-5CA45569EB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52" y="2827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50" name="Rectangle 68">
              <a:extLst>
                <a:ext uri="{FF2B5EF4-FFF2-40B4-BE49-F238E27FC236}">
                  <a16:creationId xmlns:a16="http://schemas.microsoft.com/office/drawing/2014/main" id="{08051D68-981D-158F-5183-BC878615E0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" y="2827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651" name="AutoShape 69">
              <a:extLst>
                <a:ext uri="{FF2B5EF4-FFF2-40B4-BE49-F238E27FC236}">
                  <a16:creationId xmlns:a16="http://schemas.microsoft.com/office/drawing/2014/main" id="{DED8254F-9C68-AA20-31E7-3DDAEF3184AF}"/>
                </a:ext>
              </a:extLst>
            </p:cNvPr>
            <p:cNvCxnSpPr>
              <a:cxnSpLocks noChangeAspect="1" noChangeShapeType="1"/>
              <a:stCxn id="21650" idx="0"/>
              <a:endCxn id="21648" idx="4"/>
            </p:cNvCxnSpPr>
            <p:nvPr/>
          </p:nvCxnSpPr>
          <p:spPr bwMode="auto">
            <a:xfrm flipH="1" flipV="1">
              <a:off x="2671" y="2765"/>
              <a:ext cx="125" cy="6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52" name="AutoShape 70">
              <a:extLst>
                <a:ext uri="{FF2B5EF4-FFF2-40B4-BE49-F238E27FC236}">
                  <a16:creationId xmlns:a16="http://schemas.microsoft.com/office/drawing/2014/main" id="{C318A71E-AA6E-0A52-0A98-A99D0B901E47}"/>
                </a:ext>
              </a:extLst>
            </p:cNvPr>
            <p:cNvCxnSpPr>
              <a:cxnSpLocks noChangeAspect="1" noChangeShapeType="1"/>
              <a:stCxn id="21648" idx="4"/>
              <a:endCxn id="21649" idx="0"/>
            </p:cNvCxnSpPr>
            <p:nvPr/>
          </p:nvCxnSpPr>
          <p:spPr bwMode="auto">
            <a:xfrm>
              <a:off x="2671" y="2765"/>
              <a:ext cx="17" cy="6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37" name="Oval 71">
            <a:extLst>
              <a:ext uri="{FF2B5EF4-FFF2-40B4-BE49-F238E27FC236}">
                <a16:creationId xmlns:a16="http://schemas.microsoft.com/office/drawing/2014/main" id="{B8290576-D596-A494-C45B-94720A5BC5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17638" y="2509838"/>
            <a:ext cx="539750" cy="2952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(8,N)</a:t>
            </a:r>
          </a:p>
        </p:txBody>
      </p:sp>
      <p:cxnSp>
        <p:nvCxnSpPr>
          <p:cNvPr id="21538" name="AutoShape 72">
            <a:extLst>
              <a:ext uri="{FF2B5EF4-FFF2-40B4-BE49-F238E27FC236}">
                <a16:creationId xmlns:a16="http://schemas.microsoft.com/office/drawing/2014/main" id="{AD1B0FB6-73F5-D817-EB07-53A3B3A0FC0F}"/>
              </a:ext>
            </a:extLst>
          </p:cNvPr>
          <p:cNvCxnSpPr>
            <a:cxnSpLocks noChangeAspect="1" noChangeShapeType="1"/>
            <a:stCxn id="21653" idx="4"/>
            <a:endCxn id="21643" idx="0"/>
          </p:cNvCxnSpPr>
          <p:nvPr/>
        </p:nvCxnSpPr>
        <p:spPr bwMode="auto">
          <a:xfrm>
            <a:off x="1203325" y="3279775"/>
            <a:ext cx="396875" cy="13811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9" name="AutoShape 73">
            <a:extLst>
              <a:ext uri="{FF2B5EF4-FFF2-40B4-BE49-F238E27FC236}">
                <a16:creationId xmlns:a16="http://schemas.microsoft.com/office/drawing/2014/main" id="{84DAE274-8151-5D6A-A9BB-4A558BFC8A0E}"/>
              </a:ext>
            </a:extLst>
          </p:cNvPr>
          <p:cNvCxnSpPr>
            <a:cxnSpLocks noChangeAspect="1" noChangeShapeType="1"/>
            <a:stCxn id="21508" idx="4"/>
            <a:endCxn id="21638" idx="0"/>
          </p:cNvCxnSpPr>
          <p:nvPr/>
        </p:nvCxnSpPr>
        <p:spPr bwMode="auto">
          <a:xfrm>
            <a:off x="2073275" y="3284538"/>
            <a:ext cx="117475" cy="6381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1540" name="Group 74">
            <a:extLst>
              <a:ext uri="{FF2B5EF4-FFF2-40B4-BE49-F238E27FC236}">
                <a16:creationId xmlns:a16="http://schemas.microsoft.com/office/drawing/2014/main" id="{20DA3976-537F-D633-C4C1-3B6AA5C81B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41438" y="3413125"/>
            <a:ext cx="514350" cy="452438"/>
            <a:chOff x="2440" y="3304"/>
            <a:chExt cx="360" cy="316"/>
          </a:xfrm>
        </p:grpSpPr>
        <p:sp>
          <p:nvSpPr>
            <p:cNvPr id="21643" name="Oval 75">
              <a:extLst>
                <a:ext uri="{FF2B5EF4-FFF2-40B4-BE49-F238E27FC236}">
                  <a16:creationId xmlns:a16="http://schemas.microsoft.com/office/drawing/2014/main" id="{D71F53D9-0E01-0569-5965-1E2F6C17E6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0" y="3304"/>
              <a:ext cx="360" cy="2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sp>
          <p:nvSpPr>
            <p:cNvPr id="21644" name="Rectangle 76">
              <a:extLst>
                <a:ext uri="{FF2B5EF4-FFF2-40B4-BE49-F238E27FC236}">
                  <a16:creationId xmlns:a16="http://schemas.microsoft.com/office/drawing/2014/main" id="{014186AF-BFF9-4AD9-3B66-4DEAE340C3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08" y="3548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45" name="Rectangle 77">
              <a:extLst>
                <a:ext uri="{FF2B5EF4-FFF2-40B4-BE49-F238E27FC236}">
                  <a16:creationId xmlns:a16="http://schemas.microsoft.com/office/drawing/2014/main" id="{038D4507-EACC-A6A5-21E3-6D6049876A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3548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646" name="AutoShape 78">
              <a:extLst>
                <a:ext uri="{FF2B5EF4-FFF2-40B4-BE49-F238E27FC236}">
                  <a16:creationId xmlns:a16="http://schemas.microsoft.com/office/drawing/2014/main" id="{6F259207-9D16-FB49-0511-F37790F6C909}"/>
                </a:ext>
              </a:extLst>
            </p:cNvPr>
            <p:cNvCxnSpPr>
              <a:cxnSpLocks noChangeAspect="1" noChangeShapeType="1"/>
              <a:stCxn id="21643" idx="4"/>
              <a:endCxn id="21645" idx="0"/>
            </p:cNvCxnSpPr>
            <p:nvPr/>
          </p:nvCxnSpPr>
          <p:spPr bwMode="auto">
            <a:xfrm>
              <a:off x="2621" y="3503"/>
              <a:ext cx="103" cy="4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47" name="AutoShape 79">
              <a:extLst>
                <a:ext uri="{FF2B5EF4-FFF2-40B4-BE49-F238E27FC236}">
                  <a16:creationId xmlns:a16="http://schemas.microsoft.com/office/drawing/2014/main" id="{11E5A2BF-BC14-44C4-782A-B23514661918}"/>
                </a:ext>
              </a:extLst>
            </p:cNvPr>
            <p:cNvCxnSpPr>
              <a:cxnSpLocks noChangeAspect="1" noChangeShapeType="1"/>
              <a:stCxn id="21643" idx="4"/>
              <a:endCxn id="21644" idx="0"/>
            </p:cNvCxnSpPr>
            <p:nvPr/>
          </p:nvCxnSpPr>
          <p:spPr bwMode="auto">
            <a:xfrm flipH="1">
              <a:off x="2544" y="3503"/>
              <a:ext cx="77" cy="4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541" name="Group 80">
            <a:extLst>
              <a:ext uri="{FF2B5EF4-FFF2-40B4-BE49-F238E27FC236}">
                <a16:creationId xmlns:a16="http://schemas.microsoft.com/office/drawing/2014/main" id="{1EABD3AC-EA1E-D06E-1BAF-3427CDE543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881188" y="3917950"/>
            <a:ext cx="622300" cy="466725"/>
            <a:chOff x="2837" y="3293"/>
            <a:chExt cx="435" cy="327"/>
          </a:xfrm>
        </p:grpSpPr>
        <p:sp>
          <p:nvSpPr>
            <p:cNvPr id="21638" name="Oval 81">
              <a:extLst>
                <a:ext uri="{FF2B5EF4-FFF2-40B4-BE49-F238E27FC236}">
                  <a16:creationId xmlns:a16="http://schemas.microsoft.com/office/drawing/2014/main" id="{72956104-3D43-9E43-C041-47F2C5A8C5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37" y="3293"/>
              <a:ext cx="435" cy="2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sp>
          <p:nvSpPr>
            <p:cNvPr id="21639" name="Rectangle 82">
              <a:extLst>
                <a:ext uri="{FF2B5EF4-FFF2-40B4-BE49-F238E27FC236}">
                  <a16:creationId xmlns:a16="http://schemas.microsoft.com/office/drawing/2014/main" id="{49FBF6B5-ABDE-983C-86C6-F34D98FF4F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41" y="3548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40" name="Rectangle 83">
              <a:extLst>
                <a:ext uri="{FF2B5EF4-FFF2-40B4-BE49-F238E27FC236}">
                  <a16:creationId xmlns:a16="http://schemas.microsoft.com/office/drawing/2014/main" id="{B23ABB09-2825-1C7F-0F9A-7952D7A7A3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1" y="3548"/>
              <a:ext cx="72" cy="72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641" name="AutoShape 84">
              <a:extLst>
                <a:ext uri="{FF2B5EF4-FFF2-40B4-BE49-F238E27FC236}">
                  <a16:creationId xmlns:a16="http://schemas.microsoft.com/office/drawing/2014/main" id="{ADA2C531-01E4-1B02-ACC3-992D0EB46D02}"/>
                </a:ext>
              </a:extLst>
            </p:cNvPr>
            <p:cNvCxnSpPr>
              <a:cxnSpLocks noChangeAspect="1" noChangeShapeType="1"/>
              <a:stCxn id="21638" idx="4"/>
              <a:endCxn id="21639" idx="0"/>
            </p:cNvCxnSpPr>
            <p:nvPr/>
          </p:nvCxnSpPr>
          <p:spPr bwMode="auto">
            <a:xfrm flipH="1">
              <a:off x="2977" y="3492"/>
              <a:ext cx="77" cy="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42" name="AutoShape 85">
              <a:extLst>
                <a:ext uri="{FF2B5EF4-FFF2-40B4-BE49-F238E27FC236}">
                  <a16:creationId xmlns:a16="http://schemas.microsoft.com/office/drawing/2014/main" id="{2B521513-A7C4-9E0A-94F1-A5DF5984F3F1}"/>
                </a:ext>
              </a:extLst>
            </p:cNvPr>
            <p:cNvCxnSpPr>
              <a:cxnSpLocks noChangeAspect="1" noChangeShapeType="1"/>
              <a:stCxn id="21638" idx="4"/>
              <a:endCxn id="21640" idx="0"/>
            </p:cNvCxnSpPr>
            <p:nvPr/>
          </p:nvCxnSpPr>
          <p:spPr bwMode="auto">
            <a:xfrm>
              <a:off x="3054" y="3492"/>
              <a:ext cx="103" cy="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42" name="Text Box 86">
            <a:extLst>
              <a:ext uri="{FF2B5EF4-FFF2-40B4-BE49-F238E27FC236}">
                <a16:creationId xmlns:a16="http://schemas.microsoft.com/office/drawing/2014/main" id="{D6A9D7D3-FE36-B2D1-D065-927DD15259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6150" y="24066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1543" name="Line 87">
            <a:extLst>
              <a:ext uri="{FF2B5EF4-FFF2-40B4-BE49-F238E27FC236}">
                <a16:creationId xmlns:a16="http://schemas.microsoft.com/office/drawing/2014/main" id="{DCD7D334-D65F-CCF6-6213-5EE76809413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200150" y="2663825"/>
            <a:ext cx="20478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cxnSp>
        <p:nvCxnSpPr>
          <p:cNvPr id="21544" name="AutoShape 88">
            <a:extLst>
              <a:ext uri="{FF2B5EF4-FFF2-40B4-BE49-F238E27FC236}">
                <a16:creationId xmlns:a16="http://schemas.microsoft.com/office/drawing/2014/main" id="{10DF4351-4DE6-DEF7-2FC7-594BBF7E6B74}"/>
              </a:ext>
            </a:extLst>
          </p:cNvPr>
          <p:cNvCxnSpPr>
            <a:cxnSpLocks noChangeAspect="1" noChangeShapeType="1"/>
            <a:stCxn id="21508" idx="0"/>
            <a:endCxn id="21537" idx="4"/>
          </p:cNvCxnSpPr>
          <p:nvPr/>
        </p:nvCxnSpPr>
        <p:spPr bwMode="auto">
          <a:xfrm flipH="1" flipV="1">
            <a:off x="1687513" y="2800350"/>
            <a:ext cx="385762" cy="19843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45" name="AutoShape 89">
            <a:extLst>
              <a:ext uri="{FF2B5EF4-FFF2-40B4-BE49-F238E27FC236}">
                <a16:creationId xmlns:a16="http://schemas.microsoft.com/office/drawing/2014/main" id="{6D9327A7-EE09-28E8-4F94-F3D18A4C9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175" y="2416175"/>
            <a:ext cx="381000" cy="304800"/>
          </a:xfrm>
          <a:custGeom>
            <a:avLst/>
            <a:gdLst>
              <a:gd name="T0" fmla="*/ 59264723 w 21600"/>
              <a:gd name="T1" fmla="*/ 0 h 21600"/>
              <a:gd name="T2" fmla="*/ 14817583 w 21600"/>
              <a:gd name="T3" fmla="*/ 30346399 h 21600"/>
              <a:gd name="T4" fmla="*/ 59264723 w 21600"/>
              <a:gd name="T5" fmla="*/ 15173214 h 21600"/>
              <a:gd name="T6" fmla="*/ 133358242 w 21600"/>
              <a:gd name="T7" fmla="*/ 30346399 h 21600"/>
              <a:gd name="T8" fmla="*/ 103723085 w 21600"/>
              <a:gd name="T9" fmla="*/ 45519620 h 21600"/>
              <a:gd name="T10" fmla="*/ 74087928 w 21600"/>
              <a:gd name="T11" fmla="*/ 30346399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9999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1546" name="Group 90">
            <a:extLst>
              <a:ext uri="{FF2B5EF4-FFF2-40B4-BE49-F238E27FC236}">
                <a16:creationId xmlns:a16="http://schemas.microsoft.com/office/drawing/2014/main" id="{D6746DE1-D2F9-81E8-92AE-B2A866B45F9E}"/>
              </a:ext>
            </a:extLst>
          </p:cNvPr>
          <p:cNvGrpSpPr>
            <a:grpSpLocks/>
          </p:cNvGrpSpPr>
          <p:nvPr/>
        </p:nvGrpSpPr>
        <p:grpSpPr bwMode="auto">
          <a:xfrm>
            <a:off x="4487863" y="3500438"/>
            <a:ext cx="4343400" cy="2824162"/>
            <a:chOff x="2792" y="1581"/>
            <a:chExt cx="2736" cy="1779"/>
          </a:xfrm>
        </p:grpSpPr>
        <p:sp>
          <p:nvSpPr>
            <p:cNvPr id="21554" name="Oval 91">
              <a:extLst>
                <a:ext uri="{FF2B5EF4-FFF2-40B4-BE49-F238E27FC236}">
                  <a16:creationId xmlns:a16="http://schemas.microsoft.com/office/drawing/2014/main" id="{986BF1E2-8672-E73C-93D0-B8EA5552AE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4" y="2197"/>
              <a:ext cx="391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1555" name="AutoShape 92">
              <a:extLst>
                <a:ext uri="{FF2B5EF4-FFF2-40B4-BE49-F238E27FC236}">
                  <a16:creationId xmlns:a16="http://schemas.microsoft.com/office/drawing/2014/main" id="{CA0BCCFD-9620-83C4-DA38-EF199178DC2E}"/>
                </a:ext>
              </a:extLst>
            </p:cNvPr>
            <p:cNvCxnSpPr>
              <a:cxnSpLocks noChangeAspect="1" noChangeShapeType="1"/>
              <a:stCxn id="21558" idx="0"/>
              <a:endCxn id="21583" idx="4"/>
            </p:cNvCxnSpPr>
            <p:nvPr/>
          </p:nvCxnSpPr>
          <p:spPr bwMode="auto">
            <a:xfrm flipH="1" flipV="1">
              <a:off x="3809" y="1767"/>
              <a:ext cx="602" cy="10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6" name="AutoShape 93">
              <a:extLst>
                <a:ext uri="{FF2B5EF4-FFF2-40B4-BE49-F238E27FC236}">
                  <a16:creationId xmlns:a16="http://schemas.microsoft.com/office/drawing/2014/main" id="{345909CF-31AA-9DCD-4758-ED3E11CC5D06}"/>
                </a:ext>
              </a:extLst>
            </p:cNvPr>
            <p:cNvCxnSpPr>
              <a:cxnSpLocks noChangeAspect="1" noChangeShapeType="1"/>
              <a:stCxn id="21583" idx="4"/>
              <a:endCxn id="21606" idx="0"/>
            </p:cNvCxnSpPr>
            <p:nvPr/>
          </p:nvCxnSpPr>
          <p:spPr bwMode="auto">
            <a:xfrm flipH="1">
              <a:off x="3311" y="1767"/>
              <a:ext cx="498" cy="11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7" name="AutoShape 94">
              <a:extLst>
                <a:ext uri="{FF2B5EF4-FFF2-40B4-BE49-F238E27FC236}">
                  <a16:creationId xmlns:a16="http://schemas.microsoft.com/office/drawing/2014/main" id="{B38B296D-8A23-EDE7-F1F0-C6732A1314C1}"/>
                </a:ext>
              </a:extLst>
            </p:cNvPr>
            <p:cNvCxnSpPr>
              <a:cxnSpLocks noChangeAspect="1" noChangeShapeType="1"/>
              <a:stCxn id="21554" idx="4"/>
              <a:endCxn id="21601" idx="0"/>
            </p:cNvCxnSpPr>
            <p:nvPr/>
          </p:nvCxnSpPr>
          <p:spPr bwMode="auto">
            <a:xfrm>
              <a:off x="4040" y="2383"/>
              <a:ext cx="258" cy="8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58" name="Oval 95">
              <a:extLst>
                <a:ext uri="{FF2B5EF4-FFF2-40B4-BE49-F238E27FC236}">
                  <a16:creationId xmlns:a16="http://schemas.microsoft.com/office/drawing/2014/main" id="{22669282-6F8A-BA26-755B-969C419412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1876"/>
              <a:ext cx="379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1559" name="Oval 96">
              <a:extLst>
                <a:ext uri="{FF2B5EF4-FFF2-40B4-BE49-F238E27FC236}">
                  <a16:creationId xmlns:a16="http://schemas.microsoft.com/office/drawing/2014/main" id="{2A1FE9C1-B291-319B-0922-F4F2C5F97D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84" y="2525"/>
              <a:ext cx="374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1560" name="Oval 97">
              <a:extLst>
                <a:ext uri="{FF2B5EF4-FFF2-40B4-BE49-F238E27FC236}">
                  <a16:creationId xmlns:a16="http://schemas.microsoft.com/office/drawing/2014/main" id="{1E3E30F6-B28C-416A-DD51-F0BFB03183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64" y="2525"/>
              <a:ext cx="391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1561" name="Oval 98">
              <a:extLst>
                <a:ext uri="{FF2B5EF4-FFF2-40B4-BE49-F238E27FC236}">
                  <a16:creationId xmlns:a16="http://schemas.microsoft.com/office/drawing/2014/main" id="{4CE36AFB-0EF2-CCA8-2E84-3FD69C2815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5" y="2187"/>
              <a:ext cx="385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cxnSp>
          <p:nvCxnSpPr>
            <p:cNvPr id="21562" name="AutoShape 99">
              <a:extLst>
                <a:ext uri="{FF2B5EF4-FFF2-40B4-BE49-F238E27FC236}">
                  <a16:creationId xmlns:a16="http://schemas.microsoft.com/office/drawing/2014/main" id="{2F8CB663-2EEB-F631-326F-B262679A0FF3}"/>
                </a:ext>
              </a:extLst>
            </p:cNvPr>
            <p:cNvCxnSpPr>
              <a:cxnSpLocks noChangeAspect="1" noChangeShapeType="1"/>
              <a:stCxn id="21558" idx="4"/>
              <a:endCxn id="21561" idx="0"/>
            </p:cNvCxnSpPr>
            <p:nvPr/>
          </p:nvCxnSpPr>
          <p:spPr bwMode="auto">
            <a:xfrm>
              <a:off x="4411" y="2062"/>
              <a:ext cx="537" cy="12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3" name="AutoShape 100">
              <a:extLst>
                <a:ext uri="{FF2B5EF4-FFF2-40B4-BE49-F238E27FC236}">
                  <a16:creationId xmlns:a16="http://schemas.microsoft.com/office/drawing/2014/main" id="{31C63004-3F29-9034-076A-4812259FDA7C}"/>
                </a:ext>
              </a:extLst>
            </p:cNvPr>
            <p:cNvCxnSpPr>
              <a:cxnSpLocks noChangeAspect="1" noChangeShapeType="1"/>
              <a:stCxn id="21561" idx="4"/>
              <a:endCxn id="21560" idx="0"/>
            </p:cNvCxnSpPr>
            <p:nvPr/>
          </p:nvCxnSpPr>
          <p:spPr bwMode="auto">
            <a:xfrm flipH="1">
              <a:off x="4760" y="2367"/>
              <a:ext cx="188" cy="1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4" name="AutoShape 101">
              <a:extLst>
                <a:ext uri="{FF2B5EF4-FFF2-40B4-BE49-F238E27FC236}">
                  <a16:creationId xmlns:a16="http://schemas.microsoft.com/office/drawing/2014/main" id="{D02806E3-8B3E-9208-1D9D-527E224A2B6F}"/>
                </a:ext>
              </a:extLst>
            </p:cNvPr>
            <p:cNvCxnSpPr>
              <a:cxnSpLocks noChangeAspect="1" noChangeShapeType="1"/>
              <a:stCxn id="21561" idx="4"/>
              <a:endCxn id="21559" idx="0"/>
            </p:cNvCxnSpPr>
            <p:nvPr/>
          </p:nvCxnSpPr>
          <p:spPr bwMode="auto">
            <a:xfrm>
              <a:off x="4948" y="2367"/>
              <a:ext cx="224" cy="1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65" name="Oval 102">
              <a:extLst>
                <a:ext uri="{FF2B5EF4-FFF2-40B4-BE49-F238E27FC236}">
                  <a16:creationId xmlns:a16="http://schemas.microsoft.com/office/drawing/2014/main" id="{C18135AD-FDA6-4A5C-EE83-87CE09508C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48" y="2774"/>
              <a:ext cx="379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cxnSp>
          <p:nvCxnSpPr>
            <p:cNvPr id="21566" name="AutoShape 103">
              <a:extLst>
                <a:ext uri="{FF2B5EF4-FFF2-40B4-BE49-F238E27FC236}">
                  <a16:creationId xmlns:a16="http://schemas.microsoft.com/office/drawing/2014/main" id="{7CD5BFFC-8514-4625-9957-6129A59FDEEF}"/>
                </a:ext>
              </a:extLst>
            </p:cNvPr>
            <p:cNvCxnSpPr>
              <a:cxnSpLocks noChangeAspect="1" noChangeShapeType="1"/>
              <a:stCxn id="21559" idx="4"/>
              <a:endCxn id="21565" idx="0"/>
            </p:cNvCxnSpPr>
            <p:nvPr/>
          </p:nvCxnSpPr>
          <p:spPr bwMode="auto">
            <a:xfrm flipH="1">
              <a:off x="4939" y="2704"/>
              <a:ext cx="233" cy="7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67" name="Oval 104">
              <a:extLst>
                <a:ext uri="{FF2B5EF4-FFF2-40B4-BE49-F238E27FC236}">
                  <a16:creationId xmlns:a16="http://schemas.microsoft.com/office/drawing/2014/main" id="{EA14559D-BDFD-067D-E15F-34E0A93D36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37" y="2783"/>
              <a:ext cx="391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1568" name="AutoShape 105">
              <a:extLst>
                <a:ext uri="{FF2B5EF4-FFF2-40B4-BE49-F238E27FC236}">
                  <a16:creationId xmlns:a16="http://schemas.microsoft.com/office/drawing/2014/main" id="{38341B99-7F50-2EA0-0988-3BED4A7069A5}"/>
                </a:ext>
              </a:extLst>
            </p:cNvPr>
            <p:cNvCxnSpPr>
              <a:cxnSpLocks noChangeAspect="1" noChangeShapeType="1"/>
              <a:stCxn id="21559" idx="4"/>
              <a:endCxn id="21567" idx="0"/>
            </p:cNvCxnSpPr>
            <p:nvPr/>
          </p:nvCxnSpPr>
          <p:spPr bwMode="auto">
            <a:xfrm>
              <a:off x="5172" y="2704"/>
              <a:ext cx="162" cy="8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69" name="Rectangle 106">
              <a:extLst>
                <a:ext uri="{FF2B5EF4-FFF2-40B4-BE49-F238E27FC236}">
                  <a16:creationId xmlns:a16="http://schemas.microsoft.com/office/drawing/2014/main" id="{1797A81D-C91E-BBEC-5CBC-B3A860DE81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30" y="2792"/>
              <a:ext cx="66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0" name="Rectangle 107">
              <a:extLst>
                <a:ext uri="{FF2B5EF4-FFF2-40B4-BE49-F238E27FC236}">
                  <a16:creationId xmlns:a16="http://schemas.microsoft.com/office/drawing/2014/main" id="{A64D1C5A-1057-A209-B06B-B1A395952E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61" y="2792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1" name="Rectangle 108">
              <a:extLst>
                <a:ext uri="{FF2B5EF4-FFF2-40B4-BE49-F238E27FC236}">
                  <a16:creationId xmlns:a16="http://schemas.microsoft.com/office/drawing/2014/main" id="{1EEA3B84-A342-34B8-9A90-38D01EE5E4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55" y="3019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2" name="Rectangle 109">
              <a:extLst>
                <a:ext uri="{FF2B5EF4-FFF2-40B4-BE49-F238E27FC236}">
                  <a16:creationId xmlns:a16="http://schemas.microsoft.com/office/drawing/2014/main" id="{5AF127C9-430A-CEBA-87CC-37C20890F2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85" y="3019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3" name="Rectangle 110">
              <a:extLst>
                <a:ext uri="{FF2B5EF4-FFF2-40B4-BE49-F238E27FC236}">
                  <a16:creationId xmlns:a16="http://schemas.microsoft.com/office/drawing/2014/main" id="{DB3862FB-D334-7AD2-C9F1-4C4EABA49C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45" y="3019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4" name="Rectangle 111">
              <a:extLst>
                <a:ext uri="{FF2B5EF4-FFF2-40B4-BE49-F238E27FC236}">
                  <a16:creationId xmlns:a16="http://schemas.microsoft.com/office/drawing/2014/main" id="{A26C818F-9ED4-AF24-3A8B-9A09957863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5" y="3019"/>
              <a:ext cx="64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575" name="AutoShape 112">
              <a:extLst>
                <a:ext uri="{FF2B5EF4-FFF2-40B4-BE49-F238E27FC236}">
                  <a16:creationId xmlns:a16="http://schemas.microsoft.com/office/drawing/2014/main" id="{79FBD1FE-CD7E-FEBB-205E-7E85011A6EBD}"/>
                </a:ext>
              </a:extLst>
            </p:cNvPr>
            <p:cNvCxnSpPr>
              <a:cxnSpLocks noChangeAspect="1" noChangeShapeType="1"/>
              <a:stCxn id="21560" idx="4"/>
              <a:endCxn id="21569" idx="0"/>
            </p:cNvCxnSpPr>
            <p:nvPr/>
          </p:nvCxnSpPr>
          <p:spPr bwMode="auto">
            <a:xfrm flipH="1">
              <a:off x="4564" y="2704"/>
              <a:ext cx="196" cy="8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6" name="AutoShape 113">
              <a:extLst>
                <a:ext uri="{FF2B5EF4-FFF2-40B4-BE49-F238E27FC236}">
                  <a16:creationId xmlns:a16="http://schemas.microsoft.com/office/drawing/2014/main" id="{4F2B6FC1-2E98-D9F7-2A4A-75CF26656746}"/>
                </a:ext>
              </a:extLst>
            </p:cNvPr>
            <p:cNvCxnSpPr>
              <a:cxnSpLocks noChangeAspect="1" noChangeShapeType="1"/>
              <a:stCxn id="21560" idx="4"/>
              <a:endCxn id="21570" idx="0"/>
            </p:cNvCxnSpPr>
            <p:nvPr/>
          </p:nvCxnSpPr>
          <p:spPr bwMode="auto">
            <a:xfrm flipH="1">
              <a:off x="4693" y="2704"/>
              <a:ext cx="67" cy="8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7" name="AutoShape 114">
              <a:extLst>
                <a:ext uri="{FF2B5EF4-FFF2-40B4-BE49-F238E27FC236}">
                  <a16:creationId xmlns:a16="http://schemas.microsoft.com/office/drawing/2014/main" id="{483A3217-53F4-543A-E4EC-672BD71812FB}"/>
                </a:ext>
              </a:extLst>
            </p:cNvPr>
            <p:cNvCxnSpPr>
              <a:cxnSpLocks noChangeAspect="1" noChangeShapeType="1"/>
              <a:stCxn id="21565" idx="4"/>
              <a:endCxn id="21571" idx="0"/>
            </p:cNvCxnSpPr>
            <p:nvPr/>
          </p:nvCxnSpPr>
          <p:spPr bwMode="auto">
            <a:xfrm flipH="1">
              <a:off x="4888" y="2953"/>
              <a:ext cx="51" cy="6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8" name="AutoShape 115">
              <a:extLst>
                <a:ext uri="{FF2B5EF4-FFF2-40B4-BE49-F238E27FC236}">
                  <a16:creationId xmlns:a16="http://schemas.microsoft.com/office/drawing/2014/main" id="{84DDDBE1-7A9F-9E2D-9A92-E96A2005CD21}"/>
                </a:ext>
              </a:extLst>
            </p:cNvPr>
            <p:cNvCxnSpPr>
              <a:cxnSpLocks noChangeAspect="1" noChangeShapeType="1"/>
              <a:stCxn id="21565" idx="4"/>
              <a:endCxn id="21572" idx="0"/>
            </p:cNvCxnSpPr>
            <p:nvPr/>
          </p:nvCxnSpPr>
          <p:spPr bwMode="auto">
            <a:xfrm>
              <a:off x="4939" y="2953"/>
              <a:ext cx="78" cy="6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9" name="AutoShape 116">
              <a:extLst>
                <a:ext uri="{FF2B5EF4-FFF2-40B4-BE49-F238E27FC236}">
                  <a16:creationId xmlns:a16="http://schemas.microsoft.com/office/drawing/2014/main" id="{19BC3223-6742-4012-0CAD-1C5CF9CE71F0}"/>
                </a:ext>
              </a:extLst>
            </p:cNvPr>
            <p:cNvCxnSpPr>
              <a:cxnSpLocks noChangeAspect="1" noChangeShapeType="1"/>
              <a:stCxn id="21567" idx="4"/>
              <a:endCxn id="21573" idx="0"/>
            </p:cNvCxnSpPr>
            <p:nvPr/>
          </p:nvCxnSpPr>
          <p:spPr bwMode="auto">
            <a:xfrm flipH="1">
              <a:off x="5277" y="2962"/>
              <a:ext cx="57" cy="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0" name="AutoShape 117">
              <a:extLst>
                <a:ext uri="{FF2B5EF4-FFF2-40B4-BE49-F238E27FC236}">
                  <a16:creationId xmlns:a16="http://schemas.microsoft.com/office/drawing/2014/main" id="{F41A2E24-03A8-AF6D-789E-C5A01FB52390}"/>
                </a:ext>
              </a:extLst>
            </p:cNvPr>
            <p:cNvCxnSpPr>
              <a:cxnSpLocks noChangeAspect="1" noChangeShapeType="1"/>
              <a:stCxn id="21567" idx="4"/>
              <a:endCxn id="21574" idx="0"/>
            </p:cNvCxnSpPr>
            <p:nvPr/>
          </p:nvCxnSpPr>
          <p:spPr bwMode="auto">
            <a:xfrm>
              <a:off x="5334" y="2962"/>
              <a:ext cx="73" cy="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581" name="Group 118">
              <a:extLst>
                <a:ext uri="{FF2B5EF4-FFF2-40B4-BE49-F238E27FC236}">
                  <a16:creationId xmlns:a16="http://schemas.microsoft.com/office/drawing/2014/main" id="{C917FFB2-FE63-C8BE-4BE4-F28C810BC5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92" y="1883"/>
              <a:ext cx="1225" cy="1477"/>
              <a:chOff x="1634" y="2628"/>
              <a:chExt cx="1361" cy="1641"/>
            </a:xfrm>
          </p:grpSpPr>
          <p:sp>
            <p:nvSpPr>
              <p:cNvPr id="21606" name="Oval 119">
                <a:extLst>
                  <a:ext uri="{FF2B5EF4-FFF2-40B4-BE49-F238E27FC236}">
                    <a16:creationId xmlns:a16="http://schemas.microsoft.com/office/drawing/2014/main" id="{BC67D38A-A7C5-3968-4139-9F584B5392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28" y="2628"/>
                <a:ext cx="365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(7,T)</a:t>
                </a:r>
              </a:p>
            </p:txBody>
          </p:sp>
          <p:sp>
            <p:nvSpPr>
              <p:cNvPr id="21607" name="Oval 120">
                <a:extLst>
                  <a:ext uri="{FF2B5EF4-FFF2-40B4-BE49-F238E27FC236}">
                    <a16:creationId xmlns:a16="http://schemas.microsoft.com/office/drawing/2014/main" id="{7ABD8375-D81F-218E-7CAA-13E2BE7FBD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34" y="3287"/>
                <a:ext cx="371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(1,C)</a:t>
                </a:r>
              </a:p>
            </p:txBody>
          </p:sp>
          <p:sp>
            <p:nvSpPr>
              <p:cNvPr id="21608" name="Oval 121">
                <a:extLst>
                  <a:ext uri="{FF2B5EF4-FFF2-40B4-BE49-F238E27FC236}">
                    <a16:creationId xmlns:a16="http://schemas.microsoft.com/office/drawing/2014/main" id="{B10F961B-17C2-92D0-F283-8429CCD1F2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3" y="2909"/>
                <a:ext cx="378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(1,Q)</a:t>
                </a:r>
              </a:p>
            </p:txBody>
          </p:sp>
          <p:cxnSp>
            <p:nvCxnSpPr>
              <p:cNvPr id="21609" name="AutoShape 122">
                <a:extLst>
                  <a:ext uri="{FF2B5EF4-FFF2-40B4-BE49-F238E27FC236}">
                    <a16:creationId xmlns:a16="http://schemas.microsoft.com/office/drawing/2014/main" id="{1A674187-DBC0-3FB2-7D6F-98A09A61654A}"/>
                  </a:ext>
                </a:extLst>
              </p:cNvPr>
              <p:cNvCxnSpPr>
                <a:cxnSpLocks noChangeAspect="1" noChangeShapeType="1"/>
                <a:stCxn id="21608" idx="4"/>
                <a:endCxn id="21607" idx="0"/>
              </p:cNvCxnSpPr>
              <p:nvPr/>
            </p:nvCxnSpPr>
            <p:spPr bwMode="auto">
              <a:xfrm flipH="1">
                <a:off x="1821" y="3108"/>
                <a:ext cx="202" cy="187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0" name="AutoShape 123">
                <a:extLst>
                  <a:ext uri="{FF2B5EF4-FFF2-40B4-BE49-F238E27FC236}">
                    <a16:creationId xmlns:a16="http://schemas.microsoft.com/office/drawing/2014/main" id="{EB9027DD-B36A-CE00-D824-68E924150BA2}"/>
                  </a:ext>
                </a:extLst>
              </p:cNvPr>
              <p:cNvCxnSpPr>
                <a:cxnSpLocks noChangeAspect="1" noChangeShapeType="1"/>
                <a:stCxn id="21608" idx="4"/>
                <a:endCxn id="21614" idx="0"/>
              </p:cNvCxnSpPr>
              <p:nvPr/>
            </p:nvCxnSpPr>
            <p:spPr bwMode="auto">
              <a:xfrm>
                <a:off x="2022" y="3108"/>
                <a:ext cx="203" cy="19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1" name="AutoShape 124">
                <a:extLst>
                  <a:ext uri="{FF2B5EF4-FFF2-40B4-BE49-F238E27FC236}">
                    <a16:creationId xmlns:a16="http://schemas.microsoft.com/office/drawing/2014/main" id="{A7148796-12B4-E249-6A37-6D7D683629D8}"/>
                  </a:ext>
                </a:extLst>
              </p:cNvPr>
              <p:cNvCxnSpPr>
                <a:cxnSpLocks noChangeAspect="1" noChangeShapeType="1"/>
                <a:stCxn id="21606" idx="4"/>
                <a:endCxn id="21608" idx="0"/>
              </p:cNvCxnSpPr>
              <p:nvPr/>
            </p:nvCxnSpPr>
            <p:spPr bwMode="auto">
              <a:xfrm flipH="1">
                <a:off x="2023" y="2827"/>
                <a:ext cx="187" cy="9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12" name="Oval 125">
                <a:extLst>
                  <a:ext uri="{FF2B5EF4-FFF2-40B4-BE49-F238E27FC236}">
                    <a16:creationId xmlns:a16="http://schemas.microsoft.com/office/drawing/2014/main" id="{8F48CD6D-B409-247F-529E-5F05F342CB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18" y="3683"/>
                <a:ext cx="378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(5,G)</a:t>
                </a:r>
              </a:p>
            </p:txBody>
          </p:sp>
          <p:sp>
            <p:nvSpPr>
              <p:cNvPr id="21613" name="Oval 126">
                <a:extLst>
                  <a:ext uri="{FF2B5EF4-FFF2-40B4-BE49-F238E27FC236}">
                    <a16:creationId xmlns:a16="http://schemas.microsoft.com/office/drawing/2014/main" id="{C1685AAC-B6AA-4CB7-462E-FFB6B491FB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87" y="3681"/>
                <a:ext cx="371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(2,R)</a:t>
                </a:r>
              </a:p>
            </p:txBody>
          </p:sp>
          <p:sp>
            <p:nvSpPr>
              <p:cNvPr id="21614" name="Oval 127">
                <a:extLst>
                  <a:ext uri="{FF2B5EF4-FFF2-40B4-BE49-F238E27FC236}">
                    <a16:creationId xmlns:a16="http://schemas.microsoft.com/office/drawing/2014/main" id="{953F752D-FB6C-99CB-8DD2-6A750BC35A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36" y="3298"/>
                <a:ext cx="378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(5,H)</a:t>
                </a:r>
              </a:p>
            </p:txBody>
          </p:sp>
          <p:cxnSp>
            <p:nvCxnSpPr>
              <p:cNvPr id="21615" name="AutoShape 128">
                <a:extLst>
                  <a:ext uri="{FF2B5EF4-FFF2-40B4-BE49-F238E27FC236}">
                    <a16:creationId xmlns:a16="http://schemas.microsoft.com/office/drawing/2014/main" id="{DE1B1C17-4CE0-4F24-1F89-05EF75EC71EE}"/>
                  </a:ext>
                </a:extLst>
              </p:cNvPr>
              <p:cNvCxnSpPr>
                <a:cxnSpLocks noChangeAspect="1" noChangeShapeType="1"/>
                <a:stCxn id="21614" idx="4"/>
                <a:endCxn id="21613" idx="0"/>
              </p:cNvCxnSpPr>
              <p:nvPr/>
            </p:nvCxnSpPr>
            <p:spPr bwMode="auto">
              <a:xfrm flipH="1">
                <a:off x="1972" y="3497"/>
                <a:ext cx="253" cy="19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6" name="AutoShape 129">
                <a:extLst>
                  <a:ext uri="{FF2B5EF4-FFF2-40B4-BE49-F238E27FC236}">
                    <a16:creationId xmlns:a16="http://schemas.microsoft.com/office/drawing/2014/main" id="{675BF374-112F-7454-7C02-4E2FF5C6D5B5}"/>
                  </a:ext>
                </a:extLst>
              </p:cNvPr>
              <p:cNvCxnSpPr>
                <a:cxnSpLocks noChangeAspect="1" noChangeShapeType="1"/>
                <a:stCxn id="21614" idx="4"/>
                <a:endCxn id="21612" idx="0"/>
              </p:cNvCxnSpPr>
              <p:nvPr/>
            </p:nvCxnSpPr>
            <p:spPr bwMode="auto">
              <a:xfrm>
                <a:off x="2225" y="3497"/>
                <a:ext cx="282" cy="19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17" name="Oval 130">
                <a:extLst>
                  <a:ext uri="{FF2B5EF4-FFF2-40B4-BE49-F238E27FC236}">
                    <a16:creationId xmlns:a16="http://schemas.microsoft.com/office/drawing/2014/main" id="{8D934AEA-9163-3D4C-C08B-4D32E52594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29" y="3926"/>
                <a:ext cx="378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(6,Y)</a:t>
                </a:r>
              </a:p>
            </p:txBody>
          </p:sp>
          <p:sp>
            <p:nvSpPr>
              <p:cNvPr id="21618" name="Oval 131">
                <a:extLst>
                  <a:ext uri="{FF2B5EF4-FFF2-40B4-BE49-F238E27FC236}">
                    <a16:creationId xmlns:a16="http://schemas.microsoft.com/office/drawing/2014/main" id="{FDDA2B53-621B-FE5B-6DC4-F21827D457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54" y="3936"/>
                <a:ext cx="333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(5,I)</a:t>
                </a:r>
              </a:p>
            </p:txBody>
          </p:sp>
          <p:cxnSp>
            <p:nvCxnSpPr>
              <p:cNvPr id="21619" name="AutoShape 132">
                <a:extLst>
                  <a:ext uri="{FF2B5EF4-FFF2-40B4-BE49-F238E27FC236}">
                    <a16:creationId xmlns:a16="http://schemas.microsoft.com/office/drawing/2014/main" id="{F857ECC9-671D-ADD5-59E6-1E7C2378C36B}"/>
                  </a:ext>
                </a:extLst>
              </p:cNvPr>
              <p:cNvCxnSpPr>
                <a:cxnSpLocks noChangeAspect="1" noChangeShapeType="1"/>
                <a:stCxn id="21612" idx="4"/>
                <a:endCxn id="21618" idx="0"/>
              </p:cNvCxnSpPr>
              <p:nvPr/>
            </p:nvCxnSpPr>
            <p:spPr bwMode="auto">
              <a:xfrm flipH="1">
                <a:off x="2322" y="3883"/>
                <a:ext cx="185" cy="6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20" name="AutoShape 133">
                <a:extLst>
                  <a:ext uri="{FF2B5EF4-FFF2-40B4-BE49-F238E27FC236}">
                    <a16:creationId xmlns:a16="http://schemas.microsoft.com/office/drawing/2014/main" id="{33F67AB6-8BCA-6087-CB2D-5D7DBFFEF57B}"/>
                  </a:ext>
                </a:extLst>
              </p:cNvPr>
              <p:cNvCxnSpPr>
                <a:cxnSpLocks noChangeAspect="1" noChangeShapeType="1"/>
                <a:stCxn id="21612" idx="4"/>
                <a:endCxn id="21617" idx="0"/>
              </p:cNvCxnSpPr>
              <p:nvPr/>
            </p:nvCxnSpPr>
            <p:spPr bwMode="auto">
              <a:xfrm>
                <a:off x="2507" y="3883"/>
                <a:ext cx="212" cy="5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21" name="Rectangle 134">
                <a:extLst>
                  <a:ext uri="{FF2B5EF4-FFF2-40B4-BE49-F238E27FC236}">
                    <a16:creationId xmlns:a16="http://schemas.microsoft.com/office/drawing/2014/main" id="{459D92E7-F35B-78EE-26EE-A50375BB5B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15" y="3584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2" name="Rectangle 135">
                <a:extLst>
                  <a:ext uri="{FF2B5EF4-FFF2-40B4-BE49-F238E27FC236}">
                    <a16:creationId xmlns:a16="http://schemas.microsoft.com/office/drawing/2014/main" id="{D82F3DC0-E833-FC9F-5016-E0C8E6BA6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981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3" name="Rectangle 136">
                <a:extLst>
                  <a:ext uri="{FF2B5EF4-FFF2-40B4-BE49-F238E27FC236}">
                    <a16:creationId xmlns:a16="http://schemas.microsoft.com/office/drawing/2014/main" id="{BD27ED73-EAC3-0166-75E8-2A990E554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03" y="3981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4" name="Rectangle 137">
                <a:extLst>
                  <a:ext uri="{FF2B5EF4-FFF2-40B4-BE49-F238E27FC236}">
                    <a16:creationId xmlns:a16="http://schemas.microsoft.com/office/drawing/2014/main" id="{5516D874-B594-9C5C-B84A-18293CBADE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584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5" name="Rectangle 138">
                <a:extLst>
                  <a:ext uri="{FF2B5EF4-FFF2-40B4-BE49-F238E27FC236}">
                    <a16:creationId xmlns:a16="http://schemas.microsoft.com/office/drawing/2014/main" id="{6DA1E568-64F8-61AB-4216-498A55A07A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19" y="4197"/>
                <a:ext cx="73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6" name="Rectangle 139">
                <a:extLst>
                  <a:ext uri="{FF2B5EF4-FFF2-40B4-BE49-F238E27FC236}">
                    <a16:creationId xmlns:a16="http://schemas.microsoft.com/office/drawing/2014/main" id="{D6EA3BD7-39BB-D6D6-CE79-E1E1F9E185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4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7" name="Rectangle 140">
                <a:extLst>
                  <a:ext uri="{FF2B5EF4-FFF2-40B4-BE49-F238E27FC236}">
                    <a16:creationId xmlns:a16="http://schemas.microsoft.com/office/drawing/2014/main" id="{1907220C-83F2-1C1D-3E2A-BF83BF91E4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16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8" name="Rectangle 141">
                <a:extLst>
                  <a:ext uri="{FF2B5EF4-FFF2-40B4-BE49-F238E27FC236}">
                    <a16:creationId xmlns:a16="http://schemas.microsoft.com/office/drawing/2014/main" id="{CD2EF2E0-88EA-03E6-EE04-F429A2BA84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419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1629" name="AutoShape 142">
                <a:extLst>
                  <a:ext uri="{FF2B5EF4-FFF2-40B4-BE49-F238E27FC236}">
                    <a16:creationId xmlns:a16="http://schemas.microsoft.com/office/drawing/2014/main" id="{A3FB5D8F-2FAC-0B5C-6D28-D72B080BA977}"/>
                  </a:ext>
                </a:extLst>
              </p:cNvPr>
              <p:cNvCxnSpPr>
                <a:cxnSpLocks noChangeAspect="1" noChangeShapeType="1"/>
                <a:stCxn id="21607" idx="4"/>
                <a:endCxn id="21621" idx="0"/>
              </p:cNvCxnSpPr>
              <p:nvPr/>
            </p:nvCxnSpPr>
            <p:spPr bwMode="auto">
              <a:xfrm flipH="1">
                <a:off x="1751" y="3486"/>
                <a:ext cx="70" cy="9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0" name="AutoShape 143">
                <a:extLst>
                  <a:ext uri="{FF2B5EF4-FFF2-40B4-BE49-F238E27FC236}">
                    <a16:creationId xmlns:a16="http://schemas.microsoft.com/office/drawing/2014/main" id="{CAEAE828-50BB-7779-5006-0AF6D4E0B3AB}"/>
                  </a:ext>
                </a:extLst>
              </p:cNvPr>
              <p:cNvCxnSpPr>
                <a:cxnSpLocks noChangeAspect="1" noChangeShapeType="1"/>
                <a:stCxn id="21607" idx="4"/>
                <a:endCxn id="21624" idx="0"/>
              </p:cNvCxnSpPr>
              <p:nvPr/>
            </p:nvCxnSpPr>
            <p:spPr bwMode="auto">
              <a:xfrm>
                <a:off x="1821" y="3486"/>
                <a:ext cx="74" cy="9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1" name="AutoShape 144">
                <a:extLst>
                  <a:ext uri="{FF2B5EF4-FFF2-40B4-BE49-F238E27FC236}">
                    <a16:creationId xmlns:a16="http://schemas.microsoft.com/office/drawing/2014/main" id="{C5A18E7F-CB50-CF87-30E6-FA2FA21014DB}"/>
                  </a:ext>
                </a:extLst>
              </p:cNvPr>
              <p:cNvCxnSpPr>
                <a:cxnSpLocks noChangeAspect="1" noChangeShapeType="1"/>
                <a:stCxn id="21613" idx="4"/>
                <a:endCxn id="21622" idx="0"/>
              </p:cNvCxnSpPr>
              <p:nvPr/>
            </p:nvCxnSpPr>
            <p:spPr bwMode="auto">
              <a:xfrm flipH="1">
                <a:off x="1895" y="3880"/>
                <a:ext cx="78" cy="10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2" name="AutoShape 145">
                <a:extLst>
                  <a:ext uri="{FF2B5EF4-FFF2-40B4-BE49-F238E27FC236}">
                    <a16:creationId xmlns:a16="http://schemas.microsoft.com/office/drawing/2014/main" id="{A29B7C93-65F2-E2E2-6990-C2D6DDB18C24}"/>
                  </a:ext>
                </a:extLst>
              </p:cNvPr>
              <p:cNvCxnSpPr>
                <a:cxnSpLocks noChangeAspect="1" noChangeShapeType="1"/>
                <a:stCxn id="21613" idx="4"/>
                <a:endCxn id="21623" idx="0"/>
              </p:cNvCxnSpPr>
              <p:nvPr/>
            </p:nvCxnSpPr>
            <p:spPr bwMode="auto">
              <a:xfrm>
                <a:off x="1973" y="3880"/>
                <a:ext cx="66" cy="101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3" name="AutoShape 146">
                <a:extLst>
                  <a:ext uri="{FF2B5EF4-FFF2-40B4-BE49-F238E27FC236}">
                    <a16:creationId xmlns:a16="http://schemas.microsoft.com/office/drawing/2014/main" id="{EC460C25-AEB9-8412-1C75-467E7637474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995" y="3338"/>
                <a:ext cx="0" cy="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4" name="AutoShape 147">
                <a:extLst>
                  <a:ext uri="{FF2B5EF4-FFF2-40B4-BE49-F238E27FC236}">
                    <a16:creationId xmlns:a16="http://schemas.microsoft.com/office/drawing/2014/main" id="{1C18DECE-0ACA-E484-8806-969EB58D563A}"/>
                  </a:ext>
                </a:extLst>
              </p:cNvPr>
              <p:cNvCxnSpPr>
                <a:cxnSpLocks noChangeAspect="1" noChangeShapeType="1"/>
                <a:stCxn id="21618" idx="4"/>
                <a:endCxn id="21625" idx="0"/>
              </p:cNvCxnSpPr>
              <p:nvPr/>
            </p:nvCxnSpPr>
            <p:spPr bwMode="auto">
              <a:xfrm flipH="1">
                <a:off x="2255" y="4135"/>
                <a:ext cx="67" cy="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5" name="AutoShape 148">
                <a:extLst>
                  <a:ext uri="{FF2B5EF4-FFF2-40B4-BE49-F238E27FC236}">
                    <a16:creationId xmlns:a16="http://schemas.microsoft.com/office/drawing/2014/main" id="{3FF899A1-F5CF-82B4-FA3C-867431AFB32A}"/>
                  </a:ext>
                </a:extLst>
              </p:cNvPr>
              <p:cNvCxnSpPr>
                <a:cxnSpLocks noChangeAspect="1" noChangeShapeType="1"/>
                <a:stCxn id="21618" idx="4"/>
                <a:endCxn id="21626" idx="0"/>
              </p:cNvCxnSpPr>
              <p:nvPr/>
            </p:nvCxnSpPr>
            <p:spPr bwMode="auto">
              <a:xfrm>
                <a:off x="2322" y="4135"/>
                <a:ext cx="78" cy="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6" name="AutoShape 149">
                <a:extLst>
                  <a:ext uri="{FF2B5EF4-FFF2-40B4-BE49-F238E27FC236}">
                    <a16:creationId xmlns:a16="http://schemas.microsoft.com/office/drawing/2014/main" id="{990C536A-B50F-272D-5FEE-8D6678ACD346}"/>
                  </a:ext>
                </a:extLst>
              </p:cNvPr>
              <p:cNvCxnSpPr>
                <a:cxnSpLocks noChangeAspect="1" noChangeShapeType="1"/>
                <a:stCxn id="21617" idx="4"/>
                <a:endCxn id="21627" idx="0"/>
              </p:cNvCxnSpPr>
              <p:nvPr/>
            </p:nvCxnSpPr>
            <p:spPr bwMode="auto">
              <a:xfrm flipH="1">
                <a:off x="2652" y="4125"/>
                <a:ext cx="67" cy="7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7" name="AutoShape 150">
                <a:extLst>
                  <a:ext uri="{FF2B5EF4-FFF2-40B4-BE49-F238E27FC236}">
                    <a16:creationId xmlns:a16="http://schemas.microsoft.com/office/drawing/2014/main" id="{595176FD-BA5B-8D06-7372-DE008D749BDC}"/>
                  </a:ext>
                </a:extLst>
              </p:cNvPr>
              <p:cNvCxnSpPr>
                <a:cxnSpLocks noChangeAspect="1" noChangeShapeType="1"/>
                <a:stCxn id="21617" idx="4"/>
                <a:endCxn id="21628" idx="0"/>
              </p:cNvCxnSpPr>
              <p:nvPr/>
            </p:nvCxnSpPr>
            <p:spPr bwMode="auto">
              <a:xfrm>
                <a:off x="2719" y="4125"/>
                <a:ext cx="77" cy="7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1582" name="Group 151">
              <a:extLst>
                <a:ext uri="{FF2B5EF4-FFF2-40B4-BE49-F238E27FC236}">
                  <a16:creationId xmlns:a16="http://schemas.microsoft.com/office/drawing/2014/main" id="{6CC940A5-79D7-9287-CA4B-F1852ABD83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118" y="2470"/>
              <a:ext cx="357" cy="300"/>
              <a:chOff x="2470" y="2566"/>
              <a:chExt cx="397" cy="333"/>
            </a:xfrm>
          </p:grpSpPr>
          <p:sp>
            <p:nvSpPr>
              <p:cNvPr id="21601" name="Oval 152">
                <a:extLst>
                  <a:ext uri="{FF2B5EF4-FFF2-40B4-BE49-F238E27FC236}">
                    <a16:creationId xmlns:a16="http://schemas.microsoft.com/office/drawing/2014/main" id="{4292AC40-066C-E999-C724-A03DB2D05E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70" y="2566"/>
                <a:ext cx="397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(14,J)</a:t>
                </a:r>
              </a:p>
            </p:txBody>
          </p:sp>
          <p:sp>
            <p:nvSpPr>
              <p:cNvPr id="21602" name="Rectangle 153">
                <a:extLst>
                  <a:ext uri="{FF2B5EF4-FFF2-40B4-BE49-F238E27FC236}">
                    <a16:creationId xmlns:a16="http://schemas.microsoft.com/office/drawing/2014/main" id="{F829ABF2-638B-7636-366F-0507FB0044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52" y="282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03" name="Rectangle 154">
                <a:extLst>
                  <a:ext uri="{FF2B5EF4-FFF2-40B4-BE49-F238E27FC236}">
                    <a16:creationId xmlns:a16="http://schemas.microsoft.com/office/drawing/2014/main" id="{DC76DC0C-C0A8-62CD-BFA0-5B1860751B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2827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1604" name="AutoShape 155">
                <a:extLst>
                  <a:ext uri="{FF2B5EF4-FFF2-40B4-BE49-F238E27FC236}">
                    <a16:creationId xmlns:a16="http://schemas.microsoft.com/office/drawing/2014/main" id="{A2A22A52-913A-3101-0D05-095C8D91212D}"/>
                  </a:ext>
                </a:extLst>
              </p:cNvPr>
              <p:cNvCxnSpPr>
                <a:cxnSpLocks noChangeAspect="1" noChangeShapeType="1"/>
                <a:stCxn id="21603" idx="0"/>
                <a:endCxn id="21601" idx="4"/>
              </p:cNvCxnSpPr>
              <p:nvPr/>
            </p:nvCxnSpPr>
            <p:spPr bwMode="auto">
              <a:xfrm flipH="1" flipV="1">
                <a:off x="2671" y="2765"/>
                <a:ext cx="125" cy="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5" name="AutoShape 156">
                <a:extLst>
                  <a:ext uri="{FF2B5EF4-FFF2-40B4-BE49-F238E27FC236}">
                    <a16:creationId xmlns:a16="http://schemas.microsoft.com/office/drawing/2014/main" id="{DE53159B-C09F-8572-9358-DABE3C0A8C9D}"/>
                  </a:ext>
                </a:extLst>
              </p:cNvPr>
              <p:cNvCxnSpPr>
                <a:cxnSpLocks noChangeAspect="1" noChangeShapeType="1"/>
                <a:stCxn id="21601" idx="4"/>
                <a:endCxn id="21602" idx="0"/>
              </p:cNvCxnSpPr>
              <p:nvPr/>
            </p:nvCxnSpPr>
            <p:spPr bwMode="auto">
              <a:xfrm>
                <a:off x="2671" y="2765"/>
                <a:ext cx="17" cy="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583" name="Oval 157">
              <a:extLst>
                <a:ext uri="{FF2B5EF4-FFF2-40B4-BE49-F238E27FC236}">
                  <a16:creationId xmlns:a16="http://schemas.microsoft.com/office/drawing/2014/main" id="{C042BBA2-2F1C-DC01-2A9C-E3B92A6F10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9" y="1581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cxnSp>
          <p:nvCxnSpPr>
            <p:cNvPr id="21584" name="AutoShape 158">
              <a:extLst>
                <a:ext uri="{FF2B5EF4-FFF2-40B4-BE49-F238E27FC236}">
                  <a16:creationId xmlns:a16="http://schemas.microsoft.com/office/drawing/2014/main" id="{25722FBE-5AF5-4FC5-E4D3-DE3DAC0A3DA7}"/>
                </a:ext>
              </a:extLst>
            </p:cNvPr>
            <p:cNvCxnSpPr>
              <a:cxnSpLocks noChangeAspect="1" noChangeShapeType="1"/>
              <a:stCxn id="21606" idx="4"/>
              <a:endCxn id="21596" idx="0"/>
            </p:cNvCxnSpPr>
            <p:nvPr/>
          </p:nvCxnSpPr>
          <p:spPr bwMode="auto">
            <a:xfrm>
              <a:off x="3311" y="2069"/>
              <a:ext cx="249" cy="8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5" name="AutoShape 159">
              <a:extLst>
                <a:ext uri="{FF2B5EF4-FFF2-40B4-BE49-F238E27FC236}">
                  <a16:creationId xmlns:a16="http://schemas.microsoft.com/office/drawing/2014/main" id="{EBFD6EE8-C6A8-A065-FE3C-F93E969E9A6A}"/>
                </a:ext>
              </a:extLst>
            </p:cNvPr>
            <p:cNvCxnSpPr>
              <a:cxnSpLocks noChangeAspect="1" noChangeShapeType="1"/>
              <a:stCxn id="21554" idx="4"/>
              <a:endCxn id="21591" idx="0"/>
            </p:cNvCxnSpPr>
            <p:nvPr/>
          </p:nvCxnSpPr>
          <p:spPr bwMode="auto">
            <a:xfrm>
              <a:off x="4040" y="2383"/>
              <a:ext cx="76" cy="39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586" name="Group 160">
              <a:extLst>
                <a:ext uri="{FF2B5EF4-FFF2-40B4-BE49-F238E27FC236}">
                  <a16:creationId xmlns:a16="http://schemas.microsoft.com/office/drawing/2014/main" id="{6FA0179A-7C37-29B6-F656-D00C02FD56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8" y="2150"/>
              <a:ext cx="323" cy="285"/>
              <a:chOff x="2440" y="3304"/>
              <a:chExt cx="359" cy="316"/>
            </a:xfrm>
          </p:grpSpPr>
          <p:sp>
            <p:nvSpPr>
              <p:cNvPr id="21596" name="Oval 161">
                <a:extLst>
                  <a:ext uri="{FF2B5EF4-FFF2-40B4-BE49-F238E27FC236}">
                    <a16:creationId xmlns:a16="http://schemas.microsoft.com/office/drawing/2014/main" id="{29CF2B9C-8B25-6D96-879C-DFA3EB2096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40" y="3304"/>
                <a:ext cx="359" cy="20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(7,P)</a:t>
                </a:r>
              </a:p>
            </p:txBody>
          </p:sp>
          <p:sp>
            <p:nvSpPr>
              <p:cNvPr id="21597" name="Rectangle 162">
                <a:extLst>
                  <a:ext uri="{FF2B5EF4-FFF2-40B4-BE49-F238E27FC236}">
                    <a16:creationId xmlns:a16="http://schemas.microsoft.com/office/drawing/2014/main" id="{32AB31CA-17AD-1035-9FBB-9DF0CC9A82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08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598" name="Rectangle 163">
                <a:extLst>
                  <a:ext uri="{FF2B5EF4-FFF2-40B4-BE49-F238E27FC236}">
                    <a16:creationId xmlns:a16="http://schemas.microsoft.com/office/drawing/2014/main" id="{4130CC40-CE85-9B39-6A7C-E9DFDB4286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1599" name="AutoShape 164">
                <a:extLst>
                  <a:ext uri="{FF2B5EF4-FFF2-40B4-BE49-F238E27FC236}">
                    <a16:creationId xmlns:a16="http://schemas.microsoft.com/office/drawing/2014/main" id="{0AFC2F6D-BCB3-29BA-3B77-B2F8A72DCC4B}"/>
                  </a:ext>
                </a:extLst>
              </p:cNvPr>
              <p:cNvCxnSpPr>
                <a:cxnSpLocks noChangeAspect="1" noChangeShapeType="1"/>
                <a:stCxn id="21596" idx="4"/>
                <a:endCxn id="21598" idx="0"/>
              </p:cNvCxnSpPr>
              <p:nvPr/>
            </p:nvCxnSpPr>
            <p:spPr bwMode="auto">
              <a:xfrm>
                <a:off x="2621" y="3503"/>
                <a:ext cx="103" cy="4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0" name="AutoShape 165">
                <a:extLst>
                  <a:ext uri="{FF2B5EF4-FFF2-40B4-BE49-F238E27FC236}">
                    <a16:creationId xmlns:a16="http://schemas.microsoft.com/office/drawing/2014/main" id="{0EE60D86-8AD5-4763-6FF8-76FD58D321D3}"/>
                  </a:ext>
                </a:extLst>
              </p:cNvPr>
              <p:cNvCxnSpPr>
                <a:cxnSpLocks noChangeAspect="1" noChangeShapeType="1"/>
                <a:stCxn id="21596" idx="4"/>
                <a:endCxn id="21597" idx="0"/>
              </p:cNvCxnSpPr>
              <p:nvPr/>
            </p:nvCxnSpPr>
            <p:spPr bwMode="auto">
              <a:xfrm flipH="1">
                <a:off x="2544" y="3503"/>
                <a:ext cx="77" cy="4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1587" name="Group 166">
              <a:extLst>
                <a:ext uri="{FF2B5EF4-FFF2-40B4-BE49-F238E27FC236}">
                  <a16:creationId xmlns:a16="http://schemas.microsoft.com/office/drawing/2014/main" id="{6364B39F-C944-E66D-9243-5678F2A90C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20" y="2778"/>
              <a:ext cx="391" cy="294"/>
              <a:chOff x="2837" y="3293"/>
              <a:chExt cx="434" cy="327"/>
            </a:xfrm>
          </p:grpSpPr>
          <p:sp>
            <p:nvSpPr>
              <p:cNvPr id="21591" name="Oval 167">
                <a:extLst>
                  <a:ext uri="{FF2B5EF4-FFF2-40B4-BE49-F238E27FC236}">
                    <a16:creationId xmlns:a16="http://schemas.microsoft.com/office/drawing/2014/main" id="{F546205E-90BD-D1C1-BFD8-4578B5FE3E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7" y="3293"/>
                <a:ext cx="434" cy="20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(10,U)</a:t>
                </a:r>
              </a:p>
            </p:txBody>
          </p:sp>
          <p:sp>
            <p:nvSpPr>
              <p:cNvPr id="21592" name="Rectangle 168">
                <a:extLst>
                  <a:ext uri="{FF2B5EF4-FFF2-40B4-BE49-F238E27FC236}">
                    <a16:creationId xmlns:a16="http://schemas.microsoft.com/office/drawing/2014/main" id="{4EF7CD64-1FC1-2DB4-D325-85F22CD486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1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593" name="Rectangle 169">
                <a:extLst>
                  <a:ext uri="{FF2B5EF4-FFF2-40B4-BE49-F238E27FC236}">
                    <a16:creationId xmlns:a16="http://schemas.microsoft.com/office/drawing/2014/main" id="{4823A169-4695-60C8-BD77-AA3FFCA617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3548"/>
                <a:ext cx="72" cy="72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1594" name="AutoShape 170">
                <a:extLst>
                  <a:ext uri="{FF2B5EF4-FFF2-40B4-BE49-F238E27FC236}">
                    <a16:creationId xmlns:a16="http://schemas.microsoft.com/office/drawing/2014/main" id="{BCEA8A24-EA9C-843F-C522-492A80C22E96}"/>
                  </a:ext>
                </a:extLst>
              </p:cNvPr>
              <p:cNvCxnSpPr>
                <a:cxnSpLocks noChangeAspect="1" noChangeShapeType="1"/>
                <a:stCxn id="21591" idx="4"/>
                <a:endCxn id="21592" idx="0"/>
              </p:cNvCxnSpPr>
              <p:nvPr/>
            </p:nvCxnSpPr>
            <p:spPr bwMode="auto">
              <a:xfrm flipH="1">
                <a:off x="2977" y="3492"/>
                <a:ext cx="77" cy="56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5" name="AutoShape 171">
                <a:extLst>
                  <a:ext uri="{FF2B5EF4-FFF2-40B4-BE49-F238E27FC236}">
                    <a16:creationId xmlns:a16="http://schemas.microsoft.com/office/drawing/2014/main" id="{D207E324-020C-71A8-B5EA-DC663747AD83}"/>
                  </a:ext>
                </a:extLst>
              </p:cNvPr>
              <p:cNvCxnSpPr>
                <a:cxnSpLocks noChangeAspect="1" noChangeShapeType="1"/>
                <a:stCxn id="21591" idx="4"/>
                <a:endCxn id="21593" idx="0"/>
              </p:cNvCxnSpPr>
              <p:nvPr/>
            </p:nvCxnSpPr>
            <p:spPr bwMode="auto">
              <a:xfrm>
                <a:off x="3054" y="3492"/>
                <a:ext cx="103" cy="56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588" name="Text Box 172">
              <a:extLst>
                <a:ext uri="{FF2B5EF4-FFF2-40B4-BE49-F238E27FC236}">
                  <a16:creationId xmlns:a16="http://schemas.microsoft.com/office/drawing/2014/main" id="{514CC761-60B4-2D8B-733A-C478238554F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83" y="1596"/>
              <a:ext cx="1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2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1589" name="Line 173">
              <a:extLst>
                <a:ext uri="{FF2B5EF4-FFF2-40B4-BE49-F238E27FC236}">
                  <a16:creationId xmlns:a16="http://schemas.microsoft.com/office/drawing/2014/main" id="{AEF976E6-2F62-76B5-6CFA-866B781BA1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02" y="1678"/>
              <a:ext cx="12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21590" name="AutoShape 174">
              <a:extLst>
                <a:ext uri="{FF2B5EF4-FFF2-40B4-BE49-F238E27FC236}">
                  <a16:creationId xmlns:a16="http://schemas.microsoft.com/office/drawing/2014/main" id="{1814EDB6-244E-AA99-74E3-23184A19A5F1}"/>
                </a:ext>
              </a:extLst>
            </p:cNvPr>
            <p:cNvCxnSpPr>
              <a:cxnSpLocks noChangeAspect="1" noChangeShapeType="1"/>
              <a:stCxn id="21554" idx="0"/>
              <a:endCxn id="21558" idx="4"/>
            </p:cNvCxnSpPr>
            <p:nvPr/>
          </p:nvCxnSpPr>
          <p:spPr bwMode="auto">
            <a:xfrm flipV="1">
              <a:off x="4040" y="2062"/>
              <a:ext cx="371" cy="13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47" name="Text Box 175">
            <a:extLst>
              <a:ext uri="{FF2B5EF4-FFF2-40B4-BE49-F238E27FC236}">
                <a16:creationId xmlns:a16="http://schemas.microsoft.com/office/drawing/2014/main" id="{5DD85D18-9E0B-FDB9-2B3E-445237374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19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latin typeface="Times New Roman" panose="02020603050405020304" pitchFamily="18" charset="0"/>
              </a:rPr>
              <a:t>before rotation</a:t>
            </a:r>
          </a:p>
        </p:txBody>
      </p:sp>
      <p:sp>
        <p:nvSpPr>
          <p:cNvPr id="21548" name="Text Box 176">
            <a:extLst>
              <a:ext uri="{FF2B5EF4-FFF2-40B4-BE49-F238E27FC236}">
                <a16:creationId xmlns:a16="http://schemas.microsoft.com/office/drawing/2014/main" id="{CAFB8CA5-4E94-927E-0933-A264FF7D5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662363"/>
            <a:ext cx="124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latin typeface="Times New Roman" panose="02020603050405020304" pitchFamily="18" charset="0"/>
              </a:rPr>
              <a:t>after rotation</a:t>
            </a:r>
          </a:p>
        </p:txBody>
      </p:sp>
      <p:sp>
        <p:nvSpPr>
          <p:cNvPr id="21549" name="Text Box 177">
            <a:extLst>
              <a:ext uri="{FF2B5EF4-FFF2-40B4-BE49-F238E27FC236}">
                <a16:creationId xmlns:a16="http://schemas.microsoft.com/office/drawing/2014/main" id="{E613E739-6B21-86FB-7F02-9CA09F120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6164263"/>
            <a:ext cx="2073275" cy="312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is the root, so stop</a:t>
            </a:r>
            <a:endParaRPr lang="en-US" altLang="en-US" sz="1600" i="1">
              <a:latin typeface="Times New Roman" panose="02020603050405020304" pitchFamily="18" charset="0"/>
            </a:endParaRPr>
          </a:p>
        </p:txBody>
      </p:sp>
      <p:sp>
        <p:nvSpPr>
          <p:cNvPr id="21550" name="Text Box 178">
            <a:extLst>
              <a:ext uri="{FF2B5EF4-FFF2-40B4-BE49-F238E27FC236}">
                <a16:creationId xmlns:a16="http://schemas.microsoft.com/office/drawing/2014/main" id="{2FC06F44-78B2-D725-A3AD-A60BEFB8B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2874963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w</a:t>
            </a:r>
            <a:endParaRPr lang="en-US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21551" name="Line 179">
            <a:extLst>
              <a:ext uri="{FF2B5EF4-FFF2-40B4-BE49-F238E27FC236}">
                <a16:creationId xmlns:a16="http://schemas.microsoft.com/office/drawing/2014/main" id="{153F6758-C38C-4260-68C3-DDF4BF91CA0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62000" y="3124200"/>
            <a:ext cx="20478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1552" name="Text Box 180">
            <a:extLst>
              <a:ext uri="{FF2B5EF4-FFF2-40B4-BE49-F238E27FC236}">
                <a16:creationId xmlns:a16="http://schemas.microsoft.com/office/drawing/2014/main" id="{84F53CE1-FCBA-96B1-F99F-3A0357594B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890713" y="1879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1553" name="Line 181">
            <a:extLst>
              <a:ext uri="{FF2B5EF4-FFF2-40B4-BE49-F238E27FC236}">
                <a16:creationId xmlns:a16="http://schemas.microsoft.com/office/drawing/2014/main" id="{ABBBFDC9-8738-8E01-D36F-8A392F450E2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33600" y="2139950"/>
            <a:ext cx="1746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18474E6-0942-4D00-AAC3-A13408EF6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42672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Example Result of Splaying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4395456-DB88-C299-6039-75868157C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4495800" cy="2400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tree might not be more balanced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e.g. splay (40,X)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before, the depth of the shallowest leaf is 3 and the deepest is 7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after, the depth of shallowest leaf is 1 and deepest is 8</a:t>
            </a:r>
          </a:p>
        </p:txBody>
      </p:sp>
      <p:grpSp>
        <p:nvGrpSpPr>
          <p:cNvPr id="22532" name="Group 4">
            <a:extLst>
              <a:ext uri="{FF2B5EF4-FFF2-40B4-BE49-F238E27FC236}">
                <a16:creationId xmlns:a16="http://schemas.microsoft.com/office/drawing/2014/main" id="{B0190223-E79A-1792-309A-6CE6D4980C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84775" y="152400"/>
            <a:ext cx="3349625" cy="3360738"/>
            <a:chOff x="2483" y="805"/>
            <a:chExt cx="3121" cy="3131"/>
          </a:xfrm>
        </p:grpSpPr>
        <p:sp>
          <p:nvSpPr>
            <p:cNvPr id="22694" name="Oval 5">
              <a:extLst>
                <a:ext uri="{FF2B5EF4-FFF2-40B4-BE49-F238E27FC236}">
                  <a16:creationId xmlns:a16="http://schemas.microsoft.com/office/drawing/2014/main" id="{3407808B-BC85-E690-58F1-845A017A28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805"/>
              <a:ext cx="562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2695" name="Oval 6">
              <a:extLst>
                <a:ext uri="{FF2B5EF4-FFF2-40B4-BE49-F238E27FC236}">
                  <a16:creationId xmlns:a16="http://schemas.microsoft.com/office/drawing/2014/main" id="{3110FADE-E6BD-712C-29FB-2365865BBE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6" y="1765"/>
              <a:ext cx="554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2696" name="Oval 7">
              <a:extLst>
                <a:ext uri="{FF2B5EF4-FFF2-40B4-BE49-F238E27FC236}">
                  <a16:creationId xmlns:a16="http://schemas.microsoft.com/office/drawing/2014/main" id="{6654FC8C-9213-BDFD-BE2A-C0DE0FF0E7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77" y="1765"/>
              <a:ext cx="579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2697" name="Oval 8">
              <a:extLst>
                <a:ext uri="{FF2B5EF4-FFF2-40B4-BE49-F238E27FC236}">
                  <a16:creationId xmlns:a16="http://schemas.microsoft.com/office/drawing/2014/main" id="{AD5E567D-FF7D-77C4-D160-B4ACE710AA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98" y="1669"/>
              <a:ext cx="530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2698" name="Oval 9">
              <a:extLst>
                <a:ext uri="{FF2B5EF4-FFF2-40B4-BE49-F238E27FC236}">
                  <a16:creationId xmlns:a16="http://schemas.microsoft.com/office/drawing/2014/main" id="{54A49F9A-3F21-C093-4D52-57C20630AF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5" y="1752"/>
              <a:ext cx="488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2699" name="Oval 10">
              <a:extLst>
                <a:ext uri="{FF2B5EF4-FFF2-40B4-BE49-F238E27FC236}">
                  <a16:creationId xmlns:a16="http://schemas.microsoft.com/office/drawing/2014/main" id="{C7EBF695-FE08-52FE-0608-A5CD9ADF37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59" y="1263"/>
              <a:ext cx="571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2700" name="Oval 11">
              <a:extLst>
                <a:ext uri="{FF2B5EF4-FFF2-40B4-BE49-F238E27FC236}">
                  <a16:creationId xmlns:a16="http://schemas.microsoft.com/office/drawing/2014/main" id="{E1755570-7C9E-21C8-E2E9-DF4B381DC6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9" y="1263"/>
              <a:ext cx="580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2701" name="AutoShape 12">
              <a:extLst>
                <a:ext uri="{FF2B5EF4-FFF2-40B4-BE49-F238E27FC236}">
                  <a16:creationId xmlns:a16="http://schemas.microsoft.com/office/drawing/2014/main" id="{07319151-5D66-CE91-F822-3B922E69F069}"/>
                </a:ext>
              </a:extLst>
            </p:cNvPr>
            <p:cNvCxnSpPr>
              <a:cxnSpLocks noChangeAspect="1" noChangeShapeType="1"/>
              <a:stCxn id="22694" idx="4"/>
              <a:endCxn id="22700" idx="0"/>
            </p:cNvCxnSpPr>
            <p:nvPr/>
          </p:nvCxnSpPr>
          <p:spPr bwMode="auto">
            <a:xfrm flipH="1">
              <a:off x="3540" y="1070"/>
              <a:ext cx="557" cy="20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2" name="AutoShape 13">
              <a:extLst>
                <a:ext uri="{FF2B5EF4-FFF2-40B4-BE49-F238E27FC236}">
                  <a16:creationId xmlns:a16="http://schemas.microsoft.com/office/drawing/2014/main" id="{BDB456BF-D974-C1DB-C46B-1EBAB7916D34}"/>
                </a:ext>
              </a:extLst>
            </p:cNvPr>
            <p:cNvCxnSpPr>
              <a:cxnSpLocks noChangeAspect="1" noChangeShapeType="1"/>
              <a:stCxn id="22694" idx="4"/>
              <a:endCxn id="22699" idx="0"/>
            </p:cNvCxnSpPr>
            <p:nvPr/>
          </p:nvCxnSpPr>
          <p:spPr bwMode="auto">
            <a:xfrm>
              <a:off x="4097" y="1070"/>
              <a:ext cx="648" cy="20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3" name="AutoShape 14">
              <a:extLst>
                <a:ext uri="{FF2B5EF4-FFF2-40B4-BE49-F238E27FC236}">
                  <a16:creationId xmlns:a16="http://schemas.microsoft.com/office/drawing/2014/main" id="{0C57A0DC-AC8C-6758-74B1-6CB92B47F4E5}"/>
                </a:ext>
              </a:extLst>
            </p:cNvPr>
            <p:cNvCxnSpPr>
              <a:cxnSpLocks noChangeAspect="1" noChangeShapeType="1"/>
              <a:stCxn id="22700" idx="4"/>
              <a:endCxn id="22698" idx="0"/>
            </p:cNvCxnSpPr>
            <p:nvPr/>
          </p:nvCxnSpPr>
          <p:spPr bwMode="auto">
            <a:xfrm flipH="1">
              <a:off x="3252" y="1530"/>
              <a:ext cx="288" cy="23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4" name="AutoShape 15">
              <a:extLst>
                <a:ext uri="{FF2B5EF4-FFF2-40B4-BE49-F238E27FC236}">
                  <a16:creationId xmlns:a16="http://schemas.microsoft.com/office/drawing/2014/main" id="{68940F19-C8E0-8897-2256-DCBC07258BAD}"/>
                </a:ext>
              </a:extLst>
            </p:cNvPr>
            <p:cNvCxnSpPr>
              <a:cxnSpLocks noChangeAspect="1" noChangeShapeType="1"/>
              <a:stCxn id="22700" idx="4"/>
              <a:endCxn id="22697" idx="0"/>
            </p:cNvCxnSpPr>
            <p:nvPr/>
          </p:nvCxnSpPr>
          <p:spPr bwMode="auto">
            <a:xfrm>
              <a:off x="3540" y="1530"/>
              <a:ext cx="325" cy="1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5" name="AutoShape 16">
              <a:extLst>
                <a:ext uri="{FF2B5EF4-FFF2-40B4-BE49-F238E27FC236}">
                  <a16:creationId xmlns:a16="http://schemas.microsoft.com/office/drawing/2014/main" id="{2A2B4F10-1340-D945-62A6-74459A91DD99}"/>
                </a:ext>
              </a:extLst>
            </p:cNvPr>
            <p:cNvCxnSpPr>
              <a:cxnSpLocks noChangeAspect="1" noChangeShapeType="1"/>
              <a:stCxn id="22699" idx="4"/>
              <a:endCxn id="22696" idx="0"/>
            </p:cNvCxnSpPr>
            <p:nvPr/>
          </p:nvCxnSpPr>
          <p:spPr bwMode="auto">
            <a:xfrm flipH="1">
              <a:off x="4467" y="1530"/>
              <a:ext cx="278" cy="2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6" name="AutoShape 17">
              <a:extLst>
                <a:ext uri="{FF2B5EF4-FFF2-40B4-BE49-F238E27FC236}">
                  <a16:creationId xmlns:a16="http://schemas.microsoft.com/office/drawing/2014/main" id="{D2D67A7B-1A75-C187-0B9A-F9C8C09ED58F}"/>
                </a:ext>
              </a:extLst>
            </p:cNvPr>
            <p:cNvCxnSpPr>
              <a:cxnSpLocks noChangeAspect="1" noChangeShapeType="1"/>
              <a:stCxn id="22699" idx="4"/>
              <a:endCxn id="22695" idx="0"/>
            </p:cNvCxnSpPr>
            <p:nvPr/>
          </p:nvCxnSpPr>
          <p:spPr bwMode="auto">
            <a:xfrm>
              <a:off x="4745" y="1530"/>
              <a:ext cx="331" cy="2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07" name="Oval 18">
              <a:extLst>
                <a:ext uri="{FF2B5EF4-FFF2-40B4-BE49-F238E27FC236}">
                  <a16:creationId xmlns:a16="http://schemas.microsoft.com/office/drawing/2014/main" id="{55AA6451-2B9A-02BC-DE48-D2242C9A94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83" y="2629"/>
              <a:ext cx="497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2708" name="Oval 19">
              <a:extLst>
                <a:ext uri="{FF2B5EF4-FFF2-40B4-BE49-F238E27FC236}">
                  <a16:creationId xmlns:a16="http://schemas.microsoft.com/office/drawing/2014/main" id="{CFB3908C-0B6C-91BB-1364-8408B9872C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48" y="2126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2709" name="AutoShape 20">
              <a:extLst>
                <a:ext uri="{FF2B5EF4-FFF2-40B4-BE49-F238E27FC236}">
                  <a16:creationId xmlns:a16="http://schemas.microsoft.com/office/drawing/2014/main" id="{56075702-EF70-6D6D-B379-97D0EFC79CDB}"/>
                </a:ext>
              </a:extLst>
            </p:cNvPr>
            <p:cNvCxnSpPr>
              <a:cxnSpLocks noChangeAspect="1" noChangeShapeType="1"/>
              <a:stCxn id="22708" idx="4"/>
              <a:endCxn id="22707" idx="0"/>
            </p:cNvCxnSpPr>
            <p:nvPr/>
          </p:nvCxnSpPr>
          <p:spPr bwMode="auto">
            <a:xfrm flipH="1">
              <a:off x="2733" y="2391"/>
              <a:ext cx="269" cy="2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10" name="AutoShape 21">
              <a:extLst>
                <a:ext uri="{FF2B5EF4-FFF2-40B4-BE49-F238E27FC236}">
                  <a16:creationId xmlns:a16="http://schemas.microsoft.com/office/drawing/2014/main" id="{AC80159A-23C0-7C2A-887D-EAA676E2E8FA}"/>
                </a:ext>
              </a:extLst>
            </p:cNvPr>
            <p:cNvCxnSpPr>
              <a:cxnSpLocks noChangeAspect="1" noChangeShapeType="1"/>
              <a:stCxn id="22708" idx="4"/>
              <a:endCxn id="22714" idx="0"/>
            </p:cNvCxnSpPr>
            <p:nvPr/>
          </p:nvCxnSpPr>
          <p:spPr bwMode="auto">
            <a:xfrm>
              <a:off x="3001" y="2391"/>
              <a:ext cx="270" cy="2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11" name="AutoShape 22">
              <a:extLst>
                <a:ext uri="{FF2B5EF4-FFF2-40B4-BE49-F238E27FC236}">
                  <a16:creationId xmlns:a16="http://schemas.microsoft.com/office/drawing/2014/main" id="{B1189F84-84C8-79F8-AF50-952869B03581}"/>
                </a:ext>
              </a:extLst>
            </p:cNvPr>
            <p:cNvCxnSpPr>
              <a:cxnSpLocks noChangeAspect="1" noChangeShapeType="1"/>
              <a:stCxn id="22698" idx="4"/>
              <a:endCxn id="22708" idx="0"/>
            </p:cNvCxnSpPr>
            <p:nvPr/>
          </p:nvCxnSpPr>
          <p:spPr bwMode="auto">
            <a:xfrm flipH="1">
              <a:off x="3002" y="2016"/>
              <a:ext cx="250" cy="12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12" name="Oval 23">
              <a:extLst>
                <a:ext uri="{FF2B5EF4-FFF2-40B4-BE49-F238E27FC236}">
                  <a16:creationId xmlns:a16="http://schemas.microsoft.com/office/drawing/2014/main" id="{66576B21-F5D1-FAD0-F03E-7EE901FB68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3157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2713" name="Oval 24">
              <a:extLst>
                <a:ext uri="{FF2B5EF4-FFF2-40B4-BE49-F238E27FC236}">
                  <a16:creationId xmlns:a16="http://schemas.microsoft.com/office/drawing/2014/main" id="{70E25B28-6FFD-EE53-9984-732817806B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6" y="3152"/>
              <a:ext cx="497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2714" name="Oval 25">
              <a:extLst>
                <a:ext uri="{FF2B5EF4-FFF2-40B4-BE49-F238E27FC236}">
                  <a16:creationId xmlns:a16="http://schemas.microsoft.com/office/drawing/2014/main" id="{E057B581-54A2-D390-FB98-4A31996E9F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0" y="2643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2715" name="AutoShape 26">
              <a:extLst>
                <a:ext uri="{FF2B5EF4-FFF2-40B4-BE49-F238E27FC236}">
                  <a16:creationId xmlns:a16="http://schemas.microsoft.com/office/drawing/2014/main" id="{E172BDF7-A5E9-4305-4A64-E290E5F4B86D}"/>
                </a:ext>
              </a:extLst>
            </p:cNvPr>
            <p:cNvCxnSpPr>
              <a:cxnSpLocks noChangeAspect="1" noChangeShapeType="1"/>
              <a:stCxn id="22714" idx="4"/>
              <a:endCxn id="22713" idx="0"/>
            </p:cNvCxnSpPr>
            <p:nvPr/>
          </p:nvCxnSpPr>
          <p:spPr bwMode="auto">
            <a:xfrm flipH="1">
              <a:off x="2935" y="2908"/>
              <a:ext cx="336" cy="2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16" name="AutoShape 27">
              <a:extLst>
                <a:ext uri="{FF2B5EF4-FFF2-40B4-BE49-F238E27FC236}">
                  <a16:creationId xmlns:a16="http://schemas.microsoft.com/office/drawing/2014/main" id="{31B956BC-64C3-106A-4CAA-F45E8A67310C}"/>
                </a:ext>
              </a:extLst>
            </p:cNvPr>
            <p:cNvCxnSpPr>
              <a:cxnSpLocks noChangeAspect="1" noChangeShapeType="1"/>
              <a:stCxn id="22714" idx="4"/>
              <a:endCxn id="22712" idx="0"/>
            </p:cNvCxnSpPr>
            <p:nvPr/>
          </p:nvCxnSpPr>
          <p:spPr bwMode="auto">
            <a:xfrm>
              <a:off x="3272" y="2908"/>
              <a:ext cx="375" cy="2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17" name="Oval 28">
              <a:extLst>
                <a:ext uri="{FF2B5EF4-FFF2-40B4-BE49-F238E27FC236}">
                  <a16:creationId xmlns:a16="http://schemas.microsoft.com/office/drawing/2014/main" id="{C511C794-66CF-E93F-606F-9EE99E3EE6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5" y="3479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2718" name="Oval 29">
              <a:extLst>
                <a:ext uri="{FF2B5EF4-FFF2-40B4-BE49-F238E27FC236}">
                  <a16:creationId xmlns:a16="http://schemas.microsoft.com/office/drawing/2014/main" id="{ADBA0E41-134D-C8B9-94EA-95ED6358E6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7" y="3492"/>
              <a:ext cx="446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2719" name="AutoShape 30">
              <a:extLst>
                <a:ext uri="{FF2B5EF4-FFF2-40B4-BE49-F238E27FC236}">
                  <a16:creationId xmlns:a16="http://schemas.microsoft.com/office/drawing/2014/main" id="{7261130F-5E2B-93F7-C3C6-6F878090ADF6}"/>
                </a:ext>
              </a:extLst>
            </p:cNvPr>
            <p:cNvCxnSpPr>
              <a:cxnSpLocks noChangeAspect="1" noChangeShapeType="1"/>
              <a:stCxn id="22712" idx="4"/>
              <a:endCxn id="22718" idx="0"/>
            </p:cNvCxnSpPr>
            <p:nvPr/>
          </p:nvCxnSpPr>
          <p:spPr bwMode="auto">
            <a:xfrm flipH="1">
              <a:off x="3400" y="3422"/>
              <a:ext cx="247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20" name="AutoShape 31">
              <a:extLst>
                <a:ext uri="{FF2B5EF4-FFF2-40B4-BE49-F238E27FC236}">
                  <a16:creationId xmlns:a16="http://schemas.microsoft.com/office/drawing/2014/main" id="{EA3DBD2E-656B-C62B-764B-CD05C36C194F}"/>
                </a:ext>
              </a:extLst>
            </p:cNvPr>
            <p:cNvCxnSpPr>
              <a:cxnSpLocks noChangeAspect="1" noChangeShapeType="1"/>
              <a:stCxn id="22712" idx="4"/>
              <a:endCxn id="22717" idx="0"/>
            </p:cNvCxnSpPr>
            <p:nvPr/>
          </p:nvCxnSpPr>
          <p:spPr bwMode="auto">
            <a:xfrm>
              <a:off x="3647" y="3422"/>
              <a:ext cx="282" cy="6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21" name="Oval 32">
              <a:extLst>
                <a:ext uri="{FF2B5EF4-FFF2-40B4-BE49-F238E27FC236}">
                  <a16:creationId xmlns:a16="http://schemas.microsoft.com/office/drawing/2014/main" id="{31F0063C-BC94-C21C-7D8D-41EF63F080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0" y="2127"/>
              <a:ext cx="503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2722" name="Oval 33">
              <a:extLst>
                <a:ext uri="{FF2B5EF4-FFF2-40B4-BE49-F238E27FC236}">
                  <a16:creationId xmlns:a16="http://schemas.microsoft.com/office/drawing/2014/main" id="{4C5206D9-99C0-1563-9E0A-C993BA83D4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57" y="2654"/>
              <a:ext cx="479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2723" name="AutoShape 34">
              <a:extLst>
                <a:ext uri="{FF2B5EF4-FFF2-40B4-BE49-F238E27FC236}">
                  <a16:creationId xmlns:a16="http://schemas.microsoft.com/office/drawing/2014/main" id="{FAC7D375-C488-6A98-D709-4DA3E459D780}"/>
                </a:ext>
              </a:extLst>
            </p:cNvPr>
            <p:cNvCxnSpPr>
              <a:cxnSpLocks noChangeAspect="1" noChangeShapeType="1"/>
              <a:stCxn id="22721" idx="4"/>
              <a:endCxn id="22722" idx="0"/>
            </p:cNvCxnSpPr>
            <p:nvPr/>
          </p:nvCxnSpPr>
          <p:spPr bwMode="auto">
            <a:xfrm>
              <a:off x="3735" y="2392"/>
              <a:ext cx="64" cy="27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24" name="AutoShape 35">
              <a:extLst>
                <a:ext uri="{FF2B5EF4-FFF2-40B4-BE49-F238E27FC236}">
                  <a16:creationId xmlns:a16="http://schemas.microsoft.com/office/drawing/2014/main" id="{DE3B2638-43BD-1864-85CE-A053D105A3D5}"/>
                </a:ext>
              </a:extLst>
            </p:cNvPr>
            <p:cNvCxnSpPr>
              <a:cxnSpLocks noChangeAspect="1" noChangeShapeType="1"/>
              <a:stCxn id="22698" idx="4"/>
              <a:endCxn id="22721" idx="0"/>
            </p:cNvCxnSpPr>
            <p:nvPr/>
          </p:nvCxnSpPr>
          <p:spPr bwMode="auto">
            <a:xfrm>
              <a:off x="3252" y="2016"/>
              <a:ext cx="483" cy="12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25" name="Oval 36">
              <a:extLst>
                <a:ext uri="{FF2B5EF4-FFF2-40B4-BE49-F238E27FC236}">
                  <a16:creationId xmlns:a16="http://schemas.microsoft.com/office/drawing/2014/main" id="{735035FE-5F3C-5679-1127-18A7318AC2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50" y="2133"/>
              <a:ext cx="562" cy="2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2726" name="Oval 37">
              <a:extLst>
                <a:ext uri="{FF2B5EF4-FFF2-40B4-BE49-F238E27FC236}">
                  <a16:creationId xmlns:a16="http://schemas.microsoft.com/office/drawing/2014/main" id="{035B05A1-0076-DBFC-39E3-2B3F15C6CA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2637"/>
              <a:ext cx="580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2727" name="AutoShape 38">
              <a:extLst>
                <a:ext uri="{FF2B5EF4-FFF2-40B4-BE49-F238E27FC236}">
                  <a16:creationId xmlns:a16="http://schemas.microsoft.com/office/drawing/2014/main" id="{F05A23DB-B3F9-D21D-0495-440A2CF63721}"/>
                </a:ext>
              </a:extLst>
            </p:cNvPr>
            <p:cNvCxnSpPr>
              <a:cxnSpLocks noChangeAspect="1" noChangeShapeType="1"/>
              <a:stCxn id="22721" idx="4"/>
              <a:endCxn id="22726" idx="0"/>
            </p:cNvCxnSpPr>
            <p:nvPr/>
          </p:nvCxnSpPr>
          <p:spPr bwMode="auto">
            <a:xfrm>
              <a:off x="3735" y="2392"/>
              <a:ext cx="640" cy="2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28" name="AutoShape 39">
              <a:extLst>
                <a:ext uri="{FF2B5EF4-FFF2-40B4-BE49-F238E27FC236}">
                  <a16:creationId xmlns:a16="http://schemas.microsoft.com/office/drawing/2014/main" id="{A8B3FB64-4F7E-E1C5-E8A4-BE49FE08D6E9}"/>
                </a:ext>
              </a:extLst>
            </p:cNvPr>
            <p:cNvCxnSpPr>
              <a:cxnSpLocks noChangeAspect="1" noChangeShapeType="1"/>
              <a:stCxn id="22695" idx="4"/>
              <a:endCxn id="22725" idx="0"/>
            </p:cNvCxnSpPr>
            <p:nvPr/>
          </p:nvCxnSpPr>
          <p:spPr bwMode="auto">
            <a:xfrm flipH="1">
              <a:off x="4732" y="2030"/>
              <a:ext cx="344" cy="1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29" name="Oval 40">
              <a:extLst>
                <a:ext uri="{FF2B5EF4-FFF2-40B4-BE49-F238E27FC236}">
                  <a16:creationId xmlns:a16="http://schemas.microsoft.com/office/drawing/2014/main" id="{4A554AC5-0970-45A1-DBC4-DD18D64275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24" y="2146"/>
              <a:ext cx="580" cy="2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2730" name="AutoShape 41">
              <a:extLst>
                <a:ext uri="{FF2B5EF4-FFF2-40B4-BE49-F238E27FC236}">
                  <a16:creationId xmlns:a16="http://schemas.microsoft.com/office/drawing/2014/main" id="{02549F12-1EDA-3036-1144-EF38372D376E}"/>
                </a:ext>
              </a:extLst>
            </p:cNvPr>
            <p:cNvCxnSpPr>
              <a:cxnSpLocks noChangeAspect="1" noChangeShapeType="1"/>
              <a:stCxn id="22695" idx="4"/>
              <a:endCxn id="22729" idx="0"/>
            </p:cNvCxnSpPr>
            <p:nvPr/>
          </p:nvCxnSpPr>
          <p:spPr bwMode="auto">
            <a:xfrm>
              <a:off x="5076" y="2030"/>
              <a:ext cx="240" cy="1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31" name="Rectangle 42">
              <a:extLst>
                <a:ext uri="{FF2B5EF4-FFF2-40B4-BE49-F238E27FC236}">
                  <a16:creationId xmlns:a16="http://schemas.microsoft.com/office/drawing/2014/main" id="{4AFA74A1-93CA-1F41-6EEA-F67A086DC2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2" y="3024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2" name="Rectangle 43">
              <a:extLst>
                <a:ext uri="{FF2B5EF4-FFF2-40B4-BE49-F238E27FC236}">
                  <a16:creationId xmlns:a16="http://schemas.microsoft.com/office/drawing/2014/main" id="{9946AD43-C615-C0BE-8B9D-344C1E4D99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3" name="Rectangle 44">
              <a:extLst>
                <a:ext uri="{FF2B5EF4-FFF2-40B4-BE49-F238E27FC236}">
                  <a16:creationId xmlns:a16="http://schemas.microsoft.com/office/drawing/2014/main" id="{DC5B8E30-4AEB-4A5B-81C8-CC04862343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4" name="Rectangle 45">
              <a:extLst>
                <a:ext uri="{FF2B5EF4-FFF2-40B4-BE49-F238E27FC236}">
                  <a16:creationId xmlns:a16="http://schemas.microsoft.com/office/drawing/2014/main" id="{5D46445A-257A-D958-1E96-01DACB4C63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552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5" name="Rectangle 46">
              <a:extLst>
                <a:ext uri="{FF2B5EF4-FFF2-40B4-BE49-F238E27FC236}">
                  <a16:creationId xmlns:a16="http://schemas.microsoft.com/office/drawing/2014/main" id="{50BA9F6E-0322-ADFC-B413-4F4D13C393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6" y="3552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6" name="Rectangle 47">
              <a:extLst>
                <a:ext uri="{FF2B5EF4-FFF2-40B4-BE49-F238E27FC236}">
                  <a16:creationId xmlns:a16="http://schemas.microsoft.com/office/drawing/2014/main" id="{57C3056A-11AB-C827-BA6B-CEB8728739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201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7" name="Rectangle 48">
              <a:extLst>
                <a:ext uri="{FF2B5EF4-FFF2-40B4-BE49-F238E27FC236}">
                  <a16:creationId xmlns:a16="http://schemas.microsoft.com/office/drawing/2014/main" id="{163345B1-2716-B744-2BDF-5A13AFC846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201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8" name="Rectangle 49">
              <a:extLst>
                <a:ext uri="{FF2B5EF4-FFF2-40B4-BE49-F238E27FC236}">
                  <a16:creationId xmlns:a16="http://schemas.microsoft.com/office/drawing/2014/main" id="{AA864A9E-FEE9-A79B-DC9B-B91D5C6722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024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9" name="Rectangle 50">
              <a:extLst>
                <a:ext uri="{FF2B5EF4-FFF2-40B4-BE49-F238E27FC236}">
                  <a16:creationId xmlns:a16="http://schemas.microsoft.com/office/drawing/2014/main" id="{F838E1A0-AE8A-C7AA-38B8-F587D82A8B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0" name="Rectangle 51">
              <a:extLst>
                <a:ext uri="{FF2B5EF4-FFF2-40B4-BE49-F238E27FC236}">
                  <a16:creationId xmlns:a16="http://schemas.microsoft.com/office/drawing/2014/main" id="{860B4AC5-5C54-4EFE-D85A-2313B685A5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56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1" name="Rectangle 52">
              <a:extLst>
                <a:ext uri="{FF2B5EF4-FFF2-40B4-BE49-F238E27FC236}">
                  <a16:creationId xmlns:a16="http://schemas.microsoft.com/office/drawing/2014/main" id="{AC8E0048-A4BB-D616-8BA8-9AAEA84A4E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92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2" name="Rectangle 53">
              <a:extLst>
                <a:ext uri="{FF2B5EF4-FFF2-40B4-BE49-F238E27FC236}">
                  <a16:creationId xmlns:a16="http://schemas.microsoft.com/office/drawing/2014/main" id="{12029F6A-6C74-F351-3F9C-34A59B6BD1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384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3" name="Rectangle 54">
              <a:extLst>
                <a:ext uri="{FF2B5EF4-FFF2-40B4-BE49-F238E27FC236}">
                  <a16:creationId xmlns:a16="http://schemas.microsoft.com/office/drawing/2014/main" id="{98ECF7E9-2424-8BB7-9D47-0F9D24E441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4" name="Rectangle 55">
              <a:extLst>
                <a:ext uri="{FF2B5EF4-FFF2-40B4-BE49-F238E27FC236}">
                  <a16:creationId xmlns:a16="http://schemas.microsoft.com/office/drawing/2014/main" id="{9A333EBD-B1B8-ACB3-50D6-FE12EE0EFF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4" y="297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5" name="Rectangle 56">
              <a:extLst>
                <a:ext uri="{FF2B5EF4-FFF2-40B4-BE49-F238E27FC236}">
                  <a16:creationId xmlns:a16="http://schemas.microsoft.com/office/drawing/2014/main" id="{9A6BCC24-0CE3-E4A1-FC0F-8403FD5139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8" y="216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6" name="Rectangle 57">
              <a:extLst>
                <a:ext uri="{FF2B5EF4-FFF2-40B4-BE49-F238E27FC236}">
                  <a16:creationId xmlns:a16="http://schemas.microsoft.com/office/drawing/2014/main" id="{55093502-D4E0-92B4-E610-F06F885D40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0" y="2160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7" name="Rectangle 58">
              <a:extLst>
                <a:ext uri="{FF2B5EF4-FFF2-40B4-BE49-F238E27FC236}">
                  <a16:creationId xmlns:a16="http://schemas.microsoft.com/office/drawing/2014/main" id="{31AD5ED6-204F-541C-FFBB-6530CB498C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08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8" name="Rectangle 59">
              <a:extLst>
                <a:ext uri="{FF2B5EF4-FFF2-40B4-BE49-F238E27FC236}">
                  <a16:creationId xmlns:a16="http://schemas.microsoft.com/office/drawing/2014/main" id="{C3AE82C1-4429-11B4-1CFE-CD643BD6DF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9" name="Rectangle 60">
              <a:extLst>
                <a:ext uri="{FF2B5EF4-FFF2-40B4-BE49-F238E27FC236}">
                  <a16:creationId xmlns:a16="http://schemas.microsoft.com/office/drawing/2014/main" id="{A242471C-CD59-4EE4-78C6-FCAA64B1BD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84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50" name="Rectangle 61">
              <a:extLst>
                <a:ext uri="{FF2B5EF4-FFF2-40B4-BE49-F238E27FC236}">
                  <a16:creationId xmlns:a16="http://schemas.microsoft.com/office/drawing/2014/main" id="{81E5D8A1-6709-0B7B-B177-1945C8BC4D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6" y="2496"/>
              <a:ext cx="96" cy="9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2751" name="AutoShape 62">
              <a:extLst>
                <a:ext uri="{FF2B5EF4-FFF2-40B4-BE49-F238E27FC236}">
                  <a16:creationId xmlns:a16="http://schemas.microsoft.com/office/drawing/2014/main" id="{3264F3A0-8513-6AC3-ADB6-C6E69BECFB79}"/>
                </a:ext>
              </a:extLst>
            </p:cNvPr>
            <p:cNvCxnSpPr>
              <a:cxnSpLocks noChangeAspect="1" noChangeShapeType="1"/>
              <a:stCxn id="22707" idx="4"/>
              <a:endCxn id="22731" idx="0"/>
            </p:cNvCxnSpPr>
            <p:nvPr/>
          </p:nvCxnSpPr>
          <p:spPr bwMode="auto">
            <a:xfrm flipH="1">
              <a:off x="2640" y="2894"/>
              <a:ext cx="93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2" name="AutoShape 63">
              <a:extLst>
                <a:ext uri="{FF2B5EF4-FFF2-40B4-BE49-F238E27FC236}">
                  <a16:creationId xmlns:a16="http://schemas.microsoft.com/office/drawing/2014/main" id="{17108F35-F01E-BF8E-874F-FFB9422CE991}"/>
                </a:ext>
              </a:extLst>
            </p:cNvPr>
            <p:cNvCxnSpPr>
              <a:cxnSpLocks noChangeAspect="1" noChangeShapeType="1"/>
              <a:stCxn id="22707" idx="4"/>
              <a:endCxn id="22738" idx="0"/>
            </p:cNvCxnSpPr>
            <p:nvPr/>
          </p:nvCxnSpPr>
          <p:spPr bwMode="auto">
            <a:xfrm>
              <a:off x="2733" y="2894"/>
              <a:ext cx="99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3" name="AutoShape 64">
              <a:extLst>
                <a:ext uri="{FF2B5EF4-FFF2-40B4-BE49-F238E27FC236}">
                  <a16:creationId xmlns:a16="http://schemas.microsoft.com/office/drawing/2014/main" id="{6497F557-AE38-8D6F-E6BC-CF49E5018000}"/>
                </a:ext>
              </a:extLst>
            </p:cNvPr>
            <p:cNvCxnSpPr>
              <a:cxnSpLocks noChangeAspect="1" noChangeShapeType="1"/>
              <a:stCxn id="22713" idx="4"/>
              <a:endCxn id="22734" idx="0"/>
            </p:cNvCxnSpPr>
            <p:nvPr/>
          </p:nvCxnSpPr>
          <p:spPr bwMode="auto">
            <a:xfrm flipH="1">
              <a:off x="2832" y="3418"/>
              <a:ext cx="104" cy="1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4" name="AutoShape 65">
              <a:extLst>
                <a:ext uri="{FF2B5EF4-FFF2-40B4-BE49-F238E27FC236}">
                  <a16:creationId xmlns:a16="http://schemas.microsoft.com/office/drawing/2014/main" id="{AD76AB43-F289-0929-D77F-0DA21144EC1F}"/>
                </a:ext>
              </a:extLst>
            </p:cNvPr>
            <p:cNvCxnSpPr>
              <a:cxnSpLocks noChangeAspect="1" noChangeShapeType="1"/>
              <a:stCxn id="22713" idx="4"/>
              <a:endCxn id="22735" idx="0"/>
            </p:cNvCxnSpPr>
            <p:nvPr/>
          </p:nvCxnSpPr>
          <p:spPr bwMode="auto">
            <a:xfrm>
              <a:off x="2936" y="3418"/>
              <a:ext cx="88" cy="1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5" name="AutoShape 66">
              <a:extLst>
                <a:ext uri="{FF2B5EF4-FFF2-40B4-BE49-F238E27FC236}">
                  <a16:creationId xmlns:a16="http://schemas.microsoft.com/office/drawing/2014/main" id="{D83D0DE0-FB1F-9D7E-2388-54B979BD34A5}"/>
                </a:ext>
              </a:extLst>
            </p:cNvPr>
            <p:cNvCxnSpPr>
              <a:cxnSpLocks noChangeAspect="1" noChangeShapeType="1"/>
              <a:stCxn id="22737" idx="0"/>
              <a:endCxn id="22697" idx="4"/>
            </p:cNvCxnSpPr>
            <p:nvPr/>
          </p:nvCxnSpPr>
          <p:spPr bwMode="auto">
            <a:xfrm flipH="1" flipV="1">
              <a:off x="3865" y="1934"/>
              <a:ext cx="167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6" name="AutoShape 67">
              <a:extLst>
                <a:ext uri="{FF2B5EF4-FFF2-40B4-BE49-F238E27FC236}">
                  <a16:creationId xmlns:a16="http://schemas.microsoft.com/office/drawing/2014/main" id="{7A9F7CF5-8A93-6834-F223-8D93F0A5A5D7}"/>
                </a:ext>
              </a:extLst>
            </p:cNvPr>
            <p:cNvCxnSpPr>
              <a:cxnSpLocks noChangeAspect="1" noChangeShapeType="1"/>
              <a:stCxn id="22696" idx="4"/>
              <a:endCxn id="22745" idx="0"/>
            </p:cNvCxnSpPr>
            <p:nvPr/>
          </p:nvCxnSpPr>
          <p:spPr bwMode="auto">
            <a:xfrm flipH="1">
              <a:off x="4176" y="2030"/>
              <a:ext cx="291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7" name="AutoShape 68">
              <a:extLst>
                <a:ext uri="{FF2B5EF4-FFF2-40B4-BE49-F238E27FC236}">
                  <a16:creationId xmlns:a16="http://schemas.microsoft.com/office/drawing/2014/main" id="{E98633BC-BD26-375E-8910-09626DFDA460}"/>
                </a:ext>
              </a:extLst>
            </p:cNvPr>
            <p:cNvCxnSpPr>
              <a:cxnSpLocks noChangeAspect="1" noChangeShapeType="1"/>
              <a:stCxn id="22696" idx="4"/>
              <a:endCxn id="22746" idx="0"/>
            </p:cNvCxnSpPr>
            <p:nvPr/>
          </p:nvCxnSpPr>
          <p:spPr bwMode="auto">
            <a:xfrm flipH="1">
              <a:off x="4368" y="2030"/>
              <a:ext cx="99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8" name="AutoShape 69">
              <a:extLst>
                <a:ext uri="{FF2B5EF4-FFF2-40B4-BE49-F238E27FC236}">
                  <a16:creationId xmlns:a16="http://schemas.microsoft.com/office/drawing/2014/main" id="{6B1F90DD-2D0E-B29F-2F1A-B58AC3852E0D}"/>
                </a:ext>
              </a:extLst>
            </p:cNvPr>
            <p:cNvCxnSpPr>
              <a:cxnSpLocks noChangeAspect="1" noChangeShapeType="1"/>
              <a:stCxn id="22725" idx="4"/>
              <a:endCxn id="22747" idx="0"/>
            </p:cNvCxnSpPr>
            <p:nvPr/>
          </p:nvCxnSpPr>
          <p:spPr bwMode="auto">
            <a:xfrm flipH="1">
              <a:off x="4656" y="2398"/>
              <a:ext cx="76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9" name="AutoShape 70">
              <a:extLst>
                <a:ext uri="{FF2B5EF4-FFF2-40B4-BE49-F238E27FC236}">
                  <a16:creationId xmlns:a16="http://schemas.microsoft.com/office/drawing/2014/main" id="{340D8D92-75D4-1E36-87BB-547EB4D33C06}"/>
                </a:ext>
              </a:extLst>
            </p:cNvPr>
            <p:cNvCxnSpPr>
              <a:cxnSpLocks noChangeAspect="1" noChangeShapeType="1"/>
              <a:stCxn id="22725" idx="4"/>
              <a:endCxn id="22748" idx="0"/>
            </p:cNvCxnSpPr>
            <p:nvPr/>
          </p:nvCxnSpPr>
          <p:spPr bwMode="auto">
            <a:xfrm>
              <a:off x="4732" y="2398"/>
              <a:ext cx="116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0" name="AutoShape 71">
              <a:extLst>
                <a:ext uri="{FF2B5EF4-FFF2-40B4-BE49-F238E27FC236}">
                  <a16:creationId xmlns:a16="http://schemas.microsoft.com/office/drawing/2014/main" id="{E6D88D77-F611-2A44-7CAC-2802DA618B5E}"/>
                </a:ext>
              </a:extLst>
            </p:cNvPr>
            <p:cNvCxnSpPr>
              <a:cxnSpLocks noChangeAspect="1" noChangeShapeType="1"/>
              <a:stCxn id="22729" idx="4"/>
              <a:endCxn id="22749" idx="0"/>
            </p:cNvCxnSpPr>
            <p:nvPr/>
          </p:nvCxnSpPr>
          <p:spPr bwMode="auto">
            <a:xfrm flipH="1">
              <a:off x="5232" y="2412"/>
              <a:ext cx="84" cy="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1" name="AutoShape 72">
              <a:extLst>
                <a:ext uri="{FF2B5EF4-FFF2-40B4-BE49-F238E27FC236}">
                  <a16:creationId xmlns:a16="http://schemas.microsoft.com/office/drawing/2014/main" id="{062A5FDF-A9B3-48F2-4F7B-20247C53F40B}"/>
                </a:ext>
              </a:extLst>
            </p:cNvPr>
            <p:cNvCxnSpPr>
              <a:cxnSpLocks noChangeAspect="1" noChangeShapeType="1"/>
              <a:stCxn id="22729" idx="4"/>
              <a:endCxn id="22750" idx="0"/>
            </p:cNvCxnSpPr>
            <p:nvPr/>
          </p:nvCxnSpPr>
          <p:spPr bwMode="auto">
            <a:xfrm>
              <a:off x="5316" y="2412"/>
              <a:ext cx="108" cy="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2" name="AutoShape 73">
              <a:extLst>
                <a:ext uri="{FF2B5EF4-FFF2-40B4-BE49-F238E27FC236}">
                  <a16:creationId xmlns:a16="http://schemas.microsoft.com/office/drawing/2014/main" id="{020F4673-3B4B-C82B-667B-FE12AA51CCF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296" y="2697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3" name="AutoShape 74">
              <a:extLst>
                <a:ext uri="{FF2B5EF4-FFF2-40B4-BE49-F238E27FC236}">
                  <a16:creationId xmlns:a16="http://schemas.microsoft.com/office/drawing/2014/main" id="{D3F49656-2F3A-F948-CF3E-0A9CFBBCAD4E}"/>
                </a:ext>
              </a:extLst>
            </p:cNvPr>
            <p:cNvCxnSpPr>
              <a:cxnSpLocks noChangeAspect="1" noChangeShapeType="1"/>
              <a:stCxn id="22726" idx="4"/>
              <a:endCxn id="22743" idx="0"/>
            </p:cNvCxnSpPr>
            <p:nvPr/>
          </p:nvCxnSpPr>
          <p:spPr bwMode="auto">
            <a:xfrm flipH="1">
              <a:off x="4272" y="2902"/>
              <a:ext cx="103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4" name="AutoShape 75">
              <a:extLst>
                <a:ext uri="{FF2B5EF4-FFF2-40B4-BE49-F238E27FC236}">
                  <a16:creationId xmlns:a16="http://schemas.microsoft.com/office/drawing/2014/main" id="{9ABD972A-CABB-1B03-5D1B-B202F0C55E10}"/>
                </a:ext>
              </a:extLst>
            </p:cNvPr>
            <p:cNvCxnSpPr>
              <a:cxnSpLocks noChangeAspect="1" noChangeShapeType="1"/>
              <a:stCxn id="22722" idx="4"/>
              <a:endCxn id="22733" idx="0"/>
            </p:cNvCxnSpPr>
            <p:nvPr/>
          </p:nvCxnSpPr>
          <p:spPr bwMode="auto">
            <a:xfrm>
              <a:off x="3799" y="2916"/>
              <a:ext cx="137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5" name="AutoShape 76">
              <a:extLst>
                <a:ext uri="{FF2B5EF4-FFF2-40B4-BE49-F238E27FC236}">
                  <a16:creationId xmlns:a16="http://schemas.microsoft.com/office/drawing/2014/main" id="{80057E34-64D6-D513-A82F-776899B603DA}"/>
                </a:ext>
              </a:extLst>
            </p:cNvPr>
            <p:cNvCxnSpPr>
              <a:cxnSpLocks noChangeAspect="1" noChangeShapeType="1"/>
              <a:stCxn id="22722" idx="4"/>
              <a:endCxn id="22732" idx="0"/>
            </p:cNvCxnSpPr>
            <p:nvPr/>
          </p:nvCxnSpPr>
          <p:spPr bwMode="auto">
            <a:xfrm flipH="1">
              <a:off x="3696" y="2916"/>
              <a:ext cx="103" cy="6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6" name="AutoShape 77">
              <a:extLst>
                <a:ext uri="{FF2B5EF4-FFF2-40B4-BE49-F238E27FC236}">
                  <a16:creationId xmlns:a16="http://schemas.microsoft.com/office/drawing/2014/main" id="{93CF02B2-A8D2-F4E9-C8E1-5888E0E9015F}"/>
                </a:ext>
              </a:extLst>
            </p:cNvPr>
            <p:cNvCxnSpPr>
              <a:cxnSpLocks noChangeAspect="1" noChangeShapeType="1"/>
              <a:stCxn id="22718" idx="4"/>
              <a:endCxn id="22739" idx="0"/>
            </p:cNvCxnSpPr>
            <p:nvPr/>
          </p:nvCxnSpPr>
          <p:spPr bwMode="auto">
            <a:xfrm flipH="1">
              <a:off x="3312" y="3758"/>
              <a:ext cx="88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7" name="AutoShape 78">
              <a:extLst>
                <a:ext uri="{FF2B5EF4-FFF2-40B4-BE49-F238E27FC236}">
                  <a16:creationId xmlns:a16="http://schemas.microsoft.com/office/drawing/2014/main" id="{96F1725F-51D3-9254-D813-783DF0799E53}"/>
                </a:ext>
              </a:extLst>
            </p:cNvPr>
            <p:cNvCxnSpPr>
              <a:cxnSpLocks noChangeAspect="1" noChangeShapeType="1"/>
              <a:stCxn id="22718" idx="4"/>
              <a:endCxn id="22740" idx="0"/>
            </p:cNvCxnSpPr>
            <p:nvPr/>
          </p:nvCxnSpPr>
          <p:spPr bwMode="auto">
            <a:xfrm>
              <a:off x="3400" y="3758"/>
              <a:ext cx="104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8" name="AutoShape 79">
              <a:extLst>
                <a:ext uri="{FF2B5EF4-FFF2-40B4-BE49-F238E27FC236}">
                  <a16:creationId xmlns:a16="http://schemas.microsoft.com/office/drawing/2014/main" id="{175DF631-B73E-5CBE-55A6-107620EA51CA}"/>
                </a:ext>
              </a:extLst>
            </p:cNvPr>
            <p:cNvCxnSpPr>
              <a:cxnSpLocks noChangeAspect="1" noChangeShapeType="1"/>
              <a:stCxn id="22717" idx="4"/>
              <a:endCxn id="22741" idx="0"/>
            </p:cNvCxnSpPr>
            <p:nvPr/>
          </p:nvCxnSpPr>
          <p:spPr bwMode="auto">
            <a:xfrm flipH="1">
              <a:off x="3840" y="3744"/>
              <a:ext cx="89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9" name="AutoShape 80">
              <a:extLst>
                <a:ext uri="{FF2B5EF4-FFF2-40B4-BE49-F238E27FC236}">
                  <a16:creationId xmlns:a16="http://schemas.microsoft.com/office/drawing/2014/main" id="{C4888BFD-5A00-E885-02B1-4F0BDC856295}"/>
                </a:ext>
              </a:extLst>
            </p:cNvPr>
            <p:cNvCxnSpPr>
              <a:cxnSpLocks noChangeAspect="1" noChangeShapeType="1"/>
              <a:stCxn id="22717" idx="4"/>
              <a:endCxn id="22742" idx="0"/>
            </p:cNvCxnSpPr>
            <p:nvPr/>
          </p:nvCxnSpPr>
          <p:spPr bwMode="auto">
            <a:xfrm>
              <a:off x="3929" y="3744"/>
              <a:ext cx="103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70" name="AutoShape 81">
              <a:extLst>
                <a:ext uri="{FF2B5EF4-FFF2-40B4-BE49-F238E27FC236}">
                  <a16:creationId xmlns:a16="http://schemas.microsoft.com/office/drawing/2014/main" id="{33A1C88A-EC46-A2F4-CAD9-E865EA0E6470}"/>
                </a:ext>
              </a:extLst>
            </p:cNvPr>
            <p:cNvCxnSpPr>
              <a:cxnSpLocks noChangeAspect="1" noChangeShapeType="1"/>
              <a:stCxn id="22697" idx="4"/>
              <a:endCxn id="22736" idx="0"/>
            </p:cNvCxnSpPr>
            <p:nvPr/>
          </p:nvCxnSpPr>
          <p:spPr bwMode="auto">
            <a:xfrm>
              <a:off x="3865" y="1934"/>
              <a:ext cx="23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71" name="AutoShape 82">
              <a:extLst>
                <a:ext uri="{FF2B5EF4-FFF2-40B4-BE49-F238E27FC236}">
                  <a16:creationId xmlns:a16="http://schemas.microsoft.com/office/drawing/2014/main" id="{EF7322E0-66D8-78C4-49DE-5D416BD74D0B}"/>
                </a:ext>
              </a:extLst>
            </p:cNvPr>
            <p:cNvCxnSpPr>
              <a:cxnSpLocks noChangeAspect="1" noChangeShapeType="1"/>
              <a:stCxn id="22726" idx="4"/>
              <a:endCxn id="22744" idx="0"/>
            </p:cNvCxnSpPr>
            <p:nvPr/>
          </p:nvCxnSpPr>
          <p:spPr bwMode="auto">
            <a:xfrm>
              <a:off x="4375" y="2902"/>
              <a:ext cx="137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533" name="Group 83">
            <a:extLst>
              <a:ext uri="{FF2B5EF4-FFF2-40B4-BE49-F238E27FC236}">
                <a16:creationId xmlns:a16="http://schemas.microsoft.com/office/drawing/2014/main" id="{DB4F7EE7-8FF0-C500-CD22-9ABC7C100487}"/>
              </a:ext>
            </a:extLst>
          </p:cNvPr>
          <p:cNvGrpSpPr>
            <a:grpSpLocks/>
          </p:cNvGrpSpPr>
          <p:nvPr/>
        </p:nvGrpSpPr>
        <p:grpSpPr bwMode="auto">
          <a:xfrm>
            <a:off x="239713" y="3124200"/>
            <a:ext cx="3992562" cy="3360738"/>
            <a:chOff x="2590" y="955"/>
            <a:chExt cx="2515" cy="2117"/>
          </a:xfrm>
        </p:grpSpPr>
        <p:sp>
          <p:nvSpPr>
            <p:cNvPr id="22616" name="Oval 84">
              <a:extLst>
                <a:ext uri="{FF2B5EF4-FFF2-40B4-BE49-F238E27FC236}">
                  <a16:creationId xmlns:a16="http://schemas.microsoft.com/office/drawing/2014/main" id="{B6529477-D39F-D959-7AD7-87F1458492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5" y="955"/>
              <a:ext cx="38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2617" name="Oval 85">
              <a:extLst>
                <a:ext uri="{FF2B5EF4-FFF2-40B4-BE49-F238E27FC236}">
                  <a16:creationId xmlns:a16="http://schemas.microsoft.com/office/drawing/2014/main" id="{65FE2A23-E70E-8813-779C-F60FA1DC5F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25" y="1542"/>
              <a:ext cx="374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2618" name="Oval 86">
              <a:extLst>
                <a:ext uri="{FF2B5EF4-FFF2-40B4-BE49-F238E27FC236}">
                  <a16:creationId xmlns:a16="http://schemas.microsoft.com/office/drawing/2014/main" id="{05DB85CF-EDE4-7EEE-B8F2-29F06B7A0F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38" y="2178"/>
              <a:ext cx="392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2619" name="Oval 87">
              <a:extLst>
                <a:ext uri="{FF2B5EF4-FFF2-40B4-BE49-F238E27FC236}">
                  <a16:creationId xmlns:a16="http://schemas.microsoft.com/office/drawing/2014/main" id="{BAF57BD9-F71C-5E9F-FCE7-4A1CD4E0B2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44" y="1539"/>
              <a:ext cx="358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2620" name="Oval 88">
              <a:extLst>
                <a:ext uri="{FF2B5EF4-FFF2-40B4-BE49-F238E27FC236}">
                  <a16:creationId xmlns:a16="http://schemas.microsoft.com/office/drawing/2014/main" id="{5854E951-2A00-DB18-3F46-5424B13FF7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43" y="1595"/>
              <a:ext cx="33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2621" name="Oval 89">
              <a:extLst>
                <a:ext uri="{FF2B5EF4-FFF2-40B4-BE49-F238E27FC236}">
                  <a16:creationId xmlns:a16="http://schemas.microsoft.com/office/drawing/2014/main" id="{A4C222B5-6F22-67BD-2CC0-4FA7CA800E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9" y="1824"/>
              <a:ext cx="386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2622" name="Oval 90">
              <a:extLst>
                <a:ext uri="{FF2B5EF4-FFF2-40B4-BE49-F238E27FC236}">
                  <a16:creationId xmlns:a16="http://schemas.microsoft.com/office/drawing/2014/main" id="{A4DE3848-C04C-A65B-7980-9ED7B8BFCB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08" y="1265"/>
              <a:ext cx="392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2623" name="AutoShape 91">
              <a:extLst>
                <a:ext uri="{FF2B5EF4-FFF2-40B4-BE49-F238E27FC236}">
                  <a16:creationId xmlns:a16="http://schemas.microsoft.com/office/drawing/2014/main" id="{E984E1A5-D94C-A146-9514-97CBCEBBF494}"/>
                </a:ext>
              </a:extLst>
            </p:cNvPr>
            <p:cNvCxnSpPr>
              <a:cxnSpLocks noChangeAspect="1" noChangeShapeType="1"/>
              <a:stCxn id="22616" idx="4"/>
              <a:endCxn id="22622" idx="0"/>
            </p:cNvCxnSpPr>
            <p:nvPr/>
          </p:nvCxnSpPr>
          <p:spPr bwMode="auto">
            <a:xfrm flipH="1">
              <a:off x="3304" y="1141"/>
              <a:ext cx="781" cy="12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4" name="AutoShape 92">
              <a:extLst>
                <a:ext uri="{FF2B5EF4-FFF2-40B4-BE49-F238E27FC236}">
                  <a16:creationId xmlns:a16="http://schemas.microsoft.com/office/drawing/2014/main" id="{48AF684A-D6B8-B5B0-C266-1D71ADF60F19}"/>
                </a:ext>
              </a:extLst>
            </p:cNvPr>
            <p:cNvCxnSpPr>
              <a:cxnSpLocks noChangeAspect="1" noChangeShapeType="1"/>
              <a:stCxn id="22616" idx="4"/>
              <a:endCxn id="22651" idx="0"/>
            </p:cNvCxnSpPr>
            <p:nvPr/>
          </p:nvCxnSpPr>
          <p:spPr bwMode="auto">
            <a:xfrm>
              <a:off x="4085" y="1141"/>
              <a:ext cx="819" cy="11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5" name="AutoShape 93">
              <a:extLst>
                <a:ext uri="{FF2B5EF4-FFF2-40B4-BE49-F238E27FC236}">
                  <a16:creationId xmlns:a16="http://schemas.microsoft.com/office/drawing/2014/main" id="{4EA35BA9-DCFB-83E0-2B68-D2579616E5C2}"/>
                </a:ext>
              </a:extLst>
            </p:cNvPr>
            <p:cNvCxnSpPr>
              <a:cxnSpLocks noChangeAspect="1" noChangeShapeType="1"/>
              <a:stCxn id="22622" idx="4"/>
              <a:endCxn id="22620" idx="0"/>
            </p:cNvCxnSpPr>
            <p:nvPr/>
          </p:nvCxnSpPr>
          <p:spPr bwMode="auto">
            <a:xfrm flipH="1">
              <a:off x="3110" y="1445"/>
              <a:ext cx="194" cy="1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6" name="AutoShape 94">
              <a:extLst>
                <a:ext uri="{FF2B5EF4-FFF2-40B4-BE49-F238E27FC236}">
                  <a16:creationId xmlns:a16="http://schemas.microsoft.com/office/drawing/2014/main" id="{2036B8D0-C61E-C2D1-26BD-CE5B6FFAA27B}"/>
                </a:ext>
              </a:extLst>
            </p:cNvPr>
            <p:cNvCxnSpPr>
              <a:cxnSpLocks noChangeAspect="1" noChangeShapeType="1"/>
              <a:stCxn id="22622" idx="4"/>
              <a:endCxn id="22619" idx="0"/>
            </p:cNvCxnSpPr>
            <p:nvPr/>
          </p:nvCxnSpPr>
          <p:spPr bwMode="auto">
            <a:xfrm>
              <a:off x="3304" y="1445"/>
              <a:ext cx="220" cy="10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7" name="AutoShape 95">
              <a:extLst>
                <a:ext uri="{FF2B5EF4-FFF2-40B4-BE49-F238E27FC236}">
                  <a16:creationId xmlns:a16="http://schemas.microsoft.com/office/drawing/2014/main" id="{30F195F5-B1F3-D142-B1A3-1F2AD08B4EF9}"/>
                </a:ext>
              </a:extLst>
            </p:cNvPr>
            <p:cNvCxnSpPr>
              <a:cxnSpLocks noChangeAspect="1" noChangeShapeType="1"/>
              <a:stCxn id="22621" idx="4"/>
              <a:endCxn id="22618" idx="0"/>
            </p:cNvCxnSpPr>
            <p:nvPr/>
          </p:nvCxnSpPr>
          <p:spPr bwMode="auto">
            <a:xfrm flipH="1">
              <a:off x="4334" y="2010"/>
              <a:ext cx="189" cy="16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8" name="AutoShape 96">
              <a:extLst>
                <a:ext uri="{FF2B5EF4-FFF2-40B4-BE49-F238E27FC236}">
                  <a16:creationId xmlns:a16="http://schemas.microsoft.com/office/drawing/2014/main" id="{BD29CBB0-83A9-DCEE-29BE-1B593D1D4E2A}"/>
                </a:ext>
              </a:extLst>
            </p:cNvPr>
            <p:cNvCxnSpPr>
              <a:cxnSpLocks noChangeAspect="1" noChangeShapeType="1"/>
              <a:stCxn id="22621" idx="0"/>
              <a:endCxn id="22617" idx="4"/>
            </p:cNvCxnSpPr>
            <p:nvPr/>
          </p:nvCxnSpPr>
          <p:spPr bwMode="auto">
            <a:xfrm flipV="1">
              <a:off x="4523" y="1728"/>
              <a:ext cx="190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29" name="Oval 97">
              <a:extLst>
                <a:ext uri="{FF2B5EF4-FFF2-40B4-BE49-F238E27FC236}">
                  <a16:creationId xmlns:a16="http://schemas.microsoft.com/office/drawing/2014/main" id="{6DFF37E5-ED73-B2F2-D48E-BDAC81C359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0" y="2188"/>
              <a:ext cx="336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2630" name="Oval 98">
              <a:extLst>
                <a:ext uri="{FF2B5EF4-FFF2-40B4-BE49-F238E27FC236}">
                  <a16:creationId xmlns:a16="http://schemas.microsoft.com/office/drawing/2014/main" id="{5D898394-4A19-FF0E-AF4D-8086DBBC34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9" y="1848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2631" name="AutoShape 99">
              <a:extLst>
                <a:ext uri="{FF2B5EF4-FFF2-40B4-BE49-F238E27FC236}">
                  <a16:creationId xmlns:a16="http://schemas.microsoft.com/office/drawing/2014/main" id="{0C3129F7-4705-9676-7EBE-27372A1916A6}"/>
                </a:ext>
              </a:extLst>
            </p:cNvPr>
            <p:cNvCxnSpPr>
              <a:cxnSpLocks noChangeAspect="1" noChangeShapeType="1"/>
              <a:stCxn id="22630" idx="4"/>
              <a:endCxn id="22629" idx="0"/>
            </p:cNvCxnSpPr>
            <p:nvPr/>
          </p:nvCxnSpPr>
          <p:spPr bwMode="auto">
            <a:xfrm flipH="1">
              <a:off x="2759" y="2027"/>
              <a:ext cx="182" cy="16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32" name="AutoShape 100">
              <a:extLst>
                <a:ext uri="{FF2B5EF4-FFF2-40B4-BE49-F238E27FC236}">
                  <a16:creationId xmlns:a16="http://schemas.microsoft.com/office/drawing/2014/main" id="{A50883FA-8F70-40B8-56B2-482DB7C0BFBF}"/>
                </a:ext>
              </a:extLst>
            </p:cNvPr>
            <p:cNvCxnSpPr>
              <a:cxnSpLocks noChangeAspect="1" noChangeShapeType="1"/>
              <a:stCxn id="22630" idx="4"/>
              <a:endCxn id="22636" idx="0"/>
            </p:cNvCxnSpPr>
            <p:nvPr/>
          </p:nvCxnSpPr>
          <p:spPr bwMode="auto">
            <a:xfrm>
              <a:off x="2940" y="2027"/>
              <a:ext cx="183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33" name="AutoShape 101">
              <a:extLst>
                <a:ext uri="{FF2B5EF4-FFF2-40B4-BE49-F238E27FC236}">
                  <a16:creationId xmlns:a16="http://schemas.microsoft.com/office/drawing/2014/main" id="{8381FB02-4BDB-966C-098B-DA39F94250B9}"/>
                </a:ext>
              </a:extLst>
            </p:cNvPr>
            <p:cNvCxnSpPr>
              <a:cxnSpLocks noChangeAspect="1" noChangeShapeType="1"/>
              <a:stCxn id="22620" idx="4"/>
              <a:endCxn id="22630" idx="0"/>
            </p:cNvCxnSpPr>
            <p:nvPr/>
          </p:nvCxnSpPr>
          <p:spPr bwMode="auto">
            <a:xfrm flipH="1">
              <a:off x="2941" y="1774"/>
              <a:ext cx="169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34" name="Oval 102">
              <a:extLst>
                <a:ext uri="{FF2B5EF4-FFF2-40B4-BE49-F238E27FC236}">
                  <a16:creationId xmlns:a16="http://schemas.microsoft.com/office/drawing/2014/main" id="{DF0492FA-1C35-06BE-EE68-0E69C070B1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07" y="2545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2635" name="Oval 103">
              <a:extLst>
                <a:ext uri="{FF2B5EF4-FFF2-40B4-BE49-F238E27FC236}">
                  <a16:creationId xmlns:a16="http://schemas.microsoft.com/office/drawing/2014/main" id="{6DD415CB-FC81-DB99-0042-8FCBEB893B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27" y="2542"/>
              <a:ext cx="336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2636" name="Oval 104">
              <a:extLst>
                <a:ext uri="{FF2B5EF4-FFF2-40B4-BE49-F238E27FC236}">
                  <a16:creationId xmlns:a16="http://schemas.microsoft.com/office/drawing/2014/main" id="{B8EAE1AB-631F-6678-F75F-F6F377ACA5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53" y="2198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2637" name="AutoShape 105">
              <a:extLst>
                <a:ext uri="{FF2B5EF4-FFF2-40B4-BE49-F238E27FC236}">
                  <a16:creationId xmlns:a16="http://schemas.microsoft.com/office/drawing/2014/main" id="{7C4ED7DE-4C6F-AA14-33D9-CE122648DC2C}"/>
                </a:ext>
              </a:extLst>
            </p:cNvPr>
            <p:cNvCxnSpPr>
              <a:cxnSpLocks noChangeAspect="1" noChangeShapeType="1"/>
              <a:stCxn id="22636" idx="4"/>
              <a:endCxn id="22635" idx="0"/>
            </p:cNvCxnSpPr>
            <p:nvPr/>
          </p:nvCxnSpPr>
          <p:spPr bwMode="auto">
            <a:xfrm flipH="1">
              <a:off x="2895" y="2377"/>
              <a:ext cx="228" cy="1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38" name="AutoShape 106">
              <a:extLst>
                <a:ext uri="{FF2B5EF4-FFF2-40B4-BE49-F238E27FC236}">
                  <a16:creationId xmlns:a16="http://schemas.microsoft.com/office/drawing/2014/main" id="{FCA7607D-CD36-D979-3B71-4B6C815B474E}"/>
                </a:ext>
              </a:extLst>
            </p:cNvPr>
            <p:cNvCxnSpPr>
              <a:cxnSpLocks noChangeAspect="1" noChangeShapeType="1"/>
              <a:stCxn id="22636" idx="4"/>
              <a:endCxn id="22634" idx="0"/>
            </p:cNvCxnSpPr>
            <p:nvPr/>
          </p:nvCxnSpPr>
          <p:spPr bwMode="auto">
            <a:xfrm>
              <a:off x="3123" y="2377"/>
              <a:ext cx="254" cy="17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39" name="Oval 107">
              <a:extLst>
                <a:ext uri="{FF2B5EF4-FFF2-40B4-BE49-F238E27FC236}">
                  <a16:creationId xmlns:a16="http://schemas.microsoft.com/office/drawing/2014/main" id="{FA691D18-9E01-0CD8-777D-727B316B20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2763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2640" name="Oval 108">
              <a:extLst>
                <a:ext uri="{FF2B5EF4-FFF2-40B4-BE49-F238E27FC236}">
                  <a16:creationId xmlns:a16="http://schemas.microsoft.com/office/drawing/2014/main" id="{4DCDA5B0-3BC0-593E-B239-53E8B3E5FE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8" y="2772"/>
              <a:ext cx="302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2641" name="AutoShape 109">
              <a:extLst>
                <a:ext uri="{FF2B5EF4-FFF2-40B4-BE49-F238E27FC236}">
                  <a16:creationId xmlns:a16="http://schemas.microsoft.com/office/drawing/2014/main" id="{762B8FA5-315B-C1F9-4333-7C523CD1485C}"/>
                </a:ext>
              </a:extLst>
            </p:cNvPr>
            <p:cNvCxnSpPr>
              <a:cxnSpLocks noChangeAspect="1" noChangeShapeType="1"/>
              <a:stCxn id="22634" idx="4"/>
              <a:endCxn id="22640" idx="0"/>
            </p:cNvCxnSpPr>
            <p:nvPr/>
          </p:nvCxnSpPr>
          <p:spPr bwMode="auto">
            <a:xfrm flipH="1">
              <a:off x="3210" y="2724"/>
              <a:ext cx="167" cy="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42" name="AutoShape 110">
              <a:extLst>
                <a:ext uri="{FF2B5EF4-FFF2-40B4-BE49-F238E27FC236}">
                  <a16:creationId xmlns:a16="http://schemas.microsoft.com/office/drawing/2014/main" id="{1BFD8140-8FE3-710E-69E9-79499A3D9791}"/>
                </a:ext>
              </a:extLst>
            </p:cNvPr>
            <p:cNvCxnSpPr>
              <a:cxnSpLocks noChangeAspect="1" noChangeShapeType="1"/>
              <a:stCxn id="22634" idx="4"/>
              <a:endCxn id="22639" idx="0"/>
            </p:cNvCxnSpPr>
            <p:nvPr/>
          </p:nvCxnSpPr>
          <p:spPr bwMode="auto">
            <a:xfrm>
              <a:off x="3377" y="2724"/>
              <a:ext cx="190" cy="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43" name="Oval 111">
              <a:extLst>
                <a:ext uri="{FF2B5EF4-FFF2-40B4-BE49-F238E27FC236}">
                  <a16:creationId xmlns:a16="http://schemas.microsoft.com/office/drawing/2014/main" id="{E55BE143-75CF-4940-6524-EA52C672E4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1849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2644" name="Oval 112">
              <a:extLst>
                <a:ext uri="{FF2B5EF4-FFF2-40B4-BE49-F238E27FC236}">
                  <a16:creationId xmlns:a16="http://schemas.microsoft.com/office/drawing/2014/main" id="{5F4E54CF-3636-7F80-A834-643D99DEAD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6" y="2205"/>
              <a:ext cx="324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2645" name="AutoShape 113">
              <a:extLst>
                <a:ext uri="{FF2B5EF4-FFF2-40B4-BE49-F238E27FC236}">
                  <a16:creationId xmlns:a16="http://schemas.microsoft.com/office/drawing/2014/main" id="{5B9A1F7A-6DCC-25A7-08A2-377B88DDA6DC}"/>
                </a:ext>
              </a:extLst>
            </p:cNvPr>
            <p:cNvCxnSpPr>
              <a:cxnSpLocks noChangeAspect="1" noChangeShapeType="1"/>
              <a:stCxn id="22643" idx="4"/>
              <a:endCxn id="22644" idx="0"/>
            </p:cNvCxnSpPr>
            <p:nvPr/>
          </p:nvCxnSpPr>
          <p:spPr bwMode="auto">
            <a:xfrm>
              <a:off x="3436" y="2028"/>
              <a:ext cx="44" cy="18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46" name="AutoShape 114">
              <a:extLst>
                <a:ext uri="{FF2B5EF4-FFF2-40B4-BE49-F238E27FC236}">
                  <a16:creationId xmlns:a16="http://schemas.microsoft.com/office/drawing/2014/main" id="{10C38C64-A44A-91BD-00BA-FE55FA347CE7}"/>
                </a:ext>
              </a:extLst>
            </p:cNvPr>
            <p:cNvCxnSpPr>
              <a:cxnSpLocks noChangeAspect="1" noChangeShapeType="1"/>
              <a:stCxn id="22620" idx="4"/>
              <a:endCxn id="22643" idx="0"/>
            </p:cNvCxnSpPr>
            <p:nvPr/>
          </p:nvCxnSpPr>
          <p:spPr bwMode="auto">
            <a:xfrm>
              <a:off x="3110" y="1774"/>
              <a:ext cx="326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47" name="Oval 115">
              <a:extLst>
                <a:ext uri="{FF2B5EF4-FFF2-40B4-BE49-F238E27FC236}">
                  <a16:creationId xmlns:a16="http://schemas.microsoft.com/office/drawing/2014/main" id="{E69CD350-F716-0CE3-EFF4-1F3C7F9CC8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89" y="2184"/>
              <a:ext cx="38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2648" name="Oval 116">
              <a:extLst>
                <a:ext uri="{FF2B5EF4-FFF2-40B4-BE49-F238E27FC236}">
                  <a16:creationId xmlns:a16="http://schemas.microsoft.com/office/drawing/2014/main" id="{7330E22D-2B64-A76C-6679-178DE0D2B5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3" y="2194"/>
              <a:ext cx="392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2649" name="AutoShape 117">
              <a:extLst>
                <a:ext uri="{FF2B5EF4-FFF2-40B4-BE49-F238E27FC236}">
                  <a16:creationId xmlns:a16="http://schemas.microsoft.com/office/drawing/2014/main" id="{9F25C990-8A53-24CF-698A-DB280A169C96}"/>
                </a:ext>
              </a:extLst>
            </p:cNvPr>
            <p:cNvCxnSpPr>
              <a:cxnSpLocks noChangeAspect="1" noChangeShapeType="1"/>
              <a:stCxn id="22643" idx="4"/>
              <a:endCxn id="22648" idx="0"/>
            </p:cNvCxnSpPr>
            <p:nvPr/>
          </p:nvCxnSpPr>
          <p:spPr bwMode="auto">
            <a:xfrm>
              <a:off x="3436" y="2028"/>
              <a:ext cx="433" cy="1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50" name="AutoShape 118">
              <a:extLst>
                <a:ext uri="{FF2B5EF4-FFF2-40B4-BE49-F238E27FC236}">
                  <a16:creationId xmlns:a16="http://schemas.microsoft.com/office/drawing/2014/main" id="{07C2113E-F724-6D98-C3B1-6CDCF4BCCD74}"/>
                </a:ext>
              </a:extLst>
            </p:cNvPr>
            <p:cNvCxnSpPr>
              <a:cxnSpLocks noChangeAspect="1" noChangeShapeType="1"/>
              <a:stCxn id="22621" idx="4"/>
              <a:endCxn id="22647" idx="0"/>
            </p:cNvCxnSpPr>
            <p:nvPr/>
          </p:nvCxnSpPr>
          <p:spPr bwMode="auto">
            <a:xfrm>
              <a:off x="4523" y="2010"/>
              <a:ext cx="256" cy="1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51" name="Oval 119">
              <a:extLst>
                <a:ext uri="{FF2B5EF4-FFF2-40B4-BE49-F238E27FC236}">
                  <a16:creationId xmlns:a16="http://schemas.microsoft.com/office/drawing/2014/main" id="{887B5160-F9EE-2EC9-C668-BFEDE0E96C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08" y="1254"/>
              <a:ext cx="392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2652" name="AutoShape 120">
              <a:extLst>
                <a:ext uri="{FF2B5EF4-FFF2-40B4-BE49-F238E27FC236}">
                  <a16:creationId xmlns:a16="http://schemas.microsoft.com/office/drawing/2014/main" id="{3D621C1F-DEF6-99EC-0E81-6E1AFB154052}"/>
                </a:ext>
              </a:extLst>
            </p:cNvPr>
            <p:cNvCxnSpPr>
              <a:cxnSpLocks noChangeAspect="1" noChangeShapeType="1"/>
              <a:stCxn id="22617" idx="0"/>
              <a:endCxn id="22651" idx="4"/>
            </p:cNvCxnSpPr>
            <p:nvPr/>
          </p:nvCxnSpPr>
          <p:spPr bwMode="auto">
            <a:xfrm flipV="1">
              <a:off x="4713" y="1440"/>
              <a:ext cx="191" cy="10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53" name="Rectangle 121">
              <a:extLst>
                <a:ext uri="{FF2B5EF4-FFF2-40B4-BE49-F238E27FC236}">
                  <a16:creationId xmlns:a16="http://schemas.microsoft.com/office/drawing/2014/main" id="{9C2EAA81-7503-C622-59DC-A3C336B7CA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63" y="2455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4" name="Rectangle 122">
              <a:extLst>
                <a:ext uri="{FF2B5EF4-FFF2-40B4-BE49-F238E27FC236}">
                  <a16:creationId xmlns:a16="http://schemas.microsoft.com/office/drawing/2014/main" id="{D7157086-82C6-6656-E18E-7A4D052980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7" y="2423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5" name="Rectangle 123">
              <a:extLst>
                <a:ext uri="{FF2B5EF4-FFF2-40B4-BE49-F238E27FC236}">
                  <a16:creationId xmlns:a16="http://schemas.microsoft.com/office/drawing/2014/main" id="{BD397314-4B91-E77C-63A1-302CCF0671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0" y="2423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6" name="Rectangle 124">
              <a:extLst>
                <a:ext uri="{FF2B5EF4-FFF2-40B4-BE49-F238E27FC236}">
                  <a16:creationId xmlns:a16="http://schemas.microsoft.com/office/drawing/2014/main" id="{D8CB7C91-AC35-EAD9-28F8-B65094B8B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3" y="2812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7" name="Rectangle 125">
              <a:extLst>
                <a:ext uri="{FF2B5EF4-FFF2-40B4-BE49-F238E27FC236}">
                  <a16:creationId xmlns:a16="http://schemas.microsoft.com/office/drawing/2014/main" id="{350D349B-7217-3266-0D0B-806565B11C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3" y="2812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8" name="Rectangle 126">
              <a:extLst>
                <a:ext uri="{FF2B5EF4-FFF2-40B4-BE49-F238E27FC236}">
                  <a16:creationId xmlns:a16="http://schemas.microsoft.com/office/drawing/2014/main" id="{99E38022-3415-8105-577F-C7781DE839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07" y="1774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9" name="Rectangle 127">
              <a:extLst>
                <a:ext uri="{FF2B5EF4-FFF2-40B4-BE49-F238E27FC236}">
                  <a16:creationId xmlns:a16="http://schemas.microsoft.com/office/drawing/2014/main" id="{2B9022A8-F4BD-29E2-2266-5795A7E739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5" y="1774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0" name="Rectangle 128">
              <a:extLst>
                <a:ext uri="{FF2B5EF4-FFF2-40B4-BE49-F238E27FC236}">
                  <a16:creationId xmlns:a16="http://schemas.microsoft.com/office/drawing/2014/main" id="{FF77F2E1-67C4-9A87-A1EA-ECE51922AA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3" y="2455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1" name="Rectangle 129">
              <a:extLst>
                <a:ext uri="{FF2B5EF4-FFF2-40B4-BE49-F238E27FC236}">
                  <a16:creationId xmlns:a16="http://schemas.microsoft.com/office/drawing/2014/main" id="{37F0AC5C-F014-91BD-952A-5083EFDA2E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18" y="3007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2" name="Rectangle 130">
              <a:extLst>
                <a:ext uri="{FF2B5EF4-FFF2-40B4-BE49-F238E27FC236}">
                  <a16:creationId xmlns:a16="http://schemas.microsoft.com/office/drawing/2014/main" id="{C7DBB7F8-E4E8-EDCD-1CC2-C455320084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8" y="3007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3" name="Rectangle 131">
              <a:extLst>
                <a:ext uri="{FF2B5EF4-FFF2-40B4-BE49-F238E27FC236}">
                  <a16:creationId xmlns:a16="http://schemas.microsoft.com/office/drawing/2014/main" id="{9BD29855-C80B-0EFB-6817-FEEBA74D74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75" y="3007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4" name="Rectangle 132">
              <a:extLst>
                <a:ext uri="{FF2B5EF4-FFF2-40B4-BE49-F238E27FC236}">
                  <a16:creationId xmlns:a16="http://schemas.microsoft.com/office/drawing/2014/main" id="{0392BD8E-EF86-07D6-2E16-0E815D2C2B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5" y="3007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5" name="Rectangle 133">
              <a:extLst>
                <a:ext uri="{FF2B5EF4-FFF2-40B4-BE49-F238E27FC236}">
                  <a16:creationId xmlns:a16="http://schemas.microsoft.com/office/drawing/2014/main" id="{1C392C4D-0230-D967-FE6F-AC3D6FB816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7" y="2423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6" name="Rectangle 134">
              <a:extLst>
                <a:ext uri="{FF2B5EF4-FFF2-40B4-BE49-F238E27FC236}">
                  <a16:creationId xmlns:a16="http://schemas.microsoft.com/office/drawing/2014/main" id="{AAD29D6B-9671-F47B-9160-A5AF7BA46B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9" y="2423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7" name="Rectangle 135">
              <a:extLst>
                <a:ext uri="{FF2B5EF4-FFF2-40B4-BE49-F238E27FC236}">
                  <a16:creationId xmlns:a16="http://schemas.microsoft.com/office/drawing/2014/main" id="{8208A6A0-FFF0-0608-9D01-A4B99645FC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46" y="2445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8" name="Rectangle 136">
              <a:extLst>
                <a:ext uri="{FF2B5EF4-FFF2-40B4-BE49-F238E27FC236}">
                  <a16:creationId xmlns:a16="http://schemas.microsoft.com/office/drawing/2014/main" id="{A5CACE49-8217-4357-F4E2-57FD61D1D3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76" y="2445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9" name="Rectangle 137">
              <a:extLst>
                <a:ext uri="{FF2B5EF4-FFF2-40B4-BE49-F238E27FC236}">
                  <a16:creationId xmlns:a16="http://schemas.microsoft.com/office/drawing/2014/main" id="{8B1E6D6D-377C-041C-49DD-6BF816F52B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81" y="2455"/>
              <a:ext cx="64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0" name="Rectangle 138">
              <a:extLst>
                <a:ext uri="{FF2B5EF4-FFF2-40B4-BE49-F238E27FC236}">
                  <a16:creationId xmlns:a16="http://schemas.microsoft.com/office/drawing/2014/main" id="{83662DA0-1A7F-1449-7B23-34B73D45E0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10" y="2455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1" name="Rectangle 139">
              <a:extLst>
                <a:ext uri="{FF2B5EF4-FFF2-40B4-BE49-F238E27FC236}">
                  <a16:creationId xmlns:a16="http://schemas.microsoft.com/office/drawing/2014/main" id="{A6B9A656-505B-0AA6-9173-6F3CD18B3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48" y="1872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2" name="Rectangle 140">
              <a:extLst>
                <a:ext uri="{FF2B5EF4-FFF2-40B4-BE49-F238E27FC236}">
                  <a16:creationId xmlns:a16="http://schemas.microsoft.com/office/drawing/2014/main" id="{D28BD8F6-2924-2DA1-01FE-FF14440680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40" y="1584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2673" name="AutoShape 141">
              <a:extLst>
                <a:ext uri="{FF2B5EF4-FFF2-40B4-BE49-F238E27FC236}">
                  <a16:creationId xmlns:a16="http://schemas.microsoft.com/office/drawing/2014/main" id="{18A68119-AD06-9DC5-F250-EA241077EB69}"/>
                </a:ext>
              </a:extLst>
            </p:cNvPr>
            <p:cNvCxnSpPr>
              <a:cxnSpLocks noChangeAspect="1" noChangeShapeType="1"/>
              <a:stCxn id="22629" idx="4"/>
              <a:endCxn id="22653" idx="0"/>
            </p:cNvCxnSpPr>
            <p:nvPr/>
          </p:nvCxnSpPr>
          <p:spPr bwMode="auto">
            <a:xfrm flipH="1">
              <a:off x="2696" y="2367"/>
              <a:ext cx="63" cy="8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4" name="AutoShape 142">
              <a:extLst>
                <a:ext uri="{FF2B5EF4-FFF2-40B4-BE49-F238E27FC236}">
                  <a16:creationId xmlns:a16="http://schemas.microsoft.com/office/drawing/2014/main" id="{341ACBA9-EDCA-13ED-DF2A-363FA25CD8EE}"/>
                </a:ext>
              </a:extLst>
            </p:cNvPr>
            <p:cNvCxnSpPr>
              <a:cxnSpLocks noChangeAspect="1" noChangeShapeType="1"/>
              <a:stCxn id="22629" idx="4"/>
              <a:endCxn id="22660" idx="0"/>
            </p:cNvCxnSpPr>
            <p:nvPr/>
          </p:nvCxnSpPr>
          <p:spPr bwMode="auto">
            <a:xfrm>
              <a:off x="2759" y="2367"/>
              <a:ext cx="67" cy="8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5" name="AutoShape 143">
              <a:extLst>
                <a:ext uri="{FF2B5EF4-FFF2-40B4-BE49-F238E27FC236}">
                  <a16:creationId xmlns:a16="http://schemas.microsoft.com/office/drawing/2014/main" id="{F7B94000-05F9-C54A-FB70-F9FD606545AF}"/>
                </a:ext>
              </a:extLst>
            </p:cNvPr>
            <p:cNvCxnSpPr>
              <a:cxnSpLocks noChangeAspect="1" noChangeShapeType="1"/>
              <a:stCxn id="22635" idx="4"/>
              <a:endCxn id="22656" idx="0"/>
            </p:cNvCxnSpPr>
            <p:nvPr/>
          </p:nvCxnSpPr>
          <p:spPr bwMode="auto">
            <a:xfrm flipH="1">
              <a:off x="2826" y="2722"/>
              <a:ext cx="70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6" name="AutoShape 144">
              <a:extLst>
                <a:ext uri="{FF2B5EF4-FFF2-40B4-BE49-F238E27FC236}">
                  <a16:creationId xmlns:a16="http://schemas.microsoft.com/office/drawing/2014/main" id="{47A1222A-23AD-6BFC-DB5D-2261D132B42C}"/>
                </a:ext>
              </a:extLst>
            </p:cNvPr>
            <p:cNvCxnSpPr>
              <a:cxnSpLocks noChangeAspect="1" noChangeShapeType="1"/>
              <a:stCxn id="22635" idx="4"/>
              <a:endCxn id="22657" idx="0"/>
            </p:cNvCxnSpPr>
            <p:nvPr/>
          </p:nvCxnSpPr>
          <p:spPr bwMode="auto">
            <a:xfrm>
              <a:off x="2896" y="2722"/>
              <a:ext cx="60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7" name="AutoShape 145">
              <a:extLst>
                <a:ext uri="{FF2B5EF4-FFF2-40B4-BE49-F238E27FC236}">
                  <a16:creationId xmlns:a16="http://schemas.microsoft.com/office/drawing/2014/main" id="{948F2F28-D654-475B-573B-7208499354EA}"/>
                </a:ext>
              </a:extLst>
            </p:cNvPr>
            <p:cNvCxnSpPr>
              <a:cxnSpLocks noChangeAspect="1" noChangeShapeType="1"/>
              <a:stCxn id="22659" idx="0"/>
              <a:endCxn id="22619" idx="4"/>
            </p:cNvCxnSpPr>
            <p:nvPr/>
          </p:nvCxnSpPr>
          <p:spPr bwMode="auto">
            <a:xfrm flipH="1" flipV="1">
              <a:off x="3524" y="1718"/>
              <a:ext cx="113" cy="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8" name="AutoShape 146">
              <a:extLst>
                <a:ext uri="{FF2B5EF4-FFF2-40B4-BE49-F238E27FC236}">
                  <a16:creationId xmlns:a16="http://schemas.microsoft.com/office/drawing/2014/main" id="{4D860CE3-3273-5594-27F8-A52E5AB9D86A}"/>
                </a:ext>
              </a:extLst>
            </p:cNvPr>
            <p:cNvCxnSpPr>
              <a:cxnSpLocks noChangeAspect="1" noChangeShapeType="1"/>
              <a:stCxn id="22618" idx="4"/>
              <a:endCxn id="22667" idx="0"/>
            </p:cNvCxnSpPr>
            <p:nvPr/>
          </p:nvCxnSpPr>
          <p:spPr bwMode="auto">
            <a:xfrm flipH="1">
              <a:off x="4279" y="2364"/>
              <a:ext cx="55" cy="8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9" name="AutoShape 147">
              <a:extLst>
                <a:ext uri="{FF2B5EF4-FFF2-40B4-BE49-F238E27FC236}">
                  <a16:creationId xmlns:a16="http://schemas.microsoft.com/office/drawing/2014/main" id="{4A1F85F7-0786-3EBA-9B29-B6A4A5BD1922}"/>
                </a:ext>
              </a:extLst>
            </p:cNvPr>
            <p:cNvCxnSpPr>
              <a:cxnSpLocks noChangeAspect="1" noChangeShapeType="1"/>
              <a:stCxn id="22618" idx="4"/>
              <a:endCxn id="22668" idx="0"/>
            </p:cNvCxnSpPr>
            <p:nvPr/>
          </p:nvCxnSpPr>
          <p:spPr bwMode="auto">
            <a:xfrm>
              <a:off x="4334" y="2364"/>
              <a:ext cx="75" cy="8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0" name="AutoShape 148">
              <a:extLst>
                <a:ext uri="{FF2B5EF4-FFF2-40B4-BE49-F238E27FC236}">
                  <a16:creationId xmlns:a16="http://schemas.microsoft.com/office/drawing/2014/main" id="{ACB727C2-A48F-3E03-6A5F-4E9C42CC34A8}"/>
                </a:ext>
              </a:extLst>
            </p:cNvPr>
            <p:cNvCxnSpPr>
              <a:cxnSpLocks noChangeAspect="1" noChangeShapeType="1"/>
              <a:stCxn id="22647" idx="4"/>
              <a:endCxn id="22669" idx="0"/>
            </p:cNvCxnSpPr>
            <p:nvPr/>
          </p:nvCxnSpPr>
          <p:spPr bwMode="auto">
            <a:xfrm flipH="1">
              <a:off x="4713" y="2370"/>
              <a:ext cx="66" cy="8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1" name="AutoShape 149">
              <a:extLst>
                <a:ext uri="{FF2B5EF4-FFF2-40B4-BE49-F238E27FC236}">
                  <a16:creationId xmlns:a16="http://schemas.microsoft.com/office/drawing/2014/main" id="{0A024F80-E7C4-DED2-3FD1-5AAAB6E36774}"/>
                </a:ext>
              </a:extLst>
            </p:cNvPr>
            <p:cNvCxnSpPr>
              <a:cxnSpLocks noChangeAspect="1" noChangeShapeType="1"/>
              <a:stCxn id="22647" idx="4"/>
              <a:endCxn id="22670" idx="0"/>
            </p:cNvCxnSpPr>
            <p:nvPr/>
          </p:nvCxnSpPr>
          <p:spPr bwMode="auto">
            <a:xfrm>
              <a:off x="4779" y="2370"/>
              <a:ext cx="64" cy="8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2" name="AutoShape 150">
              <a:extLst>
                <a:ext uri="{FF2B5EF4-FFF2-40B4-BE49-F238E27FC236}">
                  <a16:creationId xmlns:a16="http://schemas.microsoft.com/office/drawing/2014/main" id="{3AE1A99E-3346-267D-18F4-7341D513CB13}"/>
                </a:ext>
              </a:extLst>
            </p:cNvPr>
            <p:cNvCxnSpPr>
              <a:cxnSpLocks noChangeAspect="1" noChangeShapeType="1"/>
              <a:stCxn id="22617" idx="4"/>
              <a:endCxn id="22671" idx="0"/>
            </p:cNvCxnSpPr>
            <p:nvPr/>
          </p:nvCxnSpPr>
          <p:spPr bwMode="auto">
            <a:xfrm>
              <a:off x="4713" y="1728"/>
              <a:ext cx="168" cy="1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3" name="AutoShape 151">
              <a:extLst>
                <a:ext uri="{FF2B5EF4-FFF2-40B4-BE49-F238E27FC236}">
                  <a16:creationId xmlns:a16="http://schemas.microsoft.com/office/drawing/2014/main" id="{ADBD84A8-B58C-D4CC-1514-B8ADADCC8799}"/>
                </a:ext>
              </a:extLst>
            </p:cNvPr>
            <p:cNvCxnSpPr>
              <a:cxnSpLocks noChangeAspect="1" noChangeShapeType="1"/>
              <a:stCxn id="22651" idx="4"/>
              <a:endCxn id="22672" idx="0"/>
            </p:cNvCxnSpPr>
            <p:nvPr/>
          </p:nvCxnSpPr>
          <p:spPr bwMode="auto">
            <a:xfrm>
              <a:off x="4904" y="1440"/>
              <a:ext cx="169" cy="1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4" name="AutoShape 152">
              <a:extLst>
                <a:ext uri="{FF2B5EF4-FFF2-40B4-BE49-F238E27FC236}">
                  <a16:creationId xmlns:a16="http://schemas.microsoft.com/office/drawing/2014/main" id="{8F622B4D-AC6F-01ED-7C37-DDC095CEDA6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050" y="2448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5" name="AutoShape 153">
              <a:extLst>
                <a:ext uri="{FF2B5EF4-FFF2-40B4-BE49-F238E27FC236}">
                  <a16:creationId xmlns:a16="http://schemas.microsoft.com/office/drawing/2014/main" id="{8810A34D-9643-B469-5938-1EDE23F3E576}"/>
                </a:ext>
              </a:extLst>
            </p:cNvPr>
            <p:cNvCxnSpPr>
              <a:cxnSpLocks noChangeAspect="1" noChangeShapeType="1"/>
              <a:stCxn id="22648" idx="4"/>
              <a:endCxn id="22665" idx="0"/>
            </p:cNvCxnSpPr>
            <p:nvPr/>
          </p:nvCxnSpPr>
          <p:spPr bwMode="auto">
            <a:xfrm flipH="1">
              <a:off x="3799" y="2373"/>
              <a:ext cx="70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6" name="AutoShape 154">
              <a:extLst>
                <a:ext uri="{FF2B5EF4-FFF2-40B4-BE49-F238E27FC236}">
                  <a16:creationId xmlns:a16="http://schemas.microsoft.com/office/drawing/2014/main" id="{F802D162-C2F2-21D7-3966-D88314B15D54}"/>
                </a:ext>
              </a:extLst>
            </p:cNvPr>
            <p:cNvCxnSpPr>
              <a:cxnSpLocks noChangeAspect="1" noChangeShapeType="1"/>
              <a:stCxn id="22644" idx="4"/>
              <a:endCxn id="22655" idx="0"/>
            </p:cNvCxnSpPr>
            <p:nvPr/>
          </p:nvCxnSpPr>
          <p:spPr bwMode="auto">
            <a:xfrm>
              <a:off x="3480" y="2382"/>
              <a:ext cx="92" cy="4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7" name="AutoShape 155">
              <a:extLst>
                <a:ext uri="{FF2B5EF4-FFF2-40B4-BE49-F238E27FC236}">
                  <a16:creationId xmlns:a16="http://schemas.microsoft.com/office/drawing/2014/main" id="{929DEAD0-8EC1-A715-34EA-87284A1BBF70}"/>
                </a:ext>
              </a:extLst>
            </p:cNvPr>
            <p:cNvCxnSpPr>
              <a:cxnSpLocks noChangeAspect="1" noChangeShapeType="1"/>
              <a:stCxn id="22644" idx="4"/>
              <a:endCxn id="22654" idx="0"/>
            </p:cNvCxnSpPr>
            <p:nvPr/>
          </p:nvCxnSpPr>
          <p:spPr bwMode="auto">
            <a:xfrm flipH="1">
              <a:off x="3410" y="2382"/>
              <a:ext cx="70" cy="4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8" name="AutoShape 156">
              <a:extLst>
                <a:ext uri="{FF2B5EF4-FFF2-40B4-BE49-F238E27FC236}">
                  <a16:creationId xmlns:a16="http://schemas.microsoft.com/office/drawing/2014/main" id="{A7F2D573-4F2F-EB2C-7430-78B9099DC373}"/>
                </a:ext>
              </a:extLst>
            </p:cNvPr>
            <p:cNvCxnSpPr>
              <a:cxnSpLocks noChangeAspect="1" noChangeShapeType="1"/>
              <a:stCxn id="22640" idx="4"/>
              <a:endCxn id="22661" idx="0"/>
            </p:cNvCxnSpPr>
            <p:nvPr/>
          </p:nvCxnSpPr>
          <p:spPr bwMode="auto">
            <a:xfrm flipH="1">
              <a:off x="3150" y="2952"/>
              <a:ext cx="60" cy="5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9" name="AutoShape 157">
              <a:extLst>
                <a:ext uri="{FF2B5EF4-FFF2-40B4-BE49-F238E27FC236}">
                  <a16:creationId xmlns:a16="http://schemas.microsoft.com/office/drawing/2014/main" id="{4CA8A8CC-B7A4-0401-2D1C-93B5B0DAA425}"/>
                </a:ext>
              </a:extLst>
            </p:cNvPr>
            <p:cNvCxnSpPr>
              <a:cxnSpLocks noChangeAspect="1" noChangeShapeType="1"/>
              <a:stCxn id="22640" idx="4"/>
              <a:endCxn id="22662" idx="0"/>
            </p:cNvCxnSpPr>
            <p:nvPr/>
          </p:nvCxnSpPr>
          <p:spPr bwMode="auto">
            <a:xfrm>
              <a:off x="3210" y="2952"/>
              <a:ext cx="70" cy="5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90" name="AutoShape 158">
              <a:extLst>
                <a:ext uri="{FF2B5EF4-FFF2-40B4-BE49-F238E27FC236}">
                  <a16:creationId xmlns:a16="http://schemas.microsoft.com/office/drawing/2014/main" id="{90EB376D-39B7-4FE8-DD52-67634BCEE687}"/>
                </a:ext>
              </a:extLst>
            </p:cNvPr>
            <p:cNvCxnSpPr>
              <a:cxnSpLocks noChangeAspect="1" noChangeShapeType="1"/>
              <a:stCxn id="22639" idx="4"/>
              <a:endCxn id="22663" idx="0"/>
            </p:cNvCxnSpPr>
            <p:nvPr/>
          </p:nvCxnSpPr>
          <p:spPr bwMode="auto">
            <a:xfrm flipH="1">
              <a:off x="3507" y="2942"/>
              <a:ext cx="60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91" name="AutoShape 159">
              <a:extLst>
                <a:ext uri="{FF2B5EF4-FFF2-40B4-BE49-F238E27FC236}">
                  <a16:creationId xmlns:a16="http://schemas.microsoft.com/office/drawing/2014/main" id="{70D94A8A-531A-517D-D447-9E0D1DFD1864}"/>
                </a:ext>
              </a:extLst>
            </p:cNvPr>
            <p:cNvCxnSpPr>
              <a:cxnSpLocks noChangeAspect="1" noChangeShapeType="1"/>
              <a:stCxn id="22639" idx="4"/>
              <a:endCxn id="22664" idx="0"/>
            </p:cNvCxnSpPr>
            <p:nvPr/>
          </p:nvCxnSpPr>
          <p:spPr bwMode="auto">
            <a:xfrm>
              <a:off x="3567" y="2942"/>
              <a:ext cx="70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92" name="AutoShape 160">
              <a:extLst>
                <a:ext uri="{FF2B5EF4-FFF2-40B4-BE49-F238E27FC236}">
                  <a16:creationId xmlns:a16="http://schemas.microsoft.com/office/drawing/2014/main" id="{B673304D-A352-014B-438E-218563C5CA35}"/>
                </a:ext>
              </a:extLst>
            </p:cNvPr>
            <p:cNvCxnSpPr>
              <a:cxnSpLocks noChangeAspect="1" noChangeShapeType="1"/>
              <a:stCxn id="22619" idx="4"/>
              <a:endCxn id="22658" idx="0"/>
            </p:cNvCxnSpPr>
            <p:nvPr/>
          </p:nvCxnSpPr>
          <p:spPr bwMode="auto">
            <a:xfrm>
              <a:off x="3524" y="1718"/>
              <a:ext cx="16" cy="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93" name="AutoShape 161">
              <a:extLst>
                <a:ext uri="{FF2B5EF4-FFF2-40B4-BE49-F238E27FC236}">
                  <a16:creationId xmlns:a16="http://schemas.microsoft.com/office/drawing/2014/main" id="{4768DDDD-6608-7375-B38E-AFE20955552E}"/>
                </a:ext>
              </a:extLst>
            </p:cNvPr>
            <p:cNvCxnSpPr>
              <a:cxnSpLocks noChangeAspect="1" noChangeShapeType="1"/>
              <a:stCxn id="22648" idx="4"/>
              <a:endCxn id="22666" idx="0"/>
            </p:cNvCxnSpPr>
            <p:nvPr/>
          </p:nvCxnSpPr>
          <p:spPr bwMode="auto">
            <a:xfrm>
              <a:off x="3869" y="2373"/>
              <a:ext cx="93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534" name="Group 162">
            <a:extLst>
              <a:ext uri="{FF2B5EF4-FFF2-40B4-BE49-F238E27FC236}">
                <a16:creationId xmlns:a16="http://schemas.microsoft.com/office/drawing/2014/main" id="{DE2C4AEC-0D52-E1B8-2A21-02EC0CE6A1ED}"/>
              </a:ext>
            </a:extLst>
          </p:cNvPr>
          <p:cNvGrpSpPr>
            <a:grpSpLocks/>
          </p:cNvGrpSpPr>
          <p:nvPr/>
        </p:nvGrpSpPr>
        <p:grpSpPr bwMode="auto">
          <a:xfrm>
            <a:off x="5305425" y="2819400"/>
            <a:ext cx="3678238" cy="3759200"/>
            <a:chOff x="2718" y="1861"/>
            <a:chExt cx="2317" cy="2368"/>
          </a:xfrm>
        </p:grpSpPr>
        <p:sp>
          <p:nvSpPr>
            <p:cNvPr id="22538" name="Oval 163">
              <a:extLst>
                <a:ext uri="{FF2B5EF4-FFF2-40B4-BE49-F238E27FC236}">
                  <a16:creationId xmlns:a16="http://schemas.microsoft.com/office/drawing/2014/main" id="{9C04AB7C-D9D2-D4F8-5026-2DFF987146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43" y="2112"/>
              <a:ext cx="379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2539" name="Oval 164">
              <a:extLst>
                <a:ext uri="{FF2B5EF4-FFF2-40B4-BE49-F238E27FC236}">
                  <a16:creationId xmlns:a16="http://schemas.microsoft.com/office/drawing/2014/main" id="{141DF17D-FFA8-6BFB-7F63-AA26F029DD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92" y="2430"/>
              <a:ext cx="374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2540" name="Oval 165">
              <a:extLst>
                <a:ext uri="{FF2B5EF4-FFF2-40B4-BE49-F238E27FC236}">
                  <a16:creationId xmlns:a16="http://schemas.microsoft.com/office/drawing/2014/main" id="{93B61902-0321-048A-F2D8-7E5C1815AB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05" y="3066"/>
              <a:ext cx="391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2541" name="Oval 166">
              <a:extLst>
                <a:ext uri="{FF2B5EF4-FFF2-40B4-BE49-F238E27FC236}">
                  <a16:creationId xmlns:a16="http://schemas.microsoft.com/office/drawing/2014/main" id="{D8F656E6-C176-1F10-6ACD-0151C5F441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71" y="2696"/>
              <a:ext cx="357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2542" name="Oval 167">
              <a:extLst>
                <a:ext uri="{FF2B5EF4-FFF2-40B4-BE49-F238E27FC236}">
                  <a16:creationId xmlns:a16="http://schemas.microsoft.com/office/drawing/2014/main" id="{10DA6078-BE63-0091-52E9-7FD78FDE0A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72" y="2752"/>
              <a:ext cx="328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2543" name="Oval 168">
              <a:extLst>
                <a:ext uri="{FF2B5EF4-FFF2-40B4-BE49-F238E27FC236}">
                  <a16:creationId xmlns:a16="http://schemas.microsoft.com/office/drawing/2014/main" id="{A9AA2B2D-DD0D-DA98-52C0-47D5531E13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97" y="2712"/>
              <a:ext cx="385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2544" name="Oval 169">
              <a:extLst>
                <a:ext uri="{FF2B5EF4-FFF2-40B4-BE49-F238E27FC236}">
                  <a16:creationId xmlns:a16="http://schemas.microsoft.com/office/drawing/2014/main" id="{394B2803-3673-95A9-DB46-BF6AA7D42B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5" y="2422"/>
              <a:ext cx="391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2545" name="AutoShape 170">
              <a:extLst>
                <a:ext uri="{FF2B5EF4-FFF2-40B4-BE49-F238E27FC236}">
                  <a16:creationId xmlns:a16="http://schemas.microsoft.com/office/drawing/2014/main" id="{F14ED83E-AAC1-A582-274B-BC6EB48DEB19}"/>
                </a:ext>
              </a:extLst>
            </p:cNvPr>
            <p:cNvCxnSpPr>
              <a:cxnSpLocks noChangeAspect="1" noChangeShapeType="1"/>
              <a:stCxn id="22538" idx="4"/>
              <a:endCxn id="22544" idx="0"/>
            </p:cNvCxnSpPr>
            <p:nvPr/>
          </p:nvCxnSpPr>
          <p:spPr bwMode="auto">
            <a:xfrm flipH="1">
              <a:off x="3431" y="2298"/>
              <a:ext cx="702" cy="12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6" name="AutoShape 171">
              <a:extLst>
                <a:ext uri="{FF2B5EF4-FFF2-40B4-BE49-F238E27FC236}">
                  <a16:creationId xmlns:a16="http://schemas.microsoft.com/office/drawing/2014/main" id="{78845E3F-3CE0-28C4-9915-47D484253CE0}"/>
                </a:ext>
              </a:extLst>
            </p:cNvPr>
            <p:cNvCxnSpPr>
              <a:cxnSpLocks noChangeAspect="1" noChangeShapeType="1"/>
              <a:stCxn id="22538" idx="0"/>
              <a:endCxn id="22573" idx="4"/>
            </p:cNvCxnSpPr>
            <p:nvPr/>
          </p:nvCxnSpPr>
          <p:spPr bwMode="auto">
            <a:xfrm flipV="1">
              <a:off x="4133" y="2047"/>
              <a:ext cx="212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7" name="AutoShape 172">
              <a:extLst>
                <a:ext uri="{FF2B5EF4-FFF2-40B4-BE49-F238E27FC236}">
                  <a16:creationId xmlns:a16="http://schemas.microsoft.com/office/drawing/2014/main" id="{5A44D874-DC5E-94CD-BD1C-526309596D15}"/>
                </a:ext>
              </a:extLst>
            </p:cNvPr>
            <p:cNvCxnSpPr>
              <a:cxnSpLocks noChangeAspect="1" noChangeShapeType="1"/>
              <a:stCxn id="22544" idx="4"/>
              <a:endCxn id="22542" idx="0"/>
            </p:cNvCxnSpPr>
            <p:nvPr/>
          </p:nvCxnSpPr>
          <p:spPr bwMode="auto">
            <a:xfrm flipH="1">
              <a:off x="3237" y="2602"/>
              <a:ext cx="194" cy="1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8" name="AutoShape 173">
              <a:extLst>
                <a:ext uri="{FF2B5EF4-FFF2-40B4-BE49-F238E27FC236}">
                  <a16:creationId xmlns:a16="http://schemas.microsoft.com/office/drawing/2014/main" id="{6386CEFC-D2CE-095C-23C3-5389A86CF1B0}"/>
                </a:ext>
              </a:extLst>
            </p:cNvPr>
            <p:cNvCxnSpPr>
              <a:cxnSpLocks noChangeAspect="1" noChangeShapeType="1"/>
              <a:stCxn id="22544" idx="4"/>
              <a:endCxn id="22541" idx="0"/>
            </p:cNvCxnSpPr>
            <p:nvPr/>
          </p:nvCxnSpPr>
          <p:spPr bwMode="auto">
            <a:xfrm>
              <a:off x="3431" y="2602"/>
              <a:ext cx="220" cy="10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9" name="AutoShape 174">
              <a:extLst>
                <a:ext uri="{FF2B5EF4-FFF2-40B4-BE49-F238E27FC236}">
                  <a16:creationId xmlns:a16="http://schemas.microsoft.com/office/drawing/2014/main" id="{55DA4684-D357-17D0-7344-8E006801F8CD}"/>
                </a:ext>
              </a:extLst>
            </p:cNvPr>
            <p:cNvCxnSpPr>
              <a:cxnSpLocks noChangeAspect="1" noChangeShapeType="1"/>
              <a:stCxn id="22543" idx="4"/>
              <a:endCxn id="22540" idx="0"/>
            </p:cNvCxnSpPr>
            <p:nvPr/>
          </p:nvCxnSpPr>
          <p:spPr bwMode="auto">
            <a:xfrm flipH="1">
              <a:off x="4401" y="2898"/>
              <a:ext cx="189" cy="16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0" name="AutoShape 175">
              <a:extLst>
                <a:ext uri="{FF2B5EF4-FFF2-40B4-BE49-F238E27FC236}">
                  <a16:creationId xmlns:a16="http://schemas.microsoft.com/office/drawing/2014/main" id="{34BA7A2A-7C11-DE29-FC00-DFCDF2199DE0}"/>
                </a:ext>
              </a:extLst>
            </p:cNvPr>
            <p:cNvCxnSpPr>
              <a:cxnSpLocks noChangeAspect="1" noChangeShapeType="1"/>
              <a:stCxn id="22543" idx="0"/>
              <a:endCxn id="22539" idx="4"/>
            </p:cNvCxnSpPr>
            <p:nvPr/>
          </p:nvCxnSpPr>
          <p:spPr bwMode="auto">
            <a:xfrm flipV="1">
              <a:off x="4590" y="2616"/>
              <a:ext cx="190" cy="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1" name="Oval 176">
              <a:extLst>
                <a:ext uri="{FF2B5EF4-FFF2-40B4-BE49-F238E27FC236}">
                  <a16:creationId xmlns:a16="http://schemas.microsoft.com/office/drawing/2014/main" id="{C50151A5-55C9-8AB9-8BAC-60F70C501C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18" y="3345"/>
              <a:ext cx="334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2552" name="Oval 177">
              <a:extLst>
                <a:ext uri="{FF2B5EF4-FFF2-40B4-BE49-F238E27FC236}">
                  <a16:creationId xmlns:a16="http://schemas.microsoft.com/office/drawing/2014/main" id="{EF4B4ACC-7C32-0AE0-3F1C-B27B3C547F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96" y="3005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2553" name="AutoShape 178">
              <a:extLst>
                <a:ext uri="{FF2B5EF4-FFF2-40B4-BE49-F238E27FC236}">
                  <a16:creationId xmlns:a16="http://schemas.microsoft.com/office/drawing/2014/main" id="{0DA15B3C-570D-4C2F-7E51-85A13DC6536F}"/>
                </a:ext>
              </a:extLst>
            </p:cNvPr>
            <p:cNvCxnSpPr>
              <a:cxnSpLocks noChangeAspect="1" noChangeShapeType="1"/>
              <a:stCxn id="22552" idx="4"/>
              <a:endCxn id="22551" idx="0"/>
            </p:cNvCxnSpPr>
            <p:nvPr/>
          </p:nvCxnSpPr>
          <p:spPr bwMode="auto">
            <a:xfrm flipH="1">
              <a:off x="2886" y="3184"/>
              <a:ext cx="182" cy="16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4" name="AutoShape 179">
              <a:extLst>
                <a:ext uri="{FF2B5EF4-FFF2-40B4-BE49-F238E27FC236}">
                  <a16:creationId xmlns:a16="http://schemas.microsoft.com/office/drawing/2014/main" id="{F72698DA-1CCC-AD38-DFB4-FC0FA88C8A4A}"/>
                </a:ext>
              </a:extLst>
            </p:cNvPr>
            <p:cNvCxnSpPr>
              <a:cxnSpLocks noChangeAspect="1" noChangeShapeType="1"/>
              <a:stCxn id="22552" idx="4"/>
              <a:endCxn id="22558" idx="0"/>
            </p:cNvCxnSpPr>
            <p:nvPr/>
          </p:nvCxnSpPr>
          <p:spPr bwMode="auto">
            <a:xfrm>
              <a:off x="3067" y="3184"/>
              <a:ext cx="183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5" name="AutoShape 180">
              <a:extLst>
                <a:ext uri="{FF2B5EF4-FFF2-40B4-BE49-F238E27FC236}">
                  <a16:creationId xmlns:a16="http://schemas.microsoft.com/office/drawing/2014/main" id="{234B9AB1-638A-8306-2C0C-5BC3C731E007}"/>
                </a:ext>
              </a:extLst>
            </p:cNvPr>
            <p:cNvCxnSpPr>
              <a:cxnSpLocks noChangeAspect="1" noChangeShapeType="1"/>
              <a:stCxn id="22542" idx="4"/>
              <a:endCxn id="22552" idx="0"/>
            </p:cNvCxnSpPr>
            <p:nvPr/>
          </p:nvCxnSpPr>
          <p:spPr bwMode="auto">
            <a:xfrm flipH="1">
              <a:off x="3068" y="2931"/>
              <a:ext cx="169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6" name="Oval 181">
              <a:extLst>
                <a:ext uri="{FF2B5EF4-FFF2-40B4-BE49-F238E27FC236}">
                  <a16:creationId xmlns:a16="http://schemas.microsoft.com/office/drawing/2014/main" id="{BF0CF4BC-AE15-6681-6A18-9EF70A9FDB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34" y="3702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2557" name="Oval 182">
              <a:extLst>
                <a:ext uri="{FF2B5EF4-FFF2-40B4-BE49-F238E27FC236}">
                  <a16:creationId xmlns:a16="http://schemas.microsoft.com/office/drawing/2014/main" id="{5C53131F-6A2C-B6B2-4F69-FB2EC6E9BB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5" y="3699"/>
              <a:ext cx="334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2558" name="Oval 183">
              <a:extLst>
                <a:ext uri="{FF2B5EF4-FFF2-40B4-BE49-F238E27FC236}">
                  <a16:creationId xmlns:a16="http://schemas.microsoft.com/office/drawing/2014/main" id="{01699BCD-758F-C104-9A21-9A270557FD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0" y="3355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2559" name="AutoShape 184">
              <a:extLst>
                <a:ext uri="{FF2B5EF4-FFF2-40B4-BE49-F238E27FC236}">
                  <a16:creationId xmlns:a16="http://schemas.microsoft.com/office/drawing/2014/main" id="{E0FFC6E1-9B57-BD6A-C0F5-6A13CBE8D1C2}"/>
                </a:ext>
              </a:extLst>
            </p:cNvPr>
            <p:cNvCxnSpPr>
              <a:cxnSpLocks noChangeAspect="1" noChangeShapeType="1"/>
              <a:stCxn id="22558" idx="4"/>
              <a:endCxn id="22557" idx="0"/>
            </p:cNvCxnSpPr>
            <p:nvPr/>
          </p:nvCxnSpPr>
          <p:spPr bwMode="auto">
            <a:xfrm flipH="1">
              <a:off x="3022" y="3534"/>
              <a:ext cx="228" cy="1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0" name="AutoShape 185">
              <a:extLst>
                <a:ext uri="{FF2B5EF4-FFF2-40B4-BE49-F238E27FC236}">
                  <a16:creationId xmlns:a16="http://schemas.microsoft.com/office/drawing/2014/main" id="{C8C4BC95-0E9B-A528-0B4D-95C220A6EB9F}"/>
                </a:ext>
              </a:extLst>
            </p:cNvPr>
            <p:cNvCxnSpPr>
              <a:cxnSpLocks noChangeAspect="1" noChangeShapeType="1"/>
              <a:stCxn id="22558" idx="4"/>
              <a:endCxn id="22556" idx="0"/>
            </p:cNvCxnSpPr>
            <p:nvPr/>
          </p:nvCxnSpPr>
          <p:spPr bwMode="auto">
            <a:xfrm>
              <a:off x="3250" y="3534"/>
              <a:ext cx="254" cy="17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1" name="Oval 186">
              <a:extLst>
                <a:ext uri="{FF2B5EF4-FFF2-40B4-BE49-F238E27FC236}">
                  <a16:creationId xmlns:a16="http://schemas.microsoft.com/office/drawing/2014/main" id="{ADCDFC56-D10D-BC5D-0DF1-3089D69823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24" y="3920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2562" name="Oval 187">
              <a:extLst>
                <a:ext uri="{FF2B5EF4-FFF2-40B4-BE49-F238E27FC236}">
                  <a16:creationId xmlns:a16="http://schemas.microsoft.com/office/drawing/2014/main" id="{DE67EA76-BA6D-3607-FABF-F9491E6B6E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86" y="3929"/>
              <a:ext cx="30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2563" name="AutoShape 188">
              <a:extLst>
                <a:ext uri="{FF2B5EF4-FFF2-40B4-BE49-F238E27FC236}">
                  <a16:creationId xmlns:a16="http://schemas.microsoft.com/office/drawing/2014/main" id="{E89F8E61-943E-FE92-68F8-B0B9E9097E7D}"/>
                </a:ext>
              </a:extLst>
            </p:cNvPr>
            <p:cNvCxnSpPr>
              <a:cxnSpLocks noChangeAspect="1" noChangeShapeType="1"/>
              <a:stCxn id="22556" idx="4"/>
              <a:endCxn id="22562" idx="0"/>
            </p:cNvCxnSpPr>
            <p:nvPr/>
          </p:nvCxnSpPr>
          <p:spPr bwMode="auto">
            <a:xfrm flipH="1">
              <a:off x="3337" y="3881"/>
              <a:ext cx="167" cy="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4" name="AutoShape 189">
              <a:extLst>
                <a:ext uri="{FF2B5EF4-FFF2-40B4-BE49-F238E27FC236}">
                  <a16:creationId xmlns:a16="http://schemas.microsoft.com/office/drawing/2014/main" id="{781246AA-09D9-9370-2A10-E775C01F3AAF}"/>
                </a:ext>
              </a:extLst>
            </p:cNvPr>
            <p:cNvCxnSpPr>
              <a:cxnSpLocks noChangeAspect="1" noChangeShapeType="1"/>
              <a:stCxn id="22556" idx="4"/>
              <a:endCxn id="22561" idx="0"/>
            </p:cNvCxnSpPr>
            <p:nvPr/>
          </p:nvCxnSpPr>
          <p:spPr bwMode="auto">
            <a:xfrm>
              <a:off x="3504" y="3881"/>
              <a:ext cx="190" cy="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5" name="Oval 190">
              <a:extLst>
                <a:ext uri="{FF2B5EF4-FFF2-40B4-BE49-F238E27FC236}">
                  <a16:creationId xmlns:a16="http://schemas.microsoft.com/office/drawing/2014/main" id="{28799096-0D2C-B7AD-4274-240DE243AC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1" y="3006"/>
              <a:ext cx="340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2566" name="Oval 191">
              <a:extLst>
                <a:ext uri="{FF2B5EF4-FFF2-40B4-BE49-F238E27FC236}">
                  <a16:creationId xmlns:a16="http://schemas.microsoft.com/office/drawing/2014/main" id="{53C760B8-B333-0EF3-1599-E479B36774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3" y="3362"/>
              <a:ext cx="323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2567" name="AutoShape 192">
              <a:extLst>
                <a:ext uri="{FF2B5EF4-FFF2-40B4-BE49-F238E27FC236}">
                  <a16:creationId xmlns:a16="http://schemas.microsoft.com/office/drawing/2014/main" id="{AB227E09-CE36-D651-2C1B-F4C3742A2B21}"/>
                </a:ext>
              </a:extLst>
            </p:cNvPr>
            <p:cNvCxnSpPr>
              <a:cxnSpLocks noChangeAspect="1" noChangeShapeType="1"/>
              <a:stCxn id="22565" idx="4"/>
              <a:endCxn id="22566" idx="0"/>
            </p:cNvCxnSpPr>
            <p:nvPr/>
          </p:nvCxnSpPr>
          <p:spPr bwMode="auto">
            <a:xfrm>
              <a:off x="3563" y="3185"/>
              <a:ext cx="44" cy="18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8" name="AutoShape 193">
              <a:extLst>
                <a:ext uri="{FF2B5EF4-FFF2-40B4-BE49-F238E27FC236}">
                  <a16:creationId xmlns:a16="http://schemas.microsoft.com/office/drawing/2014/main" id="{26C8808B-A9FD-74A6-6B7D-9A199454226F}"/>
                </a:ext>
              </a:extLst>
            </p:cNvPr>
            <p:cNvCxnSpPr>
              <a:cxnSpLocks noChangeAspect="1" noChangeShapeType="1"/>
              <a:stCxn id="22542" idx="4"/>
              <a:endCxn id="22565" idx="0"/>
            </p:cNvCxnSpPr>
            <p:nvPr/>
          </p:nvCxnSpPr>
          <p:spPr bwMode="auto">
            <a:xfrm>
              <a:off x="3237" y="2931"/>
              <a:ext cx="326" cy="8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9" name="Oval 194">
              <a:extLst>
                <a:ext uri="{FF2B5EF4-FFF2-40B4-BE49-F238E27FC236}">
                  <a16:creationId xmlns:a16="http://schemas.microsoft.com/office/drawing/2014/main" id="{0D4623D2-B382-F185-FE42-D88E17A50D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6" y="3072"/>
              <a:ext cx="379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2570" name="Oval 195">
              <a:extLst>
                <a:ext uri="{FF2B5EF4-FFF2-40B4-BE49-F238E27FC236}">
                  <a16:creationId xmlns:a16="http://schemas.microsoft.com/office/drawing/2014/main" id="{A41AC5D3-E52B-947B-6040-E06A6F229F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01" y="3351"/>
              <a:ext cx="391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2571" name="AutoShape 196">
              <a:extLst>
                <a:ext uri="{FF2B5EF4-FFF2-40B4-BE49-F238E27FC236}">
                  <a16:creationId xmlns:a16="http://schemas.microsoft.com/office/drawing/2014/main" id="{4A69B773-08FD-5022-AE05-9421CDF7866C}"/>
                </a:ext>
              </a:extLst>
            </p:cNvPr>
            <p:cNvCxnSpPr>
              <a:cxnSpLocks noChangeAspect="1" noChangeShapeType="1"/>
              <a:stCxn id="22565" idx="4"/>
              <a:endCxn id="22570" idx="0"/>
            </p:cNvCxnSpPr>
            <p:nvPr/>
          </p:nvCxnSpPr>
          <p:spPr bwMode="auto">
            <a:xfrm>
              <a:off x="3563" y="3185"/>
              <a:ext cx="433" cy="1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2" name="AutoShape 197">
              <a:extLst>
                <a:ext uri="{FF2B5EF4-FFF2-40B4-BE49-F238E27FC236}">
                  <a16:creationId xmlns:a16="http://schemas.microsoft.com/office/drawing/2014/main" id="{41093A36-ED62-F1C2-2FE9-A1F52197FA34}"/>
                </a:ext>
              </a:extLst>
            </p:cNvPr>
            <p:cNvCxnSpPr>
              <a:cxnSpLocks noChangeAspect="1" noChangeShapeType="1"/>
              <a:stCxn id="22543" idx="4"/>
              <a:endCxn id="22569" idx="0"/>
            </p:cNvCxnSpPr>
            <p:nvPr/>
          </p:nvCxnSpPr>
          <p:spPr bwMode="auto">
            <a:xfrm>
              <a:off x="4590" y="2898"/>
              <a:ext cx="256" cy="1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73" name="Oval 198">
              <a:extLst>
                <a:ext uri="{FF2B5EF4-FFF2-40B4-BE49-F238E27FC236}">
                  <a16:creationId xmlns:a16="http://schemas.microsoft.com/office/drawing/2014/main" id="{C5F519D9-79C7-DECB-826C-D5E92F05D6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9" y="1861"/>
              <a:ext cx="391" cy="18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2574" name="AutoShape 199">
              <a:extLst>
                <a:ext uri="{FF2B5EF4-FFF2-40B4-BE49-F238E27FC236}">
                  <a16:creationId xmlns:a16="http://schemas.microsoft.com/office/drawing/2014/main" id="{F12146BA-65B8-E866-FC0E-C27B2EC7F516}"/>
                </a:ext>
              </a:extLst>
            </p:cNvPr>
            <p:cNvCxnSpPr>
              <a:cxnSpLocks noChangeAspect="1" noChangeShapeType="1"/>
              <a:stCxn id="22539" idx="0"/>
              <a:endCxn id="22538" idx="4"/>
            </p:cNvCxnSpPr>
            <p:nvPr/>
          </p:nvCxnSpPr>
          <p:spPr bwMode="auto">
            <a:xfrm flipH="1" flipV="1">
              <a:off x="4133" y="2298"/>
              <a:ext cx="647" cy="13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75" name="Rectangle 200">
              <a:extLst>
                <a:ext uri="{FF2B5EF4-FFF2-40B4-BE49-F238E27FC236}">
                  <a16:creationId xmlns:a16="http://schemas.microsoft.com/office/drawing/2014/main" id="{CDF9E733-4666-35FD-42EE-1B65BA1D1D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0" y="3612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76" name="Rectangle 201">
              <a:extLst>
                <a:ext uri="{FF2B5EF4-FFF2-40B4-BE49-F238E27FC236}">
                  <a16:creationId xmlns:a16="http://schemas.microsoft.com/office/drawing/2014/main" id="{F1D72542-2584-32D9-43D5-C50C77E935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04" y="3580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77" name="Rectangle 202">
              <a:extLst>
                <a:ext uri="{FF2B5EF4-FFF2-40B4-BE49-F238E27FC236}">
                  <a16:creationId xmlns:a16="http://schemas.microsoft.com/office/drawing/2014/main" id="{FA3F394C-C524-049B-A4CC-9C4DE01FD4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7" y="3580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78" name="Rectangle 203">
              <a:extLst>
                <a:ext uri="{FF2B5EF4-FFF2-40B4-BE49-F238E27FC236}">
                  <a16:creationId xmlns:a16="http://schemas.microsoft.com/office/drawing/2014/main" id="{1B243B7C-56FC-ED52-B336-915323728C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0" y="3969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79" name="Rectangle 204">
              <a:extLst>
                <a:ext uri="{FF2B5EF4-FFF2-40B4-BE49-F238E27FC236}">
                  <a16:creationId xmlns:a16="http://schemas.microsoft.com/office/drawing/2014/main" id="{EE486150-D6BD-3DE0-3C6B-27E2D865A3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0" y="3969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0" name="Rectangle 205">
              <a:extLst>
                <a:ext uri="{FF2B5EF4-FFF2-40B4-BE49-F238E27FC236}">
                  <a16:creationId xmlns:a16="http://schemas.microsoft.com/office/drawing/2014/main" id="{9A8748B6-206F-8B05-0134-5CAB2E3DE6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4" y="2931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1" name="Rectangle 206">
              <a:extLst>
                <a:ext uri="{FF2B5EF4-FFF2-40B4-BE49-F238E27FC236}">
                  <a16:creationId xmlns:a16="http://schemas.microsoft.com/office/drawing/2014/main" id="{EB499FB9-B117-062A-6862-1CA6051EE3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32" y="2931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2" name="Rectangle 207">
              <a:extLst>
                <a:ext uri="{FF2B5EF4-FFF2-40B4-BE49-F238E27FC236}">
                  <a16:creationId xmlns:a16="http://schemas.microsoft.com/office/drawing/2014/main" id="{D82982A8-9364-7F39-D353-87313744DD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0" y="3612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3" name="Rectangle 208">
              <a:extLst>
                <a:ext uri="{FF2B5EF4-FFF2-40B4-BE49-F238E27FC236}">
                  <a16:creationId xmlns:a16="http://schemas.microsoft.com/office/drawing/2014/main" id="{30EC7E9F-E0E0-B5A4-D99C-C832BAA670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5" y="4164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4" name="Rectangle 209">
              <a:extLst>
                <a:ext uri="{FF2B5EF4-FFF2-40B4-BE49-F238E27FC236}">
                  <a16:creationId xmlns:a16="http://schemas.microsoft.com/office/drawing/2014/main" id="{60517F46-09C6-B562-4720-9C1C7E8787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5" y="4164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5" name="Rectangle 210">
              <a:extLst>
                <a:ext uri="{FF2B5EF4-FFF2-40B4-BE49-F238E27FC236}">
                  <a16:creationId xmlns:a16="http://schemas.microsoft.com/office/drawing/2014/main" id="{650C6C1E-E402-128F-6F0F-3EFC2833BE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2" y="4164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6" name="Rectangle 211">
              <a:extLst>
                <a:ext uri="{FF2B5EF4-FFF2-40B4-BE49-F238E27FC236}">
                  <a16:creationId xmlns:a16="http://schemas.microsoft.com/office/drawing/2014/main" id="{B05E0A31-E9DA-EE17-9E28-85878F97BE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32" y="4164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7" name="Rectangle 212">
              <a:extLst>
                <a:ext uri="{FF2B5EF4-FFF2-40B4-BE49-F238E27FC236}">
                  <a16:creationId xmlns:a16="http://schemas.microsoft.com/office/drawing/2014/main" id="{F2B707BF-BC7F-E7F8-05B1-954C609AA3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4" y="3580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8" name="Rectangle 213">
              <a:extLst>
                <a:ext uri="{FF2B5EF4-FFF2-40B4-BE49-F238E27FC236}">
                  <a16:creationId xmlns:a16="http://schemas.microsoft.com/office/drawing/2014/main" id="{83ECDC9F-F87B-D4ED-09CD-22AE776938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56" y="3580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9" name="Rectangle 214">
              <a:extLst>
                <a:ext uri="{FF2B5EF4-FFF2-40B4-BE49-F238E27FC236}">
                  <a16:creationId xmlns:a16="http://schemas.microsoft.com/office/drawing/2014/main" id="{ECBB3546-647B-E14F-56EF-5A5155F402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3" y="3333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0" name="Rectangle 215">
              <a:extLst>
                <a:ext uri="{FF2B5EF4-FFF2-40B4-BE49-F238E27FC236}">
                  <a16:creationId xmlns:a16="http://schemas.microsoft.com/office/drawing/2014/main" id="{2EF6017E-3031-E5C5-8101-9702D64A9F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3" y="3333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1" name="Rectangle 216">
              <a:extLst>
                <a:ext uri="{FF2B5EF4-FFF2-40B4-BE49-F238E27FC236}">
                  <a16:creationId xmlns:a16="http://schemas.microsoft.com/office/drawing/2014/main" id="{1DD35216-6222-A0D0-9FCD-FF843CC28C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48" y="3343"/>
              <a:ext cx="64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2" name="Rectangle 217">
              <a:extLst>
                <a:ext uri="{FF2B5EF4-FFF2-40B4-BE49-F238E27FC236}">
                  <a16:creationId xmlns:a16="http://schemas.microsoft.com/office/drawing/2014/main" id="{B163BAB2-BF7B-B7B8-C245-6940111F5F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7" y="3343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3" name="Rectangle 218">
              <a:extLst>
                <a:ext uri="{FF2B5EF4-FFF2-40B4-BE49-F238E27FC236}">
                  <a16:creationId xmlns:a16="http://schemas.microsoft.com/office/drawing/2014/main" id="{FC64E97D-5E71-B40A-9231-5102B4CBCB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15" y="2760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4" name="Rectangle 219">
              <a:extLst>
                <a:ext uri="{FF2B5EF4-FFF2-40B4-BE49-F238E27FC236}">
                  <a16:creationId xmlns:a16="http://schemas.microsoft.com/office/drawing/2014/main" id="{7F806E94-C6AF-1030-0ECE-29E2E4F47E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81" y="2191"/>
              <a:ext cx="65" cy="65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2595" name="AutoShape 220">
              <a:extLst>
                <a:ext uri="{FF2B5EF4-FFF2-40B4-BE49-F238E27FC236}">
                  <a16:creationId xmlns:a16="http://schemas.microsoft.com/office/drawing/2014/main" id="{DD2C8FFF-CEBE-60BA-401B-4FB100D06E44}"/>
                </a:ext>
              </a:extLst>
            </p:cNvPr>
            <p:cNvCxnSpPr>
              <a:cxnSpLocks noChangeAspect="1" noChangeShapeType="1"/>
              <a:stCxn id="22551" idx="4"/>
              <a:endCxn id="22575" idx="0"/>
            </p:cNvCxnSpPr>
            <p:nvPr/>
          </p:nvCxnSpPr>
          <p:spPr bwMode="auto">
            <a:xfrm flipH="1">
              <a:off x="2823" y="3524"/>
              <a:ext cx="63" cy="8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96" name="AutoShape 221">
              <a:extLst>
                <a:ext uri="{FF2B5EF4-FFF2-40B4-BE49-F238E27FC236}">
                  <a16:creationId xmlns:a16="http://schemas.microsoft.com/office/drawing/2014/main" id="{80BD79E0-BC6D-A824-882B-3177F5E18FC1}"/>
                </a:ext>
              </a:extLst>
            </p:cNvPr>
            <p:cNvCxnSpPr>
              <a:cxnSpLocks noChangeAspect="1" noChangeShapeType="1"/>
              <a:stCxn id="22551" idx="4"/>
              <a:endCxn id="22582" idx="0"/>
            </p:cNvCxnSpPr>
            <p:nvPr/>
          </p:nvCxnSpPr>
          <p:spPr bwMode="auto">
            <a:xfrm>
              <a:off x="2886" y="3524"/>
              <a:ext cx="67" cy="8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97" name="AutoShape 222">
              <a:extLst>
                <a:ext uri="{FF2B5EF4-FFF2-40B4-BE49-F238E27FC236}">
                  <a16:creationId xmlns:a16="http://schemas.microsoft.com/office/drawing/2014/main" id="{89EE729C-BA5B-0ABD-9A46-5C7618433958}"/>
                </a:ext>
              </a:extLst>
            </p:cNvPr>
            <p:cNvCxnSpPr>
              <a:cxnSpLocks noChangeAspect="1" noChangeShapeType="1"/>
              <a:stCxn id="22557" idx="4"/>
              <a:endCxn id="22578" idx="0"/>
            </p:cNvCxnSpPr>
            <p:nvPr/>
          </p:nvCxnSpPr>
          <p:spPr bwMode="auto">
            <a:xfrm flipH="1">
              <a:off x="2953" y="3879"/>
              <a:ext cx="70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98" name="AutoShape 223">
              <a:extLst>
                <a:ext uri="{FF2B5EF4-FFF2-40B4-BE49-F238E27FC236}">
                  <a16:creationId xmlns:a16="http://schemas.microsoft.com/office/drawing/2014/main" id="{58EB4E81-06C3-98DE-9189-37B0574CF00B}"/>
                </a:ext>
              </a:extLst>
            </p:cNvPr>
            <p:cNvCxnSpPr>
              <a:cxnSpLocks noChangeAspect="1" noChangeShapeType="1"/>
              <a:stCxn id="22557" idx="4"/>
              <a:endCxn id="22579" idx="0"/>
            </p:cNvCxnSpPr>
            <p:nvPr/>
          </p:nvCxnSpPr>
          <p:spPr bwMode="auto">
            <a:xfrm>
              <a:off x="3023" y="3879"/>
              <a:ext cx="60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99" name="AutoShape 224">
              <a:extLst>
                <a:ext uri="{FF2B5EF4-FFF2-40B4-BE49-F238E27FC236}">
                  <a16:creationId xmlns:a16="http://schemas.microsoft.com/office/drawing/2014/main" id="{F614EC34-C2ED-E220-E8EC-E967A6282102}"/>
                </a:ext>
              </a:extLst>
            </p:cNvPr>
            <p:cNvCxnSpPr>
              <a:cxnSpLocks noChangeAspect="1" noChangeShapeType="1"/>
              <a:stCxn id="22581" idx="0"/>
              <a:endCxn id="22541" idx="4"/>
            </p:cNvCxnSpPr>
            <p:nvPr/>
          </p:nvCxnSpPr>
          <p:spPr bwMode="auto">
            <a:xfrm flipH="1" flipV="1">
              <a:off x="3651" y="2875"/>
              <a:ext cx="113" cy="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0" name="AutoShape 225">
              <a:extLst>
                <a:ext uri="{FF2B5EF4-FFF2-40B4-BE49-F238E27FC236}">
                  <a16:creationId xmlns:a16="http://schemas.microsoft.com/office/drawing/2014/main" id="{954D1C3F-6942-34EF-72DB-54737C38FA45}"/>
                </a:ext>
              </a:extLst>
            </p:cNvPr>
            <p:cNvCxnSpPr>
              <a:cxnSpLocks noChangeAspect="1" noChangeShapeType="1"/>
              <a:stCxn id="22540" idx="4"/>
              <a:endCxn id="22589" idx="0"/>
            </p:cNvCxnSpPr>
            <p:nvPr/>
          </p:nvCxnSpPr>
          <p:spPr bwMode="auto">
            <a:xfrm flipH="1">
              <a:off x="4346" y="3252"/>
              <a:ext cx="55" cy="8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1" name="AutoShape 226">
              <a:extLst>
                <a:ext uri="{FF2B5EF4-FFF2-40B4-BE49-F238E27FC236}">
                  <a16:creationId xmlns:a16="http://schemas.microsoft.com/office/drawing/2014/main" id="{D9BEE78F-2E98-2CC8-1BCF-8A08CC7B458F}"/>
                </a:ext>
              </a:extLst>
            </p:cNvPr>
            <p:cNvCxnSpPr>
              <a:cxnSpLocks noChangeAspect="1" noChangeShapeType="1"/>
              <a:stCxn id="22540" idx="4"/>
              <a:endCxn id="22590" idx="0"/>
            </p:cNvCxnSpPr>
            <p:nvPr/>
          </p:nvCxnSpPr>
          <p:spPr bwMode="auto">
            <a:xfrm>
              <a:off x="4401" y="3252"/>
              <a:ext cx="75" cy="8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2" name="AutoShape 227">
              <a:extLst>
                <a:ext uri="{FF2B5EF4-FFF2-40B4-BE49-F238E27FC236}">
                  <a16:creationId xmlns:a16="http://schemas.microsoft.com/office/drawing/2014/main" id="{21DFFF10-2A4C-8CD0-F559-6FEA56BA6FEC}"/>
                </a:ext>
              </a:extLst>
            </p:cNvPr>
            <p:cNvCxnSpPr>
              <a:cxnSpLocks noChangeAspect="1" noChangeShapeType="1"/>
              <a:stCxn id="22569" idx="4"/>
              <a:endCxn id="22591" idx="0"/>
            </p:cNvCxnSpPr>
            <p:nvPr/>
          </p:nvCxnSpPr>
          <p:spPr bwMode="auto">
            <a:xfrm flipH="1">
              <a:off x="4780" y="3258"/>
              <a:ext cx="66" cy="8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3" name="AutoShape 228">
              <a:extLst>
                <a:ext uri="{FF2B5EF4-FFF2-40B4-BE49-F238E27FC236}">
                  <a16:creationId xmlns:a16="http://schemas.microsoft.com/office/drawing/2014/main" id="{BB74F4D6-C7EB-0867-1634-ABF35ADCF48B}"/>
                </a:ext>
              </a:extLst>
            </p:cNvPr>
            <p:cNvCxnSpPr>
              <a:cxnSpLocks noChangeAspect="1" noChangeShapeType="1"/>
              <a:stCxn id="22569" idx="4"/>
              <a:endCxn id="22592" idx="0"/>
            </p:cNvCxnSpPr>
            <p:nvPr/>
          </p:nvCxnSpPr>
          <p:spPr bwMode="auto">
            <a:xfrm>
              <a:off x="4846" y="3258"/>
              <a:ext cx="64" cy="8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4" name="AutoShape 229">
              <a:extLst>
                <a:ext uri="{FF2B5EF4-FFF2-40B4-BE49-F238E27FC236}">
                  <a16:creationId xmlns:a16="http://schemas.microsoft.com/office/drawing/2014/main" id="{1D754EB0-2DC6-B008-B644-D60C547D7E5E}"/>
                </a:ext>
              </a:extLst>
            </p:cNvPr>
            <p:cNvCxnSpPr>
              <a:cxnSpLocks noChangeAspect="1" noChangeShapeType="1"/>
              <a:stCxn id="22539" idx="4"/>
              <a:endCxn id="22593" idx="0"/>
            </p:cNvCxnSpPr>
            <p:nvPr/>
          </p:nvCxnSpPr>
          <p:spPr bwMode="auto">
            <a:xfrm>
              <a:off x="4780" y="2616"/>
              <a:ext cx="168" cy="1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5" name="AutoShape 230">
              <a:extLst>
                <a:ext uri="{FF2B5EF4-FFF2-40B4-BE49-F238E27FC236}">
                  <a16:creationId xmlns:a16="http://schemas.microsoft.com/office/drawing/2014/main" id="{39248228-332C-64BB-B7E0-DD6C63CDE8F0}"/>
                </a:ext>
              </a:extLst>
            </p:cNvPr>
            <p:cNvCxnSpPr>
              <a:cxnSpLocks noChangeAspect="1" noChangeShapeType="1"/>
              <a:stCxn id="22573" idx="4"/>
              <a:endCxn id="22594" idx="0"/>
            </p:cNvCxnSpPr>
            <p:nvPr/>
          </p:nvCxnSpPr>
          <p:spPr bwMode="auto">
            <a:xfrm>
              <a:off x="4345" y="2047"/>
              <a:ext cx="169" cy="1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6" name="AutoShape 231">
              <a:extLst>
                <a:ext uri="{FF2B5EF4-FFF2-40B4-BE49-F238E27FC236}">
                  <a16:creationId xmlns:a16="http://schemas.microsoft.com/office/drawing/2014/main" id="{8672254D-2CCC-E6CF-88A8-F6F59B364DB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77" y="3605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7" name="AutoShape 232">
              <a:extLst>
                <a:ext uri="{FF2B5EF4-FFF2-40B4-BE49-F238E27FC236}">
                  <a16:creationId xmlns:a16="http://schemas.microsoft.com/office/drawing/2014/main" id="{2E3DB7CF-2485-A302-03D9-EEB1B35712C9}"/>
                </a:ext>
              </a:extLst>
            </p:cNvPr>
            <p:cNvCxnSpPr>
              <a:cxnSpLocks noChangeAspect="1" noChangeShapeType="1"/>
              <a:stCxn id="22570" idx="4"/>
              <a:endCxn id="22587" idx="0"/>
            </p:cNvCxnSpPr>
            <p:nvPr/>
          </p:nvCxnSpPr>
          <p:spPr bwMode="auto">
            <a:xfrm flipH="1">
              <a:off x="3926" y="3530"/>
              <a:ext cx="70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8" name="AutoShape 233">
              <a:extLst>
                <a:ext uri="{FF2B5EF4-FFF2-40B4-BE49-F238E27FC236}">
                  <a16:creationId xmlns:a16="http://schemas.microsoft.com/office/drawing/2014/main" id="{61A9C684-1438-769A-C4FF-6A5D27DD2ECD}"/>
                </a:ext>
              </a:extLst>
            </p:cNvPr>
            <p:cNvCxnSpPr>
              <a:cxnSpLocks noChangeAspect="1" noChangeShapeType="1"/>
              <a:stCxn id="22566" idx="4"/>
              <a:endCxn id="22577" idx="0"/>
            </p:cNvCxnSpPr>
            <p:nvPr/>
          </p:nvCxnSpPr>
          <p:spPr bwMode="auto">
            <a:xfrm>
              <a:off x="3607" y="3539"/>
              <a:ext cx="92" cy="4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9" name="AutoShape 234">
              <a:extLst>
                <a:ext uri="{FF2B5EF4-FFF2-40B4-BE49-F238E27FC236}">
                  <a16:creationId xmlns:a16="http://schemas.microsoft.com/office/drawing/2014/main" id="{5056DEE8-6392-E684-6FA5-78890F79CCFD}"/>
                </a:ext>
              </a:extLst>
            </p:cNvPr>
            <p:cNvCxnSpPr>
              <a:cxnSpLocks noChangeAspect="1" noChangeShapeType="1"/>
              <a:stCxn id="22566" idx="4"/>
              <a:endCxn id="22576" idx="0"/>
            </p:cNvCxnSpPr>
            <p:nvPr/>
          </p:nvCxnSpPr>
          <p:spPr bwMode="auto">
            <a:xfrm flipH="1">
              <a:off x="3537" y="3539"/>
              <a:ext cx="70" cy="4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0" name="AutoShape 235">
              <a:extLst>
                <a:ext uri="{FF2B5EF4-FFF2-40B4-BE49-F238E27FC236}">
                  <a16:creationId xmlns:a16="http://schemas.microsoft.com/office/drawing/2014/main" id="{D017F294-F553-C3DA-53A5-3C71408437FC}"/>
                </a:ext>
              </a:extLst>
            </p:cNvPr>
            <p:cNvCxnSpPr>
              <a:cxnSpLocks noChangeAspect="1" noChangeShapeType="1"/>
              <a:stCxn id="22562" idx="4"/>
              <a:endCxn id="22583" idx="0"/>
            </p:cNvCxnSpPr>
            <p:nvPr/>
          </p:nvCxnSpPr>
          <p:spPr bwMode="auto">
            <a:xfrm flipH="1">
              <a:off x="3277" y="4109"/>
              <a:ext cx="60" cy="5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1" name="AutoShape 236">
              <a:extLst>
                <a:ext uri="{FF2B5EF4-FFF2-40B4-BE49-F238E27FC236}">
                  <a16:creationId xmlns:a16="http://schemas.microsoft.com/office/drawing/2014/main" id="{4E237844-D3B0-FD3D-DA83-EAA6BE2DFD8E}"/>
                </a:ext>
              </a:extLst>
            </p:cNvPr>
            <p:cNvCxnSpPr>
              <a:cxnSpLocks noChangeAspect="1" noChangeShapeType="1"/>
              <a:stCxn id="22562" idx="4"/>
              <a:endCxn id="22584" idx="0"/>
            </p:cNvCxnSpPr>
            <p:nvPr/>
          </p:nvCxnSpPr>
          <p:spPr bwMode="auto">
            <a:xfrm>
              <a:off x="3337" y="4109"/>
              <a:ext cx="70" cy="5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2" name="AutoShape 237">
              <a:extLst>
                <a:ext uri="{FF2B5EF4-FFF2-40B4-BE49-F238E27FC236}">
                  <a16:creationId xmlns:a16="http://schemas.microsoft.com/office/drawing/2014/main" id="{9E42F7E2-37B7-D9FD-2899-7225C9760F2F}"/>
                </a:ext>
              </a:extLst>
            </p:cNvPr>
            <p:cNvCxnSpPr>
              <a:cxnSpLocks noChangeAspect="1" noChangeShapeType="1"/>
              <a:stCxn id="22561" idx="4"/>
              <a:endCxn id="22585" idx="0"/>
            </p:cNvCxnSpPr>
            <p:nvPr/>
          </p:nvCxnSpPr>
          <p:spPr bwMode="auto">
            <a:xfrm flipH="1">
              <a:off x="3634" y="4099"/>
              <a:ext cx="60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3" name="AutoShape 238">
              <a:extLst>
                <a:ext uri="{FF2B5EF4-FFF2-40B4-BE49-F238E27FC236}">
                  <a16:creationId xmlns:a16="http://schemas.microsoft.com/office/drawing/2014/main" id="{73A03C6C-2B1E-C6DB-1DCB-0DFBEB516E8B}"/>
                </a:ext>
              </a:extLst>
            </p:cNvPr>
            <p:cNvCxnSpPr>
              <a:cxnSpLocks noChangeAspect="1" noChangeShapeType="1"/>
              <a:stCxn id="22561" idx="4"/>
              <a:endCxn id="22586" idx="0"/>
            </p:cNvCxnSpPr>
            <p:nvPr/>
          </p:nvCxnSpPr>
          <p:spPr bwMode="auto">
            <a:xfrm>
              <a:off x="3694" y="4099"/>
              <a:ext cx="70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4" name="AutoShape 239">
              <a:extLst>
                <a:ext uri="{FF2B5EF4-FFF2-40B4-BE49-F238E27FC236}">
                  <a16:creationId xmlns:a16="http://schemas.microsoft.com/office/drawing/2014/main" id="{346E48B7-71EA-A33F-A5D9-8A3B10B76596}"/>
                </a:ext>
              </a:extLst>
            </p:cNvPr>
            <p:cNvCxnSpPr>
              <a:cxnSpLocks noChangeAspect="1" noChangeShapeType="1"/>
              <a:stCxn id="22541" idx="4"/>
              <a:endCxn id="22580" idx="0"/>
            </p:cNvCxnSpPr>
            <p:nvPr/>
          </p:nvCxnSpPr>
          <p:spPr bwMode="auto">
            <a:xfrm>
              <a:off x="3651" y="2875"/>
              <a:ext cx="16" cy="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5" name="AutoShape 240">
              <a:extLst>
                <a:ext uri="{FF2B5EF4-FFF2-40B4-BE49-F238E27FC236}">
                  <a16:creationId xmlns:a16="http://schemas.microsoft.com/office/drawing/2014/main" id="{466368E7-C573-9309-D6FD-607D9314A17B}"/>
                </a:ext>
              </a:extLst>
            </p:cNvPr>
            <p:cNvCxnSpPr>
              <a:cxnSpLocks noChangeAspect="1" noChangeShapeType="1"/>
              <a:stCxn id="22570" idx="4"/>
              <a:endCxn id="22588" idx="0"/>
            </p:cNvCxnSpPr>
            <p:nvPr/>
          </p:nvCxnSpPr>
          <p:spPr bwMode="auto">
            <a:xfrm>
              <a:off x="3996" y="3530"/>
              <a:ext cx="93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535" name="Text Box 241">
            <a:extLst>
              <a:ext uri="{FF2B5EF4-FFF2-40B4-BE49-F238E27FC236}">
                <a16:creationId xmlns:a16="http://schemas.microsoft.com/office/drawing/2014/main" id="{8C603C49-9435-AC45-13F5-92BDE65F3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852488"/>
            <a:ext cx="76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>
                <a:latin typeface="Times New Roman" panose="02020603050405020304" pitchFamily="18" charset="0"/>
              </a:rPr>
              <a:t>before</a:t>
            </a:r>
          </a:p>
        </p:txBody>
      </p:sp>
      <p:sp>
        <p:nvSpPr>
          <p:cNvPr id="22536" name="Text Box 242">
            <a:extLst>
              <a:ext uri="{FF2B5EF4-FFF2-40B4-BE49-F238E27FC236}">
                <a16:creationId xmlns:a16="http://schemas.microsoft.com/office/drawing/2014/main" id="{182C60CD-8033-89FF-BE21-39A7FEC14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646738"/>
            <a:ext cx="167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>
                <a:latin typeface="Times New Roman" panose="02020603050405020304" pitchFamily="18" charset="0"/>
              </a:rPr>
              <a:t>after first splay</a:t>
            </a:r>
          </a:p>
        </p:txBody>
      </p:sp>
      <p:sp>
        <p:nvSpPr>
          <p:cNvPr id="22537" name="Text Box 243">
            <a:extLst>
              <a:ext uri="{FF2B5EF4-FFF2-40B4-BE49-F238E27FC236}">
                <a16:creationId xmlns:a16="http://schemas.microsoft.com/office/drawing/2014/main" id="{BFDAF4E3-4FD9-AAE0-04EA-AE7E0D8C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0" y="5867400"/>
            <a:ext cx="14414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after second splay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3E5D7BD-CB0A-5CA4-2053-5600D8DFF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Performance of Splay Trees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AFC157B-1D51-7432-2195-1ACA1061B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On average, the cost of any splay operation is </a:t>
            </a:r>
            <a:r>
              <a:rPr lang="en-US" altLang="en-US" sz="2000" b="1"/>
              <a:t>O(log n).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Splay trees can actually adapt to perform searches on frequently-requested items much faster than O(log 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2DBE9A4-048B-34B0-C079-88D13433E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Skip List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1A8AD8A-A499-57BB-B281-C09DA887D2A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371600"/>
            <a:ext cx="7924800" cy="2743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A </a:t>
            </a:r>
            <a:r>
              <a:rPr lang="en-US" altLang="en-US" sz="1800" dirty="0">
                <a:solidFill>
                  <a:schemeClr val="tx2"/>
                </a:solidFill>
              </a:rPr>
              <a:t>skip list</a:t>
            </a:r>
            <a:r>
              <a:rPr lang="en-US" altLang="en-US" sz="1800" dirty="0"/>
              <a:t> for a set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of distinct (key, element) items is a series of lists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1 </a:t>
            </a:r>
            <a:r>
              <a:rPr lang="en-US" altLang="en-US" sz="1800" dirty="0">
                <a:latin typeface="Times New Roman" panose="02020603050405020304" pitchFamily="18" charset="0"/>
              </a:rPr>
              <a:t>, … ,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S</a:t>
            </a:r>
            <a:r>
              <a:rPr lang="en-US" altLang="en-US" sz="1800" b="1" i="1" baseline="-25000" dirty="0" err="1">
                <a:latin typeface="Times New Roman" panose="02020603050405020304" pitchFamily="18" charset="0"/>
              </a:rPr>
              <a:t>h</a:t>
            </a:r>
            <a:r>
              <a:rPr lang="en-US" altLang="en-US" sz="1800" dirty="0"/>
              <a:t> such that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Each list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6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1600" dirty="0"/>
              <a:t> contains the special keys </a:t>
            </a:r>
            <a:r>
              <a:rPr lang="en-US" altLang="en-US" sz="1600" dirty="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600" dirty="0">
                <a:sym typeface="Symbol" pitchFamily="2" charset="2"/>
              </a:rPr>
              <a:t> </a:t>
            </a:r>
            <a:r>
              <a:rPr lang="en-US" altLang="en-US" sz="1600" dirty="0"/>
              <a:t>and </a:t>
            </a:r>
            <a:r>
              <a:rPr lang="en-US" altLang="en-US" sz="1600" dirty="0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 sz="1600" dirty="0">
                <a:sym typeface="Symbol" pitchFamily="2" charset="2"/>
              </a:rPr>
              <a:t></a:t>
            </a:r>
            <a:r>
              <a:rPr lang="en-US" altLang="en-US" sz="16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List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sz="1600" dirty="0"/>
              <a:t> contains all the keys of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 </a:t>
            </a:r>
            <a:r>
              <a:rPr lang="en-US" altLang="en-US" sz="1600" dirty="0"/>
              <a:t>in nondecreasing order </a:t>
            </a:r>
            <a:endParaRPr lang="en-US" altLang="en-US" sz="1600" baseline="-25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Each list is a subsequence of the previous one, i.e.,</a:t>
            </a:r>
            <a:br>
              <a:rPr lang="en-US" altLang="en-US" sz="1600" dirty="0"/>
            </a:br>
            <a:r>
              <a:rPr lang="en-US" altLang="en-US" sz="1600" dirty="0"/>
              <a:t>			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0 </a:t>
            </a:r>
            <a:r>
              <a:rPr lang="en-US" altLang="en-US" sz="1600" dirty="0">
                <a:latin typeface="Times New Roman" panose="02020603050405020304" pitchFamily="18" charset="0"/>
                <a:sym typeface="Symbol" pitchFamily="2" charset="2"/>
              </a:rPr>
              <a:t>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1 </a:t>
            </a:r>
            <a:r>
              <a:rPr lang="en-US" altLang="en-US" sz="1600" dirty="0">
                <a:latin typeface="Times New Roman" panose="02020603050405020304" pitchFamily="18" charset="0"/>
                <a:sym typeface="Symbol" pitchFamily="2" charset="2"/>
              </a:rPr>
              <a:t>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</a:rPr>
              <a:t> … </a:t>
            </a:r>
            <a:r>
              <a:rPr lang="en-US" altLang="en-US" sz="1600" dirty="0">
                <a:latin typeface="Times New Roman" panose="02020603050405020304" pitchFamily="18" charset="0"/>
                <a:sym typeface="Symbol" pitchFamily="2" charset="2"/>
              </a:rPr>
              <a:t></a:t>
            </a:r>
            <a:r>
              <a:rPr lang="en-US" altLang="en-US" sz="1600" dirty="0">
                <a:latin typeface="Times New Roman" panose="02020603050405020304" pitchFamily="18" charset="0"/>
              </a:rPr>
              <a:t> </a:t>
            </a:r>
            <a:r>
              <a:rPr lang="en-US" altLang="en-US" sz="1600" b="1" i="1" dirty="0" err="1">
                <a:latin typeface="Times New Roman" panose="02020603050405020304" pitchFamily="18" charset="0"/>
              </a:rPr>
              <a:t>S</a:t>
            </a:r>
            <a:r>
              <a:rPr lang="en-US" altLang="en-US" sz="1600" b="1" i="1" baseline="-25000" dirty="0" err="1">
                <a:latin typeface="Times New Roman" panose="02020603050405020304" pitchFamily="18" charset="0"/>
              </a:rPr>
              <a:t>h</a:t>
            </a:r>
            <a:endParaRPr lang="en-US" altLang="en-US" sz="1600" b="1" i="1" baseline="-25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List </a:t>
            </a:r>
            <a:r>
              <a:rPr lang="en-US" altLang="en-US" sz="1600" b="1" i="1" dirty="0" err="1">
                <a:latin typeface="Times New Roman" panose="02020603050405020304" pitchFamily="18" charset="0"/>
              </a:rPr>
              <a:t>S</a:t>
            </a:r>
            <a:r>
              <a:rPr lang="en-US" altLang="en-US" sz="1600" b="1" i="1" baseline="-25000" dirty="0" err="1">
                <a:latin typeface="Times New Roman" panose="02020603050405020304" pitchFamily="18" charset="0"/>
              </a:rPr>
              <a:t>h</a:t>
            </a:r>
            <a:r>
              <a:rPr lang="en-US" altLang="en-US" sz="16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/>
              <a:t>contains only the two special keys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We show how to use a skip list to implement the </a:t>
            </a:r>
            <a:r>
              <a:rPr lang="en-US" altLang="en-US" sz="1800" dirty="0">
                <a:solidFill>
                  <a:srgbClr val="FF0000"/>
                </a:solidFill>
              </a:rPr>
              <a:t>ordered dictionary </a:t>
            </a:r>
            <a:r>
              <a:rPr lang="en-US" altLang="en-US" sz="1800" dirty="0"/>
              <a:t>ADT</a:t>
            </a:r>
          </a:p>
        </p:txBody>
      </p:sp>
      <p:grpSp>
        <p:nvGrpSpPr>
          <p:cNvPr id="25604" name="Group 4">
            <a:extLst>
              <a:ext uri="{FF2B5EF4-FFF2-40B4-BE49-F238E27FC236}">
                <a16:creationId xmlns:a16="http://schemas.microsoft.com/office/drawing/2014/main" id="{D476A3CE-85A4-4012-4595-5FDBDCE62CF6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5862638"/>
            <a:ext cx="7280275" cy="215900"/>
            <a:chOff x="838" y="3693"/>
            <a:chExt cx="4586" cy="136"/>
          </a:xfrm>
        </p:grpSpPr>
        <p:sp>
          <p:nvSpPr>
            <p:cNvPr id="25629" name="Rectangle 5">
              <a:extLst>
                <a:ext uri="{FF2B5EF4-FFF2-40B4-BE49-F238E27FC236}">
                  <a16:creationId xmlns:a16="http://schemas.microsoft.com/office/drawing/2014/main" id="{974B9416-229E-CB7D-7431-4FBD86EF8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56</a:t>
              </a:r>
            </a:p>
          </p:txBody>
        </p:sp>
        <p:sp>
          <p:nvSpPr>
            <p:cNvPr id="25630" name="Rectangle 6">
              <a:extLst>
                <a:ext uri="{FF2B5EF4-FFF2-40B4-BE49-F238E27FC236}">
                  <a16:creationId xmlns:a16="http://schemas.microsoft.com/office/drawing/2014/main" id="{6A2E532C-7B7E-848B-35B7-8119147CE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693"/>
              <a:ext cx="227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64</a:t>
              </a:r>
            </a:p>
          </p:txBody>
        </p:sp>
        <p:sp>
          <p:nvSpPr>
            <p:cNvPr id="25631" name="Rectangle 7">
              <a:extLst>
                <a:ext uri="{FF2B5EF4-FFF2-40B4-BE49-F238E27FC236}">
                  <a16:creationId xmlns:a16="http://schemas.microsoft.com/office/drawing/2014/main" id="{B31CD463-968D-21BE-3682-09E681108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3693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5632" name="Rectangle 8">
              <a:extLst>
                <a:ext uri="{FF2B5EF4-FFF2-40B4-BE49-F238E27FC236}">
                  <a16:creationId xmlns:a16="http://schemas.microsoft.com/office/drawing/2014/main" id="{FC8EB1FE-A182-E384-A00C-E6C85BF2F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693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+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33" name="Rectangle 9">
              <a:extLst>
                <a:ext uri="{FF2B5EF4-FFF2-40B4-BE49-F238E27FC236}">
                  <a16:creationId xmlns:a16="http://schemas.microsoft.com/office/drawing/2014/main" id="{6D66BF5B-A3D0-C8EF-FFE4-D832E7756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3693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25634" name="Rectangle 10">
              <a:extLst>
                <a:ext uri="{FF2B5EF4-FFF2-40B4-BE49-F238E27FC236}">
                  <a16:creationId xmlns:a16="http://schemas.microsoft.com/office/drawing/2014/main" id="{BBA92EF2-2E5B-57BB-E5C0-94F393E66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25635" name="Rectangle 11">
              <a:extLst>
                <a:ext uri="{FF2B5EF4-FFF2-40B4-BE49-F238E27FC236}">
                  <a16:creationId xmlns:a16="http://schemas.microsoft.com/office/drawing/2014/main" id="{4CBEBB1B-91C7-9D9B-5A6B-8758B1B4A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25636" name="Rectangle 12">
              <a:extLst>
                <a:ext uri="{FF2B5EF4-FFF2-40B4-BE49-F238E27FC236}">
                  <a16:creationId xmlns:a16="http://schemas.microsoft.com/office/drawing/2014/main" id="{C8A9B1D7-C537-E3A9-5089-26E8F5ED0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-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</a:p>
          </p:txBody>
        </p:sp>
        <p:sp>
          <p:nvSpPr>
            <p:cNvPr id="25637" name="Rectangle 13">
              <a:extLst>
                <a:ext uri="{FF2B5EF4-FFF2-40B4-BE49-F238E27FC236}">
                  <a16:creationId xmlns:a16="http://schemas.microsoft.com/office/drawing/2014/main" id="{851182B4-A11B-88FB-CDF0-6F4F96192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25638" name="Rectangle 14">
              <a:extLst>
                <a:ext uri="{FF2B5EF4-FFF2-40B4-BE49-F238E27FC236}">
                  <a16:creationId xmlns:a16="http://schemas.microsoft.com/office/drawing/2014/main" id="{89AA017B-72C5-F4CA-F4E3-A5B7B53E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5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23</a:t>
              </a:r>
            </a:p>
          </p:txBody>
        </p:sp>
        <p:sp>
          <p:nvSpPr>
            <p:cNvPr id="25639" name="Rectangle 15">
              <a:extLst>
                <a:ext uri="{FF2B5EF4-FFF2-40B4-BE49-F238E27FC236}">
                  <a16:creationId xmlns:a16="http://schemas.microsoft.com/office/drawing/2014/main" id="{83365665-68AF-F246-FD4A-45D1900D7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26</a:t>
              </a:r>
            </a:p>
          </p:txBody>
        </p:sp>
        <p:cxnSp>
          <p:nvCxnSpPr>
            <p:cNvPr id="25640" name="AutoShape 16">
              <a:extLst>
                <a:ext uri="{FF2B5EF4-FFF2-40B4-BE49-F238E27FC236}">
                  <a16:creationId xmlns:a16="http://schemas.microsoft.com/office/drawing/2014/main" id="{4AB160AD-B1E0-64E6-26A8-73C220E7611F}"/>
                </a:ext>
              </a:extLst>
            </p:cNvPr>
            <p:cNvCxnSpPr>
              <a:cxnSpLocks noChangeShapeType="1"/>
              <a:stCxn id="25636" idx="3"/>
              <a:endCxn id="25637" idx="1"/>
            </p:cNvCxnSpPr>
            <p:nvPr/>
          </p:nvCxnSpPr>
          <p:spPr bwMode="auto">
            <a:xfrm>
              <a:off x="1073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1" name="AutoShape 17">
              <a:extLst>
                <a:ext uri="{FF2B5EF4-FFF2-40B4-BE49-F238E27FC236}">
                  <a16:creationId xmlns:a16="http://schemas.microsoft.com/office/drawing/2014/main" id="{ECBB724B-8F2E-DF85-3557-9691027A5ED3}"/>
                </a:ext>
              </a:extLst>
            </p:cNvPr>
            <p:cNvCxnSpPr>
              <a:cxnSpLocks noChangeShapeType="1"/>
              <a:stCxn id="25638" idx="3"/>
              <a:endCxn id="25639" idx="1"/>
            </p:cNvCxnSpPr>
            <p:nvPr/>
          </p:nvCxnSpPr>
          <p:spPr bwMode="auto">
            <a:xfrm>
              <a:off x="1940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2" name="AutoShape 18">
              <a:extLst>
                <a:ext uri="{FF2B5EF4-FFF2-40B4-BE49-F238E27FC236}">
                  <a16:creationId xmlns:a16="http://schemas.microsoft.com/office/drawing/2014/main" id="{5AD72D07-C48D-D4EF-9F34-34EE21E9A3CE}"/>
                </a:ext>
              </a:extLst>
            </p:cNvPr>
            <p:cNvCxnSpPr>
              <a:cxnSpLocks noChangeShapeType="1"/>
              <a:stCxn id="25633" idx="3"/>
              <a:endCxn id="25634" idx="1"/>
            </p:cNvCxnSpPr>
            <p:nvPr/>
          </p:nvCxnSpPr>
          <p:spPr bwMode="auto">
            <a:xfrm>
              <a:off x="2844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3" name="AutoShape 19">
              <a:extLst>
                <a:ext uri="{FF2B5EF4-FFF2-40B4-BE49-F238E27FC236}">
                  <a16:creationId xmlns:a16="http://schemas.microsoft.com/office/drawing/2014/main" id="{7EAED1BE-E8A5-A752-892E-6E08BE92644E}"/>
                </a:ext>
              </a:extLst>
            </p:cNvPr>
            <p:cNvCxnSpPr>
              <a:cxnSpLocks noChangeShapeType="1"/>
              <a:stCxn id="25637" idx="3"/>
              <a:endCxn id="25638" idx="1"/>
            </p:cNvCxnSpPr>
            <p:nvPr/>
          </p:nvCxnSpPr>
          <p:spPr bwMode="auto">
            <a:xfrm>
              <a:off x="1507" y="3761"/>
              <a:ext cx="192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4" name="AutoShape 20">
              <a:extLst>
                <a:ext uri="{FF2B5EF4-FFF2-40B4-BE49-F238E27FC236}">
                  <a16:creationId xmlns:a16="http://schemas.microsoft.com/office/drawing/2014/main" id="{CCCD0873-90B9-50C4-64AC-09BD62878EA9}"/>
                </a:ext>
              </a:extLst>
            </p:cNvPr>
            <p:cNvCxnSpPr>
              <a:cxnSpLocks noChangeShapeType="1"/>
              <a:stCxn id="25639" idx="3"/>
              <a:endCxn id="25633" idx="1"/>
            </p:cNvCxnSpPr>
            <p:nvPr/>
          </p:nvCxnSpPr>
          <p:spPr bwMode="auto">
            <a:xfrm>
              <a:off x="2374" y="3761"/>
              <a:ext cx="23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5" name="AutoShape 21">
              <a:extLst>
                <a:ext uri="{FF2B5EF4-FFF2-40B4-BE49-F238E27FC236}">
                  <a16:creationId xmlns:a16="http://schemas.microsoft.com/office/drawing/2014/main" id="{6CE52E1A-F29E-D42E-B2DD-42D1FDEC1433}"/>
                </a:ext>
              </a:extLst>
            </p:cNvPr>
            <p:cNvCxnSpPr>
              <a:cxnSpLocks noChangeShapeType="1"/>
              <a:stCxn id="25634" idx="3"/>
              <a:endCxn id="25635" idx="1"/>
            </p:cNvCxnSpPr>
            <p:nvPr/>
          </p:nvCxnSpPr>
          <p:spPr bwMode="auto">
            <a:xfrm>
              <a:off x="3278" y="3761"/>
              <a:ext cx="17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6" name="AutoShape 22">
              <a:extLst>
                <a:ext uri="{FF2B5EF4-FFF2-40B4-BE49-F238E27FC236}">
                  <a16:creationId xmlns:a16="http://schemas.microsoft.com/office/drawing/2014/main" id="{9760D929-22A2-80E7-E130-69A73B86B878}"/>
                </a:ext>
              </a:extLst>
            </p:cNvPr>
            <p:cNvCxnSpPr>
              <a:cxnSpLocks noChangeShapeType="1"/>
              <a:stCxn id="25635" idx="3"/>
              <a:endCxn id="25629" idx="1"/>
            </p:cNvCxnSpPr>
            <p:nvPr/>
          </p:nvCxnSpPr>
          <p:spPr bwMode="auto">
            <a:xfrm>
              <a:off x="3697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7" name="AutoShape 23">
              <a:extLst>
                <a:ext uri="{FF2B5EF4-FFF2-40B4-BE49-F238E27FC236}">
                  <a16:creationId xmlns:a16="http://schemas.microsoft.com/office/drawing/2014/main" id="{4779B265-24F2-AA23-A2E4-83635CB27B7B}"/>
                </a:ext>
              </a:extLst>
            </p:cNvPr>
            <p:cNvCxnSpPr>
              <a:cxnSpLocks noChangeShapeType="1"/>
              <a:stCxn id="25629" idx="3"/>
              <a:endCxn id="25630" idx="1"/>
            </p:cNvCxnSpPr>
            <p:nvPr/>
          </p:nvCxnSpPr>
          <p:spPr bwMode="auto">
            <a:xfrm>
              <a:off x="4131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8" name="AutoShape 24">
              <a:extLst>
                <a:ext uri="{FF2B5EF4-FFF2-40B4-BE49-F238E27FC236}">
                  <a16:creationId xmlns:a16="http://schemas.microsoft.com/office/drawing/2014/main" id="{849D93A4-E874-69E7-9755-AB523B526812}"/>
                </a:ext>
              </a:extLst>
            </p:cNvPr>
            <p:cNvCxnSpPr>
              <a:cxnSpLocks noChangeShapeType="1"/>
              <a:stCxn id="25630" idx="3"/>
              <a:endCxn id="25631" idx="1"/>
            </p:cNvCxnSpPr>
            <p:nvPr/>
          </p:nvCxnSpPr>
          <p:spPr bwMode="auto">
            <a:xfrm>
              <a:off x="4563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9" name="AutoShape 25">
              <a:extLst>
                <a:ext uri="{FF2B5EF4-FFF2-40B4-BE49-F238E27FC236}">
                  <a16:creationId xmlns:a16="http://schemas.microsoft.com/office/drawing/2014/main" id="{12A13D3C-8779-8F0F-5A6D-7A58F9314BDE}"/>
                </a:ext>
              </a:extLst>
            </p:cNvPr>
            <p:cNvCxnSpPr>
              <a:cxnSpLocks noChangeShapeType="1"/>
              <a:stCxn id="25631" idx="3"/>
              <a:endCxn id="25632" idx="1"/>
            </p:cNvCxnSpPr>
            <p:nvPr/>
          </p:nvCxnSpPr>
          <p:spPr bwMode="auto">
            <a:xfrm>
              <a:off x="4996" y="3761"/>
              <a:ext cx="19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605" name="Group 26">
            <a:extLst>
              <a:ext uri="{FF2B5EF4-FFF2-40B4-BE49-F238E27FC236}">
                <a16:creationId xmlns:a16="http://schemas.microsoft.com/office/drawing/2014/main" id="{DEA766F9-F274-C7C4-9E9F-90E557406B82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4343400"/>
            <a:ext cx="7280275" cy="215900"/>
            <a:chOff x="838" y="2736"/>
            <a:chExt cx="4586" cy="136"/>
          </a:xfrm>
        </p:grpSpPr>
        <p:sp>
          <p:nvSpPr>
            <p:cNvPr id="25626" name="Rectangle 27">
              <a:extLst>
                <a:ext uri="{FF2B5EF4-FFF2-40B4-BE49-F238E27FC236}">
                  <a16:creationId xmlns:a16="http://schemas.microsoft.com/office/drawing/2014/main" id="{DB0191D3-3FC1-2C9A-B1F5-C39A5644B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2736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+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27" name="Rectangle 28">
              <a:extLst>
                <a:ext uri="{FF2B5EF4-FFF2-40B4-BE49-F238E27FC236}">
                  <a16:creationId xmlns:a16="http://schemas.microsoft.com/office/drawing/2014/main" id="{CC9A4F72-183A-8370-41FF-898E78196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2736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-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</a:p>
          </p:txBody>
        </p:sp>
        <p:cxnSp>
          <p:nvCxnSpPr>
            <p:cNvPr id="25628" name="AutoShape 29">
              <a:extLst>
                <a:ext uri="{FF2B5EF4-FFF2-40B4-BE49-F238E27FC236}">
                  <a16:creationId xmlns:a16="http://schemas.microsoft.com/office/drawing/2014/main" id="{BD9F87E2-F922-F0F5-BF5D-678E6B2B6FA4}"/>
                </a:ext>
              </a:extLst>
            </p:cNvPr>
            <p:cNvCxnSpPr>
              <a:cxnSpLocks noChangeShapeType="1"/>
              <a:stCxn id="25627" idx="3"/>
              <a:endCxn id="25626" idx="1"/>
            </p:cNvCxnSpPr>
            <p:nvPr/>
          </p:nvCxnSpPr>
          <p:spPr bwMode="auto">
            <a:xfrm>
              <a:off x="1073" y="2804"/>
              <a:ext cx="4117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606" name="Rectangle 30">
            <a:extLst>
              <a:ext uri="{FF2B5EF4-FFF2-40B4-BE49-F238E27FC236}">
                <a16:creationId xmlns:a16="http://schemas.microsoft.com/office/drawing/2014/main" id="{6B735DE7-8E1E-1503-0DE2-AC56B166D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48498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5607" name="Rectangle 31">
            <a:extLst>
              <a:ext uri="{FF2B5EF4-FFF2-40B4-BE49-F238E27FC236}">
                <a16:creationId xmlns:a16="http://schemas.microsoft.com/office/drawing/2014/main" id="{F9D00591-AC10-72FC-9CFA-A12F3C026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48498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5608" name="Rectangle 32">
            <a:extLst>
              <a:ext uri="{FF2B5EF4-FFF2-40B4-BE49-F238E27FC236}">
                <a16:creationId xmlns:a16="http://schemas.microsoft.com/office/drawing/2014/main" id="{0B63A7E7-9363-CD88-4494-93DDA0B4A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48498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5609" name="AutoShape 33">
            <a:extLst>
              <a:ext uri="{FF2B5EF4-FFF2-40B4-BE49-F238E27FC236}">
                <a16:creationId xmlns:a16="http://schemas.microsoft.com/office/drawing/2014/main" id="{C2C8CF78-D715-1BE0-CC2A-8414B33692EC}"/>
              </a:ext>
            </a:extLst>
          </p:cNvPr>
          <p:cNvCxnSpPr>
            <a:cxnSpLocks noChangeShapeType="1"/>
            <a:stCxn id="25608" idx="3"/>
            <a:endCxn id="25607" idx="1"/>
          </p:cNvCxnSpPr>
          <p:nvPr/>
        </p:nvCxnSpPr>
        <p:spPr bwMode="auto">
          <a:xfrm>
            <a:off x="1703388" y="4957763"/>
            <a:ext cx="243046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0" name="AutoShape 34">
            <a:extLst>
              <a:ext uri="{FF2B5EF4-FFF2-40B4-BE49-F238E27FC236}">
                <a16:creationId xmlns:a16="http://schemas.microsoft.com/office/drawing/2014/main" id="{BB648E90-EBF8-155B-B6A8-816F02E837BB}"/>
              </a:ext>
            </a:extLst>
          </p:cNvPr>
          <p:cNvCxnSpPr>
            <a:cxnSpLocks noChangeShapeType="1"/>
            <a:stCxn id="25607" idx="3"/>
            <a:endCxn id="25606" idx="1"/>
          </p:cNvCxnSpPr>
          <p:nvPr/>
        </p:nvCxnSpPr>
        <p:spPr bwMode="auto">
          <a:xfrm>
            <a:off x="4514850" y="4957763"/>
            <a:ext cx="37242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1" name="Rectangle 35">
            <a:extLst>
              <a:ext uri="{FF2B5EF4-FFF2-40B4-BE49-F238E27FC236}">
                <a16:creationId xmlns:a16="http://schemas.microsoft.com/office/drawing/2014/main" id="{A85E68E0-E84F-301C-DD1F-2C65E84A8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5356225"/>
            <a:ext cx="360363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64</a:t>
            </a:r>
          </a:p>
        </p:txBody>
      </p:sp>
      <p:sp>
        <p:nvSpPr>
          <p:cNvPr id="25612" name="Rectangle 36">
            <a:extLst>
              <a:ext uri="{FF2B5EF4-FFF2-40B4-BE49-F238E27FC236}">
                <a16:creationId xmlns:a16="http://schemas.microsoft.com/office/drawing/2014/main" id="{3BD60AAA-FDA3-F9CA-D91F-9AB4D814A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5356225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5613" name="Rectangle 37">
            <a:extLst>
              <a:ext uri="{FF2B5EF4-FFF2-40B4-BE49-F238E27FC236}">
                <a16:creationId xmlns:a16="http://schemas.microsoft.com/office/drawing/2014/main" id="{1443358C-3DFF-3A9C-9AD1-8C57C513F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5356225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5614" name="Rectangle 38">
            <a:extLst>
              <a:ext uri="{FF2B5EF4-FFF2-40B4-BE49-F238E27FC236}">
                <a16:creationId xmlns:a16="http://schemas.microsoft.com/office/drawing/2014/main" id="{F2C57CEE-C8DE-CCCE-81A2-0C9178B92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5356225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5615" name="Rectangle 39">
            <a:extLst>
              <a:ext uri="{FF2B5EF4-FFF2-40B4-BE49-F238E27FC236}">
                <a16:creationId xmlns:a16="http://schemas.microsoft.com/office/drawing/2014/main" id="{68FD6D22-8DB1-817E-AECC-0A0A85D08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5356225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5616" name="Rectangle 40">
            <a:extLst>
              <a:ext uri="{FF2B5EF4-FFF2-40B4-BE49-F238E27FC236}">
                <a16:creationId xmlns:a16="http://schemas.microsoft.com/office/drawing/2014/main" id="{825EBAAD-C19E-6439-A13A-EE078919F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688" y="5356225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cxnSp>
        <p:nvCxnSpPr>
          <p:cNvPr id="25617" name="AutoShape 41">
            <a:extLst>
              <a:ext uri="{FF2B5EF4-FFF2-40B4-BE49-F238E27FC236}">
                <a16:creationId xmlns:a16="http://schemas.microsoft.com/office/drawing/2014/main" id="{07A7D0E8-E20E-9C56-1D49-9154620E63E8}"/>
              </a:ext>
            </a:extLst>
          </p:cNvPr>
          <p:cNvCxnSpPr>
            <a:cxnSpLocks noChangeShapeType="1"/>
            <a:stCxn id="25615" idx="3"/>
            <a:endCxn id="25616" idx="1"/>
          </p:cNvCxnSpPr>
          <p:nvPr/>
        </p:nvCxnSpPr>
        <p:spPr bwMode="auto">
          <a:xfrm>
            <a:off x="1703388" y="5464175"/>
            <a:ext cx="9937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8" name="AutoShape 42">
            <a:extLst>
              <a:ext uri="{FF2B5EF4-FFF2-40B4-BE49-F238E27FC236}">
                <a16:creationId xmlns:a16="http://schemas.microsoft.com/office/drawing/2014/main" id="{D50A48AD-4271-AC1B-1E89-78FDA891B65F}"/>
              </a:ext>
            </a:extLst>
          </p:cNvPr>
          <p:cNvCxnSpPr>
            <a:cxnSpLocks noChangeShapeType="1"/>
            <a:stCxn id="25616" idx="3"/>
            <a:endCxn id="25613" idx="1"/>
          </p:cNvCxnSpPr>
          <p:nvPr/>
        </p:nvCxnSpPr>
        <p:spPr bwMode="auto">
          <a:xfrm>
            <a:off x="3079750" y="5464175"/>
            <a:ext cx="10541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43">
            <a:extLst>
              <a:ext uri="{FF2B5EF4-FFF2-40B4-BE49-F238E27FC236}">
                <a16:creationId xmlns:a16="http://schemas.microsoft.com/office/drawing/2014/main" id="{F064A8FC-03A2-88B1-3577-DC75A460592A}"/>
              </a:ext>
            </a:extLst>
          </p:cNvPr>
          <p:cNvCxnSpPr>
            <a:cxnSpLocks noChangeShapeType="1"/>
            <a:stCxn id="25613" idx="3"/>
            <a:endCxn id="25614" idx="1"/>
          </p:cNvCxnSpPr>
          <p:nvPr/>
        </p:nvCxnSpPr>
        <p:spPr bwMode="auto">
          <a:xfrm>
            <a:off x="4514850" y="5464175"/>
            <a:ext cx="30638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44">
            <a:extLst>
              <a:ext uri="{FF2B5EF4-FFF2-40B4-BE49-F238E27FC236}">
                <a16:creationId xmlns:a16="http://schemas.microsoft.com/office/drawing/2014/main" id="{87F543D3-9DC8-97E4-F569-492DF10F2ECA}"/>
              </a:ext>
            </a:extLst>
          </p:cNvPr>
          <p:cNvCxnSpPr>
            <a:cxnSpLocks noChangeShapeType="1"/>
            <a:stCxn id="25614" idx="3"/>
            <a:endCxn id="25611" idx="1"/>
          </p:cNvCxnSpPr>
          <p:nvPr/>
        </p:nvCxnSpPr>
        <p:spPr bwMode="auto">
          <a:xfrm>
            <a:off x="5203825" y="5464175"/>
            <a:ext cx="16605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45">
            <a:extLst>
              <a:ext uri="{FF2B5EF4-FFF2-40B4-BE49-F238E27FC236}">
                <a16:creationId xmlns:a16="http://schemas.microsoft.com/office/drawing/2014/main" id="{E6C15F9B-EE7E-A750-87F8-6AC23D89BB7B}"/>
              </a:ext>
            </a:extLst>
          </p:cNvPr>
          <p:cNvCxnSpPr>
            <a:cxnSpLocks noChangeShapeType="1"/>
            <a:stCxn id="25611" idx="3"/>
            <a:endCxn id="25612" idx="1"/>
          </p:cNvCxnSpPr>
          <p:nvPr/>
        </p:nvCxnSpPr>
        <p:spPr bwMode="auto">
          <a:xfrm>
            <a:off x="7243763" y="5464175"/>
            <a:ext cx="99536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2" name="Text Box 46">
            <a:extLst>
              <a:ext uri="{FF2B5EF4-FFF2-40B4-BE49-F238E27FC236}">
                <a16:creationId xmlns:a16="http://schemas.microsoft.com/office/drawing/2014/main" id="{13DC766A-06A1-4558-FF65-EC87F43EC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15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5623" name="Text Box 47">
            <a:extLst>
              <a:ext uri="{FF2B5EF4-FFF2-40B4-BE49-F238E27FC236}">
                <a16:creationId xmlns:a16="http://schemas.microsoft.com/office/drawing/2014/main" id="{5C6E5A3E-0448-12E3-6D52-EAA2D3E29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207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24" name="Text Box 48">
            <a:extLst>
              <a:ext uri="{FF2B5EF4-FFF2-40B4-BE49-F238E27FC236}">
                <a16:creationId xmlns:a16="http://schemas.microsoft.com/office/drawing/2014/main" id="{912DC33E-D9A7-2EDC-C0D4-B7007D13B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699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25" name="Text Box 49">
            <a:extLst>
              <a:ext uri="{FF2B5EF4-FFF2-40B4-BE49-F238E27FC236}">
                <a16:creationId xmlns:a16="http://schemas.microsoft.com/office/drawing/2014/main" id="{6F944A11-5F1F-C626-D06B-FA5C5C4D2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91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5492545-BB2D-BC20-7ECF-7D887B4AF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Search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8F7AEFC-2873-B45F-67B2-5E53A18EB4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90600"/>
            <a:ext cx="7162800" cy="3124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We search for a key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  <a:r>
              <a:rPr lang="en-US" altLang="en-US" sz="1800"/>
              <a:t> in a a skip list as follows: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Example: search for 78</a:t>
            </a:r>
          </a:p>
        </p:txBody>
      </p:sp>
      <p:grpSp>
        <p:nvGrpSpPr>
          <p:cNvPr id="26628" name="Group 4">
            <a:extLst>
              <a:ext uri="{FF2B5EF4-FFF2-40B4-BE49-F238E27FC236}">
                <a16:creationId xmlns:a16="http://schemas.microsoft.com/office/drawing/2014/main" id="{06384105-196C-9AD4-B7BE-515BC83D930F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4419600"/>
            <a:ext cx="7280275" cy="215900"/>
            <a:chOff x="838" y="2832"/>
            <a:chExt cx="4586" cy="136"/>
          </a:xfrm>
        </p:grpSpPr>
        <p:sp>
          <p:nvSpPr>
            <p:cNvPr id="26678" name="Rectangle 5">
              <a:extLst>
                <a:ext uri="{FF2B5EF4-FFF2-40B4-BE49-F238E27FC236}">
                  <a16:creationId xmlns:a16="http://schemas.microsoft.com/office/drawing/2014/main" id="{1EAD45A0-6E90-4E12-0944-1CA1F6D25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2832"/>
              <a:ext cx="228" cy="13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+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679" name="Rectangle 6">
              <a:extLst>
                <a:ext uri="{FF2B5EF4-FFF2-40B4-BE49-F238E27FC236}">
                  <a16:creationId xmlns:a16="http://schemas.microsoft.com/office/drawing/2014/main" id="{32A912DA-3345-D3DE-7A7A-3AAE8FA7A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2832"/>
              <a:ext cx="229" cy="13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-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</a:p>
          </p:txBody>
        </p:sp>
        <p:cxnSp>
          <p:nvCxnSpPr>
            <p:cNvPr id="26680" name="AutoShape 7">
              <a:extLst>
                <a:ext uri="{FF2B5EF4-FFF2-40B4-BE49-F238E27FC236}">
                  <a16:creationId xmlns:a16="http://schemas.microsoft.com/office/drawing/2014/main" id="{113D2725-1E40-F3D6-6E48-C6889E238B0B}"/>
                </a:ext>
              </a:extLst>
            </p:cNvPr>
            <p:cNvCxnSpPr>
              <a:cxnSpLocks noChangeShapeType="1"/>
              <a:stCxn id="26679" idx="3"/>
              <a:endCxn id="26678" idx="1"/>
            </p:cNvCxnSpPr>
            <p:nvPr/>
          </p:nvCxnSpPr>
          <p:spPr bwMode="auto">
            <a:xfrm>
              <a:off x="1079" y="2900"/>
              <a:ext cx="410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6629" name="Text Box 8">
            <a:extLst>
              <a:ext uri="{FF2B5EF4-FFF2-40B4-BE49-F238E27FC236}">
                <a16:creationId xmlns:a16="http://schemas.microsoft.com/office/drawing/2014/main" id="{906D2E13-C99E-BC9E-AC8D-6E10CC5EB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91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6630" name="Text Box 9">
            <a:extLst>
              <a:ext uri="{FF2B5EF4-FFF2-40B4-BE49-F238E27FC236}">
                <a16:creationId xmlns:a16="http://schemas.microsoft.com/office/drawing/2014/main" id="{5B023854-688E-8CFB-4A51-D77218784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283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31" name="Text Box 10">
            <a:extLst>
              <a:ext uri="{FF2B5EF4-FFF2-40B4-BE49-F238E27FC236}">
                <a16:creationId xmlns:a16="http://schemas.microsoft.com/office/drawing/2014/main" id="{5DA1FE73-6204-1925-6CAC-E38270E9C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775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32" name="Text Box 11">
            <a:extLst>
              <a:ext uri="{FF2B5EF4-FFF2-40B4-BE49-F238E27FC236}">
                <a16:creationId xmlns:a16="http://schemas.microsoft.com/office/drawing/2014/main" id="{2AD6ACD7-5486-3058-C5A4-3E9E12B70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267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33" name="Rectangle 12">
            <a:extLst>
              <a:ext uri="{FF2B5EF4-FFF2-40B4-BE49-F238E27FC236}">
                <a16:creationId xmlns:a16="http://schemas.microsoft.com/office/drawing/2014/main" id="{0FB361C5-F198-EC52-320F-9A418BF1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4926013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6634" name="Rectangle 13">
            <a:extLst>
              <a:ext uri="{FF2B5EF4-FFF2-40B4-BE49-F238E27FC236}">
                <a16:creationId xmlns:a16="http://schemas.microsoft.com/office/drawing/2014/main" id="{7EC17609-6E9A-0C59-D314-8D6DBAF46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4926013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6635" name="Rectangle 14">
            <a:extLst>
              <a:ext uri="{FF2B5EF4-FFF2-40B4-BE49-F238E27FC236}">
                <a16:creationId xmlns:a16="http://schemas.microsoft.com/office/drawing/2014/main" id="{49CC938E-20B2-E154-4241-4854146C6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4926013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6636" name="AutoShape 15">
            <a:extLst>
              <a:ext uri="{FF2B5EF4-FFF2-40B4-BE49-F238E27FC236}">
                <a16:creationId xmlns:a16="http://schemas.microsoft.com/office/drawing/2014/main" id="{A6BF74A3-0997-A04B-1F15-84C299BDD106}"/>
              </a:ext>
            </a:extLst>
          </p:cNvPr>
          <p:cNvCxnSpPr>
            <a:cxnSpLocks noChangeShapeType="1"/>
            <a:stCxn id="26635" idx="3"/>
            <a:endCxn id="26634" idx="1"/>
          </p:cNvCxnSpPr>
          <p:nvPr/>
        </p:nvCxnSpPr>
        <p:spPr bwMode="auto">
          <a:xfrm>
            <a:off x="1712913" y="5033963"/>
            <a:ext cx="241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16">
            <a:extLst>
              <a:ext uri="{FF2B5EF4-FFF2-40B4-BE49-F238E27FC236}">
                <a16:creationId xmlns:a16="http://schemas.microsoft.com/office/drawing/2014/main" id="{8110DB07-39C9-3023-E5F8-1B3D673B2A03}"/>
              </a:ext>
            </a:extLst>
          </p:cNvPr>
          <p:cNvCxnSpPr>
            <a:cxnSpLocks noChangeShapeType="1"/>
            <a:stCxn id="26634" idx="3"/>
            <a:endCxn id="26633" idx="1"/>
          </p:cNvCxnSpPr>
          <p:nvPr/>
        </p:nvCxnSpPr>
        <p:spPr bwMode="auto">
          <a:xfrm>
            <a:off x="4524375" y="5033963"/>
            <a:ext cx="3705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01" name="AutoShape 17">
            <a:extLst>
              <a:ext uri="{FF2B5EF4-FFF2-40B4-BE49-F238E27FC236}">
                <a16:creationId xmlns:a16="http://schemas.microsoft.com/office/drawing/2014/main" id="{C7600A08-87EE-26B5-7026-1BD8958554C7}"/>
              </a:ext>
            </a:extLst>
          </p:cNvPr>
          <p:cNvCxnSpPr>
            <a:cxnSpLocks noChangeShapeType="1"/>
            <a:stCxn id="26635" idx="0"/>
            <a:endCxn id="26634" idx="0"/>
          </p:cNvCxnSpPr>
          <p:nvPr/>
        </p:nvCxnSpPr>
        <p:spPr bwMode="auto">
          <a:xfrm rot="5400000" flipV="1">
            <a:off x="2917825" y="3502026"/>
            <a:ext cx="1587" cy="2811462"/>
          </a:xfrm>
          <a:prstGeom prst="curvedConnector3">
            <a:avLst>
              <a:gd name="adj1" fmla="val -20900009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8">
            <a:extLst>
              <a:ext uri="{FF2B5EF4-FFF2-40B4-BE49-F238E27FC236}">
                <a16:creationId xmlns:a16="http://schemas.microsoft.com/office/drawing/2014/main" id="{438BF293-0916-DF2E-B28E-B4B317D2305D}"/>
              </a:ext>
            </a:extLst>
          </p:cNvPr>
          <p:cNvCxnSpPr>
            <a:cxnSpLocks noChangeShapeType="1"/>
            <a:stCxn id="26679" idx="2"/>
            <a:endCxn id="26635" idx="0"/>
          </p:cNvCxnSpPr>
          <p:nvPr/>
        </p:nvCxnSpPr>
        <p:spPr bwMode="auto">
          <a:xfrm>
            <a:off x="1512888" y="4654550"/>
            <a:ext cx="0" cy="25241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9">
            <a:extLst>
              <a:ext uri="{FF2B5EF4-FFF2-40B4-BE49-F238E27FC236}">
                <a16:creationId xmlns:a16="http://schemas.microsoft.com/office/drawing/2014/main" id="{90EC5A0E-CC59-45A6-4E17-63519B089D8E}"/>
              </a:ext>
            </a:extLst>
          </p:cNvPr>
          <p:cNvCxnSpPr>
            <a:cxnSpLocks noChangeShapeType="1"/>
            <a:stCxn id="26634" idx="2"/>
            <a:endCxn id="26644" idx="0"/>
          </p:cNvCxnSpPr>
          <p:nvPr/>
        </p:nvCxnSpPr>
        <p:spPr bwMode="auto">
          <a:xfrm>
            <a:off x="4324350" y="5160963"/>
            <a:ext cx="0" cy="25241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20">
            <a:extLst>
              <a:ext uri="{FF2B5EF4-FFF2-40B4-BE49-F238E27FC236}">
                <a16:creationId xmlns:a16="http://schemas.microsoft.com/office/drawing/2014/main" id="{9553FFA0-2B37-E004-22FD-2CF3390D83C9}"/>
              </a:ext>
            </a:extLst>
          </p:cNvPr>
          <p:cNvCxnSpPr>
            <a:cxnSpLocks noChangeShapeType="1"/>
            <a:stCxn id="26642" idx="2"/>
            <a:endCxn id="26656" idx="0"/>
          </p:cNvCxnSpPr>
          <p:nvPr/>
        </p:nvCxnSpPr>
        <p:spPr bwMode="auto">
          <a:xfrm>
            <a:off x="7054850" y="5667375"/>
            <a:ext cx="0" cy="25241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2" name="Rectangle 21">
            <a:extLst>
              <a:ext uri="{FF2B5EF4-FFF2-40B4-BE49-F238E27FC236}">
                <a16:creationId xmlns:a16="http://schemas.microsoft.com/office/drawing/2014/main" id="{02C7E269-536D-31CA-5E58-2BC0D5FEE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5432425"/>
            <a:ext cx="360363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64</a:t>
            </a:r>
          </a:p>
        </p:txBody>
      </p:sp>
      <p:sp>
        <p:nvSpPr>
          <p:cNvPr id="26643" name="Rectangle 22">
            <a:extLst>
              <a:ext uri="{FF2B5EF4-FFF2-40B4-BE49-F238E27FC236}">
                <a16:creationId xmlns:a16="http://schemas.microsoft.com/office/drawing/2014/main" id="{35FCDDAC-013B-61D6-AA42-E35600D65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5432425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6644" name="Rectangle 23">
            <a:extLst>
              <a:ext uri="{FF2B5EF4-FFF2-40B4-BE49-F238E27FC236}">
                <a16:creationId xmlns:a16="http://schemas.microsoft.com/office/drawing/2014/main" id="{72A7C9C0-923A-26DE-21C0-027134157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5432425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6645" name="Rectangle 24">
            <a:extLst>
              <a:ext uri="{FF2B5EF4-FFF2-40B4-BE49-F238E27FC236}">
                <a16:creationId xmlns:a16="http://schemas.microsoft.com/office/drawing/2014/main" id="{CF555220-1CDC-2F0A-81C8-4C3309840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5432425"/>
            <a:ext cx="363537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6646" name="Rectangle 25">
            <a:extLst>
              <a:ext uri="{FF2B5EF4-FFF2-40B4-BE49-F238E27FC236}">
                <a16:creationId xmlns:a16="http://schemas.microsoft.com/office/drawing/2014/main" id="{80590435-E22E-F0A5-307F-5BD49751E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5432425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6647" name="Rectangle 26">
            <a:extLst>
              <a:ext uri="{FF2B5EF4-FFF2-40B4-BE49-F238E27FC236}">
                <a16:creationId xmlns:a16="http://schemas.microsoft.com/office/drawing/2014/main" id="{C8764F62-1B65-BA3B-6C4C-A378BF895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688" y="5432425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cxnSp>
        <p:nvCxnSpPr>
          <p:cNvPr id="26648" name="AutoShape 27">
            <a:extLst>
              <a:ext uri="{FF2B5EF4-FFF2-40B4-BE49-F238E27FC236}">
                <a16:creationId xmlns:a16="http://schemas.microsoft.com/office/drawing/2014/main" id="{C7CBD6FD-9D56-F4F4-EF20-9DFB7B0C171F}"/>
              </a:ext>
            </a:extLst>
          </p:cNvPr>
          <p:cNvCxnSpPr>
            <a:cxnSpLocks noChangeShapeType="1"/>
            <a:stCxn id="26646" idx="3"/>
            <a:endCxn id="26647" idx="1"/>
          </p:cNvCxnSpPr>
          <p:nvPr/>
        </p:nvCxnSpPr>
        <p:spPr bwMode="auto">
          <a:xfrm>
            <a:off x="1703388" y="5540375"/>
            <a:ext cx="9937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9" name="AutoShape 28">
            <a:extLst>
              <a:ext uri="{FF2B5EF4-FFF2-40B4-BE49-F238E27FC236}">
                <a16:creationId xmlns:a16="http://schemas.microsoft.com/office/drawing/2014/main" id="{92527A5F-DED8-4F01-81C7-47602BEA6E08}"/>
              </a:ext>
            </a:extLst>
          </p:cNvPr>
          <p:cNvCxnSpPr>
            <a:cxnSpLocks noChangeShapeType="1"/>
            <a:stCxn id="26647" idx="3"/>
            <a:endCxn id="26644" idx="1"/>
          </p:cNvCxnSpPr>
          <p:nvPr/>
        </p:nvCxnSpPr>
        <p:spPr bwMode="auto">
          <a:xfrm>
            <a:off x="3079750" y="5540375"/>
            <a:ext cx="10445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0" name="AutoShape 29">
            <a:extLst>
              <a:ext uri="{FF2B5EF4-FFF2-40B4-BE49-F238E27FC236}">
                <a16:creationId xmlns:a16="http://schemas.microsoft.com/office/drawing/2014/main" id="{714C7769-5F45-C0F1-6689-3778400E0B42}"/>
              </a:ext>
            </a:extLst>
          </p:cNvPr>
          <p:cNvCxnSpPr>
            <a:cxnSpLocks noChangeShapeType="1"/>
            <a:stCxn id="26644" idx="3"/>
            <a:endCxn id="26645" idx="1"/>
          </p:cNvCxnSpPr>
          <p:nvPr/>
        </p:nvCxnSpPr>
        <p:spPr bwMode="auto">
          <a:xfrm>
            <a:off x="4524375" y="5540375"/>
            <a:ext cx="2873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1" name="AutoShape 30">
            <a:extLst>
              <a:ext uri="{FF2B5EF4-FFF2-40B4-BE49-F238E27FC236}">
                <a16:creationId xmlns:a16="http://schemas.microsoft.com/office/drawing/2014/main" id="{DAD977A3-BDA8-2764-8BC9-A6B2262B2F73}"/>
              </a:ext>
            </a:extLst>
          </p:cNvPr>
          <p:cNvCxnSpPr>
            <a:cxnSpLocks noChangeShapeType="1"/>
            <a:stCxn id="26645" idx="3"/>
            <a:endCxn id="26642" idx="1"/>
          </p:cNvCxnSpPr>
          <p:nvPr/>
        </p:nvCxnSpPr>
        <p:spPr bwMode="auto">
          <a:xfrm>
            <a:off x="5213350" y="5540375"/>
            <a:ext cx="16414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2" name="AutoShape 31">
            <a:extLst>
              <a:ext uri="{FF2B5EF4-FFF2-40B4-BE49-F238E27FC236}">
                <a16:creationId xmlns:a16="http://schemas.microsoft.com/office/drawing/2014/main" id="{3BA08C8A-9D58-3FAE-D63B-05985A189790}"/>
              </a:ext>
            </a:extLst>
          </p:cNvPr>
          <p:cNvCxnSpPr>
            <a:cxnSpLocks noChangeShapeType="1"/>
            <a:stCxn id="26642" idx="3"/>
            <a:endCxn id="26643" idx="1"/>
          </p:cNvCxnSpPr>
          <p:nvPr/>
        </p:nvCxnSpPr>
        <p:spPr bwMode="auto">
          <a:xfrm>
            <a:off x="7253288" y="5540375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16" name="AutoShape 32">
            <a:extLst>
              <a:ext uri="{FF2B5EF4-FFF2-40B4-BE49-F238E27FC236}">
                <a16:creationId xmlns:a16="http://schemas.microsoft.com/office/drawing/2014/main" id="{697BD327-663E-F51C-FA34-B8CC3F666EE3}"/>
              </a:ext>
            </a:extLst>
          </p:cNvPr>
          <p:cNvCxnSpPr>
            <a:cxnSpLocks noChangeShapeType="1"/>
            <a:stCxn id="26644" idx="0"/>
            <a:endCxn id="26645" idx="0"/>
          </p:cNvCxnSpPr>
          <p:nvPr/>
        </p:nvCxnSpPr>
        <p:spPr bwMode="auto">
          <a:xfrm rot="5400000" flipV="1">
            <a:off x="4668044" y="5069681"/>
            <a:ext cx="1588" cy="688975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17" name="AutoShape 33">
            <a:extLst>
              <a:ext uri="{FF2B5EF4-FFF2-40B4-BE49-F238E27FC236}">
                <a16:creationId xmlns:a16="http://schemas.microsoft.com/office/drawing/2014/main" id="{C13A0FD2-5BA5-7B55-267E-BCDECA00D1D9}"/>
              </a:ext>
            </a:extLst>
          </p:cNvPr>
          <p:cNvCxnSpPr>
            <a:cxnSpLocks noChangeShapeType="1"/>
            <a:stCxn id="26645" idx="0"/>
            <a:endCxn id="26642" idx="0"/>
          </p:cNvCxnSpPr>
          <p:nvPr/>
        </p:nvCxnSpPr>
        <p:spPr bwMode="auto">
          <a:xfrm rot="5400000" flipV="1">
            <a:off x="6033294" y="4393406"/>
            <a:ext cx="1588" cy="2041525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55" name="Rectangle 34">
            <a:extLst>
              <a:ext uri="{FF2B5EF4-FFF2-40B4-BE49-F238E27FC236}">
                <a16:creationId xmlns:a16="http://schemas.microsoft.com/office/drawing/2014/main" id="{1464C8F8-2169-B935-4652-FC4CC4426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4900" y="59388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56</a:t>
            </a:r>
          </a:p>
        </p:txBody>
      </p:sp>
      <p:sp>
        <p:nvSpPr>
          <p:cNvPr id="26656" name="Rectangle 35">
            <a:extLst>
              <a:ext uri="{FF2B5EF4-FFF2-40B4-BE49-F238E27FC236}">
                <a16:creationId xmlns:a16="http://schemas.microsoft.com/office/drawing/2014/main" id="{4CA914B9-62E5-0F1C-E209-87B93716B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5938838"/>
            <a:ext cx="360363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64</a:t>
            </a:r>
          </a:p>
        </p:txBody>
      </p:sp>
      <p:sp>
        <p:nvSpPr>
          <p:cNvPr id="26657" name="Rectangle 36">
            <a:extLst>
              <a:ext uri="{FF2B5EF4-FFF2-40B4-BE49-F238E27FC236}">
                <a16:creationId xmlns:a16="http://schemas.microsoft.com/office/drawing/2014/main" id="{CB3DD030-9245-E1F0-EFFA-E1AB428C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675" y="5938838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26658" name="Rectangle 37">
            <a:extLst>
              <a:ext uri="{FF2B5EF4-FFF2-40B4-BE49-F238E27FC236}">
                <a16:creationId xmlns:a16="http://schemas.microsoft.com/office/drawing/2014/main" id="{3B53D663-0A64-979C-A9CF-676D90160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593883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6659" name="Rectangle 38">
            <a:extLst>
              <a:ext uri="{FF2B5EF4-FFF2-40B4-BE49-F238E27FC236}">
                <a16:creationId xmlns:a16="http://schemas.microsoft.com/office/drawing/2014/main" id="{999D11CC-3C57-65EF-B528-A47E79E3E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593883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6660" name="Rectangle 39">
            <a:extLst>
              <a:ext uri="{FF2B5EF4-FFF2-40B4-BE49-F238E27FC236}">
                <a16:creationId xmlns:a16="http://schemas.microsoft.com/office/drawing/2014/main" id="{38EF1C5D-2D1C-E1FC-E5DE-A5268C0D5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59388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6661" name="Rectangle 40">
            <a:extLst>
              <a:ext uri="{FF2B5EF4-FFF2-40B4-BE49-F238E27FC236}">
                <a16:creationId xmlns:a16="http://schemas.microsoft.com/office/drawing/2014/main" id="{008BC332-6D12-8E00-ED77-AF39BCF7E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5" y="59388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44</a:t>
            </a:r>
          </a:p>
        </p:txBody>
      </p:sp>
      <p:sp>
        <p:nvSpPr>
          <p:cNvPr id="26662" name="Rectangle 41">
            <a:extLst>
              <a:ext uri="{FF2B5EF4-FFF2-40B4-BE49-F238E27FC236}">
                <a16:creationId xmlns:a16="http://schemas.microsoft.com/office/drawing/2014/main" id="{0F565235-BFD6-3544-B665-C2AEA7605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59388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6663" name="Rectangle 42">
            <a:extLst>
              <a:ext uri="{FF2B5EF4-FFF2-40B4-BE49-F238E27FC236}">
                <a16:creationId xmlns:a16="http://schemas.microsoft.com/office/drawing/2014/main" id="{6FC641C5-8D82-24E3-96FC-6B9223F26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59388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6664" name="Rectangle 43">
            <a:extLst>
              <a:ext uri="{FF2B5EF4-FFF2-40B4-BE49-F238E27FC236}">
                <a16:creationId xmlns:a16="http://schemas.microsoft.com/office/drawing/2014/main" id="{4059A3A3-FF10-8F3F-577B-330EDD71D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688" y="59388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6665" name="Rectangle 44">
            <a:extLst>
              <a:ext uri="{FF2B5EF4-FFF2-40B4-BE49-F238E27FC236}">
                <a16:creationId xmlns:a16="http://schemas.microsoft.com/office/drawing/2014/main" id="{095E13D0-0C19-4964-3B60-C960C0420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5663" y="59388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26</a:t>
            </a:r>
          </a:p>
        </p:txBody>
      </p:sp>
      <p:cxnSp>
        <p:nvCxnSpPr>
          <p:cNvPr id="26666" name="AutoShape 45">
            <a:extLst>
              <a:ext uri="{FF2B5EF4-FFF2-40B4-BE49-F238E27FC236}">
                <a16:creationId xmlns:a16="http://schemas.microsoft.com/office/drawing/2014/main" id="{37819C57-9E4C-6B7A-FD4B-4D10B144D493}"/>
              </a:ext>
            </a:extLst>
          </p:cNvPr>
          <p:cNvCxnSpPr>
            <a:cxnSpLocks noChangeShapeType="1"/>
            <a:stCxn id="26662" idx="3"/>
            <a:endCxn id="26663" idx="1"/>
          </p:cNvCxnSpPr>
          <p:nvPr/>
        </p:nvCxnSpPr>
        <p:spPr bwMode="auto">
          <a:xfrm>
            <a:off x="1703388" y="6046788"/>
            <a:ext cx="3063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7" name="AutoShape 46">
            <a:extLst>
              <a:ext uri="{FF2B5EF4-FFF2-40B4-BE49-F238E27FC236}">
                <a16:creationId xmlns:a16="http://schemas.microsoft.com/office/drawing/2014/main" id="{A824A8E6-A8A6-A115-6642-4BA1B9FFAC57}"/>
              </a:ext>
            </a:extLst>
          </p:cNvPr>
          <p:cNvCxnSpPr>
            <a:cxnSpLocks noChangeShapeType="1"/>
            <a:stCxn id="26664" idx="3"/>
            <a:endCxn id="26665" idx="1"/>
          </p:cNvCxnSpPr>
          <p:nvPr/>
        </p:nvCxnSpPr>
        <p:spPr bwMode="auto">
          <a:xfrm>
            <a:off x="3079750" y="6046788"/>
            <a:ext cx="30638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8" name="AutoShape 47">
            <a:extLst>
              <a:ext uri="{FF2B5EF4-FFF2-40B4-BE49-F238E27FC236}">
                <a16:creationId xmlns:a16="http://schemas.microsoft.com/office/drawing/2014/main" id="{6377B02A-F023-1FD6-7FC2-96A6C355469F}"/>
              </a:ext>
            </a:extLst>
          </p:cNvPr>
          <p:cNvCxnSpPr>
            <a:cxnSpLocks noChangeShapeType="1"/>
            <a:stCxn id="26659" idx="3"/>
            <a:endCxn id="26660" idx="1"/>
          </p:cNvCxnSpPr>
          <p:nvPr/>
        </p:nvCxnSpPr>
        <p:spPr bwMode="auto">
          <a:xfrm>
            <a:off x="4514850" y="6046788"/>
            <a:ext cx="30638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9" name="AutoShape 48">
            <a:extLst>
              <a:ext uri="{FF2B5EF4-FFF2-40B4-BE49-F238E27FC236}">
                <a16:creationId xmlns:a16="http://schemas.microsoft.com/office/drawing/2014/main" id="{83FB25D1-7770-1FA7-4EE0-3A87286AC973}"/>
              </a:ext>
            </a:extLst>
          </p:cNvPr>
          <p:cNvCxnSpPr>
            <a:cxnSpLocks noChangeShapeType="1"/>
            <a:stCxn id="26663" idx="3"/>
            <a:endCxn id="26664" idx="1"/>
          </p:cNvCxnSpPr>
          <p:nvPr/>
        </p:nvCxnSpPr>
        <p:spPr bwMode="auto">
          <a:xfrm>
            <a:off x="2392363" y="6046788"/>
            <a:ext cx="3048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0" name="AutoShape 49">
            <a:extLst>
              <a:ext uri="{FF2B5EF4-FFF2-40B4-BE49-F238E27FC236}">
                <a16:creationId xmlns:a16="http://schemas.microsoft.com/office/drawing/2014/main" id="{6DCC5F49-2AC5-5678-DC4E-CB7671F5E194}"/>
              </a:ext>
            </a:extLst>
          </p:cNvPr>
          <p:cNvCxnSpPr>
            <a:cxnSpLocks noChangeShapeType="1"/>
            <a:stCxn id="26665" idx="3"/>
            <a:endCxn id="26659" idx="1"/>
          </p:cNvCxnSpPr>
          <p:nvPr/>
        </p:nvCxnSpPr>
        <p:spPr bwMode="auto">
          <a:xfrm>
            <a:off x="3768725" y="6046788"/>
            <a:ext cx="365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1" name="AutoShape 50">
            <a:extLst>
              <a:ext uri="{FF2B5EF4-FFF2-40B4-BE49-F238E27FC236}">
                <a16:creationId xmlns:a16="http://schemas.microsoft.com/office/drawing/2014/main" id="{DB407258-6E39-12CF-38AD-32FEF8909E11}"/>
              </a:ext>
            </a:extLst>
          </p:cNvPr>
          <p:cNvCxnSpPr>
            <a:cxnSpLocks noChangeShapeType="1"/>
            <a:stCxn id="26660" idx="3"/>
            <a:endCxn id="26661" idx="1"/>
          </p:cNvCxnSpPr>
          <p:nvPr/>
        </p:nvCxnSpPr>
        <p:spPr bwMode="auto">
          <a:xfrm>
            <a:off x="5203825" y="6046788"/>
            <a:ext cx="2825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2" name="AutoShape 51">
            <a:extLst>
              <a:ext uri="{FF2B5EF4-FFF2-40B4-BE49-F238E27FC236}">
                <a16:creationId xmlns:a16="http://schemas.microsoft.com/office/drawing/2014/main" id="{9C72F40F-5353-9078-7528-34763018AE32}"/>
              </a:ext>
            </a:extLst>
          </p:cNvPr>
          <p:cNvCxnSpPr>
            <a:cxnSpLocks noChangeShapeType="1"/>
            <a:stCxn id="26661" idx="3"/>
            <a:endCxn id="26655" idx="1"/>
          </p:cNvCxnSpPr>
          <p:nvPr/>
        </p:nvCxnSpPr>
        <p:spPr bwMode="auto">
          <a:xfrm>
            <a:off x="5868988" y="6046788"/>
            <a:ext cx="3063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3" name="AutoShape 52">
            <a:extLst>
              <a:ext uri="{FF2B5EF4-FFF2-40B4-BE49-F238E27FC236}">
                <a16:creationId xmlns:a16="http://schemas.microsoft.com/office/drawing/2014/main" id="{CA122B11-C332-CBD9-93F8-AA7758358F50}"/>
              </a:ext>
            </a:extLst>
          </p:cNvPr>
          <p:cNvCxnSpPr>
            <a:cxnSpLocks noChangeShapeType="1"/>
            <a:stCxn id="26655" idx="3"/>
            <a:endCxn id="26656" idx="1"/>
          </p:cNvCxnSpPr>
          <p:nvPr/>
        </p:nvCxnSpPr>
        <p:spPr bwMode="auto">
          <a:xfrm>
            <a:off x="6557963" y="6046788"/>
            <a:ext cx="29686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4" name="AutoShape 53">
            <a:extLst>
              <a:ext uri="{FF2B5EF4-FFF2-40B4-BE49-F238E27FC236}">
                <a16:creationId xmlns:a16="http://schemas.microsoft.com/office/drawing/2014/main" id="{240AE19A-BDF1-4D4F-C427-AC126F1CD2FF}"/>
              </a:ext>
            </a:extLst>
          </p:cNvPr>
          <p:cNvCxnSpPr>
            <a:cxnSpLocks noChangeShapeType="1"/>
            <a:stCxn id="26656" idx="3"/>
            <a:endCxn id="26657" idx="1"/>
          </p:cNvCxnSpPr>
          <p:nvPr/>
        </p:nvCxnSpPr>
        <p:spPr bwMode="auto">
          <a:xfrm>
            <a:off x="7253288" y="6046788"/>
            <a:ext cx="2873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5" name="AutoShape 54">
            <a:extLst>
              <a:ext uri="{FF2B5EF4-FFF2-40B4-BE49-F238E27FC236}">
                <a16:creationId xmlns:a16="http://schemas.microsoft.com/office/drawing/2014/main" id="{A74BC31B-2253-1096-7727-4FF20687500F}"/>
              </a:ext>
            </a:extLst>
          </p:cNvPr>
          <p:cNvCxnSpPr>
            <a:cxnSpLocks noChangeShapeType="1"/>
            <a:stCxn id="26657" idx="3"/>
            <a:endCxn id="26658" idx="1"/>
          </p:cNvCxnSpPr>
          <p:nvPr/>
        </p:nvCxnSpPr>
        <p:spPr bwMode="auto">
          <a:xfrm>
            <a:off x="7940675" y="6046788"/>
            <a:ext cx="298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39" name="AutoShape 55">
            <a:extLst>
              <a:ext uri="{FF2B5EF4-FFF2-40B4-BE49-F238E27FC236}">
                <a16:creationId xmlns:a16="http://schemas.microsoft.com/office/drawing/2014/main" id="{6CE6F19A-4921-E4DE-2567-CE9152F114F4}"/>
              </a:ext>
            </a:extLst>
          </p:cNvPr>
          <p:cNvCxnSpPr>
            <a:cxnSpLocks noChangeShapeType="1"/>
            <a:stCxn id="26656" idx="0"/>
            <a:endCxn id="26657" idx="0"/>
          </p:cNvCxnSpPr>
          <p:nvPr/>
        </p:nvCxnSpPr>
        <p:spPr bwMode="auto">
          <a:xfrm rot="5400000" flipV="1">
            <a:off x="7396956" y="5577682"/>
            <a:ext cx="1587" cy="685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77" name="Rectangle 56">
            <a:extLst>
              <a:ext uri="{FF2B5EF4-FFF2-40B4-BE49-F238E27FC236}">
                <a16:creationId xmlns:a16="http://schemas.microsoft.com/office/drawing/2014/main" id="{1A23C644-3F95-7439-8CB7-62A5F0CE5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371600"/>
            <a:ext cx="4191000" cy="28194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/>
              <a:t>Algorithm</a:t>
            </a:r>
            <a:r>
              <a:rPr lang="en-US" altLang="en-US" sz="1600"/>
              <a:t> SkipSearch (k)</a:t>
            </a:r>
          </a:p>
          <a:p>
            <a:pPr algn="l" eaLnBrk="1" hangingPunct="1"/>
            <a:r>
              <a:rPr lang="en-US" altLang="en-US" sz="1600"/>
              <a:t>   p ← the left-top position of S</a:t>
            </a:r>
            <a:endParaRPr lang="en-US" altLang="en-US"/>
          </a:p>
          <a:p>
            <a:pPr algn="l" eaLnBrk="1" hangingPunct="1"/>
            <a:r>
              <a:rPr lang="en-US" altLang="en-US" b="1"/>
              <a:t>   while</a:t>
            </a:r>
            <a:r>
              <a:rPr lang="en-US" altLang="en-US"/>
              <a:t> below(p) ≠ </a:t>
            </a:r>
            <a:r>
              <a:rPr lang="en-US" altLang="en-US" b="1"/>
              <a:t>null</a:t>
            </a:r>
            <a:r>
              <a:rPr lang="en-US" altLang="en-US"/>
              <a:t> </a:t>
            </a:r>
            <a:r>
              <a:rPr lang="en-US" altLang="en-US" b="1"/>
              <a:t>do</a:t>
            </a:r>
          </a:p>
          <a:p>
            <a:pPr algn="l" eaLnBrk="1" hangingPunct="1"/>
            <a:r>
              <a:rPr lang="en-US" altLang="en-US"/>
              <a:t>      p ← below(p)              </a:t>
            </a:r>
            <a:r>
              <a:rPr lang="en-US" altLang="en-US">
                <a:solidFill>
                  <a:srgbClr val="FF0066"/>
                </a:solidFill>
              </a:rPr>
              <a:t>// drop-down</a:t>
            </a:r>
          </a:p>
          <a:p>
            <a:pPr algn="l" eaLnBrk="1" hangingPunct="1"/>
            <a:r>
              <a:rPr lang="en-US" altLang="en-US"/>
              <a:t>      </a:t>
            </a:r>
            <a:r>
              <a:rPr lang="en-US" altLang="en-US" b="1"/>
              <a:t>while</a:t>
            </a:r>
            <a:r>
              <a:rPr lang="en-US" altLang="en-US"/>
              <a:t> key(after(p)) ≤ k </a:t>
            </a:r>
            <a:r>
              <a:rPr lang="en-US" altLang="en-US" b="1"/>
              <a:t>do</a:t>
            </a:r>
            <a:r>
              <a:rPr lang="en-US" altLang="en-US"/>
              <a:t> </a:t>
            </a:r>
          </a:p>
          <a:p>
            <a:pPr algn="l" eaLnBrk="1" hangingPunct="1"/>
            <a:r>
              <a:rPr lang="en-US" altLang="en-US"/>
              <a:t>         p ← after(p)            </a:t>
            </a:r>
            <a:r>
              <a:rPr lang="en-US" altLang="en-US">
                <a:solidFill>
                  <a:srgbClr val="FF0066"/>
                </a:solidFill>
              </a:rPr>
              <a:t>// scan-forward</a:t>
            </a:r>
            <a:endParaRPr lang="en-US" altLang="en-US"/>
          </a:p>
          <a:p>
            <a:pPr algn="l" eaLnBrk="1" hangingPunct="1"/>
            <a:r>
              <a:rPr lang="en-US" altLang="en-US"/>
              <a:t>   </a:t>
            </a:r>
            <a:r>
              <a:rPr lang="en-US" altLang="en-US" b="1"/>
              <a:t>if</a:t>
            </a:r>
            <a:r>
              <a:rPr lang="en-US" altLang="en-US"/>
              <a:t> key(p) ≠ k</a:t>
            </a:r>
          </a:p>
          <a:p>
            <a:pPr algn="l" eaLnBrk="1" hangingPunct="1"/>
            <a:r>
              <a:rPr lang="en-US" altLang="en-US"/>
              <a:t>      </a:t>
            </a:r>
            <a:r>
              <a:rPr lang="en-US" altLang="en-US" b="1"/>
              <a:t>return</a:t>
            </a:r>
            <a:r>
              <a:rPr lang="en-US" altLang="en-US"/>
              <a:t> no_such_key</a:t>
            </a:r>
          </a:p>
          <a:p>
            <a:pPr algn="l" eaLnBrk="1" hangingPunct="1"/>
            <a:r>
              <a:rPr lang="en-US" altLang="en-US"/>
              <a:t>   </a:t>
            </a:r>
            <a:r>
              <a:rPr lang="en-US" altLang="en-US" b="1"/>
              <a:t>else</a:t>
            </a:r>
          </a:p>
          <a:p>
            <a:pPr algn="l" eaLnBrk="1" hangingPunct="1"/>
            <a:r>
              <a:rPr lang="en-US" altLang="en-US" b="1"/>
              <a:t>      return</a:t>
            </a:r>
            <a:r>
              <a:rPr lang="en-US" altLang="en-US"/>
              <a:t> 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1A6866C-A9E4-A1B4-C8FE-0F29254F6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Randomized Algorithms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82E1221-9C2B-2766-C9EA-8680FC034B0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524000"/>
            <a:ext cx="3886200" cy="4267200"/>
          </a:xfrm>
        </p:spPr>
        <p:txBody>
          <a:bodyPr/>
          <a:lstStyle/>
          <a:p>
            <a:pPr eaLnBrk="1" hangingPunct="1"/>
            <a:r>
              <a:rPr lang="en-US" altLang="en-US" sz="1800"/>
              <a:t>A </a:t>
            </a:r>
            <a:r>
              <a:rPr lang="en-US" altLang="en-US" sz="1800">
                <a:solidFill>
                  <a:schemeClr val="tx2"/>
                </a:solidFill>
              </a:rPr>
              <a:t>randomized algorithm</a:t>
            </a:r>
            <a:r>
              <a:rPr lang="en-US" altLang="en-US" sz="1800"/>
              <a:t> performs coin tosses (i.e., uses random bits) to control its execution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It contains statements of the type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	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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random</a:t>
            </a: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	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Symbol" pitchFamily="2" charset="2"/>
              </a:rPr>
              <a:t>=</a:t>
            </a: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 0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		do A …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	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 sz="1600">
                <a:latin typeface="Times New Roman" panose="02020603050405020304" pitchFamily="18" charset="0"/>
              </a:rPr>
              <a:t> { </a:t>
            </a:r>
            <a:r>
              <a:rPr lang="en-US" altLang="en-US" sz="1600" b="1" i="1">
                <a:latin typeface="Times New Roman" panose="02020603050405020304" pitchFamily="18" charset="0"/>
              </a:rPr>
              <a:t>b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latin typeface="Symbol" pitchFamily="2" charset="2"/>
              </a:rPr>
              <a:t>=</a:t>
            </a:r>
            <a:r>
              <a:rPr lang="en-US" altLang="en-US" sz="1600">
                <a:latin typeface="Times New Roman" panose="02020603050405020304" pitchFamily="18" charset="0"/>
              </a:rPr>
              <a:t> 1}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		do  B … </a:t>
            </a:r>
          </a:p>
          <a:p>
            <a:pPr lvl="1" eaLnBrk="1" hangingPunct="1">
              <a:buFontTx/>
              <a:buNone/>
            </a:pPr>
            <a:endParaRPr lang="en-US" altLang="en-US" sz="16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1800"/>
              <a:t>Its running time depends on the outcomes of the coin tosses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3A2FCA4-6A1F-6ADD-DA76-11B14CC408B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524000"/>
            <a:ext cx="3810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We analyze the expected running time of a randomized algorithm under the following assumptions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the coins are unbiased, 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the coin tosses are independent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The worst-case running time of a randomized algorithm is often large but has very low probability (e.g., it occurs when all the coin tosses give “heads”)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We use a </a:t>
            </a:r>
            <a:r>
              <a:rPr lang="en-US" altLang="en-US" sz="1800" dirty="0">
                <a:highlight>
                  <a:srgbClr val="FFFF00"/>
                </a:highlight>
              </a:rPr>
              <a:t>randomized algorithm to insert items into a skip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1C695E1-12B5-6C19-16EB-04AD06835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696200" cy="3581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To insert an item 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1800" dirty="0"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into a skip list, we use a randomized algorithm: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Example: insert key </a:t>
            </a:r>
            <a:r>
              <a:rPr lang="en-US" altLang="en-US" sz="1800" dirty="0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7C54A68-7D15-5457-72C7-77BC91386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076A8D35-6315-BF81-6819-1C73B694D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93883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6081400C-CD61-9556-A0F7-897BB8707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525" y="5938838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49DF1BA0-A23C-E1B1-E4C4-8BF36B77A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5938838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05AB055F-1696-0266-200D-6478580C7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488" y="59388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36</a:t>
            </a:r>
          </a:p>
        </p:txBody>
      </p:sp>
      <p:cxnSp>
        <p:nvCxnSpPr>
          <p:cNvPr id="28680" name="AutoShape 8">
            <a:extLst>
              <a:ext uri="{FF2B5EF4-FFF2-40B4-BE49-F238E27FC236}">
                <a16:creationId xmlns:a16="http://schemas.microsoft.com/office/drawing/2014/main" id="{3FDF395B-238C-D4B3-9F17-8F0A0C891879}"/>
              </a:ext>
            </a:extLst>
          </p:cNvPr>
          <p:cNvCxnSpPr>
            <a:cxnSpLocks noChangeShapeType="1"/>
            <a:stCxn id="28677" idx="3"/>
            <a:endCxn id="28678" idx="1"/>
          </p:cNvCxnSpPr>
          <p:nvPr/>
        </p:nvCxnSpPr>
        <p:spPr bwMode="auto">
          <a:xfrm>
            <a:off x="1408113" y="6046788"/>
            <a:ext cx="2174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1" name="AutoShape 9">
            <a:extLst>
              <a:ext uri="{FF2B5EF4-FFF2-40B4-BE49-F238E27FC236}">
                <a16:creationId xmlns:a16="http://schemas.microsoft.com/office/drawing/2014/main" id="{C17254ED-FD87-506F-6768-42060EE349CD}"/>
              </a:ext>
            </a:extLst>
          </p:cNvPr>
          <p:cNvCxnSpPr>
            <a:cxnSpLocks noChangeShapeType="1"/>
            <a:stCxn id="28687" idx="3"/>
            <a:endCxn id="28679" idx="1"/>
          </p:cNvCxnSpPr>
          <p:nvPr/>
        </p:nvCxnSpPr>
        <p:spPr bwMode="auto">
          <a:xfrm>
            <a:off x="2646363" y="6046788"/>
            <a:ext cx="2286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2" name="AutoShape 10">
            <a:extLst>
              <a:ext uri="{FF2B5EF4-FFF2-40B4-BE49-F238E27FC236}">
                <a16:creationId xmlns:a16="http://schemas.microsoft.com/office/drawing/2014/main" id="{9644CEA9-41DF-6049-13A7-3F66690CD224}"/>
              </a:ext>
            </a:extLst>
          </p:cNvPr>
          <p:cNvCxnSpPr>
            <a:cxnSpLocks noChangeShapeType="1"/>
            <a:stCxn id="28678" idx="3"/>
            <a:endCxn id="28687" idx="1"/>
          </p:cNvCxnSpPr>
          <p:nvPr/>
        </p:nvCxnSpPr>
        <p:spPr bwMode="auto">
          <a:xfrm>
            <a:off x="2027238" y="6046788"/>
            <a:ext cx="2174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3" name="AutoShape 11">
            <a:extLst>
              <a:ext uri="{FF2B5EF4-FFF2-40B4-BE49-F238E27FC236}">
                <a16:creationId xmlns:a16="http://schemas.microsoft.com/office/drawing/2014/main" id="{56A676E0-DF4B-B65B-72B4-0D76750C5F10}"/>
              </a:ext>
            </a:extLst>
          </p:cNvPr>
          <p:cNvCxnSpPr>
            <a:cxnSpLocks noChangeShapeType="1"/>
            <a:stCxn id="28679" idx="3"/>
            <a:endCxn id="28676" idx="1"/>
          </p:cNvCxnSpPr>
          <p:nvPr/>
        </p:nvCxnSpPr>
        <p:spPr bwMode="auto">
          <a:xfrm>
            <a:off x="3257550" y="6046788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4" name="Rectangle 12">
            <a:extLst>
              <a:ext uri="{FF2B5EF4-FFF2-40B4-BE49-F238E27FC236}">
                <a16:creationId xmlns:a16="http://schemas.microsoft.com/office/drawing/2014/main" id="{60D8B98D-4CD8-C060-2060-AA87B43DA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926013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685" name="Rectangle 13">
            <a:extLst>
              <a:ext uri="{FF2B5EF4-FFF2-40B4-BE49-F238E27FC236}">
                <a16:creationId xmlns:a16="http://schemas.microsoft.com/office/drawing/2014/main" id="{FCFA826E-79D3-A0F2-7525-4BB3BF3CF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525" y="4926013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8686" name="AutoShape 14">
            <a:extLst>
              <a:ext uri="{FF2B5EF4-FFF2-40B4-BE49-F238E27FC236}">
                <a16:creationId xmlns:a16="http://schemas.microsoft.com/office/drawing/2014/main" id="{1F16C9BF-2A41-11DD-08B9-AAD09B79CD7C}"/>
              </a:ext>
            </a:extLst>
          </p:cNvPr>
          <p:cNvCxnSpPr>
            <a:cxnSpLocks noChangeShapeType="1"/>
            <a:stCxn id="28685" idx="3"/>
            <a:endCxn id="28684" idx="1"/>
          </p:cNvCxnSpPr>
          <p:nvPr/>
        </p:nvCxnSpPr>
        <p:spPr bwMode="auto">
          <a:xfrm>
            <a:off x="1408113" y="5033963"/>
            <a:ext cx="20780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5156D39F-5380-8FBA-761A-C7CC292DB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775" y="5938838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9DC2BF80-62A2-B43D-4931-90F4BF1E1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63" y="5438775"/>
            <a:ext cx="363537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8689" name="Rectangle 17">
            <a:extLst>
              <a:ext uri="{FF2B5EF4-FFF2-40B4-BE49-F238E27FC236}">
                <a16:creationId xmlns:a16="http://schemas.microsoft.com/office/drawing/2014/main" id="{BF0FDCB2-7E59-0F63-B8BC-A2146AB80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432425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690" name="Rectangle 18">
            <a:extLst>
              <a:ext uri="{FF2B5EF4-FFF2-40B4-BE49-F238E27FC236}">
                <a16:creationId xmlns:a16="http://schemas.microsoft.com/office/drawing/2014/main" id="{00DDB6E5-36B9-3A99-8EA5-BDCB5CEEC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525" y="5432425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8691" name="AutoShape 19">
            <a:extLst>
              <a:ext uri="{FF2B5EF4-FFF2-40B4-BE49-F238E27FC236}">
                <a16:creationId xmlns:a16="http://schemas.microsoft.com/office/drawing/2014/main" id="{21535AD4-AF4B-D32C-80FA-96C4C50464F1}"/>
              </a:ext>
            </a:extLst>
          </p:cNvPr>
          <p:cNvCxnSpPr>
            <a:cxnSpLocks noChangeShapeType="1"/>
            <a:stCxn id="28690" idx="3"/>
            <a:endCxn id="28688" idx="1"/>
          </p:cNvCxnSpPr>
          <p:nvPr/>
        </p:nvCxnSpPr>
        <p:spPr bwMode="auto">
          <a:xfrm>
            <a:off x="1408113" y="5540375"/>
            <a:ext cx="838200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0">
            <a:extLst>
              <a:ext uri="{FF2B5EF4-FFF2-40B4-BE49-F238E27FC236}">
                <a16:creationId xmlns:a16="http://schemas.microsoft.com/office/drawing/2014/main" id="{F8FD030B-3466-869E-2129-0B123F485206}"/>
              </a:ext>
            </a:extLst>
          </p:cNvPr>
          <p:cNvCxnSpPr>
            <a:cxnSpLocks noChangeShapeType="1"/>
            <a:stCxn id="28688" idx="3"/>
            <a:endCxn id="28689" idx="1"/>
          </p:cNvCxnSpPr>
          <p:nvPr/>
        </p:nvCxnSpPr>
        <p:spPr bwMode="auto">
          <a:xfrm flipV="1">
            <a:off x="2647950" y="5540375"/>
            <a:ext cx="847725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3" name="Text Box 21">
            <a:extLst>
              <a:ext uri="{FF2B5EF4-FFF2-40B4-BE49-F238E27FC236}">
                <a16:creationId xmlns:a16="http://schemas.microsoft.com/office/drawing/2014/main" id="{808288EE-B746-3C93-57F7-500E84B45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586422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8694" name="Text Box 22">
            <a:extLst>
              <a:ext uri="{FF2B5EF4-FFF2-40B4-BE49-F238E27FC236}">
                <a16:creationId xmlns:a16="http://schemas.microsoft.com/office/drawing/2014/main" id="{3E41C49E-B653-775C-A939-ABF6A04F7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535622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95" name="Text Box 23">
            <a:extLst>
              <a:ext uri="{FF2B5EF4-FFF2-40B4-BE49-F238E27FC236}">
                <a16:creationId xmlns:a16="http://schemas.microsoft.com/office/drawing/2014/main" id="{0438D862-D690-A644-25C8-4EB3BDAE4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484822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grpSp>
        <p:nvGrpSpPr>
          <p:cNvPr id="28696" name="Group 24">
            <a:extLst>
              <a:ext uri="{FF2B5EF4-FFF2-40B4-BE49-F238E27FC236}">
                <a16:creationId xmlns:a16="http://schemas.microsoft.com/office/drawing/2014/main" id="{F3189E67-B963-152B-3CEF-3EFCBD153B81}"/>
              </a:ext>
            </a:extLst>
          </p:cNvPr>
          <p:cNvGrpSpPr>
            <a:grpSpLocks/>
          </p:cNvGrpSpPr>
          <p:nvPr/>
        </p:nvGrpSpPr>
        <p:grpSpPr bwMode="auto">
          <a:xfrm>
            <a:off x="5378450" y="4422775"/>
            <a:ext cx="3460750" cy="215900"/>
            <a:chOff x="3154" y="2834"/>
            <a:chExt cx="2180" cy="136"/>
          </a:xfrm>
        </p:grpSpPr>
        <p:sp>
          <p:nvSpPr>
            <p:cNvPr id="28733" name="Rectangle 25">
              <a:extLst>
                <a:ext uri="{FF2B5EF4-FFF2-40B4-BE49-F238E27FC236}">
                  <a16:creationId xmlns:a16="http://schemas.microsoft.com/office/drawing/2014/main" id="{77F96788-1744-787E-255E-83EABC5B2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" y="2834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+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8734" name="Rectangle 26">
              <a:extLst>
                <a:ext uri="{FF2B5EF4-FFF2-40B4-BE49-F238E27FC236}">
                  <a16:creationId xmlns:a16="http://schemas.microsoft.com/office/drawing/2014/main" id="{6DD7D6EF-B582-2185-2F9E-7ED145D70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4" y="2834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-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</a:p>
          </p:txBody>
        </p:sp>
        <p:cxnSp>
          <p:nvCxnSpPr>
            <p:cNvPr id="28735" name="AutoShape 27">
              <a:extLst>
                <a:ext uri="{FF2B5EF4-FFF2-40B4-BE49-F238E27FC236}">
                  <a16:creationId xmlns:a16="http://schemas.microsoft.com/office/drawing/2014/main" id="{EE4E7B91-DFC4-3337-2BD7-EE1CCCDFFC13}"/>
                </a:ext>
              </a:extLst>
            </p:cNvPr>
            <p:cNvCxnSpPr>
              <a:cxnSpLocks noChangeShapeType="1"/>
              <a:stCxn id="28734" idx="3"/>
              <a:endCxn id="28733" idx="1"/>
            </p:cNvCxnSpPr>
            <p:nvPr/>
          </p:nvCxnSpPr>
          <p:spPr bwMode="auto">
            <a:xfrm>
              <a:off x="3389" y="2902"/>
              <a:ext cx="1711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697" name="Text Box 28">
            <a:extLst>
              <a:ext uri="{FF2B5EF4-FFF2-40B4-BE49-F238E27FC236}">
                <a16:creationId xmlns:a16="http://schemas.microsoft.com/office/drawing/2014/main" id="{DBB4E2AB-9866-5803-511E-6DF420013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58674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8698" name="Text Box 29">
            <a:extLst>
              <a:ext uri="{FF2B5EF4-FFF2-40B4-BE49-F238E27FC236}">
                <a16:creationId xmlns:a16="http://schemas.microsoft.com/office/drawing/2014/main" id="{7512D1A8-DBCD-5552-76C4-F8858C84B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53594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99" name="Text Box 30">
            <a:extLst>
              <a:ext uri="{FF2B5EF4-FFF2-40B4-BE49-F238E27FC236}">
                <a16:creationId xmlns:a16="http://schemas.microsoft.com/office/drawing/2014/main" id="{50309454-6C2C-0139-8DE2-0F90108E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48514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700" name="Text Box 31">
            <a:extLst>
              <a:ext uri="{FF2B5EF4-FFF2-40B4-BE49-F238E27FC236}">
                <a16:creationId xmlns:a16="http://schemas.microsoft.com/office/drawing/2014/main" id="{1C7D8EE8-5370-0C82-DAFE-E4DF3A047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43434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701" name="Rectangle 33">
            <a:extLst>
              <a:ext uri="{FF2B5EF4-FFF2-40B4-BE49-F238E27FC236}">
                <a16:creationId xmlns:a16="http://schemas.microsoft.com/office/drawing/2014/main" id="{91F21747-EF2C-4692-8894-B930EEDEF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59420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8702" name="Rectangle 34">
            <a:extLst>
              <a:ext uri="{FF2B5EF4-FFF2-40B4-BE49-F238E27FC236}">
                <a16:creationId xmlns:a16="http://schemas.microsoft.com/office/drawing/2014/main" id="{862F3896-1525-A90A-3F86-262A0FC3D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59420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8703" name="Rectangle 35">
            <a:extLst>
              <a:ext uri="{FF2B5EF4-FFF2-40B4-BE49-F238E27FC236}">
                <a16:creationId xmlns:a16="http://schemas.microsoft.com/office/drawing/2014/main" id="{31185E47-CA11-A7D5-C6EF-60C5BB175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575" y="59420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8704" name="Rectangle 36">
            <a:extLst>
              <a:ext uri="{FF2B5EF4-FFF2-40B4-BE49-F238E27FC236}">
                <a16:creationId xmlns:a16="http://schemas.microsoft.com/office/drawing/2014/main" id="{3F9621CC-D260-BD87-B71B-6873D4E3D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8" y="59420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36</a:t>
            </a:r>
          </a:p>
        </p:txBody>
      </p:sp>
      <p:cxnSp>
        <p:nvCxnSpPr>
          <p:cNvPr id="28705" name="AutoShape 37">
            <a:extLst>
              <a:ext uri="{FF2B5EF4-FFF2-40B4-BE49-F238E27FC236}">
                <a16:creationId xmlns:a16="http://schemas.microsoft.com/office/drawing/2014/main" id="{2DBA829F-39A0-768B-74FB-B1B714228B12}"/>
              </a:ext>
            </a:extLst>
          </p:cNvPr>
          <p:cNvCxnSpPr>
            <a:cxnSpLocks noChangeShapeType="1"/>
            <a:stCxn id="28702" idx="3"/>
            <a:endCxn id="28703" idx="1"/>
          </p:cNvCxnSpPr>
          <p:nvPr/>
        </p:nvCxnSpPr>
        <p:spPr bwMode="auto">
          <a:xfrm>
            <a:off x="5751513" y="6049963"/>
            <a:ext cx="2365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6" name="AutoShape 38">
            <a:extLst>
              <a:ext uri="{FF2B5EF4-FFF2-40B4-BE49-F238E27FC236}">
                <a16:creationId xmlns:a16="http://schemas.microsoft.com/office/drawing/2014/main" id="{75CD439C-727F-00C7-7063-6F49CB0C0F61}"/>
              </a:ext>
            </a:extLst>
          </p:cNvPr>
          <p:cNvCxnSpPr>
            <a:cxnSpLocks noChangeShapeType="1"/>
            <a:stCxn id="28709" idx="3"/>
            <a:endCxn id="28704" idx="1"/>
          </p:cNvCxnSpPr>
          <p:nvPr/>
        </p:nvCxnSpPr>
        <p:spPr bwMode="auto">
          <a:xfrm>
            <a:off x="7608888" y="6049963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7" name="AutoShape 39">
            <a:extLst>
              <a:ext uri="{FF2B5EF4-FFF2-40B4-BE49-F238E27FC236}">
                <a16:creationId xmlns:a16="http://schemas.microsoft.com/office/drawing/2014/main" id="{BD7318AF-9B8E-A8AE-260C-E72DF8E76030}"/>
              </a:ext>
            </a:extLst>
          </p:cNvPr>
          <p:cNvCxnSpPr>
            <a:cxnSpLocks noChangeShapeType="1"/>
            <a:stCxn id="28703" idx="3"/>
            <a:endCxn id="28710" idx="1"/>
          </p:cNvCxnSpPr>
          <p:nvPr/>
        </p:nvCxnSpPr>
        <p:spPr bwMode="auto">
          <a:xfrm>
            <a:off x="6370638" y="6049963"/>
            <a:ext cx="239712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8" name="AutoShape 40">
            <a:extLst>
              <a:ext uri="{FF2B5EF4-FFF2-40B4-BE49-F238E27FC236}">
                <a16:creationId xmlns:a16="http://schemas.microsoft.com/office/drawing/2014/main" id="{075EB59F-4C6D-F55B-A3AC-FDE0549F0D5E}"/>
              </a:ext>
            </a:extLst>
          </p:cNvPr>
          <p:cNvCxnSpPr>
            <a:cxnSpLocks noChangeShapeType="1"/>
            <a:stCxn id="28704" idx="3"/>
            <a:endCxn id="28701" idx="1"/>
          </p:cNvCxnSpPr>
          <p:nvPr/>
        </p:nvCxnSpPr>
        <p:spPr bwMode="auto">
          <a:xfrm>
            <a:off x="8229600" y="6049963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09" name="Rectangle 41">
            <a:extLst>
              <a:ext uri="{FF2B5EF4-FFF2-40B4-BE49-F238E27FC236}">
                <a16:creationId xmlns:a16="http://schemas.microsoft.com/office/drawing/2014/main" id="{7D608795-A527-5835-654D-C923AC0DB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59420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8710" name="Rectangle 42">
            <a:extLst>
              <a:ext uri="{FF2B5EF4-FFF2-40B4-BE49-F238E27FC236}">
                <a16:creationId xmlns:a16="http://schemas.microsoft.com/office/drawing/2014/main" id="{DDA65EE1-5723-DC57-8C66-0AA7EB658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5943600"/>
            <a:ext cx="363538" cy="2159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28711" name="AutoShape 43">
            <a:extLst>
              <a:ext uri="{FF2B5EF4-FFF2-40B4-BE49-F238E27FC236}">
                <a16:creationId xmlns:a16="http://schemas.microsoft.com/office/drawing/2014/main" id="{BC0D3264-DF61-5098-C832-09EBE1802DD9}"/>
              </a:ext>
            </a:extLst>
          </p:cNvPr>
          <p:cNvCxnSpPr>
            <a:cxnSpLocks noChangeShapeType="1"/>
            <a:stCxn id="28710" idx="3"/>
            <a:endCxn id="28709" idx="1"/>
          </p:cNvCxnSpPr>
          <p:nvPr/>
        </p:nvCxnSpPr>
        <p:spPr bwMode="auto">
          <a:xfrm flipV="1">
            <a:off x="6992938" y="6049963"/>
            <a:ext cx="233362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12" name="Rectangle 45">
            <a:extLst>
              <a:ext uri="{FF2B5EF4-FFF2-40B4-BE49-F238E27FC236}">
                <a16:creationId xmlns:a16="http://schemas.microsoft.com/office/drawing/2014/main" id="{16BB20F9-A97B-B3FC-20C8-56B090CC5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492918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713" name="Rectangle 46">
            <a:extLst>
              <a:ext uri="{FF2B5EF4-FFF2-40B4-BE49-F238E27FC236}">
                <a16:creationId xmlns:a16="http://schemas.microsoft.com/office/drawing/2014/main" id="{BAA7259E-8397-6CBF-F8B9-C4A9DB408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492918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8714" name="AutoShape 47">
            <a:extLst>
              <a:ext uri="{FF2B5EF4-FFF2-40B4-BE49-F238E27FC236}">
                <a16:creationId xmlns:a16="http://schemas.microsoft.com/office/drawing/2014/main" id="{B075BD2D-1AAB-7C7D-E2C4-9E1B1F89A73E}"/>
              </a:ext>
            </a:extLst>
          </p:cNvPr>
          <p:cNvCxnSpPr>
            <a:cxnSpLocks noChangeShapeType="1"/>
            <a:stCxn id="28713" idx="3"/>
            <a:endCxn id="28715" idx="1"/>
          </p:cNvCxnSpPr>
          <p:nvPr/>
        </p:nvCxnSpPr>
        <p:spPr bwMode="auto">
          <a:xfrm>
            <a:off x="5751513" y="5037138"/>
            <a:ext cx="8588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15" name="Rectangle 48">
            <a:extLst>
              <a:ext uri="{FF2B5EF4-FFF2-40B4-BE49-F238E27FC236}">
                <a16:creationId xmlns:a16="http://schemas.microsoft.com/office/drawing/2014/main" id="{B3625451-9C81-B2D4-346D-65B703CAB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4929188"/>
            <a:ext cx="363538" cy="2159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28716" name="AutoShape 49">
            <a:extLst>
              <a:ext uri="{FF2B5EF4-FFF2-40B4-BE49-F238E27FC236}">
                <a16:creationId xmlns:a16="http://schemas.microsoft.com/office/drawing/2014/main" id="{35A1BD0F-9666-3F20-569A-5AEA912994E2}"/>
              </a:ext>
            </a:extLst>
          </p:cNvPr>
          <p:cNvCxnSpPr>
            <a:cxnSpLocks noChangeShapeType="1"/>
            <a:stCxn id="28715" idx="3"/>
            <a:endCxn id="28712" idx="1"/>
          </p:cNvCxnSpPr>
          <p:nvPr/>
        </p:nvCxnSpPr>
        <p:spPr bwMode="auto">
          <a:xfrm>
            <a:off x="6992938" y="5037138"/>
            <a:ext cx="14747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17" name="Rectangle 51">
            <a:extLst>
              <a:ext uri="{FF2B5EF4-FFF2-40B4-BE49-F238E27FC236}">
                <a16:creationId xmlns:a16="http://schemas.microsoft.com/office/drawing/2014/main" id="{78CA7FA4-98B3-ABA0-E01F-97CD77FC7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5435600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718" name="Rectangle 52">
            <a:extLst>
              <a:ext uri="{FF2B5EF4-FFF2-40B4-BE49-F238E27FC236}">
                <a16:creationId xmlns:a16="http://schemas.microsoft.com/office/drawing/2014/main" id="{1562F140-0A0C-AA91-513D-CC1581F29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5435600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719" name="Rectangle 53">
            <a:extLst>
              <a:ext uri="{FF2B5EF4-FFF2-40B4-BE49-F238E27FC236}">
                <a16:creationId xmlns:a16="http://schemas.microsoft.com/office/drawing/2014/main" id="{88363DD9-C5BE-114B-B807-F3B5C915F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5435600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cxnSp>
        <p:nvCxnSpPr>
          <p:cNvPr id="28720" name="AutoShape 54">
            <a:extLst>
              <a:ext uri="{FF2B5EF4-FFF2-40B4-BE49-F238E27FC236}">
                <a16:creationId xmlns:a16="http://schemas.microsoft.com/office/drawing/2014/main" id="{16C3EA7A-D82A-E16F-08F0-D1C01618BBED}"/>
              </a:ext>
            </a:extLst>
          </p:cNvPr>
          <p:cNvCxnSpPr>
            <a:cxnSpLocks noChangeShapeType="1"/>
            <a:stCxn id="28718" idx="3"/>
            <a:endCxn id="28722" idx="1"/>
          </p:cNvCxnSpPr>
          <p:nvPr/>
        </p:nvCxnSpPr>
        <p:spPr bwMode="auto">
          <a:xfrm>
            <a:off x="5751513" y="5543550"/>
            <a:ext cx="8588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1" name="AutoShape 55">
            <a:extLst>
              <a:ext uri="{FF2B5EF4-FFF2-40B4-BE49-F238E27FC236}">
                <a16:creationId xmlns:a16="http://schemas.microsoft.com/office/drawing/2014/main" id="{4A6716CC-D0BF-0BFA-3AE0-D4C994FAEA9A}"/>
              </a:ext>
            </a:extLst>
          </p:cNvPr>
          <p:cNvCxnSpPr>
            <a:cxnSpLocks noChangeShapeType="1"/>
            <a:stCxn id="28719" idx="3"/>
            <a:endCxn id="28717" idx="1"/>
          </p:cNvCxnSpPr>
          <p:nvPr/>
        </p:nvCxnSpPr>
        <p:spPr bwMode="auto">
          <a:xfrm>
            <a:off x="7610475" y="5543550"/>
            <a:ext cx="8572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22" name="Rectangle 56">
            <a:extLst>
              <a:ext uri="{FF2B5EF4-FFF2-40B4-BE49-F238E27FC236}">
                <a16:creationId xmlns:a16="http://schemas.microsoft.com/office/drawing/2014/main" id="{6741F0AA-37DC-6451-F9F8-A4E75F643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5435600"/>
            <a:ext cx="363538" cy="2159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28723" name="AutoShape 57">
            <a:extLst>
              <a:ext uri="{FF2B5EF4-FFF2-40B4-BE49-F238E27FC236}">
                <a16:creationId xmlns:a16="http://schemas.microsoft.com/office/drawing/2014/main" id="{804352BB-FF30-7E4D-1467-81DAC3AC3226}"/>
              </a:ext>
            </a:extLst>
          </p:cNvPr>
          <p:cNvCxnSpPr>
            <a:cxnSpLocks noChangeShapeType="1"/>
            <a:stCxn id="28722" idx="3"/>
            <a:endCxn id="28719" idx="1"/>
          </p:cNvCxnSpPr>
          <p:nvPr/>
        </p:nvCxnSpPr>
        <p:spPr bwMode="auto">
          <a:xfrm>
            <a:off x="6992938" y="5543550"/>
            <a:ext cx="234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24" name="AutoShape 58">
            <a:extLst>
              <a:ext uri="{FF2B5EF4-FFF2-40B4-BE49-F238E27FC236}">
                <a16:creationId xmlns:a16="http://schemas.microsoft.com/office/drawing/2014/main" id="{9E7279CB-4651-3613-8B99-502B8EE47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5411788"/>
            <a:ext cx="609600" cy="303212"/>
          </a:xfrm>
          <a:prstGeom prst="rightArrow">
            <a:avLst>
              <a:gd name="adj1" fmla="val 50000"/>
              <a:gd name="adj2" fmla="val 50262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28725" name="AutoShape 59">
            <a:extLst>
              <a:ext uri="{FF2B5EF4-FFF2-40B4-BE49-F238E27FC236}">
                <a16:creationId xmlns:a16="http://schemas.microsoft.com/office/drawing/2014/main" id="{CEFCF79E-DA3C-40F7-8484-85286F773977}"/>
              </a:ext>
            </a:extLst>
          </p:cNvPr>
          <p:cNvCxnSpPr>
            <a:cxnSpLocks noChangeShapeType="1"/>
            <a:stCxn id="28685" idx="2"/>
            <a:endCxn id="28690" idx="0"/>
          </p:cNvCxnSpPr>
          <p:nvPr/>
        </p:nvCxnSpPr>
        <p:spPr bwMode="auto">
          <a:xfrm>
            <a:off x="1208088" y="5160963"/>
            <a:ext cx="0" cy="25241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516" name="AutoShape 60">
            <a:extLst>
              <a:ext uri="{FF2B5EF4-FFF2-40B4-BE49-F238E27FC236}">
                <a16:creationId xmlns:a16="http://schemas.microsoft.com/office/drawing/2014/main" id="{DD9970B4-6BA9-9E1F-C8A2-FD93AE4E829C}"/>
              </a:ext>
            </a:extLst>
          </p:cNvPr>
          <p:cNvCxnSpPr>
            <a:cxnSpLocks noChangeShapeType="1"/>
            <a:stCxn id="28677" idx="0"/>
            <a:endCxn id="28678" idx="0"/>
          </p:cNvCxnSpPr>
          <p:nvPr/>
        </p:nvCxnSpPr>
        <p:spPr bwMode="auto">
          <a:xfrm rot="5400000" flipV="1">
            <a:off x="1516857" y="5611019"/>
            <a:ext cx="1587" cy="619125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7" name="AutoShape 61">
            <a:extLst>
              <a:ext uri="{FF2B5EF4-FFF2-40B4-BE49-F238E27FC236}">
                <a16:creationId xmlns:a16="http://schemas.microsoft.com/office/drawing/2014/main" id="{7A89E912-4EB9-CA9E-BEFE-5F21D9EAB7B4}"/>
              </a:ext>
            </a:extLst>
          </p:cNvPr>
          <p:cNvCxnSpPr>
            <a:cxnSpLocks noChangeShapeType="1"/>
            <a:stCxn id="28690" idx="2"/>
            <a:endCxn id="28677" idx="0"/>
          </p:cNvCxnSpPr>
          <p:nvPr/>
        </p:nvCxnSpPr>
        <p:spPr bwMode="auto">
          <a:xfrm>
            <a:off x="1208088" y="5667375"/>
            <a:ext cx="0" cy="25241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28" name="Text Box 62">
            <a:extLst>
              <a:ext uri="{FF2B5EF4-FFF2-40B4-BE49-F238E27FC236}">
                <a16:creationId xmlns:a16="http://schemas.microsoft.com/office/drawing/2014/main" id="{266A9B80-08F3-A055-9471-FF2372D7B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25" y="5562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endParaRPr lang="en-US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28729" name="Text Box 63">
            <a:extLst>
              <a:ext uri="{FF2B5EF4-FFF2-40B4-BE49-F238E27FC236}">
                <a16:creationId xmlns:a16="http://schemas.microsoft.com/office/drawing/2014/main" id="{1315A0FB-041E-14C4-010C-63CFBB592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080000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30" name="Text Box 64">
            <a:extLst>
              <a:ext uri="{FF2B5EF4-FFF2-40B4-BE49-F238E27FC236}">
                <a16:creationId xmlns:a16="http://schemas.microsoft.com/office/drawing/2014/main" id="{09E16B64-5D0F-CF9D-428B-D8EA07FB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572000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731" name="Rectangle 65">
            <a:extLst>
              <a:ext uri="{FF2B5EF4-FFF2-40B4-BE49-F238E27FC236}">
                <a16:creationId xmlns:a16="http://schemas.microsoft.com/office/drawing/2014/main" id="{007D2D9A-6196-8E92-02C9-B5B83276D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447800"/>
            <a:ext cx="4114800" cy="22860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/>
              <a:t>Algorithm</a:t>
            </a:r>
            <a:r>
              <a:rPr lang="en-US" altLang="en-US" sz="1600"/>
              <a:t> SkipInsert (k, e)</a:t>
            </a:r>
          </a:p>
          <a:p>
            <a:pPr algn="l" eaLnBrk="1" hangingPunct="1"/>
            <a:r>
              <a:rPr lang="en-US" altLang="en-US" sz="1600"/>
              <a:t>   p ← SkipSearch(k)</a:t>
            </a:r>
          </a:p>
          <a:p>
            <a:pPr algn="l" eaLnBrk="1" hangingPunct="1"/>
            <a:r>
              <a:rPr lang="en-US" altLang="en-US" sz="1600"/>
              <a:t>   q </a:t>
            </a:r>
            <a:r>
              <a:rPr lang="en-US" altLang="en-US"/>
              <a:t>← insertAfterAbove(p, </a:t>
            </a:r>
            <a:r>
              <a:rPr lang="en-US" altLang="en-US" b="1"/>
              <a:t>null</a:t>
            </a:r>
            <a:r>
              <a:rPr lang="en-US" altLang="en-US"/>
              <a:t>, (k,e))</a:t>
            </a:r>
          </a:p>
          <a:p>
            <a:pPr algn="l" eaLnBrk="1" hangingPunct="1"/>
            <a:r>
              <a:rPr lang="en-US" altLang="en-US"/>
              <a:t>   </a:t>
            </a:r>
            <a:r>
              <a:rPr lang="en-US" altLang="en-US" b="1"/>
              <a:t>while</a:t>
            </a:r>
            <a:r>
              <a:rPr lang="en-US" altLang="en-US"/>
              <a:t> random() &lt; 0.5 </a:t>
            </a:r>
            <a:r>
              <a:rPr lang="en-US" altLang="en-US" b="1"/>
              <a:t>do</a:t>
            </a:r>
          </a:p>
          <a:p>
            <a:pPr algn="l" eaLnBrk="1" hangingPunct="1"/>
            <a:r>
              <a:rPr lang="en-US" altLang="en-US"/>
              <a:t>      </a:t>
            </a:r>
            <a:r>
              <a:rPr lang="en-US" altLang="en-US" b="1"/>
              <a:t>while</a:t>
            </a:r>
            <a:r>
              <a:rPr lang="en-US" altLang="en-US"/>
              <a:t> above(p) = </a:t>
            </a:r>
            <a:r>
              <a:rPr lang="en-US" altLang="en-US" b="1"/>
              <a:t>null</a:t>
            </a:r>
            <a:r>
              <a:rPr lang="en-US" altLang="en-US"/>
              <a:t> </a:t>
            </a:r>
            <a:r>
              <a:rPr lang="en-US" altLang="en-US" b="1"/>
              <a:t>do</a:t>
            </a:r>
          </a:p>
          <a:p>
            <a:pPr algn="l" eaLnBrk="1" hangingPunct="1"/>
            <a:r>
              <a:rPr lang="en-US" altLang="en-US"/>
              <a:t>         p ← before(p)</a:t>
            </a:r>
          </a:p>
          <a:p>
            <a:pPr algn="l" eaLnBrk="1" hangingPunct="1"/>
            <a:r>
              <a:rPr lang="en-US" altLang="en-US"/>
              <a:t>      p ← above(p)</a:t>
            </a:r>
          </a:p>
          <a:p>
            <a:pPr algn="l" eaLnBrk="1" hangingPunct="1"/>
            <a:r>
              <a:rPr lang="en-US" altLang="en-US"/>
              <a:t>      q ← insertAfterAbove(p,q,(k,e))</a:t>
            </a:r>
          </a:p>
        </p:txBody>
      </p:sp>
      <p:sp>
        <p:nvSpPr>
          <p:cNvPr id="28732" name="Text Box 66">
            <a:extLst>
              <a:ext uri="{FF2B5EF4-FFF2-40B4-BE49-F238E27FC236}">
                <a16:creationId xmlns:a16="http://schemas.microsoft.com/office/drawing/2014/main" id="{9BD19FEC-1EEE-AC2E-C712-E51C5E9BB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096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q</a:t>
            </a:r>
            <a:endParaRPr lang="en-US" altLang="en-US" baseline="-25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D5EF98C-79D8-29F9-9E3A-4A3FB9BFE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CD760C4-5978-090C-3E9F-119494135C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6962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To remove an item with key </a:t>
            </a:r>
            <a:r>
              <a:rPr lang="en-US" altLang="en-US" sz="2000" i="1">
                <a:latin typeface="Times New Roman" panose="02020603050405020304" pitchFamily="18" charset="0"/>
              </a:rPr>
              <a:t>x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from a skip list: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 ← SkipSearch(k)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Repeatedly remove all position above(p).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 remove key </a:t>
            </a:r>
            <a:r>
              <a:rPr lang="en-US" altLang="en-US" sz="2000"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6D731F5-30CF-E550-95C0-C545A601EF3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842000" y="571023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5D4A45C5-1B03-42E1-F03A-E0C70243357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20088" y="57102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99DAFA64-C058-E33E-D445-DF1065F58FC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700963" y="57102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45</a:t>
            </a: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EFB60A6C-9C33-A4D0-DB10-E9259AD5CBC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61125" y="57102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29704" name="AutoShape 8">
            <a:extLst>
              <a:ext uri="{FF2B5EF4-FFF2-40B4-BE49-F238E27FC236}">
                <a16:creationId xmlns:a16="http://schemas.microsoft.com/office/drawing/2014/main" id="{6E544BA4-4E4C-E982-A9D9-B824529539B8}"/>
              </a:ext>
            </a:extLst>
          </p:cNvPr>
          <p:cNvCxnSpPr>
            <a:cxnSpLocks noChangeShapeType="1"/>
            <a:stCxn id="29701" idx="3"/>
            <a:endCxn id="29702" idx="1"/>
          </p:cNvCxnSpPr>
          <p:nvPr/>
        </p:nvCxnSpPr>
        <p:spPr bwMode="auto">
          <a:xfrm flipH="1">
            <a:off x="8075613" y="5816600"/>
            <a:ext cx="2365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5" name="AutoShape 9">
            <a:extLst>
              <a:ext uri="{FF2B5EF4-FFF2-40B4-BE49-F238E27FC236}">
                <a16:creationId xmlns:a16="http://schemas.microsoft.com/office/drawing/2014/main" id="{80F9C2A9-09AA-EE3C-9573-CC6CD936B32C}"/>
              </a:ext>
            </a:extLst>
          </p:cNvPr>
          <p:cNvCxnSpPr>
            <a:cxnSpLocks noChangeShapeType="1"/>
            <a:stCxn id="29711" idx="3"/>
            <a:endCxn id="29703" idx="1"/>
          </p:cNvCxnSpPr>
          <p:nvPr/>
        </p:nvCxnSpPr>
        <p:spPr bwMode="auto">
          <a:xfrm flipH="1">
            <a:off x="6835775" y="5816600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6" name="AutoShape 10">
            <a:extLst>
              <a:ext uri="{FF2B5EF4-FFF2-40B4-BE49-F238E27FC236}">
                <a16:creationId xmlns:a16="http://schemas.microsoft.com/office/drawing/2014/main" id="{3BA97462-23A7-934B-58FA-05E1FCD6593E}"/>
              </a:ext>
            </a:extLst>
          </p:cNvPr>
          <p:cNvCxnSpPr>
            <a:cxnSpLocks noChangeShapeType="1"/>
            <a:stCxn id="29702" idx="3"/>
            <a:endCxn id="29711" idx="1"/>
          </p:cNvCxnSpPr>
          <p:nvPr/>
        </p:nvCxnSpPr>
        <p:spPr bwMode="auto">
          <a:xfrm flipH="1">
            <a:off x="7456488" y="5816600"/>
            <a:ext cx="2365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7" name="AutoShape 11">
            <a:extLst>
              <a:ext uri="{FF2B5EF4-FFF2-40B4-BE49-F238E27FC236}">
                <a16:creationId xmlns:a16="http://schemas.microsoft.com/office/drawing/2014/main" id="{1F5CEC7F-563E-9374-2047-38459F7F4857}"/>
              </a:ext>
            </a:extLst>
          </p:cNvPr>
          <p:cNvCxnSpPr>
            <a:cxnSpLocks noChangeShapeType="1"/>
            <a:stCxn id="29703" idx="3"/>
            <a:endCxn id="29700" idx="1"/>
          </p:cNvCxnSpPr>
          <p:nvPr/>
        </p:nvCxnSpPr>
        <p:spPr bwMode="auto">
          <a:xfrm flipH="1">
            <a:off x="6213475" y="5816600"/>
            <a:ext cx="2397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1B62877E-566E-9302-D555-15E2ED31479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842000" y="46974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09" name="Rectangle 13">
            <a:extLst>
              <a:ext uri="{FF2B5EF4-FFF2-40B4-BE49-F238E27FC236}">
                <a16:creationId xmlns:a16="http://schemas.microsoft.com/office/drawing/2014/main" id="{AC875FFF-E3E1-7DBB-C4CE-495D19755E7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20088" y="46974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cxnSp>
        <p:nvCxnSpPr>
          <p:cNvPr id="29710" name="AutoShape 14">
            <a:extLst>
              <a:ext uri="{FF2B5EF4-FFF2-40B4-BE49-F238E27FC236}">
                <a16:creationId xmlns:a16="http://schemas.microsoft.com/office/drawing/2014/main" id="{C0F8DE8E-BEF5-F691-F38F-2761B33D1A5A}"/>
              </a:ext>
            </a:extLst>
          </p:cNvPr>
          <p:cNvCxnSpPr>
            <a:cxnSpLocks noChangeShapeType="1"/>
            <a:stCxn id="29709" idx="3"/>
            <a:endCxn id="29708" idx="1"/>
          </p:cNvCxnSpPr>
          <p:nvPr/>
        </p:nvCxnSpPr>
        <p:spPr bwMode="auto">
          <a:xfrm flipH="1">
            <a:off x="6213475" y="4803775"/>
            <a:ext cx="20986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1" name="Rectangle 15">
            <a:extLst>
              <a:ext uri="{FF2B5EF4-FFF2-40B4-BE49-F238E27FC236}">
                <a16:creationId xmlns:a16="http://schemas.microsoft.com/office/drawing/2014/main" id="{BB91E4C1-3626-625C-CEAB-69FE3CA9B16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81838" y="57102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55A3F755-15FB-73A3-C475-5EE97298172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80250" y="5210175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4CD84673-7D3E-EA5C-AE87-5193275A0F2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842000" y="5203825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DB06C5F3-BC09-BCC2-8EE5-B5BF613AA85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20088" y="5203825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cxnSp>
        <p:nvCxnSpPr>
          <p:cNvPr id="29715" name="AutoShape 19">
            <a:extLst>
              <a:ext uri="{FF2B5EF4-FFF2-40B4-BE49-F238E27FC236}">
                <a16:creationId xmlns:a16="http://schemas.microsoft.com/office/drawing/2014/main" id="{4C252426-983B-AB6C-DD8A-58282A3B42AD}"/>
              </a:ext>
            </a:extLst>
          </p:cNvPr>
          <p:cNvCxnSpPr>
            <a:cxnSpLocks noChangeShapeType="1"/>
            <a:stCxn id="29714" idx="3"/>
            <a:endCxn id="29712" idx="1"/>
          </p:cNvCxnSpPr>
          <p:nvPr/>
        </p:nvCxnSpPr>
        <p:spPr bwMode="auto">
          <a:xfrm flipH="1">
            <a:off x="7454900" y="5310188"/>
            <a:ext cx="857250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6" name="AutoShape 20">
            <a:extLst>
              <a:ext uri="{FF2B5EF4-FFF2-40B4-BE49-F238E27FC236}">
                <a16:creationId xmlns:a16="http://schemas.microsoft.com/office/drawing/2014/main" id="{12C6E54F-D5B9-40F4-AC68-FDF45F50F73D}"/>
              </a:ext>
            </a:extLst>
          </p:cNvPr>
          <p:cNvCxnSpPr>
            <a:cxnSpLocks noChangeShapeType="1"/>
            <a:stCxn id="29712" idx="3"/>
            <a:endCxn id="29713" idx="1"/>
          </p:cNvCxnSpPr>
          <p:nvPr/>
        </p:nvCxnSpPr>
        <p:spPr bwMode="auto">
          <a:xfrm flipH="1" flipV="1">
            <a:off x="6213475" y="5310188"/>
            <a:ext cx="858838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7" name="Text Box 21">
            <a:extLst>
              <a:ext uri="{FF2B5EF4-FFF2-40B4-BE49-F238E27FC236}">
                <a16:creationId xmlns:a16="http://schemas.microsoft.com/office/drawing/2014/main" id="{818EE6D3-D5DB-9FAB-B282-1AE8B4840D2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461000" y="563562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18" name="Text Box 22">
            <a:extLst>
              <a:ext uri="{FF2B5EF4-FFF2-40B4-BE49-F238E27FC236}">
                <a16:creationId xmlns:a16="http://schemas.microsoft.com/office/drawing/2014/main" id="{C3E8BB33-8DD7-3127-F187-F755553C513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461000" y="512762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19" name="Text Box 23">
            <a:extLst>
              <a:ext uri="{FF2B5EF4-FFF2-40B4-BE49-F238E27FC236}">
                <a16:creationId xmlns:a16="http://schemas.microsoft.com/office/drawing/2014/main" id="{397B1923-9ECA-7653-4B73-69EDD6D64CD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461000" y="461962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0" name="Rectangle 24">
            <a:extLst>
              <a:ext uri="{FF2B5EF4-FFF2-40B4-BE49-F238E27FC236}">
                <a16:creationId xmlns:a16="http://schemas.microsoft.com/office/drawing/2014/main" id="{BE80E605-6200-40FA-BE41-9050D67F63A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04875" y="4194175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21" name="Rectangle 25">
            <a:extLst>
              <a:ext uri="{FF2B5EF4-FFF2-40B4-BE49-F238E27FC236}">
                <a16:creationId xmlns:a16="http://schemas.microsoft.com/office/drawing/2014/main" id="{FA4E77DA-520C-1E7C-6A9F-B3C7779F776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02088" y="4194175"/>
            <a:ext cx="363537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cxnSp>
        <p:nvCxnSpPr>
          <p:cNvPr id="29722" name="AutoShape 26">
            <a:extLst>
              <a:ext uri="{FF2B5EF4-FFF2-40B4-BE49-F238E27FC236}">
                <a16:creationId xmlns:a16="http://schemas.microsoft.com/office/drawing/2014/main" id="{C4CC1139-8847-D72D-5AC4-B40040E37285}"/>
              </a:ext>
            </a:extLst>
          </p:cNvPr>
          <p:cNvCxnSpPr>
            <a:cxnSpLocks noChangeShapeType="1"/>
            <a:stCxn id="29721" idx="3"/>
            <a:endCxn id="29720" idx="1"/>
          </p:cNvCxnSpPr>
          <p:nvPr/>
        </p:nvCxnSpPr>
        <p:spPr bwMode="auto">
          <a:xfrm flipH="1">
            <a:off x="1285875" y="4300538"/>
            <a:ext cx="26987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23" name="Text Box 27">
            <a:extLst>
              <a:ext uri="{FF2B5EF4-FFF2-40B4-BE49-F238E27FC236}">
                <a16:creationId xmlns:a16="http://schemas.microsoft.com/office/drawing/2014/main" id="{58C8D8D0-B491-F0DC-6DC0-E9830168A86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3400" y="56388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24" name="Text Box 28">
            <a:extLst>
              <a:ext uri="{FF2B5EF4-FFF2-40B4-BE49-F238E27FC236}">
                <a16:creationId xmlns:a16="http://schemas.microsoft.com/office/drawing/2014/main" id="{E598F56F-B121-6869-3156-25E4EF67BB5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3400" y="51308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25" name="Text Box 29">
            <a:extLst>
              <a:ext uri="{FF2B5EF4-FFF2-40B4-BE49-F238E27FC236}">
                <a16:creationId xmlns:a16="http://schemas.microsoft.com/office/drawing/2014/main" id="{D2829857-BCE5-1B7A-0D1E-EF150B78459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3400" y="46228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6" name="Text Box 30">
            <a:extLst>
              <a:ext uri="{FF2B5EF4-FFF2-40B4-BE49-F238E27FC236}">
                <a16:creationId xmlns:a16="http://schemas.microsoft.com/office/drawing/2014/main" id="{D501E6D9-E635-9960-E23E-97EBACF979D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3400" y="41148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27" name="Rectangle 31">
            <a:extLst>
              <a:ext uri="{FF2B5EF4-FFF2-40B4-BE49-F238E27FC236}">
                <a16:creationId xmlns:a16="http://schemas.microsoft.com/office/drawing/2014/main" id="{6D973D91-8287-44B0-5DA9-648DE7580E7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04875" y="57134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8" name="Rectangle 32">
            <a:extLst>
              <a:ext uri="{FF2B5EF4-FFF2-40B4-BE49-F238E27FC236}">
                <a16:creationId xmlns:a16="http://schemas.microsoft.com/office/drawing/2014/main" id="{5DC46B36-623E-95CF-8AC1-85471E2EAD7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02088" y="57134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9729" name="Rectangle 33">
            <a:extLst>
              <a:ext uri="{FF2B5EF4-FFF2-40B4-BE49-F238E27FC236}">
                <a16:creationId xmlns:a16="http://schemas.microsoft.com/office/drawing/2014/main" id="{923D86EE-CB8D-6E0C-91D5-1648382FB3A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82963" y="57134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45</a:t>
            </a:r>
          </a:p>
        </p:txBody>
      </p:sp>
      <p:sp>
        <p:nvSpPr>
          <p:cNvPr id="29730" name="Rectangle 34">
            <a:extLst>
              <a:ext uri="{FF2B5EF4-FFF2-40B4-BE49-F238E27FC236}">
                <a16:creationId xmlns:a16="http://schemas.microsoft.com/office/drawing/2014/main" id="{B3AE87F0-2E25-41CA-0735-9D7E97EFFF2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24000" y="57134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29731" name="AutoShape 35">
            <a:extLst>
              <a:ext uri="{FF2B5EF4-FFF2-40B4-BE49-F238E27FC236}">
                <a16:creationId xmlns:a16="http://schemas.microsoft.com/office/drawing/2014/main" id="{D8E9AA4F-81E9-85E0-2DB8-5D335D2161F2}"/>
              </a:ext>
            </a:extLst>
          </p:cNvPr>
          <p:cNvCxnSpPr>
            <a:cxnSpLocks noChangeShapeType="1"/>
            <a:stCxn id="29728" idx="3"/>
            <a:endCxn id="29729" idx="1"/>
          </p:cNvCxnSpPr>
          <p:nvPr/>
        </p:nvCxnSpPr>
        <p:spPr bwMode="auto">
          <a:xfrm flipH="1">
            <a:off x="3757613" y="5819775"/>
            <a:ext cx="2365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2" name="AutoShape 36">
            <a:extLst>
              <a:ext uri="{FF2B5EF4-FFF2-40B4-BE49-F238E27FC236}">
                <a16:creationId xmlns:a16="http://schemas.microsoft.com/office/drawing/2014/main" id="{D727ED22-3916-3464-D521-1EC616D5DC62}"/>
              </a:ext>
            </a:extLst>
          </p:cNvPr>
          <p:cNvCxnSpPr>
            <a:cxnSpLocks noChangeShapeType="1"/>
            <a:stCxn id="29735" idx="3"/>
            <a:endCxn id="29730" idx="1"/>
          </p:cNvCxnSpPr>
          <p:nvPr/>
        </p:nvCxnSpPr>
        <p:spPr bwMode="auto">
          <a:xfrm flipH="1">
            <a:off x="1898650" y="5819775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3" name="AutoShape 37">
            <a:extLst>
              <a:ext uri="{FF2B5EF4-FFF2-40B4-BE49-F238E27FC236}">
                <a16:creationId xmlns:a16="http://schemas.microsoft.com/office/drawing/2014/main" id="{5BAB310B-F396-7D5A-BCCF-902B0797641D}"/>
              </a:ext>
            </a:extLst>
          </p:cNvPr>
          <p:cNvCxnSpPr>
            <a:cxnSpLocks noChangeShapeType="1"/>
            <a:stCxn id="29729" idx="3"/>
            <a:endCxn id="29736" idx="1"/>
          </p:cNvCxnSpPr>
          <p:nvPr/>
        </p:nvCxnSpPr>
        <p:spPr bwMode="auto">
          <a:xfrm flipH="1">
            <a:off x="3144838" y="5819775"/>
            <a:ext cx="230187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4" name="AutoShape 38">
            <a:extLst>
              <a:ext uri="{FF2B5EF4-FFF2-40B4-BE49-F238E27FC236}">
                <a16:creationId xmlns:a16="http://schemas.microsoft.com/office/drawing/2014/main" id="{E7E34185-DAFC-DD25-7D37-CFC39DE95284}"/>
              </a:ext>
            </a:extLst>
          </p:cNvPr>
          <p:cNvCxnSpPr>
            <a:cxnSpLocks noChangeShapeType="1"/>
            <a:stCxn id="29730" idx="3"/>
            <a:endCxn id="29727" idx="1"/>
          </p:cNvCxnSpPr>
          <p:nvPr/>
        </p:nvCxnSpPr>
        <p:spPr bwMode="auto">
          <a:xfrm flipH="1">
            <a:off x="1276350" y="5819775"/>
            <a:ext cx="2397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35" name="Rectangle 39">
            <a:extLst>
              <a:ext uri="{FF2B5EF4-FFF2-40B4-BE49-F238E27FC236}">
                <a16:creationId xmlns:a16="http://schemas.microsoft.com/office/drawing/2014/main" id="{E37D0CA4-D6F6-AEA7-79EF-543EEDBCFA2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44713" y="57134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9736" name="Rectangle 40">
            <a:extLst>
              <a:ext uri="{FF2B5EF4-FFF2-40B4-BE49-F238E27FC236}">
                <a16:creationId xmlns:a16="http://schemas.microsoft.com/office/drawing/2014/main" id="{10923F1A-48EA-02D1-96DD-20E924454F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60663" y="5715000"/>
            <a:ext cx="363537" cy="2159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cxnSp>
        <p:nvCxnSpPr>
          <p:cNvPr id="29737" name="AutoShape 41">
            <a:extLst>
              <a:ext uri="{FF2B5EF4-FFF2-40B4-BE49-F238E27FC236}">
                <a16:creationId xmlns:a16="http://schemas.microsoft.com/office/drawing/2014/main" id="{B718F289-5B68-715E-9E5A-6D4A48C7A6A8}"/>
              </a:ext>
            </a:extLst>
          </p:cNvPr>
          <p:cNvCxnSpPr>
            <a:cxnSpLocks noChangeShapeType="1"/>
            <a:stCxn id="29736" idx="3"/>
            <a:endCxn id="29735" idx="1"/>
          </p:cNvCxnSpPr>
          <p:nvPr/>
        </p:nvCxnSpPr>
        <p:spPr bwMode="auto">
          <a:xfrm flipH="1" flipV="1">
            <a:off x="2519363" y="5819775"/>
            <a:ext cx="223837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38" name="Rectangle 42">
            <a:extLst>
              <a:ext uri="{FF2B5EF4-FFF2-40B4-BE49-F238E27FC236}">
                <a16:creationId xmlns:a16="http://schemas.microsoft.com/office/drawing/2014/main" id="{4B94A43D-1038-76BC-96D4-62E11693CC8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04875" y="4700588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39" name="Rectangle 43">
            <a:extLst>
              <a:ext uri="{FF2B5EF4-FFF2-40B4-BE49-F238E27FC236}">
                <a16:creationId xmlns:a16="http://schemas.microsoft.com/office/drawing/2014/main" id="{278620AE-3ECC-8194-B9F6-D83595E00D6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02088" y="470058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cxnSp>
        <p:nvCxnSpPr>
          <p:cNvPr id="29740" name="AutoShape 44">
            <a:extLst>
              <a:ext uri="{FF2B5EF4-FFF2-40B4-BE49-F238E27FC236}">
                <a16:creationId xmlns:a16="http://schemas.microsoft.com/office/drawing/2014/main" id="{01A428C0-9C54-5532-428B-B21C3E9679DF}"/>
              </a:ext>
            </a:extLst>
          </p:cNvPr>
          <p:cNvCxnSpPr>
            <a:cxnSpLocks noChangeShapeType="1"/>
            <a:stCxn id="29739" idx="3"/>
            <a:endCxn id="29741" idx="1"/>
          </p:cNvCxnSpPr>
          <p:nvPr/>
        </p:nvCxnSpPr>
        <p:spPr bwMode="auto">
          <a:xfrm flipH="1">
            <a:off x="3144838" y="4806950"/>
            <a:ext cx="849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1" name="Rectangle 45">
            <a:extLst>
              <a:ext uri="{FF2B5EF4-FFF2-40B4-BE49-F238E27FC236}">
                <a16:creationId xmlns:a16="http://schemas.microsoft.com/office/drawing/2014/main" id="{FA63CFC9-7828-DE1A-2F87-B21806B4D1D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60663" y="4700588"/>
            <a:ext cx="363537" cy="2159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cxnSp>
        <p:nvCxnSpPr>
          <p:cNvPr id="29742" name="AutoShape 46">
            <a:extLst>
              <a:ext uri="{FF2B5EF4-FFF2-40B4-BE49-F238E27FC236}">
                <a16:creationId xmlns:a16="http://schemas.microsoft.com/office/drawing/2014/main" id="{FCE4B140-C372-8D06-5AEB-7A1137851A9A}"/>
              </a:ext>
            </a:extLst>
          </p:cNvPr>
          <p:cNvCxnSpPr>
            <a:cxnSpLocks noChangeShapeType="1"/>
            <a:stCxn id="29741" idx="3"/>
            <a:endCxn id="29738" idx="1"/>
          </p:cNvCxnSpPr>
          <p:nvPr/>
        </p:nvCxnSpPr>
        <p:spPr bwMode="auto">
          <a:xfrm flipH="1">
            <a:off x="1285875" y="4806950"/>
            <a:ext cx="14573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3" name="Rectangle 47">
            <a:extLst>
              <a:ext uri="{FF2B5EF4-FFF2-40B4-BE49-F238E27FC236}">
                <a16:creationId xmlns:a16="http://schemas.microsoft.com/office/drawing/2014/main" id="{9C83C6BB-7938-9867-383D-11AFC93D9C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04875" y="5207000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44" name="Rectangle 48">
            <a:extLst>
              <a:ext uri="{FF2B5EF4-FFF2-40B4-BE49-F238E27FC236}">
                <a16:creationId xmlns:a16="http://schemas.microsoft.com/office/drawing/2014/main" id="{4428F2A5-8B01-D82A-4BB3-8B77B96798C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02088" y="5207000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9745" name="Rectangle 49">
            <a:extLst>
              <a:ext uri="{FF2B5EF4-FFF2-40B4-BE49-F238E27FC236}">
                <a16:creationId xmlns:a16="http://schemas.microsoft.com/office/drawing/2014/main" id="{40E4CA31-7B14-8D13-5E28-F91EC2180E4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43125" y="5207000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cxnSp>
        <p:nvCxnSpPr>
          <p:cNvPr id="29746" name="AutoShape 50">
            <a:extLst>
              <a:ext uri="{FF2B5EF4-FFF2-40B4-BE49-F238E27FC236}">
                <a16:creationId xmlns:a16="http://schemas.microsoft.com/office/drawing/2014/main" id="{54F1A809-2112-7759-97FB-FBEA980E8E5C}"/>
              </a:ext>
            </a:extLst>
          </p:cNvPr>
          <p:cNvCxnSpPr>
            <a:cxnSpLocks noChangeShapeType="1"/>
            <a:stCxn id="29744" idx="3"/>
            <a:endCxn id="29748" idx="1"/>
          </p:cNvCxnSpPr>
          <p:nvPr/>
        </p:nvCxnSpPr>
        <p:spPr bwMode="auto">
          <a:xfrm flipH="1">
            <a:off x="3144838" y="5313363"/>
            <a:ext cx="849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7" name="AutoShape 51">
            <a:extLst>
              <a:ext uri="{FF2B5EF4-FFF2-40B4-BE49-F238E27FC236}">
                <a16:creationId xmlns:a16="http://schemas.microsoft.com/office/drawing/2014/main" id="{B2FFC034-2442-8531-0206-E0BE2B769B12}"/>
              </a:ext>
            </a:extLst>
          </p:cNvPr>
          <p:cNvCxnSpPr>
            <a:cxnSpLocks noChangeShapeType="1"/>
            <a:stCxn id="29745" idx="3"/>
            <a:endCxn id="29743" idx="1"/>
          </p:cNvCxnSpPr>
          <p:nvPr/>
        </p:nvCxnSpPr>
        <p:spPr bwMode="auto">
          <a:xfrm flipH="1">
            <a:off x="1276350" y="5313363"/>
            <a:ext cx="8588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8" name="Rectangle 52">
            <a:extLst>
              <a:ext uri="{FF2B5EF4-FFF2-40B4-BE49-F238E27FC236}">
                <a16:creationId xmlns:a16="http://schemas.microsoft.com/office/drawing/2014/main" id="{10F6351C-8947-72C2-EDD8-8A308F30D5F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60663" y="5207000"/>
            <a:ext cx="363537" cy="2159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cxnSp>
        <p:nvCxnSpPr>
          <p:cNvPr id="29749" name="AutoShape 53">
            <a:extLst>
              <a:ext uri="{FF2B5EF4-FFF2-40B4-BE49-F238E27FC236}">
                <a16:creationId xmlns:a16="http://schemas.microsoft.com/office/drawing/2014/main" id="{3CD172E8-0F6D-E9D5-C1A6-500958573F62}"/>
              </a:ext>
            </a:extLst>
          </p:cNvPr>
          <p:cNvCxnSpPr>
            <a:cxnSpLocks noChangeShapeType="1"/>
            <a:stCxn id="29748" idx="3"/>
            <a:endCxn id="29745" idx="1"/>
          </p:cNvCxnSpPr>
          <p:nvPr/>
        </p:nvCxnSpPr>
        <p:spPr bwMode="auto">
          <a:xfrm flipH="1">
            <a:off x="2517775" y="5313363"/>
            <a:ext cx="225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50" name="AutoShape 54">
            <a:extLst>
              <a:ext uri="{FF2B5EF4-FFF2-40B4-BE49-F238E27FC236}">
                <a16:creationId xmlns:a16="http://schemas.microsoft.com/office/drawing/2014/main" id="{40128394-D7D7-B675-B3A7-B3997E5C9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5" y="5183188"/>
            <a:ext cx="609600" cy="303212"/>
          </a:xfrm>
          <a:prstGeom prst="rightArrow">
            <a:avLst>
              <a:gd name="adj1" fmla="val 50000"/>
              <a:gd name="adj2" fmla="val 50262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1" name="Text Box 57">
            <a:extLst>
              <a:ext uri="{FF2B5EF4-FFF2-40B4-BE49-F238E27FC236}">
                <a16:creationId xmlns:a16="http://schemas.microsoft.com/office/drawing/2014/main" id="{C7439295-668E-B1F8-CD85-A4F27683A28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032125" y="5334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endParaRPr lang="en-US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29752" name="Text Box 58">
            <a:extLst>
              <a:ext uri="{FF2B5EF4-FFF2-40B4-BE49-F238E27FC236}">
                <a16:creationId xmlns:a16="http://schemas.microsoft.com/office/drawing/2014/main" id="{C2F48675-828E-AD45-8DA1-04FDD3610D8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994025" y="4851400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53" name="Text Box 59">
            <a:extLst>
              <a:ext uri="{FF2B5EF4-FFF2-40B4-BE49-F238E27FC236}">
                <a16:creationId xmlns:a16="http://schemas.microsoft.com/office/drawing/2014/main" id="{79B389CA-057B-F9D8-62FF-8BAA6CBA43D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994025" y="4343400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9754" name="AutoShape 60">
            <a:extLst>
              <a:ext uri="{FF2B5EF4-FFF2-40B4-BE49-F238E27FC236}">
                <a16:creationId xmlns:a16="http://schemas.microsoft.com/office/drawing/2014/main" id="{B75FD355-6DC1-AB9E-B606-109207893320}"/>
              </a:ext>
            </a:extLst>
          </p:cNvPr>
          <p:cNvCxnSpPr>
            <a:cxnSpLocks noChangeShapeType="1"/>
            <a:stCxn id="29741" idx="2"/>
            <a:endCxn id="29748" idx="0"/>
          </p:cNvCxnSpPr>
          <p:nvPr/>
        </p:nvCxnSpPr>
        <p:spPr bwMode="auto">
          <a:xfrm>
            <a:off x="2943225" y="4933950"/>
            <a:ext cx="0" cy="25400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5" name="AutoShape 61">
            <a:extLst>
              <a:ext uri="{FF2B5EF4-FFF2-40B4-BE49-F238E27FC236}">
                <a16:creationId xmlns:a16="http://schemas.microsoft.com/office/drawing/2014/main" id="{98A4A245-712B-931C-8C2B-4B1A9EC656D5}"/>
              </a:ext>
            </a:extLst>
          </p:cNvPr>
          <p:cNvCxnSpPr>
            <a:cxnSpLocks noChangeShapeType="1"/>
            <a:stCxn id="29748" idx="2"/>
            <a:endCxn id="29736" idx="0"/>
          </p:cNvCxnSpPr>
          <p:nvPr/>
        </p:nvCxnSpPr>
        <p:spPr bwMode="auto">
          <a:xfrm>
            <a:off x="2943225" y="5440363"/>
            <a:ext cx="0" cy="255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6" name="AutoShape 62">
            <a:extLst>
              <a:ext uri="{FF2B5EF4-FFF2-40B4-BE49-F238E27FC236}">
                <a16:creationId xmlns:a16="http://schemas.microsoft.com/office/drawing/2014/main" id="{2CCA71D3-9C61-6FA7-2B28-509CCE91D3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36875" y="5995988"/>
            <a:ext cx="0" cy="255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81EB457-3B0C-C9B1-CDD5-C299290E1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Implementation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B2CDFEC-8734-38C1-8261-B8D3C3AA24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295400"/>
            <a:ext cx="3810000" cy="4724400"/>
          </a:xfrm>
        </p:spPr>
        <p:txBody>
          <a:bodyPr/>
          <a:lstStyle/>
          <a:p>
            <a:pPr eaLnBrk="1" hangingPunct="1"/>
            <a:r>
              <a:rPr lang="en-US" altLang="en-US" sz="1800"/>
              <a:t>We can implement a skip list with  quad-nodes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 quad-node stores:</a:t>
            </a:r>
          </a:p>
          <a:p>
            <a:pPr lvl="1" eaLnBrk="1" hangingPunct="1"/>
            <a:r>
              <a:rPr lang="en-US" altLang="en-US" sz="1600"/>
              <a:t>item</a:t>
            </a:r>
          </a:p>
          <a:p>
            <a:pPr lvl="1" eaLnBrk="1" hangingPunct="1"/>
            <a:r>
              <a:rPr lang="en-US" altLang="en-US" sz="1600"/>
              <a:t>link to the node before</a:t>
            </a:r>
          </a:p>
          <a:p>
            <a:pPr lvl="1" eaLnBrk="1" hangingPunct="1"/>
            <a:r>
              <a:rPr lang="en-US" altLang="en-US" sz="1600"/>
              <a:t>link to the node after</a:t>
            </a:r>
          </a:p>
          <a:p>
            <a:pPr lvl="1" eaLnBrk="1" hangingPunct="1"/>
            <a:r>
              <a:rPr lang="en-US" altLang="en-US" sz="1600"/>
              <a:t>link to the node below</a:t>
            </a:r>
          </a:p>
          <a:p>
            <a:pPr lvl="1" eaLnBrk="1" hangingPunct="1"/>
            <a:r>
              <a:rPr lang="en-US" altLang="en-US" sz="1600"/>
              <a:t>link to the node after</a:t>
            </a:r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1800"/>
              <a:t>Also, we define special keys PLUS_INF and MINUS_INF, and we modify the key comparator to handle them  </a:t>
            </a: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1E32A034-16D2-12C0-625C-EEEF247E6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048000"/>
            <a:ext cx="1524000" cy="1524000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7EB0614D-E583-9ECC-9183-0B69DABE1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429000"/>
            <a:ext cx="762000" cy="76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0726" name="Line 6">
            <a:extLst>
              <a:ext uri="{FF2B5EF4-FFF2-40B4-BE49-F238E27FC236}">
                <a16:creationId xmlns:a16="http://schemas.microsoft.com/office/drawing/2014/main" id="{72E8FAF8-0711-88AF-AB1A-0A12CA49B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38100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Line 7">
            <a:extLst>
              <a:ext uri="{FF2B5EF4-FFF2-40B4-BE49-F238E27FC236}">
                <a16:creationId xmlns:a16="http://schemas.microsoft.com/office/drawing/2014/main" id="{303804B9-2B4C-DA18-C639-93B65D8256D8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867400" y="38100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Line 8">
            <a:extLst>
              <a:ext uri="{FF2B5EF4-FFF2-40B4-BE49-F238E27FC236}">
                <a16:creationId xmlns:a16="http://schemas.microsoft.com/office/drawing/2014/main" id="{C341C005-8B44-6C29-D884-03D09D0A633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824663" y="2886075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Line 9">
            <a:extLst>
              <a:ext uri="{FF2B5EF4-FFF2-40B4-BE49-F238E27FC236}">
                <a16:creationId xmlns:a16="http://schemas.microsoft.com/office/drawing/2014/main" id="{21465050-A445-B59C-0F8A-1C3FBD0216C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824663" y="4714875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Text Box 10">
            <a:extLst>
              <a:ext uri="{FF2B5EF4-FFF2-40B4-BE49-F238E27FC236}">
                <a16:creationId xmlns:a16="http://schemas.microsoft.com/office/drawing/2014/main" id="{24D88435-467D-A05D-FB97-FA334C3C1F5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618038" y="2792413"/>
            <a:ext cx="1868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ahoma" panose="020B0604030504040204" pitchFamily="34" charset="0"/>
              </a:rPr>
              <a:t>quad-node</a:t>
            </a:r>
            <a:endParaRPr lang="en-US" altLang="en-US" sz="2800" baseline="-25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C2102BE0-B235-CFB4-8002-9A62ECEC0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Space Usage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AF554D0-E953-7428-B26E-82D395BFDE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7848600" cy="3429000"/>
          </a:xfrm>
        </p:spPr>
        <p:txBody>
          <a:bodyPr/>
          <a:lstStyle/>
          <a:p>
            <a:pPr eaLnBrk="1" hangingPunct="1"/>
            <a:r>
              <a:rPr lang="en-US" altLang="en-US" sz="2000"/>
              <a:t>The space used by a skip list depends on the random bits used by each invocation of the insertion algorithm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On average: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The number of items in S</a:t>
            </a:r>
            <a:r>
              <a:rPr lang="en-US" altLang="en-US" sz="1800" baseline="-25000">
                <a:solidFill>
                  <a:schemeClr val="tx2"/>
                </a:solidFill>
              </a:rPr>
              <a:t>i</a:t>
            </a:r>
            <a:r>
              <a:rPr lang="en-US" altLang="en-US" sz="1800"/>
              <a:t> is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endParaRPr lang="en-US" altLang="en-US" sz="1600"/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6C99C5FF-D435-413C-2344-11366B75AB7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3200400"/>
            <a:ext cx="7848600" cy="685800"/>
          </a:xfrm>
        </p:spPr>
        <p:txBody>
          <a:bodyPr/>
          <a:lstStyle/>
          <a:p>
            <a:pPr eaLnBrk="1" hangingPunct="1"/>
            <a:r>
              <a:rPr lang="en-US" altLang="en-US" sz="2000"/>
              <a:t>The expected number of nodes used by the skip list is</a:t>
            </a:r>
          </a:p>
          <a:p>
            <a:pPr eaLnBrk="1" hangingPunct="1"/>
            <a:endParaRPr lang="en-US" altLang="en-US" sz="1800">
              <a:latin typeface="Times New Roman" panose="02020603050405020304" pitchFamily="18" charset="0"/>
            </a:endParaRPr>
          </a:p>
        </p:txBody>
      </p:sp>
      <p:graphicFrame>
        <p:nvGraphicFramePr>
          <p:cNvPr id="1026" name="Object 5">
            <a:extLst>
              <a:ext uri="{FF2B5EF4-FFF2-40B4-BE49-F238E27FC236}">
                <a16:creationId xmlns:a16="http://schemas.microsoft.com/office/drawing/2014/main" id="{375DDC37-BBB9-A437-C153-A1D7E1659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810000"/>
          <a:ext cx="2895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68700" imgH="10528300" progId="Equation.3">
                  <p:embed/>
                </p:oleObj>
              </mc:Choice>
              <mc:Fallback>
                <p:oleObj name="Equation" r:id="rId2" imgW="28968700" imgH="1052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10000"/>
                        <a:ext cx="28956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6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4660FC50-AFCD-4980-4A64-4EF8756F7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340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Thus, the expected space usage of a skip list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F31AF43-4D47-3AA8-6D0D-D628C5C87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Search and Update Times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C7F3DB5-3626-E374-A068-EECC4057F1C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143000"/>
            <a:ext cx="7696200" cy="1828800"/>
          </a:xfrm>
        </p:spPr>
        <p:txBody>
          <a:bodyPr/>
          <a:lstStyle/>
          <a:p>
            <a:pPr eaLnBrk="1" hangingPunct="1"/>
            <a:r>
              <a:rPr lang="en-US" altLang="en-US" sz="1800"/>
              <a:t>The running time of the search an insertion algorithms is affected by the height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 of the skip list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800"/>
              <a:t>We show that with high probability, a skip list with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items has height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endParaRPr lang="en-US" altLang="en-US" sz="1600" b="1" i="1">
              <a:latin typeface="Times New Roman" panose="02020603050405020304" pitchFamily="18" charset="0"/>
            </a:endParaRPr>
          </a:p>
        </p:txBody>
      </p:sp>
      <p:sp>
        <p:nvSpPr>
          <p:cNvPr id="31748" name="Rectangle 6">
            <a:extLst>
              <a:ext uri="{FF2B5EF4-FFF2-40B4-BE49-F238E27FC236}">
                <a16:creationId xmlns:a16="http://schemas.microsoft.com/office/drawing/2014/main" id="{D8D65B2A-B88C-32C2-FC6F-0D7988D1E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19400"/>
            <a:ext cx="784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The search time in a skip list is proportional to</a:t>
            </a:r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600"/>
              <a:t>the number of drop-down steps, plus</a:t>
            </a:r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600"/>
              <a:t>the number of scan-forward steps</a:t>
            </a:r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endParaRPr lang="en-US" altLang="en-US" sz="1000"/>
          </a:p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The drop-down steps are bounded by the height of the skip list and thus are </a:t>
            </a:r>
            <a:r>
              <a:rPr lang="en-US" altLang="en-US" b="1" i="1">
                <a:latin typeface="Times New Roman" panose="02020603050405020304" pitchFamily="18" charset="0"/>
              </a:rPr>
              <a:t>O</a:t>
            </a:r>
            <a:r>
              <a:rPr lang="en-US" altLang="en-US">
                <a:latin typeface="Times New Roman" panose="02020603050405020304" pitchFamily="18" charset="0"/>
              </a:rPr>
              <a:t>(log </a:t>
            </a:r>
            <a:r>
              <a:rPr lang="en-US" altLang="en-US" b="1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) </a:t>
            </a:r>
            <a:r>
              <a:rPr lang="en-US" altLang="en-US"/>
              <a:t>with high probability</a:t>
            </a: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C8DB258A-84FA-223A-5C73-BD8CF4C6363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4800600"/>
            <a:ext cx="8001000" cy="15240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In each list the expected number of scan-forward steps is 2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We conclude that a search in a skip list takes </a:t>
            </a:r>
            <a:r>
              <a:rPr lang="en-US" altLang="en-US" sz="1800" b="1" i="1" dirty="0"/>
              <a:t>O</a:t>
            </a:r>
            <a:r>
              <a:rPr lang="en-US" altLang="en-US" sz="1800" dirty="0"/>
              <a:t>(log </a:t>
            </a:r>
            <a:r>
              <a:rPr lang="en-US" altLang="en-US" sz="1800" b="1" i="1" dirty="0"/>
              <a:t>n</a:t>
            </a:r>
            <a:r>
              <a:rPr lang="en-US" altLang="en-US" sz="1800" dirty="0"/>
              <a:t>) expected time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The analysis of insertion and deletion gives similar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2339</Words>
  <Application>Microsoft Macintosh PowerPoint</Application>
  <PresentationFormat>On-screen Show (4:3)</PresentationFormat>
  <Paragraphs>556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Narrow</vt:lpstr>
      <vt:lpstr>Comic Sans MS</vt:lpstr>
      <vt:lpstr>Symbol</vt:lpstr>
      <vt:lpstr>Tahoma</vt:lpstr>
      <vt:lpstr>Times New Roman</vt:lpstr>
      <vt:lpstr>Wingdings</vt:lpstr>
      <vt:lpstr>Default Design</vt:lpstr>
      <vt:lpstr>Equation</vt:lpstr>
      <vt:lpstr>CS535: Algorithm Design and Analysis   Splay Trees and Skip Lists</vt:lpstr>
      <vt:lpstr>Splay Tree Definition</vt:lpstr>
      <vt:lpstr>Splay Trees are Binary Search Trees</vt:lpstr>
      <vt:lpstr>Splay Trees: Three Operations</vt:lpstr>
      <vt:lpstr>Visualizing the Splaying Cases</vt:lpstr>
      <vt:lpstr>Splaying</vt:lpstr>
      <vt:lpstr>Splaying Example</vt:lpstr>
      <vt:lpstr>Splaying Example (Cont’d)</vt:lpstr>
      <vt:lpstr>Example Result of Splaying</vt:lpstr>
      <vt:lpstr>Performance of Splay Trees</vt:lpstr>
      <vt:lpstr>Skip List</vt:lpstr>
      <vt:lpstr>Search</vt:lpstr>
      <vt:lpstr>Randomized Algorithms</vt:lpstr>
      <vt:lpstr>Insertion</vt:lpstr>
      <vt:lpstr>Deletion</vt:lpstr>
      <vt:lpstr>Implementation</vt:lpstr>
      <vt:lpstr>Space Usage</vt:lpstr>
      <vt:lpstr>Search and Update Times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Zane Yu</cp:lastModifiedBy>
  <cp:revision>623</cp:revision>
  <dcterms:created xsi:type="dcterms:W3CDTF">2006-12-14T06:02:28Z</dcterms:created>
  <dcterms:modified xsi:type="dcterms:W3CDTF">2024-02-29T15:32:21Z</dcterms:modified>
</cp:coreProperties>
</file>