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9"/>
  </p:notesMasterIdLst>
  <p:sldIdLst>
    <p:sldId id="257" r:id="rId2"/>
    <p:sldId id="299" r:id="rId3"/>
    <p:sldId id="300" r:id="rId4"/>
    <p:sldId id="301" r:id="rId5"/>
    <p:sldId id="305" r:id="rId6"/>
    <p:sldId id="306" r:id="rId7"/>
    <p:sldId id="304" r:id="rId8"/>
    <p:sldId id="307" r:id="rId9"/>
    <p:sldId id="312" r:id="rId10"/>
    <p:sldId id="313" r:id="rId11"/>
    <p:sldId id="314" r:id="rId12"/>
    <p:sldId id="315" r:id="rId13"/>
    <p:sldId id="319" r:id="rId14"/>
    <p:sldId id="321" r:id="rId15"/>
    <p:sldId id="322" r:id="rId16"/>
    <p:sldId id="323" r:id="rId17"/>
    <p:sldId id="324" r:id="rId18"/>
    <p:sldId id="325" r:id="rId19"/>
    <p:sldId id="328" r:id="rId20"/>
    <p:sldId id="330" r:id="rId21"/>
    <p:sldId id="331" r:id="rId22"/>
    <p:sldId id="332" r:id="rId23"/>
    <p:sldId id="333" r:id="rId24"/>
    <p:sldId id="339" r:id="rId25"/>
    <p:sldId id="335" r:id="rId26"/>
    <p:sldId id="336" r:id="rId27"/>
    <p:sldId id="337" r:id="rId28"/>
    <p:sldId id="340" r:id="rId29"/>
    <p:sldId id="341" r:id="rId30"/>
    <p:sldId id="342" r:id="rId31"/>
    <p:sldId id="343" r:id="rId32"/>
    <p:sldId id="344" r:id="rId33"/>
    <p:sldId id="345" r:id="rId34"/>
    <p:sldId id="346" r:id="rId35"/>
    <p:sldId id="347" r:id="rId36"/>
    <p:sldId id="349" r:id="rId37"/>
    <p:sldId id="348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9737A8-8064-458F-9074-4F742EA10BF1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312415-B173-4B04-8ECA-C68972AEE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00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BE0FA7E6-A524-5249-6566-2A0A710324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65B5F83-DE25-A049-9524-60B676235D7A}" type="slidenum">
              <a:rPr lang="en-US" altLang="en-US" sz="1300"/>
              <a:pPr>
                <a:spcBef>
                  <a:spcPct val="0"/>
                </a:spcBef>
              </a:pPr>
              <a:t>13</a:t>
            </a:fld>
            <a:endParaRPr lang="en-US" altLang="en-US" sz="130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1F825907-3B0C-485D-4246-C13BBB5344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722313"/>
            <a:ext cx="6396038" cy="3598862"/>
          </a:xfrm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7228B05F-2261-F8AE-89D9-D3D2212D9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8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7EF78-E147-4D2D-9F99-FB3D738414DC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D0D2C-CBF2-42A7-A344-7F837DF6F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69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7EF78-E147-4D2D-9F99-FB3D738414DC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D0D2C-CBF2-42A7-A344-7F837DF6F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521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7EF78-E147-4D2D-9F99-FB3D738414DC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D0D2C-CBF2-42A7-A344-7F837DF6F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592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7EF78-E147-4D2D-9F99-FB3D738414DC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D0D2C-CBF2-42A7-A344-7F837DF6F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90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7EF78-E147-4D2D-9F99-FB3D738414DC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D0D2C-CBF2-42A7-A344-7F837DF6F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7EF78-E147-4D2D-9F99-FB3D738414DC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D0D2C-CBF2-42A7-A344-7F837DF6F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02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7EF78-E147-4D2D-9F99-FB3D738414DC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D0D2C-CBF2-42A7-A344-7F837DF6F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782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7EF78-E147-4D2D-9F99-FB3D738414DC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D0D2C-CBF2-42A7-A344-7F837DF6F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34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7EF78-E147-4D2D-9F99-FB3D738414DC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D0D2C-CBF2-42A7-A344-7F837DF6F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23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7EF78-E147-4D2D-9F99-FB3D738414DC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D0D2C-CBF2-42A7-A344-7F837DF6F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2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7EF78-E147-4D2D-9F99-FB3D738414DC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D0D2C-CBF2-42A7-A344-7F837DF6FDD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8448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7EF78-E147-4D2D-9F99-FB3D738414DC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D0D2C-CBF2-42A7-A344-7F837DF6F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5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7EF78-E147-4D2D-9F99-FB3D738414DC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D0D2C-CBF2-42A7-A344-7F837DF6FDD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4219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7EF78-E147-4D2D-9F99-FB3D738414DC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D0D2C-CBF2-42A7-A344-7F837DF6F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461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7EF78-E147-4D2D-9F99-FB3D738414DC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D0D2C-CBF2-42A7-A344-7F837DF6F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464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7EF78-E147-4D2D-9F99-FB3D738414DC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D0D2C-CBF2-42A7-A344-7F837DF6F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049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76400"/>
            <a:ext cx="50800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197600" y="1676400"/>
            <a:ext cx="5080000" cy="44196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869A8-306B-E008-A4FA-202EFE62C9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625600" y="6570663"/>
            <a:ext cx="10566400" cy="241300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3598946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7EF78-E147-4D2D-9F99-FB3D738414DC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05D0D2C-CBF2-42A7-A344-7F837DF6F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98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3EE009B-8F9B-ABA2-D353-70840801326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1066801"/>
            <a:ext cx="8534400" cy="169862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2000" dirty="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sz="2400" dirty="0"/>
              <a:t>Basic Data Structures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97A2F0BB-8ADC-919C-4407-3B8CEDDE432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95600" y="3657600"/>
            <a:ext cx="6400800" cy="1981200"/>
          </a:xfrm>
        </p:spPr>
        <p:txBody>
          <a:bodyPr/>
          <a:lstStyle/>
          <a:p>
            <a:pPr algn="ctr"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Rohit P. Singh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algn="ctr"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en-US" altLang="en-US" sz="1600" b="1" dirty="0">
                <a:solidFill>
                  <a:srgbClr val="0000FF"/>
                </a:solidFill>
              </a:rPr>
              <a:t>September 16, 2024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28C3EA2E-9B6D-0910-2709-ACF227AE1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Readings: Chapter 2.1, 2.2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3B9D9B65-EBBF-B08A-7CAE-3AA408D3F5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Outline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415B422D-276E-C682-5C30-A013B24439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733800" y="1676400"/>
            <a:ext cx="4267200" cy="3200400"/>
          </a:xfrm>
        </p:spPr>
        <p:txBody>
          <a:bodyPr/>
          <a:lstStyle/>
          <a:p>
            <a:pPr eaLnBrk="1" hangingPunct="1"/>
            <a:r>
              <a:rPr lang="en-US" altLang="en-US"/>
              <a:t>Stack</a:t>
            </a:r>
          </a:p>
          <a:p>
            <a:pPr eaLnBrk="1" hangingPunct="1"/>
            <a:r>
              <a:rPr lang="en-US" altLang="en-US"/>
              <a:t>Queue</a:t>
            </a:r>
          </a:p>
          <a:p>
            <a:pPr eaLnBrk="1" hangingPunct="1"/>
            <a:r>
              <a:rPr lang="en-US" altLang="en-US"/>
              <a:t>Vector</a:t>
            </a:r>
          </a:p>
          <a:p>
            <a:pPr eaLnBrk="1" hangingPunct="1"/>
            <a:r>
              <a:rPr lang="en-US" altLang="en-US"/>
              <a:t>List</a:t>
            </a:r>
          </a:p>
          <a:p>
            <a:pPr eaLnBrk="1" hangingPunct="1"/>
            <a:r>
              <a:rPr lang="en-US" altLang="en-US"/>
              <a:t>Sequence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4248A96-0083-E0BE-81C3-DC02E0D1D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Abstract Data Types (ADTs)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6B5DD9CD-070E-75CE-8F0D-3D8F48B94F2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127298" y="1440426"/>
            <a:ext cx="35814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An abstract data type (ADT) is an abstraction of a data structure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An ADT specifies: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C00000"/>
                </a:solidFill>
              </a:rPr>
              <a:t>Data</a:t>
            </a:r>
            <a:r>
              <a:rPr lang="en-US" altLang="en-US" sz="1800"/>
              <a:t> stored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C00000"/>
                </a:solidFill>
              </a:rPr>
              <a:t>Operations</a:t>
            </a:r>
            <a:r>
              <a:rPr lang="en-US" altLang="en-US" sz="1800"/>
              <a:t> on the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solidFill>
                  <a:srgbClr val="C00000"/>
                </a:solidFill>
              </a:rPr>
              <a:t>Error conditions </a:t>
            </a:r>
            <a:r>
              <a:rPr lang="en-US" altLang="en-US" sz="1800"/>
              <a:t>associated with operations (</a:t>
            </a:r>
            <a:r>
              <a:rPr lang="en-US" altLang="en-US" sz="1800" b="1"/>
              <a:t>exceptions</a:t>
            </a:r>
            <a:r>
              <a:rPr lang="en-US" altLang="en-US" sz="1800"/>
              <a:t>)</a:t>
            </a:r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23B00EF9-8BE1-7220-4112-27B6BE49ECB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041554" y="1211826"/>
            <a:ext cx="4343400" cy="4648200"/>
          </a:xfrm>
        </p:spPr>
        <p:txBody>
          <a:bodyPr/>
          <a:lstStyle/>
          <a:p>
            <a:pPr eaLnBrk="1" hangingPunct="1"/>
            <a:r>
              <a:rPr lang="en-US" altLang="en-US" sz="2000" i="1" dirty="0"/>
              <a:t>Example</a:t>
            </a:r>
            <a:r>
              <a:rPr lang="en-US" altLang="en-US" sz="2000" dirty="0"/>
              <a:t>: ADT modeling a simple stock-trading system</a:t>
            </a:r>
          </a:p>
          <a:p>
            <a:pPr lvl="1" eaLnBrk="1" hangingPunct="1"/>
            <a:r>
              <a:rPr lang="en-US" altLang="en-US" sz="1800" dirty="0"/>
              <a:t>The data stored are buy/sell orders</a:t>
            </a:r>
          </a:p>
          <a:p>
            <a:pPr lvl="1" eaLnBrk="1" hangingPunct="1"/>
            <a:r>
              <a:rPr lang="en-US" altLang="en-US" sz="1800" dirty="0"/>
              <a:t>The operations supported are</a:t>
            </a:r>
          </a:p>
          <a:p>
            <a:pPr lvl="2" eaLnBrk="1" hangingPunct="1"/>
            <a:r>
              <a:rPr lang="en-US" altLang="en-US" sz="1600" dirty="0"/>
              <a:t>order </a:t>
            </a:r>
            <a:r>
              <a:rPr lang="en-US" altLang="en-US" sz="1600" dirty="0">
                <a:solidFill>
                  <a:srgbClr val="C00000"/>
                </a:solidFill>
              </a:rPr>
              <a:t>buy</a:t>
            </a:r>
            <a:r>
              <a:rPr lang="en-US" altLang="en-US" sz="1600" dirty="0">
                <a:solidFill>
                  <a:schemeClr val="tx2"/>
                </a:solidFill>
              </a:rPr>
              <a:t> </a:t>
            </a:r>
            <a:r>
              <a:rPr lang="en-US" altLang="en-US" sz="1600" dirty="0"/>
              <a:t>(stock, shares, price)</a:t>
            </a:r>
          </a:p>
          <a:p>
            <a:pPr lvl="2" eaLnBrk="1" hangingPunct="1"/>
            <a:r>
              <a:rPr lang="en-US" altLang="en-US" sz="1600" dirty="0"/>
              <a:t>order </a:t>
            </a:r>
            <a:r>
              <a:rPr lang="en-US" altLang="en-US" sz="1600" dirty="0">
                <a:solidFill>
                  <a:srgbClr val="C00000"/>
                </a:solidFill>
              </a:rPr>
              <a:t>sell</a:t>
            </a:r>
            <a:r>
              <a:rPr lang="en-US" altLang="en-US" sz="1600" dirty="0">
                <a:solidFill>
                  <a:schemeClr val="tx2"/>
                </a:solidFill>
              </a:rPr>
              <a:t> </a:t>
            </a:r>
            <a:r>
              <a:rPr lang="en-US" altLang="en-US" sz="1600" dirty="0"/>
              <a:t>(stock, shares, price)</a:t>
            </a:r>
          </a:p>
          <a:p>
            <a:pPr lvl="2" eaLnBrk="1" hangingPunct="1"/>
            <a:r>
              <a:rPr lang="en-US" altLang="en-US" sz="1600" dirty="0"/>
              <a:t>void </a:t>
            </a:r>
            <a:r>
              <a:rPr lang="en-US" altLang="en-US" sz="1600" dirty="0">
                <a:solidFill>
                  <a:srgbClr val="C00000"/>
                </a:solidFill>
              </a:rPr>
              <a:t>cancel</a:t>
            </a:r>
            <a:r>
              <a:rPr lang="en-US" altLang="en-US" sz="1600" dirty="0">
                <a:solidFill>
                  <a:schemeClr val="tx2"/>
                </a:solidFill>
              </a:rPr>
              <a:t> </a:t>
            </a:r>
            <a:r>
              <a:rPr lang="en-US" altLang="en-US" sz="1600" dirty="0"/>
              <a:t>(order)</a:t>
            </a:r>
          </a:p>
          <a:p>
            <a:pPr lvl="1" eaLnBrk="1" hangingPunct="1"/>
            <a:r>
              <a:rPr lang="en-US" altLang="en-US" sz="1800" dirty="0"/>
              <a:t>Error conditions (</a:t>
            </a:r>
            <a:r>
              <a:rPr lang="en-US" altLang="en-US" sz="1800" b="1" dirty="0"/>
              <a:t>exceptions</a:t>
            </a:r>
            <a:r>
              <a:rPr lang="en-US" altLang="en-US" sz="1800" dirty="0"/>
              <a:t>):</a:t>
            </a:r>
          </a:p>
          <a:p>
            <a:pPr lvl="2" eaLnBrk="1" hangingPunct="1"/>
            <a:r>
              <a:rPr lang="en-US" altLang="en-US" sz="1600" dirty="0"/>
              <a:t>Buy/sell a nonexistent stock</a:t>
            </a:r>
          </a:p>
          <a:p>
            <a:pPr lvl="2" eaLnBrk="1" hangingPunct="1"/>
            <a:r>
              <a:rPr lang="en-US" altLang="en-US" sz="1600" dirty="0"/>
              <a:t>Cancel a nonexistent order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D51ABEC5-E3FC-97A5-61A3-164EE277AC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The Stack ADT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C1FDF397-20B0-0951-3769-EF6FA68D021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968202" y="1447800"/>
            <a:ext cx="4343400" cy="3505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</a:t>
            </a:r>
            <a:r>
              <a:rPr lang="en-US" altLang="en-US" sz="2000" dirty="0">
                <a:solidFill>
                  <a:schemeClr val="tx2"/>
                </a:solidFill>
              </a:rPr>
              <a:t>Stack</a:t>
            </a:r>
            <a:r>
              <a:rPr lang="en-US" altLang="en-US" sz="2000" dirty="0"/>
              <a:t> ADT stores arbitrary objects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Insertions and deletions follow the </a:t>
            </a:r>
            <a:r>
              <a:rPr lang="en-US" altLang="en-US" sz="2000" dirty="0">
                <a:solidFill>
                  <a:srgbClr val="FF0066"/>
                </a:solidFill>
              </a:rPr>
              <a:t>last-in first-out</a:t>
            </a:r>
            <a:r>
              <a:rPr lang="en-US" altLang="en-US" sz="2000" dirty="0"/>
              <a:t> scheme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Main stack operations: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dirty="0">
                <a:solidFill>
                  <a:schemeClr val="tx2"/>
                </a:solidFill>
              </a:rPr>
              <a:t>push</a:t>
            </a:r>
            <a:r>
              <a:rPr lang="en-US" altLang="en-US" sz="1800" dirty="0"/>
              <a:t>(object): inserts an element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object </a:t>
            </a:r>
            <a:r>
              <a:rPr lang="en-US" altLang="en-US" sz="1800" b="1" dirty="0">
                <a:solidFill>
                  <a:schemeClr val="tx2"/>
                </a:solidFill>
              </a:rPr>
              <a:t>pop</a:t>
            </a:r>
            <a:r>
              <a:rPr lang="en-US" altLang="en-US" sz="1800" dirty="0"/>
              <a:t>(): removes and returns the last inserted element</a:t>
            </a:r>
          </a:p>
        </p:txBody>
      </p:sp>
      <p:sp>
        <p:nvSpPr>
          <p:cNvPr id="19459" name="Rectangle 4">
            <a:extLst>
              <a:ext uri="{FF2B5EF4-FFF2-40B4-BE49-F238E27FC236}">
                <a16:creationId xmlns:a16="http://schemas.microsoft.com/office/drawing/2014/main" id="{CCD9FA70-291C-CBBB-214F-8C76290C500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683045" y="1447800"/>
            <a:ext cx="3962400" cy="3352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 dirty="0"/>
              <a:t>Other stack operations:</a:t>
            </a:r>
          </a:p>
          <a:p>
            <a:pPr lvl="1" eaLnBrk="1" hangingPunct="1"/>
            <a:r>
              <a:rPr lang="en-US" altLang="en-US" sz="1800" dirty="0"/>
              <a:t>object </a:t>
            </a:r>
            <a:r>
              <a:rPr lang="en-US" altLang="en-US" sz="1800" b="1" dirty="0">
                <a:solidFill>
                  <a:schemeClr val="tx2"/>
                </a:solidFill>
              </a:rPr>
              <a:t>top</a:t>
            </a:r>
            <a:r>
              <a:rPr lang="en-US" altLang="en-US" sz="1800" dirty="0"/>
              <a:t>(): returns the last inserted element without removing it</a:t>
            </a:r>
          </a:p>
          <a:p>
            <a:pPr lvl="1" eaLnBrk="1" hangingPunct="1"/>
            <a:r>
              <a:rPr lang="en-US" altLang="en-US" sz="1800" dirty="0"/>
              <a:t>integer </a:t>
            </a:r>
            <a:r>
              <a:rPr lang="en-US" altLang="en-US" sz="1800" b="1" dirty="0">
                <a:solidFill>
                  <a:schemeClr val="tx2"/>
                </a:solidFill>
              </a:rPr>
              <a:t>size</a:t>
            </a:r>
            <a:r>
              <a:rPr lang="en-US" altLang="en-US" sz="1800" dirty="0"/>
              <a:t>(): returns the number of elements stored</a:t>
            </a:r>
          </a:p>
          <a:p>
            <a:pPr lvl="1" eaLnBrk="1" hangingPunct="1"/>
            <a:r>
              <a:rPr lang="en-US" altLang="en-US" sz="1800" dirty="0" err="1"/>
              <a:t>boolean</a:t>
            </a:r>
            <a:r>
              <a:rPr lang="en-US" altLang="en-US" sz="1800" dirty="0"/>
              <a:t> </a:t>
            </a:r>
            <a:r>
              <a:rPr lang="en-US" altLang="en-US" sz="1800" b="1" dirty="0" err="1">
                <a:solidFill>
                  <a:schemeClr val="tx2"/>
                </a:solidFill>
              </a:rPr>
              <a:t>isEmpty</a:t>
            </a:r>
            <a:r>
              <a:rPr lang="en-US" altLang="en-US" sz="1800" dirty="0"/>
              <a:t>(): indicates whether no elements are stored</a:t>
            </a:r>
          </a:p>
        </p:txBody>
      </p:sp>
      <p:sp>
        <p:nvSpPr>
          <p:cNvPr id="19460" name="Rectangle 5">
            <a:extLst>
              <a:ext uri="{FF2B5EF4-FFF2-40B4-BE49-F238E27FC236}">
                <a16:creationId xmlns:a16="http://schemas.microsoft.com/office/drawing/2014/main" id="{000DB5C0-9A32-EA6D-14EC-EE832D6F7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8464" y="5176044"/>
            <a:ext cx="6705600" cy="123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0066"/>
                </a:solidFill>
              </a:rPr>
              <a:t>Applications: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Page-visited history in a Web browser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Undo sequence in a text editor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Chain of method calls in the Java Virtual Machine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1D5995AD-3F87-699D-8B88-13A2F9BA4C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7179" y="306348"/>
            <a:ext cx="8596668" cy="545068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Array-based Stack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516A3265-934F-E956-D030-C969C4ABCD5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903188" y="1205429"/>
            <a:ext cx="3352800" cy="3352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 simple way of implementing the Stack ADT uses an array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We add elements from left to right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 variable keeps track of the index of the top element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67DB9D-1703-C6EF-1C93-4F0DB092806A}"/>
              </a:ext>
            </a:extLst>
          </p:cNvPr>
          <p:cNvGrpSpPr/>
          <p:nvPr/>
        </p:nvGrpSpPr>
        <p:grpSpPr>
          <a:xfrm>
            <a:off x="1553498" y="5213111"/>
            <a:ext cx="6918324" cy="878920"/>
            <a:chOff x="2743201" y="5334000"/>
            <a:chExt cx="6918324" cy="878920"/>
          </a:xfrm>
        </p:grpSpPr>
        <p:sp>
          <p:nvSpPr>
            <p:cNvPr id="20483" name="Freeform 4">
              <a:extLst>
                <a:ext uri="{FF2B5EF4-FFF2-40B4-BE49-F238E27FC236}">
                  <a16:creationId xmlns:a16="http://schemas.microsoft.com/office/drawing/2014/main" id="{F6A8FF41-EB85-31FE-A67E-98FEEA76B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0401" y="5461001"/>
              <a:ext cx="1509713" cy="379413"/>
            </a:xfrm>
            <a:custGeom>
              <a:avLst/>
              <a:gdLst>
                <a:gd name="T0" fmla="*/ 2147483646 w 951"/>
                <a:gd name="T1" fmla="*/ 2147483646 h 239"/>
                <a:gd name="T2" fmla="*/ 2147483646 w 951"/>
                <a:gd name="T3" fmla="*/ 0 h 239"/>
                <a:gd name="T4" fmla="*/ 0 w 951"/>
                <a:gd name="T5" fmla="*/ 0 h 239"/>
                <a:gd name="T6" fmla="*/ 2147483646 w 951"/>
                <a:gd name="T7" fmla="*/ 2147483646 h 239"/>
                <a:gd name="T8" fmla="*/ 2147483646 w 951"/>
                <a:gd name="T9" fmla="*/ 2147483646 h 239"/>
                <a:gd name="T10" fmla="*/ 2147483646 w 951"/>
                <a:gd name="T11" fmla="*/ 2147483646 h 239"/>
                <a:gd name="T12" fmla="*/ 2147483646 w 951"/>
                <a:gd name="T13" fmla="*/ 2147483646 h 2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51"/>
                <a:gd name="T22" fmla="*/ 0 h 239"/>
                <a:gd name="T23" fmla="*/ 951 w 951"/>
                <a:gd name="T24" fmla="*/ 239 h 23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51" h="239">
                  <a:moveTo>
                    <a:pt x="951" y="239"/>
                  </a:moveTo>
                  <a:lnTo>
                    <a:pt x="951" y="0"/>
                  </a:lnTo>
                  <a:lnTo>
                    <a:pt x="0" y="0"/>
                  </a:lnTo>
                  <a:lnTo>
                    <a:pt x="24" y="103"/>
                  </a:lnTo>
                  <a:lnTo>
                    <a:pt x="104" y="143"/>
                  </a:lnTo>
                  <a:lnTo>
                    <a:pt x="120" y="239"/>
                  </a:lnTo>
                  <a:lnTo>
                    <a:pt x="951" y="23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84" name="Freeform 5">
              <a:extLst>
                <a:ext uri="{FF2B5EF4-FFF2-40B4-BE49-F238E27FC236}">
                  <a16:creationId xmlns:a16="http://schemas.microsoft.com/office/drawing/2014/main" id="{9D48C0AE-651C-9A07-7519-D7441273B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401" y="5461001"/>
              <a:ext cx="2982913" cy="379413"/>
            </a:xfrm>
            <a:custGeom>
              <a:avLst/>
              <a:gdLst>
                <a:gd name="T0" fmla="*/ 0 w 1879"/>
                <a:gd name="T1" fmla="*/ 0 h 239"/>
                <a:gd name="T2" fmla="*/ 0 w 1879"/>
                <a:gd name="T3" fmla="*/ 2147483646 h 239"/>
                <a:gd name="T4" fmla="*/ 2147483646 w 1879"/>
                <a:gd name="T5" fmla="*/ 2147483646 h 239"/>
                <a:gd name="T6" fmla="*/ 2147483646 w 1879"/>
                <a:gd name="T7" fmla="*/ 2147483646 h 239"/>
                <a:gd name="T8" fmla="*/ 2147483646 w 1879"/>
                <a:gd name="T9" fmla="*/ 2147483646 h 239"/>
                <a:gd name="T10" fmla="*/ 2147483646 w 1879"/>
                <a:gd name="T11" fmla="*/ 0 h 239"/>
                <a:gd name="T12" fmla="*/ 0 w 1879"/>
                <a:gd name="T13" fmla="*/ 0 h 2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79"/>
                <a:gd name="T22" fmla="*/ 0 h 239"/>
                <a:gd name="T23" fmla="*/ 1879 w 1879"/>
                <a:gd name="T24" fmla="*/ 239 h 23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79" h="239">
                  <a:moveTo>
                    <a:pt x="0" y="0"/>
                  </a:moveTo>
                  <a:lnTo>
                    <a:pt x="0" y="239"/>
                  </a:lnTo>
                  <a:lnTo>
                    <a:pt x="1879" y="239"/>
                  </a:lnTo>
                  <a:lnTo>
                    <a:pt x="1863" y="135"/>
                  </a:lnTo>
                  <a:lnTo>
                    <a:pt x="1783" y="79"/>
                  </a:lnTo>
                  <a:lnTo>
                    <a:pt x="17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485" name="Rectangle 6">
              <a:extLst>
                <a:ext uri="{FF2B5EF4-FFF2-40B4-BE49-F238E27FC236}">
                  <a16:creationId xmlns:a16="http://schemas.microsoft.com/office/drawing/2014/main" id="{4E717BF4-A803-E98A-B722-948FE2030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5513" y="5448300"/>
              <a:ext cx="12700" cy="254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486" name="Rectangle 7">
              <a:extLst>
                <a:ext uri="{FF2B5EF4-FFF2-40B4-BE49-F238E27FC236}">
                  <a16:creationId xmlns:a16="http://schemas.microsoft.com/office/drawing/2014/main" id="{9503FA45-8D0B-0AC7-2F83-A39365C81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7701" y="5448300"/>
              <a:ext cx="2817813" cy="254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487" name="Rectangle 8">
              <a:extLst>
                <a:ext uri="{FF2B5EF4-FFF2-40B4-BE49-F238E27FC236}">
                  <a16:creationId xmlns:a16="http://schemas.microsoft.com/office/drawing/2014/main" id="{98A0E174-EA5D-4413-F35D-35FE04D17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7700" y="5461001"/>
              <a:ext cx="25400" cy="39211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488" name="Rectangle 9">
              <a:extLst>
                <a:ext uri="{FF2B5EF4-FFF2-40B4-BE49-F238E27FC236}">
                  <a16:creationId xmlns:a16="http://schemas.microsoft.com/office/drawing/2014/main" id="{93D43154-2DFD-48EB-B493-38EF00B4E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3313" y="5827713"/>
              <a:ext cx="12700" cy="254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489" name="Rectangle 10">
              <a:extLst>
                <a:ext uri="{FF2B5EF4-FFF2-40B4-BE49-F238E27FC236}">
                  <a16:creationId xmlns:a16="http://schemas.microsoft.com/office/drawing/2014/main" id="{0AE5A4A4-9925-B9ED-C99B-E30A5FDE3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1" y="5827713"/>
              <a:ext cx="2982913" cy="254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490" name="Rectangle 11">
              <a:extLst>
                <a:ext uri="{FF2B5EF4-FFF2-40B4-BE49-F238E27FC236}">
                  <a16:creationId xmlns:a16="http://schemas.microsoft.com/office/drawing/2014/main" id="{26FE8F81-3EE5-7755-5295-FA35E7841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8813" y="5448300"/>
              <a:ext cx="12700" cy="254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491" name="Rectangle 12">
              <a:extLst>
                <a:ext uri="{FF2B5EF4-FFF2-40B4-BE49-F238E27FC236}">
                  <a16:creationId xmlns:a16="http://schemas.microsoft.com/office/drawing/2014/main" id="{C5CB93E5-FE05-128F-4E17-AE4106FC5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1513" y="5448300"/>
              <a:ext cx="2640012" cy="254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492" name="Rectangle 13">
              <a:extLst>
                <a:ext uri="{FF2B5EF4-FFF2-40B4-BE49-F238E27FC236}">
                  <a16:creationId xmlns:a16="http://schemas.microsoft.com/office/drawing/2014/main" id="{947FDB04-D717-ADE1-537C-6279C04DD1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6125" y="5461001"/>
              <a:ext cx="25400" cy="39211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493" name="Rectangle 14">
              <a:extLst>
                <a:ext uri="{FF2B5EF4-FFF2-40B4-BE49-F238E27FC236}">
                  <a16:creationId xmlns:a16="http://schemas.microsoft.com/office/drawing/2014/main" id="{0E216672-0319-E256-CF23-5444E750C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3913" y="5827713"/>
              <a:ext cx="12700" cy="254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494" name="Rectangle 15">
              <a:extLst>
                <a:ext uri="{FF2B5EF4-FFF2-40B4-BE49-F238E27FC236}">
                  <a16:creationId xmlns:a16="http://schemas.microsoft.com/office/drawing/2014/main" id="{AE33568F-E3FF-3EBB-1636-B5AF3D234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6613" y="5827713"/>
              <a:ext cx="2462212" cy="254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495" name="Rectangle 16">
              <a:extLst>
                <a:ext uri="{FF2B5EF4-FFF2-40B4-BE49-F238E27FC236}">
                  <a16:creationId xmlns:a16="http://schemas.microsoft.com/office/drawing/2014/main" id="{64DC8034-87AD-CCBC-CAA5-D38ED65AF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5448300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496" name="Rectangle 17">
              <a:extLst>
                <a:ext uri="{FF2B5EF4-FFF2-40B4-BE49-F238E27FC236}">
                  <a16:creationId xmlns:a16="http://schemas.microsoft.com/office/drawing/2014/main" id="{84FCB847-21D8-EC4C-C480-C876EC343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5840413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497" name="Rectangle 18">
              <a:extLst>
                <a:ext uri="{FF2B5EF4-FFF2-40B4-BE49-F238E27FC236}">
                  <a16:creationId xmlns:a16="http://schemas.microsoft.com/office/drawing/2014/main" id="{5AEC1C29-5107-FBA2-D025-5B6B5C341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5461001"/>
              <a:ext cx="25400" cy="37941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498" name="Rectangle 19">
              <a:extLst>
                <a:ext uri="{FF2B5EF4-FFF2-40B4-BE49-F238E27FC236}">
                  <a16:creationId xmlns:a16="http://schemas.microsoft.com/office/drawing/2014/main" id="{9B25393C-F58F-210C-A3C6-DD9CBDAE1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5448300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499" name="Rectangle 20">
              <a:extLst>
                <a:ext uri="{FF2B5EF4-FFF2-40B4-BE49-F238E27FC236}">
                  <a16:creationId xmlns:a16="http://schemas.microsoft.com/office/drawing/2014/main" id="{A3649F7D-ADFA-8F84-C747-30BC5677B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5840413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0" name="Rectangle 21">
              <a:extLst>
                <a:ext uri="{FF2B5EF4-FFF2-40B4-BE49-F238E27FC236}">
                  <a16:creationId xmlns:a16="http://schemas.microsoft.com/office/drawing/2014/main" id="{CCA15C32-245E-F6E6-EEEC-D57CC8DD2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400" y="5461001"/>
              <a:ext cx="25400" cy="37941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1" name="Rectangle 22">
              <a:extLst>
                <a:ext uri="{FF2B5EF4-FFF2-40B4-BE49-F238E27FC236}">
                  <a16:creationId xmlns:a16="http://schemas.microsoft.com/office/drawing/2014/main" id="{3144A91C-F46F-DCD2-0369-96BC1FDD7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3813" y="5448300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2" name="Rectangle 23">
              <a:extLst>
                <a:ext uri="{FF2B5EF4-FFF2-40B4-BE49-F238E27FC236}">
                  <a16:creationId xmlns:a16="http://schemas.microsoft.com/office/drawing/2014/main" id="{0C369E6C-3EC3-0283-E3D3-EC961DDD3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3813" y="5840413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3" name="Rectangle 24">
              <a:extLst>
                <a:ext uri="{FF2B5EF4-FFF2-40B4-BE49-F238E27FC236}">
                  <a16:creationId xmlns:a16="http://schemas.microsoft.com/office/drawing/2014/main" id="{2EDAF31E-D039-8766-8DF8-B08FC5B3F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3813" y="5461001"/>
              <a:ext cx="25400" cy="37941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4" name="Rectangle 25">
              <a:extLst>
                <a:ext uri="{FF2B5EF4-FFF2-40B4-BE49-F238E27FC236}">
                  <a16:creationId xmlns:a16="http://schemas.microsoft.com/office/drawing/2014/main" id="{DAE888D3-5CCD-769D-81FE-CD89A1E14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2813" y="5448300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5" name="Rectangle 26">
              <a:extLst>
                <a:ext uri="{FF2B5EF4-FFF2-40B4-BE49-F238E27FC236}">
                  <a16:creationId xmlns:a16="http://schemas.microsoft.com/office/drawing/2014/main" id="{A32F99CC-07A5-CF8F-E52F-3E2DDCDEB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2813" y="5840413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6" name="Rectangle 27">
              <a:extLst>
                <a:ext uri="{FF2B5EF4-FFF2-40B4-BE49-F238E27FC236}">
                  <a16:creationId xmlns:a16="http://schemas.microsoft.com/office/drawing/2014/main" id="{74E5ABE1-43AC-A65E-1EF0-7A036D9B11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2813" y="5461001"/>
              <a:ext cx="25400" cy="37941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7" name="Rectangle 28">
              <a:extLst>
                <a:ext uri="{FF2B5EF4-FFF2-40B4-BE49-F238E27FC236}">
                  <a16:creationId xmlns:a16="http://schemas.microsoft.com/office/drawing/2014/main" id="{60287159-168E-ADFB-A189-A4E73B7F0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5448300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8" name="Rectangle 29">
              <a:extLst>
                <a:ext uri="{FF2B5EF4-FFF2-40B4-BE49-F238E27FC236}">
                  <a16:creationId xmlns:a16="http://schemas.microsoft.com/office/drawing/2014/main" id="{8C981D3F-4956-4088-901D-A05A3CD53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5840413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09" name="Rectangle 30">
              <a:extLst>
                <a:ext uri="{FF2B5EF4-FFF2-40B4-BE49-F238E27FC236}">
                  <a16:creationId xmlns:a16="http://schemas.microsoft.com/office/drawing/2014/main" id="{96742EE1-B123-A237-C6F8-64590A5FC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5461001"/>
              <a:ext cx="25400" cy="37941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10" name="Rectangle 31">
              <a:extLst>
                <a:ext uri="{FF2B5EF4-FFF2-40B4-BE49-F238E27FC236}">
                  <a16:creationId xmlns:a16="http://schemas.microsoft.com/office/drawing/2014/main" id="{7B59F3DD-037C-9039-E22F-4E859CCBC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4813" y="5448300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11" name="Rectangle 32">
              <a:extLst>
                <a:ext uri="{FF2B5EF4-FFF2-40B4-BE49-F238E27FC236}">
                  <a16:creationId xmlns:a16="http://schemas.microsoft.com/office/drawing/2014/main" id="{62DB51A1-8286-092B-22A7-0E302D58A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4813" y="5840413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12" name="Rectangle 33">
              <a:extLst>
                <a:ext uri="{FF2B5EF4-FFF2-40B4-BE49-F238E27FC236}">
                  <a16:creationId xmlns:a16="http://schemas.microsoft.com/office/drawing/2014/main" id="{0EBBACE8-DA2B-2255-4DF8-D2DCE34D1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4813" y="5461001"/>
              <a:ext cx="25400" cy="37941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13" name="Rectangle 34">
              <a:extLst>
                <a:ext uri="{FF2B5EF4-FFF2-40B4-BE49-F238E27FC236}">
                  <a16:creationId xmlns:a16="http://schemas.microsoft.com/office/drawing/2014/main" id="{8A1560AA-E69B-E722-A7B9-9B3441AD5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9425" y="5448300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14" name="Rectangle 35">
              <a:extLst>
                <a:ext uri="{FF2B5EF4-FFF2-40B4-BE49-F238E27FC236}">
                  <a16:creationId xmlns:a16="http://schemas.microsoft.com/office/drawing/2014/main" id="{A5B60EDD-E567-3069-B8F1-8DCD6692D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9425" y="5840413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15" name="Rectangle 36">
              <a:extLst>
                <a:ext uri="{FF2B5EF4-FFF2-40B4-BE49-F238E27FC236}">
                  <a16:creationId xmlns:a16="http://schemas.microsoft.com/office/drawing/2014/main" id="{B2D0A05D-E995-8CE1-6FD6-232ACD32F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9425" y="5461001"/>
              <a:ext cx="25400" cy="37941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16" name="Rectangle 37">
              <a:extLst>
                <a:ext uri="{FF2B5EF4-FFF2-40B4-BE49-F238E27FC236}">
                  <a16:creationId xmlns:a16="http://schemas.microsoft.com/office/drawing/2014/main" id="{B0A6AAE2-E78A-5121-D5E8-7DE86A4EA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5813" y="5448300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17" name="Rectangle 38">
              <a:extLst>
                <a:ext uri="{FF2B5EF4-FFF2-40B4-BE49-F238E27FC236}">
                  <a16:creationId xmlns:a16="http://schemas.microsoft.com/office/drawing/2014/main" id="{CDE189D7-5A36-8B27-A8CC-2D57218D5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5813" y="5840413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18" name="Rectangle 39">
              <a:extLst>
                <a:ext uri="{FF2B5EF4-FFF2-40B4-BE49-F238E27FC236}">
                  <a16:creationId xmlns:a16="http://schemas.microsoft.com/office/drawing/2014/main" id="{35C81747-9474-4CE9-B345-62AEA8AE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5813" y="5461001"/>
              <a:ext cx="25400" cy="37941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19" name="Rectangle 40">
              <a:extLst>
                <a:ext uri="{FF2B5EF4-FFF2-40B4-BE49-F238E27FC236}">
                  <a16:creationId xmlns:a16="http://schemas.microsoft.com/office/drawing/2014/main" id="{ABED200C-16DC-2407-8231-164459133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5448300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20" name="Rectangle 41">
              <a:extLst>
                <a:ext uri="{FF2B5EF4-FFF2-40B4-BE49-F238E27FC236}">
                  <a16:creationId xmlns:a16="http://schemas.microsoft.com/office/drawing/2014/main" id="{DD20EB04-A301-957D-6671-0E2495F57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5840413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21" name="Rectangle 42">
              <a:extLst>
                <a:ext uri="{FF2B5EF4-FFF2-40B4-BE49-F238E27FC236}">
                  <a16:creationId xmlns:a16="http://schemas.microsoft.com/office/drawing/2014/main" id="{189181F1-6DF5-34CD-2906-65E702C1A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0013" y="5461001"/>
              <a:ext cx="25400" cy="37941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22" name="Rectangle 43">
              <a:extLst>
                <a:ext uri="{FF2B5EF4-FFF2-40B4-BE49-F238E27FC236}">
                  <a16:creationId xmlns:a16="http://schemas.microsoft.com/office/drawing/2014/main" id="{4A773FD7-7FFD-F2FF-3715-D5E8565EF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9013" y="5448300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23" name="Rectangle 44">
              <a:extLst>
                <a:ext uri="{FF2B5EF4-FFF2-40B4-BE49-F238E27FC236}">
                  <a16:creationId xmlns:a16="http://schemas.microsoft.com/office/drawing/2014/main" id="{4DCB17D6-FCB6-F89E-9C19-4C12027A0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9013" y="5840413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24" name="Rectangle 45">
              <a:extLst>
                <a:ext uri="{FF2B5EF4-FFF2-40B4-BE49-F238E27FC236}">
                  <a16:creationId xmlns:a16="http://schemas.microsoft.com/office/drawing/2014/main" id="{73E349EA-9754-969E-E2EF-F80525424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9013" y="5461001"/>
              <a:ext cx="25400" cy="37941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25" name="Rectangle 46">
              <a:extLst>
                <a:ext uri="{FF2B5EF4-FFF2-40B4-BE49-F238E27FC236}">
                  <a16:creationId xmlns:a16="http://schemas.microsoft.com/office/drawing/2014/main" id="{882D5092-D822-3D0A-FE5E-BFB39A8DB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3125" y="5448300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26" name="Rectangle 47">
              <a:extLst>
                <a:ext uri="{FF2B5EF4-FFF2-40B4-BE49-F238E27FC236}">
                  <a16:creationId xmlns:a16="http://schemas.microsoft.com/office/drawing/2014/main" id="{9302B243-5F68-0D10-F2F1-3C25F648B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3125" y="5840413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27" name="Rectangle 48">
              <a:extLst>
                <a:ext uri="{FF2B5EF4-FFF2-40B4-BE49-F238E27FC236}">
                  <a16:creationId xmlns:a16="http://schemas.microsoft.com/office/drawing/2014/main" id="{4A8E434C-395E-81CC-5C86-5338A4BB8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3125" y="5461001"/>
              <a:ext cx="25400" cy="37941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28" name="Rectangle 49">
              <a:extLst>
                <a:ext uri="{FF2B5EF4-FFF2-40B4-BE49-F238E27FC236}">
                  <a16:creationId xmlns:a16="http://schemas.microsoft.com/office/drawing/2014/main" id="{946B7777-06B6-331C-7DA3-4811715E4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4125" y="5448300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29" name="Rectangle 50">
              <a:extLst>
                <a:ext uri="{FF2B5EF4-FFF2-40B4-BE49-F238E27FC236}">
                  <a16:creationId xmlns:a16="http://schemas.microsoft.com/office/drawing/2014/main" id="{F5546D9B-42DA-D36F-C2BE-F12ED953B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4125" y="5840413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30" name="Rectangle 51">
              <a:extLst>
                <a:ext uri="{FF2B5EF4-FFF2-40B4-BE49-F238E27FC236}">
                  <a16:creationId xmlns:a16="http://schemas.microsoft.com/office/drawing/2014/main" id="{9ACD2E93-D9FC-DDCB-3549-819DF1427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4125" y="5461001"/>
              <a:ext cx="25400" cy="37941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31" name="Rectangle 52">
              <a:extLst>
                <a:ext uri="{FF2B5EF4-FFF2-40B4-BE49-F238E27FC236}">
                  <a16:creationId xmlns:a16="http://schemas.microsoft.com/office/drawing/2014/main" id="{1FA16BFA-D2A0-C8AB-8C3F-A39BD349D9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5125" y="5448300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32" name="Rectangle 53">
              <a:extLst>
                <a:ext uri="{FF2B5EF4-FFF2-40B4-BE49-F238E27FC236}">
                  <a16:creationId xmlns:a16="http://schemas.microsoft.com/office/drawing/2014/main" id="{71E09521-31BE-9423-B3D6-14BDA02EB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5125" y="5461001"/>
              <a:ext cx="25400" cy="37941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33" name="Rectangle 54">
              <a:extLst>
                <a:ext uri="{FF2B5EF4-FFF2-40B4-BE49-F238E27FC236}">
                  <a16:creationId xmlns:a16="http://schemas.microsoft.com/office/drawing/2014/main" id="{043EE4F7-4B0A-5CDE-A67B-50C20B3CD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1" y="5499100"/>
              <a:ext cx="2968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S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34" name="Rectangle 55">
              <a:extLst>
                <a:ext uri="{FF2B5EF4-FFF2-40B4-BE49-F238E27FC236}">
                  <a16:creationId xmlns:a16="http://schemas.microsoft.com/office/drawing/2014/main" id="{3AE3ABD6-33C8-C5AD-E4B3-716E3C08B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700" y="5842000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35" name="Rectangle 56">
              <a:extLst>
                <a:ext uri="{FF2B5EF4-FFF2-40B4-BE49-F238E27FC236}">
                  <a16:creationId xmlns:a16="http://schemas.microsoft.com/office/drawing/2014/main" id="{A18753A8-5373-D93D-83F9-27D650B09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100" y="5842000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36" name="Rectangle 57">
              <a:extLst>
                <a:ext uri="{FF2B5EF4-FFF2-40B4-BE49-F238E27FC236}">
                  <a16:creationId xmlns:a16="http://schemas.microsoft.com/office/drawing/2014/main" id="{72273982-1F5F-0B43-4C59-6237059F7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2100" y="5842000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37" name="Rectangle 58">
              <a:extLst>
                <a:ext uri="{FF2B5EF4-FFF2-40B4-BE49-F238E27FC236}">
                  <a16:creationId xmlns:a16="http://schemas.microsoft.com/office/drawing/2014/main" id="{C3B465E3-639C-302F-FE76-FE2B7098C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8801" y="5843588"/>
              <a:ext cx="282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t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0538" name="Rectangle 59">
              <a:extLst>
                <a:ext uri="{FF2B5EF4-FFF2-40B4-BE49-F238E27FC236}">
                  <a16:creationId xmlns:a16="http://schemas.microsoft.com/office/drawing/2014/main" id="{A6B1D299-C097-EB3F-163D-508882907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2813" y="5448300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39" name="Freeform 60">
              <a:extLst>
                <a:ext uri="{FF2B5EF4-FFF2-40B4-BE49-F238E27FC236}">
                  <a16:creationId xmlns:a16="http://schemas.microsoft.com/office/drawing/2014/main" id="{D09D405E-A1C7-C414-EED3-8BD40F39F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2813" y="5461001"/>
              <a:ext cx="101600" cy="201613"/>
            </a:xfrm>
            <a:custGeom>
              <a:avLst/>
              <a:gdLst>
                <a:gd name="T0" fmla="*/ 2147483646 w 64"/>
                <a:gd name="T1" fmla="*/ 0 h 127"/>
                <a:gd name="T2" fmla="*/ 2147483646 w 64"/>
                <a:gd name="T3" fmla="*/ 2147483646 h 127"/>
                <a:gd name="T4" fmla="*/ 2147483646 w 64"/>
                <a:gd name="T5" fmla="*/ 2147483646 h 127"/>
                <a:gd name="T6" fmla="*/ 2147483646 w 64"/>
                <a:gd name="T7" fmla="*/ 2147483646 h 127"/>
                <a:gd name="T8" fmla="*/ 2147483646 w 64"/>
                <a:gd name="T9" fmla="*/ 2147483646 h 127"/>
                <a:gd name="T10" fmla="*/ 2147483646 w 64"/>
                <a:gd name="T11" fmla="*/ 2147483646 h 127"/>
                <a:gd name="T12" fmla="*/ 2147483646 w 64"/>
                <a:gd name="T13" fmla="*/ 2147483646 h 127"/>
                <a:gd name="T14" fmla="*/ 2147483646 w 64"/>
                <a:gd name="T15" fmla="*/ 2147483646 h 127"/>
                <a:gd name="T16" fmla="*/ 2147483646 w 64"/>
                <a:gd name="T17" fmla="*/ 2147483646 h 127"/>
                <a:gd name="T18" fmla="*/ 2147483646 w 64"/>
                <a:gd name="T19" fmla="*/ 2147483646 h 127"/>
                <a:gd name="T20" fmla="*/ 2147483646 w 64"/>
                <a:gd name="T21" fmla="*/ 2147483646 h 127"/>
                <a:gd name="T22" fmla="*/ 2147483646 w 64"/>
                <a:gd name="T23" fmla="*/ 2147483646 h 127"/>
                <a:gd name="T24" fmla="*/ 2147483646 w 64"/>
                <a:gd name="T25" fmla="*/ 2147483646 h 127"/>
                <a:gd name="T26" fmla="*/ 2147483646 w 64"/>
                <a:gd name="T27" fmla="*/ 2147483646 h 127"/>
                <a:gd name="T28" fmla="*/ 2147483646 w 64"/>
                <a:gd name="T29" fmla="*/ 2147483646 h 127"/>
                <a:gd name="T30" fmla="*/ 2147483646 w 64"/>
                <a:gd name="T31" fmla="*/ 2147483646 h 127"/>
                <a:gd name="T32" fmla="*/ 2147483646 w 64"/>
                <a:gd name="T33" fmla="*/ 2147483646 h 127"/>
                <a:gd name="T34" fmla="*/ 0 w 64"/>
                <a:gd name="T35" fmla="*/ 0 h 127"/>
                <a:gd name="T36" fmla="*/ 2147483646 w 64"/>
                <a:gd name="T37" fmla="*/ 0 h 12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4"/>
                <a:gd name="T58" fmla="*/ 0 h 127"/>
                <a:gd name="T59" fmla="*/ 64 w 64"/>
                <a:gd name="T60" fmla="*/ 127 h 12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4" h="127">
                  <a:moveTo>
                    <a:pt x="16" y="0"/>
                  </a:moveTo>
                  <a:lnTo>
                    <a:pt x="32" y="71"/>
                  </a:lnTo>
                  <a:lnTo>
                    <a:pt x="40" y="95"/>
                  </a:lnTo>
                  <a:lnTo>
                    <a:pt x="64" y="119"/>
                  </a:lnTo>
                  <a:lnTo>
                    <a:pt x="64" y="111"/>
                  </a:lnTo>
                  <a:lnTo>
                    <a:pt x="56" y="127"/>
                  </a:lnTo>
                  <a:lnTo>
                    <a:pt x="32" y="103"/>
                  </a:lnTo>
                  <a:lnTo>
                    <a:pt x="24" y="103"/>
                  </a:lnTo>
                  <a:lnTo>
                    <a:pt x="16" y="79"/>
                  </a:lnTo>
                  <a:lnTo>
                    <a:pt x="16" y="71"/>
                  </a:ln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0" name="Freeform 61">
              <a:extLst>
                <a:ext uri="{FF2B5EF4-FFF2-40B4-BE49-F238E27FC236}">
                  <a16:creationId xmlns:a16="http://schemas.microsoft.com/office/drawing/2014/main" id="{8C054F0B-4861-AE92-9D3A-6DC5A95A6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1713" y="5637213"/>
              <a:ext cx="101600" cy="63500"/>
            </a:xfrm>
            <a:custGeom>
              <a:avLst/>
              <a:gdLst>
                <a:gd name="T0" fmla="*/ 2147483646 w 64"/>
                <a:gd name="T1" fmla="*/ 0 h 40"/>
                <a:gd name="T2" fmla="*/ 2147483646 w 64"/>
                <a:gd name="T3" fmla="*/ 2147483646 h 40"/>
                <a:gd name="T4" fmla="*/ 2147483646 w 64"/>
                <a:gd name="T5" fmla="*/ 2147483646 h 40"/>
                <a:gd name="T6" fmla="*/ 2147483646 w 64"/>
                <a:gd name="T7" fmla="*/ 2147483646 h 40"/>
                <a:gd name="T8" fmla="*/ 2147483646 w 64"/>
                <a:gd name="T9" fmla="*/ 2147483646 h 40"/>
                <a:gd name="T10" fmla="*/ 0 w 64"/>
                <a:gd name="T11" fmla="*/ 2147483646 h 40"/>
                <a:gd name="T12" fmla="*/ 2147483646 w 64"/>
                <a:gd name="T13" fmla="*/ 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40"/>
                <a:gd name="T23" fmla="*/ 64 w 64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40">
                  <a:moveTo>
                    <a:pt x="8" y="0"/>
                  </a:moveTo>
                  <a:lnTo>
                    <a:pt x="64" y="24"/>
                  </a:lnTo>
                  <a:lnTo>
                    <a:pt x="64" y="32"/>
                  </a:lnTo>
                  <a:lnTo>
                    <a:pt x="48" y="32"/>
                  </a:lnTo>
                  <a:lnTo>
                    <a:pt x="56" y="40"/>
                  </a:lnTo>
                  <a:lnTo>
                    <a:pt x="0" y="16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1" name="Rectangle 62">
              <a:extLst>
                <a:ext uri="{FF2B5EF4-FFF2-40B4-BE49-F238E27FC236}">
                  <a16:creationId xmlns:a16="http://schemas.microsoft.com/office/drawing/2014/main" id="{91BD614E-B9BD-7CBD-D960-290043B28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3313" y="5840413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42" name="Freeform 63">
              <a:extLst>
                <a:ext uri="{FF2B5EF4-FFF2-40B4-BE49-F238E27FC236}">
                  <a16:creationId xmlns:a16="http://schemas.microsoft.com/office/drawing/2014/main" id="{81348687-BC4A-54E3-8DE0-7CF5560D6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7913" y="5688013"/>
              <a:ext cx="50800" cy="152400"/>
            </a:xfrm>
            <a:custGeom>
              <a:avLst/>
              <a:gdLst>
                <a:gd name="T0" fmla="*/ 2147483646 w 32"/>
                <a:gd name="T1" fmla="*/ 0 h 96"/>
                <a:gd name="T2" fmla="*/ 0 w 32"/>
                <a:gd name="T3" fmla="*/ 0 h 96"/>
                <a:gd name="T4" fmla="*/ 2147483646 w 32"/>
                <a:gd name="T5" fmla="*/ 2147483646 h 96"/>
                <a:gd name="T6" fmla="*/ 2147483646 w 32"/>
                <a:gd name="T7" fmla="*/ 2147483646 h 96"/>
                <a:gd name="T8" fmla="*/ 2147483646 w 32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96"/>
                <a:gd name="T17" fmla="*/ 32 w 32"/>
                <a:gd name="T18" fmla="*/ 96 h 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96">
                  <a:moveTo>
                    <a:pt x="16" y="0"/>
                  </a:moveTo>
                  <a:lnTo>
                    <a:pt x="0" y="0"/>
                  </a:lnTo>
                  <a:lnTo>
                    <a:pt x="16" y="96"/>
                  </a:lnTo>
                  <a:lnTo>
                    <a:pt x="32" y="9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3" name="Rectangle 64">
              <a:extLst>
                <a:ext uri="{FF2B5EF4-FFF2-40B4-BE49-F238E27FC236}">
                  <a16:creationId xmlns:a16="http://schemas.microsoft.com/office/drawing/2014/main" id="{24A481C9-4754-D9A5-C812-60B96B8E6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3413" y="5448300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44" name="Freeform 65">
              <a:extLst>
                <a:ext uri="{FF2B5EF4-FFF2-40B4-BE49-F238E27FC236}">
                  <a16:creationId xmlns:a16="http://schemas.microsoft.com/office/drawing/2014/main" id="{7ADD4D7A-AFA2-1FDB-0645-E021852DC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3413" y="5461001"/>
              <a:ext cx="101600" cy="201613"/>
            </a:xfrm>
            <a:custGeom>
              <a:avLst/>
              <a:gdLst>
                <a:gd name="T0" fmla="*/ 2147483646 w 64"/>
                <a:gd name="T1" fmla="*/ 0 h 127"/>
                <a:gd name="T2" fmla="*/ 2147483646 w 64"/>
                <a:gd name="T3" fmla="*/ 2147483646 h 127"/>
                <a:gd name="T4" fmla="*/ 2147483646 w 64"/>
                <a:gd name="T5" fmla="*/ 2147483646 h 127"/>
                <a:gd name="T6" fmla="*/ 2147483646 w 64"/>
                <a:gd name="T7" fmla="*/ 2147483646 h 127"/>
                <a:gd name="T8" fmla="*/ 2147483646 w 64"/>
                <a:gd name="T9" fmla="*/ 2147483646 h 127"/>
                <a:gd name="T10" fmla="*/ 2147483646 w 64"/>
                <a:gd name="T11" fmla="*/ 2147483646 h 127"/>
                <a:gd name="T12" fmla="*/ 2147483646 w 64"/>
                <a:gd name="T13" fmla="*/ 2147483646 h 127"/>
                <a:gd name="T14" fmla="*/ 2147483646 w 64"/>
                <a:gd name="T15" fmla="*/ 2147483646 h 127"/>
                <a:gd name="T16" fmla="*/ 2147483646 w 64"/>
                <a:gd name="T17" fmla="*/ 2147483646 h 127"/>
                <a:gd name="T18" fmla="*/ 2147483646 w 64"/>
                <a:gd name="T19" fmla="*/ 2147483646 h 127"/>
                <a:gd name="T20" fmla="*/ 2147483646 w 64"/>
                <a:gd name="T21" fmla="*/ 2147483646 h 127"/>
                <a:gd name="T22" fmla="*/ 2147483646 w 64"/>
                <a:gd name="T23" fmla="*/ 2147483646 h 127"/>
                <a:gd name="T24" fmla="*/ 2147483646 w 64"/>
                <a:gd name="T25" fmla="*/ 2147483646 h 127"/>
                <a:gd name="T26" fmla="*/ 2147483646 w 64"/>
                <a:gd name="T27" fmla="*/ 2147483646 h 127"/>
                <a:gd name="T28" fmla="*/ 2147483646 w 64"/>
                <a:gd name="T29" fmla="*/ 2147483646 h 127"/>
                <a:gd name="T30" fmla="*/ 2147483646 w 64"/>
                <a:gd name="T31" fmla="*/ 2147483646 h 127"/>
                <a:gd name="T32" fmla="*/ 2147483646 w 64"/>
                <a:gd name="T33" fmla="*/ 2147483646 h 127"/>
                <a:gd name="T34" fmla="*/ 0 w 64"/>
                <a:gd name="T35" fmla="*/ 0 h 127"/>
                <a:gd name="T36" fmla="*/ 2147483646 w 64"/>
                <a:gd name="T37" fmla="*/ 0 h 12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4"/>
                <a:gd name="T58" fmla="*/ 0 h 127"/>
                <a:gd name="T59" fmla="*/ 64 w 64"/>
                <a:gd name="T60" fmla="*/ 127 h 12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4" h="127">
                  <a:moveTo>
                    <a:pt x="16" y="0"/>
                  </a:moveTo>
                  <a:lnTo>
                    <a:pt x="24" y="71"/>
                  </a:lnTo>
                  <a:lnTo>
                    <a:pt x="40" y="95"/>
                  </a:lnTo>
                  <a:lnTo>
                    <a:pt x="64" y="119"/>
                  </a:lnTo>
                  <a:lnTo>
                    <a:pt x="64" y="111"/>
                  </a:lnTo>
                  <a:lnTo>
                    <a:pt x="56" y="127"/>
                  </a:lnTo>
                  <a:lnTo>
                    <a:pt x="32" y="103"/>
                  </a:lnTo>
                  <a:lnTo>
                    <a:pt x="24" y="103"/>
                  </a:lnTo>
                  <a:lnTo>
                    <a:pt x="8" y="79"/>
                  </a:lnTo>
                  <a:lnTo>
                    <a:pt x="8" y="71"/>
                  </a:ln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5" name="Freeform 66">
              <a:extLst>
                <a:ext uri="{FF2B5EF4-FFF2-40B4-BE49-F238E27FC236}">
                  <a16:creationId xmlns:a16="http://schemas.microsoft.com/office/drawing/2014/main" id="{8AF45C4B-ED02-3764-7596-DB9702645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2313" y="5637213"/>
              <a:ext cx="101600" cy="63500"/>
            </a:xfrm>
            <a:custGeom>
              <a:avLst/>
              <a:gdLst>
                <a:gd name="T0" fmla="*/ 2147483646 w 64"/>
                <a:gd name="T1" fmla="*/ 0 h 40"/>
                <a:gd name="T2" fmla="*/ 2147483646 w 64"/>
                <a:gd name="T3" fmla="*/ 2147483646 h 40"/>
                <a:gd name="T4" fmla="*/ 2147483646 w 64"/>
                <a:gd name="T5" fmla="*/ 2147483646 h 40"/>
                <a:gd name="T6" fmla="*/ 2147483646 w 64"/>
                <a:gd name="T7" fmla="*/ 2147483646 h 40"/>
                <a:gd name="T8" fmla="*/ 2147483646 w 64"/>
                <a:gd name="T9" fmla="*/ 2147483646 h 40"/>
                <a:gd name="T10" fmla="*/ 0 w 64"/>
                <a:gd name="T11" fmla="*/ 2147483646 h 40"/>
                <a:gd name="T12" fmla="*/ 2147483646 w 64"/>
                <a:gd name="T13" fmla="*/ 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40"/>
                <a:gd name="T23" fmla="*/ 64 w 64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40">
                  <a:moveTo>
                    <a:pt x="8" y="0"/>
                  </a:moveTo>
                  <a:lnTo>
                    <a:pt x="64" y="24"/>
                  </a:lnTo>
                  <a:lnTo>
                    <a:pt x="64" y="32"/>
                  </a:lnTo>
                  <a:lnTo>
                    <a:pt x="48" y="32"/>
                  </a:lnTo>
                  <a:lnTo>
                    <a:pt x="56" y="40"/>
                  </a:lnTo>
                  <a:lnTo>
                    <a:pt x="0" y="16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6" name="Rectangle 67">
              <a:extLst>
                <a:ext uri="{FF2B5EF4-FFF2-40B4-BE49-F238E27FC236}">
                  <a16:creationId xmlns:a16="http://schemas.microsoft.com/office/drawing/2014/main" id="{4A3F10DE-DD95-3694-BF36-0E3020FBB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3913" y="5840413"/>
              <a:ext cx="2540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547" name="Freeform 68">
              <a:extLst>
                <a:ext uri="{FF2B5EF4-FFF2-40B4-BE49-F238E27FC236}">
                  <a16:creationId xmlns:a16="http://schemas.microsoft.com/office/drawing/2014/main" id="{97901573-DE23-3568-8582-12B1931F6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8513" y="5688013"/>
              <a:ext cx="50800" cy="152400"/>
            </a:xfrm>
            <a:custGeom>
              <a:avLst/>
              <a:gdLst>
                <a:gd name="T0" fmla="*/ 2147483646 w 32"/>
                <a:gd name="T1" fmla="*/ 0 h 96"/>
                <a:gd name="T2" fmla="*/ 0 w 32"/>
                <a:gd name="T3" fmla="*/ 0 h 96"/>
                <a:gd name="T4" fmla="*/ 2147483646 w 32"/>
                <a:gd name="T5" fmla="*/ 2147483646 h 96"/>
                <a:gd name="T6" fmla="*/ 2147483646 w 32"/>
                <a:gd name="T7" fmla="*/ 2147483646 h 96"/>
                <a:gd name="T8" fmla="*/ 2147483646 w 32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96"/>
                <a:gd name="T17" fmla="*/ 32 w 32"/>
                <a:gd name="T18" fmla="*/ 96 h 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96">
                  <a:moveTo>
                    <a:pt x="16" y="0"/>
                  </a:moveTo>
                  <a:lnTo>
                    <a:pt x="0" y="0"/>
                  </a:lnTo>
                  <a:lnTo>
                    <a:pt x="16" y="96"/>
                  </a:lnTo>
                  <a:lnTo>
                    <a:pt x="32" y="9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8" name="Rectangle 69">
              <a:extLst>
                <a:ext uri="{FF2B5EF4-FFF2-40B4-BE49-F238E27FC236}">
                  <a16:creationId xmlns:a16="http://schemas.microsoft.com/office/drawing/2014/main" id="{784D33F1-F39F-2927-1465-0A4243995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7314" y="5334000"/>
              <a:ext cx="3077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latin typeface="Times New Roman" panose="02020603050405020304" pitchFamily="18" charset="0"/>
                </a:rPr>
                <a:t>…</a:t>
              </a:r>
            </a:p>
          </p:txBody>
        </p:sp>
      </p:grpSp>
      <p:sp>
        <p:nvSpPr>
          <p:cNvPr id="20549" name="Text Box 70">
            <a:extLst>
              <a:ext uri="{FF2B5EF4-FFF2-40B4-BE49-F238E27FC236}">
                <a16:creationId xmlns:a16="http://schemas.microsoft.com/office/drawing/2014/main" id="{98B08CC4-9DFF-0820-B7DC-4B4A37668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3813" y="1027628"/>
            <a:ext cx="4419600" cy="33877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size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return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+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pop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if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isEmpty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then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Indicate a stack-empty error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else 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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	return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t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+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1]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F1971519-8F3F-8C0A-2233-231262897D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Array-based Stack (contd.)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FEBAF218-1C41-AF41-A400-2D5D30E329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0799" y="1409696"/>
            <a:ext cx="3657600" cy="3429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array storing the stack elements may become full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 push operation will then throw a </a:t>
            </a:r>
            <a:r>
              <a:rPr lang="en-US" altLang="en-US" sz="2000" dirty="0" err="1">
                <a:solidFill>
                  <a:schemeClr val="hlink"/>
                </a:solidFill>
              </a:rPr>
              <a:t>FullStack</a:t>
            </a:r>
            <a:r>
              <a:rPr lang="en-US" altLang="en-US" sz="2000" dirty="0">
                <a:solidFill>
                  <a:schemeClr val="hlink"/>
                </a:solidFill>
              </a:rPr>
              <a:t> </a:t>
            </a:r>
            <a:r>
              <a:rPr lang="en-US" altLang="en-US" sz="2000" dirty="0"/>
              <a:t>exception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 dirty="0"/>
          </a:p>
        </p:txBody>
      </p:sp>
      <p:sp>
        <p:nvSpPr>
          <p:cNvPr id="21507" name="Rectangle 4">
            <a:extLst>
              <a:ext uri="{FF2B5EF4-FFF2-40B4-BE49-F238E27FC236}">
                <a16:creationId xmlns:a16="http://schemas.microsoft.com/office/drawing/2014/main" id="{A41BF27E-F0AE-7E3C-76D7-EDF063483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solidFill>
                <a:srgbClr val="0000FF"/>
              </a:solidFill>
              <a:latin typeface="Comic Sans MS" panose="030F0902030302020204" pitchFamily="66" charset="0"/>
            </a:endParaRPr>
          </a:p>
        </p:txBody>
      </p:sp>
      <p:sp>
        <p:nvSpPr>
          <p:cNvPr id="21508" name="Rectangle 5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FBB8557-896D-D26E-72AE-A3C7AC4BB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752600"/>
            <a:ext cx="3581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en-US" altLang="en-US" sz="1800"/>
          </a:p>
        </p:txBody>
      </p:sp>
      <p:grpSp>
        <p:nvGrpSpPr>
          <p:cNvPr id="21509" name="Group 6">
            <a:extLst>
              <a:ext uri="{FF2B5EF4-FFF2-40B4-BE49-F238E27FC236}">
                <a16:creationId xmlns:a16="http://schemas.microsoft.com/office/drawing/2014/main" id="{10510761-AF9F-E302-EB46-8D3C551DDBE6}"/>
              </a:ext>
            </a:extLst>
          </p:cNvPr>
          <p:cNvGrpSpPr>
            <a:grpSpLocks/>
          </p:cNvGrpSpPr>
          <p:nvPr/>
        </p:nvGrpSpPr>
        <p:grpSpPr bwMode="auto">
          <a:xfrm>
            <a:off x="1408113" y="4533899"/>
            <a:ext cx="6934200" cy="876301"/>
            <a:chOff x="912" y="3435"/>
            <a:chExt cx="4368" cy="552"/>
          </a:xfrm>
        </p:grpSpPr>
        <p:sp>
          <p:nvSpPr>
            <p:cNvPr id="21511" name="Rectangle 7">
              <a:extLst>
                <a:ext uri="{FF2B5EF4-FFF2-40B4-BE49-F238E27FC236}">
                  <a16:creationId xmlns:a16="http://schemas.microsoft.com/office/drawing/2014/main" id="{5344E466-E0CE-6AC0-60CE-4001BE79C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512"/>
              <a:ext cx="720" cy="23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12" name="Freeform 8">
              <a:extLst>
                <a:ext uri="{FF2B5EF4-FFF2-40B4-BE49-F238E27FC236}">
                  <a16:creationId xmlns:a16="http://schemas.microsoft.com/office/drawing/2014/main" id="{4A78B9C2-DA1C-A367-A894-7FCF3ACEB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515"/>
              <a:ext cx="951" cy="239"/>
            </a:xfrm>
            <a:custGeom>
              <a:avLst/>
              <a:gdLst>
                <a:gd name="T0" fmla="*/ 951 w 951"/>
                <a:gd name="T1" fmla="*/ 239 h 239"/>
                <a:gd name="T2" fmla="*/ 951 w 951"/>
                <a:gd name="T3" fmla="*/ 0 h 239"/>
                <a:gd name="T4" fmla="*/ 0 w 951"/>
                <a:gd name="T5" fmla="*/ 0 h 239"/>
                <a:gd name="T6" fmla="*/ 24 w 951"/>
                <a:gd name="T7" fmla="*/ 103 h 239"/>
                <a:gd name="T8" fmla="*/ 104 w 951"/>
                <a:gd name="T9" fmla="*/ 143 h 239"/>
                <a:gd name="T10" fmla="*/ 120 w 951"/>
                <a:gd name="T11" fmla="*/ 239 h 239"/>
                <a:gd name="T12" fmla="*/ 951 w 951"/>
                <a:gd name="T13" fmla="*/ 239 h 2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51"/>
                <a:gd name="T22" fmla="*/ 0 h 239"/>
                <a:gd name="T23" fmla="*/ 951 w 951"/>
                <a:gd name="T24" fmla="*/ 239 h 23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51" h="239">
                  <a:moveTo>
                    <a:pt x="951" y="239"/>
                  </a:moveTo>
                  <a:lnTo>
                    <a:pt x="951" y="0"/>
                  </a:lnTo>
                  <a:lnTo>
                    <a:pt x="0" y="0"/>
                  </a:lnTo>
                  <a:lnTo>
                    <a:pt x="24" y="103"/>
                  </a:lnTo>
                  <a:lnTo>
                    <a:pt x="104" y="143"/>
                  </a:lnTo>
                  <a:lnTo>
                    <a:pt x="120" y="239"/>
                  </a:lnTo>
                  <a:lnTo>
                    <a:pt x="951" y="239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3" name="Freeform 9">
              <a:extLst>
                <a:ext uri="{FF2B5EF4-FFF2-40B4-BE49-F238E27FC236}">
                  <a16:creationId xmlns:a16="http://schemas.microsoft.com/office/drawing/2014/main" id="{4241DA4C-859F-8575-A748-DBFDE3F3B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3515"/>
              <a:ext cx="1879" cy="239"/>
            </a:xfrm>
            <a:custGeom>
              <a:avLst/>
              <a:gdLst>
                <a:gd name="T0" fmla="*/ 0 w 1879"/>
                <a:gd name="T1" fmla="*/ 0 h 239"/>
                <a:gd name="T2" fmla="*/ 0 w 1879"/>
                <a:gd name="T3" fmla="*/ 239 h 239"/>
                <a:gd name="T4" fmla="*/ 1879 w 1879"/>
                <a:gd name="T5" fmla="*/ 239 h 239"/>
                <a:gd name="T6" fmla="*/ 1863 w 1879"/>
                <a:gd name="T7" fmla="*/ 135 h 239"/>
                <a:gd name="T8" fmla="*/ 1783 w 1879"/>
                <a:gd name="T9" fmla="*/ 79 h 239"/>
                <a:gd name="T10" fmla="*/ 1767 w 1879"/>
                <a:gd name="T11" fmla="*/ 0 h 239"/>
                <a:gd name="T12" fmla="*/ 0 w 1879"/>
                <a:gd name="T13" fmla="*/ 0 h 2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79"/>
                <a:gd name="T22" fmla="*/ 0 h 239"/>
                <a:gd name="T23" fmla="*/ 1879 w 1879"/>
                <a:gd name="T24" fmla="*/ 239 h 23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79" h="239">
                  <a:moveTo>
                    <a:pt x="0" y="0"/>
                  </a:moveTo>
                  <a:lnTo>
                    <a:pt x="0" y="239"/>
                  </a:lnTo>
                  <a:lnTo>
                    <a:pt x="1879" y="239"/>
                  </a:lnTo>
                  <a:lnTo>
                    <a:pt x="1863" y="135"/>
                  </a:lnTo>
                  <a:lnTo>
                    <a:pt x="1783" y="79"/>
                  </a:lnTo>
                  <a:lnTo>
                    <a:pt x="17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14" name="Rectangle 10">
              <a:extLst>
                <a:ext uri="{FF2B5EF4-FFF2-40B4-BE49-F238E27FC236}">
                  <a16:creationId xmlns:a16="http://schemas.microsoft.com/office/drawing/2014/main" id="{833E3042-6C34-1B7C-7598-974BE472D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" y="3507"/>
              <a:ext cx="8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15" name="Rectangle 11">
              <a:extLst>
                <a:ext uri="{FF2B5EF4-FFF2-40B4-BE49-F238E27FC236}">
                  <a16:creationId xmlns:a16="http://schemas.microsoft.com/office/drawing/2014/main" id="{B06B1AC4-31C3-24A7-CD4D-D92FB9504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3507"/>
              <a:ext cx="1775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16" name="Rectangle 12">
              <a:extLst>
                <a:ext uri="{FF2B5EF4-FFF2-40B4-BE49-F238E27FC236}">
                  <a16:creationId xmlns:a16="http://schemas.microsoft.com/office/drawing/2014/main" id="{8F03CC90-E015-12D4-B9DA-649D62887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2" y="3515"/>
              <a:ext cx="16" cy="2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17" name="Rectangle 13">
              <a:extLst>
                <a:ext uri="{FF2B5EF4-FFF2-40B4-BE49-F238E27FC236}">
                  <a16:creationId xmlns:a16="http://schemas.microsoft.com/office/drawing/2014/main" id="{617759CA-39D8-A13E-7135-9B6EA33B6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" y="3746"/>
              <a:ext cx="8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18" name="Rectangle 14">
              <a:extLst>
                <a:ext uri="{FF2B5EF4-FFF2-40B4-BE49-F238E27FC236}">
                  <a16:creationId xmlns:a16="http://schemas.microsoft.com/office/drawing/2014/main" id="{2AEA2487-761B-F918-FBFC-D46FD28EF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746"/>
              <a:ext cx="1879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19" name="Rectangle 15">
              <a:extLst>
                <a:ext uri="{FF2B5EF4-FFF2-40B4-BE49-F238E27FC236}">
                  <a16:creationId xmlns:a16="http://schemas.microsoft.com/office/drawing/2014/main" id="{4ACA903D-2939-BAD5-6BE5-90336EF4C9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9" y="3507"/>
              <a:ext cx="8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20" name="Rectangle 16">
              <a:extLst>
                <a:ext uri="{FF2B5EF4-FFF2-40B4-BE49-F238E27FC236}">
                  <a16:creationId xmlns:a16="http://schemas.microsoft.com/office/drawing/2014/main" id="{061CF2C5-7C9B-943F-693C-A5B5B74BD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" y="3507"/>
              <a:ext cx="1663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21" name="Rectangle 17">
              <a:extLst>
                <a:ext uri="{FF2B5EF4-FFF2-40B4-BE49-F238E27FC236}">
                  <a16:creationId xmlns:a16="http://schemas.microsoft.com/office/drawing/2014/main" id="{11E47DBF-A38E-267C-8EF0-91C0AABEB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4" y="3515"/>
              <a:ext cx="16" cy="2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22" name="Rectangle 18">
              <a:extLst>
                <a:ext uri="{FF2B5EF4-FFF2-40B4-BE49-F238E27FC236}">
                  <a16:creationId xmlns:a16="http://schemas.microsoft.com/office/drawing/2014/main" id="{76EFE096-E2BD-91C6-9936-7682BD29A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3" y="3746"/>
              <a:ext cx="8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23" name="Rectangle 19">
              <a:extLst>
                <a:ext uri="{FF2B5EF4-FFF2-40B4-BE49-F238E27FC236}">
                  <a16:creationId xmlns:a16="http://schemas.microsoft.com/office/drawing/2014/main" id="{B55C70AA-B448-6A10-E6D3-A571ED8FD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1" y="3746"/>
              <a:ext cx="1551" cy="16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24" name="Rectangle 20">
              <a:extLst>
                <a:ext uri="{FF2B5EF4-FFF2-40B4-BE49-F238E27FC236}">
                  <a16:creationId xmlns:a16="http://schemas.microsoft.com/office/drawing/2014/main" id="{7706FB70-4791-CADE-07CF-36BE07AA1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25" name="Rectangle 21">
              <a:extLst>
                <a:ext uri="{FF2B5EF4-FFF2-40B4-BE49-F238E27FC236}">
                  <a16:creationId xmlns:a16="http://schemas.microsoft.com/office/drawing/2014/main" id="{FD979451-EB05-AF00-BBB4-5A6DD57FC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26" name="Rectangle 22">
              <a:extLst>
                <a:ext uri="{FF2B5EF4-FFF2-40B4-BE49-F238E27FC236}">
                  <a16:creationId xmlns:a16="http://schemas.microsoft.com/office/drawing/2014/main" id="{849A5D7D-6E2C-B1BE-3E59-70A930868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27" name="Rectangle 23">
              <a:extLst>
                <a:ext uri="{FF2B5EF4-FFF2-40B4-BE49-F238E27FC236}">
                  <a16:creationId xmlns:a16="http://schemas.microsoft.com/office/drawing/2014/main" id="{6712B9E8-8F30-2420-D607-3DE2EAE52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28" name="Rectangle 24">
              <a:extLst>
                <a:ext uri="{FF2B5EF4-FFF2-40B4-BE49-F238E27FC236}">
                  <a16:creationId xmlns:a16="http://schemas.microsoft.com/office/drawing/2014/main" id="{1A19DFB8-20D3-948E-D1D0-378987956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29" name="Rectangle 25">
              <a:extLst>
                <a:ext uri="{FF2B5EF4-FFF2-40B4-BE49-F238E27FC236}">
                  <a16:creationId xmlns:a16="http://schemas.microsoft.com/office/drawing/2014/main" id="{773B53E5-B0DE-E257-A636-0FAC4BE29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30" name="Rectangle 26">
              <a:extLst>
                <a:ext uri="{FF2B5EF4-FFF2-40B4-BE49-F238E27FC236}">
                  <a16:creationId xmlns:a16="http://schemas.microsoft.com/office/drawing/2014/main" id="{1A02FF18-EA64-31A9-608B-93C168416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9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31" name="Rectangle 27">
              <a:extLst>
                <a:ext uri="{FF2B5EF4-FFF2-40B4-BE49-F238E27FC236}">
                  <a16:creationId xmlns:a16="http://schemas.microsoft.com/office/drawing/2014/main" id="{44BF585A-CCEF-0231-D726-0D89CF350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9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32" name="Rectangle 28">
              <a:extLst>
                <a:ext uri="{FF2B5EF4-FFF2-40B4-BE49-F238E27FC236}">
                  <a16:creationId xmlns:a16="http://schemas.microsoft.com/office/drawing/2014/main" id="{A65BE41A-2F1C-D573-9019-538D6544A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9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33" name="Rectangle 29">
              <a:extLst>
                <a:ext uri="{FF2B5EF4-FFF2-40B4-BE49-F238E27FC236}">
                  <a16:creationId xmlns:a16="http://schemas.microsoft.com/office/drawing/2014/main" id="{80407284-DE03-D90A-2272-7F8A22C5F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9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34" name="Rectangle 30">
              <a:extLst>
                <a:ext uri="{FF2B5EF4-FFF2-40B4-BE49-F238E27FC236}">
                  <a16:creationId xmlns:a16="http://schemas.microsoft.com/office/drawing/2014/main" id="{6C956AAE-33FF-5717-2CC2-1D48D2ABE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9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35" name="Rectangle 31">
              <a:extLst>
                <a:ext uri="{FF2B5EF4-FFF2-40B4-BE49-F238E27FC236}">
                  <a16:creationId xmlns:a16="http://schemas.microsoft.com/office/drawing/2014/main" id="{2B063817-4C30-79B5-DB7B-DC4C72AC5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9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36" name="Rectangle 32">
              <a:extLst>
                <a:ext uri="{FF2B5EF4-FFF2-40B4-BE49-F238E27FC236}">
                  <a16:creationId xmlns:a16="http://schemas.microsoft.com/office/drawing/2014/main" id="{46667F1E-303E-3831-C8E0-8D724AB26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37" name="Rectangle 33">
              <a:extLst>
                <a:ext uri="{FF2B5EF4-FFF2-40B4-BE49-F238E27FC236}">
                  <a16:creationId xmlns:a16="http://schemas.microsoft.com/office/drawing/2014/main" id="{2F99C493-6E2B-66E5-9D0D-472D9E139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38" name="Rectangle 34">
              <a:extLst>
                <a:ext uri="{FF2B5EF4-FFF2-40B4-BE49-F238E27FC236}">
                  <a16:creationId xmlns:a16="http://schemas.microsoft.com/office/drawing/2014/main" id="{1CB2A42E-2609-502B-F4FF-5BEBB39BD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39" name="Rectangle 35">
              <a:extLst>
                <a:ext uri="{FF2B5EF4-FFF2-40B4-BE49-F238E27FC236}">
                  <a16:creationId xmlns:a16="http://schemas.microsoft.com/office/drawing/2014/main" id="{5FBCCCF1-2D10-15E0-6D85-C3D07DA22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40" name="Rectangle 36">
              <a:extLst>
                <a:ext uri="{FF2B5EF4-FFF2-40B4-BE49-F238E27FC236}">
                  <a16:creationId xmlns:a16="http://schemas.microsoft.com/office/drawing/2014/main" id="{76DB34AF-C6F3-8F89-E764-41FAA40BB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41" name="Rectangle 37">
              <a:extLst>
                <a:ext uri="{FF2B5EF4-FFF2-40B4-BE49-F238E27FC236}">
                  <a16:creationId xmlns:a16="http://schemas.microsoft.com/office/drawing/2014/main" id="{E43C9DAA-D577-095A-A713-8E5B5760D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42" name="Rectangle 38">
              <a:extLst>
                <a:ext uri="{FF2B5EF4-FFF2-40B4-BE49-F238E27FC236}">
                  <a16:creationId xmlns:a16="http://schemas.microsoft.com/office/drawing/2014/main" id="{1D784A0F-D278-B2A5-F6D9-2131E4885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43" name="Rectangle 39">
              <a:extLst>
                <a:ext uri="{FF2B5EF4-FFF2-40B4-BE49-F238E27FC236}">
                  <a16:creationId xmlns:a16="http://schemas.microsoft.com/office/drawing/2014/main" id="{F09B5324-9290-2102-C314-21300B5ED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6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44" name="Rectangle 40">
              <a:extLst>
                <a:ext uri="{FF2B5EF4-FFF2-40B4-BE49-F238E27FC236}">
                  <a16:creationId xmlns:a16="http://schemas.microsoft.com/office/drawing/2014/main" id="{E6BFFEE2-20B0-B3D4-27D3-19C94D580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45" name="Rectangle 41">
              <a:extLst>
                <a:ext uri="{FF2B5EF4-FFF2-40B4-BE49-F238E27FC236}">
                  <a16:creationId xmlns:a16="http://schemas.microsoft.com/office/drawing/2014/main" id="{CDF0D86A-EDA2-AD79-B939-44CF5B8CD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9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46" name="Rectangle 42">
              <a:extLst>
                <a:ext uri="{FF2B5EF4-FFF2-40B4-BE49-F238E27FC236}">
                  <a16:creationId xmlns:a16="http://schemas.microsoft.com/office/drawing/2014/main" id="{E6E39E14-F6BD-D110-28A9-522CBAB97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9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47" name="Rectangle 43">
              <a:extLst>
                <a:ext uri="{FF2B5EF4-FFF2-40B4-BE49-F238E27FC236}">
                  <a16:creationId xmlns:a16="http://schemas.microsoft.com/office/drawing/2014/main" id="{33E5B33A-448D-F32B-5634-87586951F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9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48" name="Rectangle 44">
              <a:extLst>
                <a:ext uri="{FF2B5EF4-FFF2-40B4-BE49-F238E27FC236}">
                  <a16:creationId xmlns:a16="http://schemas.microsoft.com/office/drawing/2014/main" id="{6DCCBF61-138A-BB9A-E27A-C25D6140D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7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49" name="Rectangle 45">
              <a:extLst>
                <a:ext uri="{FF2B5EF4-FFF2-40B4-BE49-F238E27FC236}">
                  <a16:creationId xmlns:a16="http://schemas.microsoft.com/office/drawing/2014/main" id="{0B6A9E95-9EE3-3133-2893-249AE2B16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7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50" name="Rectangle 46">
              <a:extLst>
                <a:ext uri="{FF2B5EF4-FFF2-40B4-BE49-F238E27FC236}">
                  <a16:creationId xmlns:a16="http://schemas.microsoft.com/office/drawing/2014/main" id="{93F3E179-81D7-7B0B-0099-196086B4D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7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51" name="Rectangle 47">
              <a:extLst>
                <a:ext uri="{FF2B5EF4-FFF2-40B4-BE49-F238E27FC236}">
                  <a16:creationId xmlns:a16="http://schemas.microsoft.com/office/drawing/2014/main" id="{91380EDE-49B1-F933-34AE-BDB8D0125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7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52" name="Rectangle 48">
              <a:extLst>
                <a:ext uri="{FF2B5EF4-FFF2-40B4-BE49-F238E27FC236}">
                  <a16:creationId xmlns:a16="http://schemas.microsoft.com/office/drawing/2014/main" id="{B31192A2-9263-4B4C-E842-131098470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7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53" name="Rectangle 49">
              <a:extLst>
                <a:ext uri="{FF2B5EF4-FFF2-40B4-BE49-F238E27FC236}">
                  <a16:creationId xmlns:a16="http://schemas.microsoft.com/office/drawing/2014/main" id="{E9824F1D-5057-FCF5-5E93-D2A6D91FC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7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54" name="Rectangle 50">
              <a:extLst>
                <a:ext uri="{FF2B5EF4-FFF2-40B4-BE49-F238E27FC236}">
                  <a16:creationId xmlns:a16="http://schemas.microsoft.com/office/drawing/2014/main" id="{02054CB6-5AA7-DBEA-2141-E3358F70A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4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55" name="Rectangle 51">
              <a:extLst>
                <a:ext uri="{FF2B5EF4-FFF2-40B4-BE49-F238E27FC236}">
                  <a16:creationId xmlns:a16="http://schemas.microsoft.com/office/drawing/2014/main" id="{0D8B81B0-7184-6866-3324-D172F55BB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4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56" name="Rectangle 52">
              <a:extLst>
                <a:ext uri="{FF2B5EF4-FFF2-40B4-BE49-F238E27FC236}">
                  <a16:creationId xmlns:a16="http://schemas.microsoft.com/office/drawing/2014/main" id="{A51E959B-6EF9-E313-240F-D961149F0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4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57" name="Rectangle 53">
              <a:extLst>
                <a:ext uri="{FF2B5EF4-FFF2-40B4-BE49-F238E27FC236}">
                  <a16:creationId xmlns:a16="http://schemas.microsoft.com/office/drawing/2014/main" id="{9AAA1F7C-FCAD-7F87-02FC-4E08D55B5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4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58" name="Rectangle 54">
              <a:extLst>
                <a:ext uri="{FF2B5EF4-FFF2-40B4-BE49-F238E27FC236}">
                  <a16:creationId xmlns:a16="http://schemas.microsoft.com/office/drawing/2014/main" id="{5DDA3C82-8659-6293-63E0-F13C2CFC8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4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59" name="Rectangle 55">
              <a:extLst>
                <a:ext uri="{FF2B5EF4-FFF2-40B4-BE49-F238E27FC236}">
                  <a16:creationId xmlns:a16="http://schemas.microsoft.com/office/drawing/2014/main" id="{56680F1F-454C-66C1-A840-419E93051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4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60" name="Rectangle 56">
              <a:extLst>
                <a:ext uri="{FF2B5EF4-FFF2-40B4-BE49-F238E27FC236}">
                  <a16:creationId xmlns:a16="http://schemas.microsoft.com/office/drawing/2014/main" id="{DA2B5D56-9825-1A0D-4AEC-00FB7A615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61" name="Rectangle 57">
              <a:extLst>
                <a:ext uri="{FF2B5EF4-FFF2-40B4-BE49-F238E27FC236}">
                  <a16:creationId xmlns:a16="http://schemas.microsoft.com/office/drawing/2014/main" id="{9D38E82B-703A-4661-F187-732CAA96D6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3515"/>
              <a:ext cx="16" cy="23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62" name="Rectangle 58">
              <a:extLst>
                <a:ext uri="{FF2B5EF4-FFF2-40B4-BE49-F238E27FC236}">
                  <a16:creationId xmlns:a16="http://schemas.microsoft.com/office/drawing/2014/main" id="{31AF39C9-C769-7613-58B9-812FC6B53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539"/>
              <a:ext cx="1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S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1563" name="Rectangle 59">
              <a:extLst>
                <a:ext uri="{FF2B5EF4-FFF2-40B4-BE49-F238E27FC236}">
                  <a16:creationId xmlns:a16="http://schemas.microsoft.com/office/drawing/2014/main" id="{53BA2E39-5D62-E312-7C6B-1BAAE4CF4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" y="3753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1564" name="Rectangle 60">
              <a:extLst>
                <a:ext uri="{FF2B5EF4-FFF2-40B4-BE49-F238E27FC236}">
                  <a16:creationId xmlns:a16="http://schemas.microsoft.com/office/drawing/2014/main" id="{1AEC4BEA-35EB-BD93-3A8F-5687DC975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" y="3753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1565" name="Rectangle 61">
              <a:extLst>
                <a:ext uri="{FF2B5EF4-FFF2-40B4-BE49-F238E27FC236}">
                  <a16:creationId xmlns:a16="http://schemas.microsoft.com/office/drawing/2014/main" id="{E6F66D5F-F224-C3BA-07B5-875306A62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" y="3753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1566" name="Rectangle 62">
              <a:extLst>
                <a:ext uri="{FF2B5EF4-FFF2-40B4-BE49-F238E27FC236}">
                  <a16:creationId xmlns:a16="http://schemas.microsoft.com/office/drawing/2014/main" id="{694D5655-0474-A28E-3125-402D948B1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6" y="3754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t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1567" name="Rectangle 63">
              <a:extLst>
                <a:ext uri="{FF2B5EF4-FFF2-40B4-BE49-F238E27FC236}">
                  <a16:creationId xmlns:a16="http://schemas.microsoft.com/office/drawing/2014/main" id="{5712AFE2-F2C9-3EE3-2CE8-CBAB27783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9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68" name="Freeform 64">
              <a:extLst>
                <a:ext uri="{FF2B5EF4-FFF2-40B4-BE49-F238E27FC236}">
                  <a16:creationId xmlns:a16="http://schemas.microsoft.com/office/drawing/2014/main" id="{B83E761E-A68D-C4CC-1472-453D8FCDC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9" y="3515"/>
              <a:ext cx="64" cy="127"/>
            </a:xfrm>
            <a:custGeom>
              <a:avLst/>
              <a:gdLst>
                <a:gd name="T0" fmla="*/ 16 w 64"/>
                <a:gd name="T1" fmla="*/ 0 h 127"/>
                <a:gd name="T2" fmla="*/ 32 w 64"/>
                <a:gd name="T3" fmla="*/ 71 h 127"/>
                <a:gd name="T4" fmla="*/ 32 w 64"/>
                <a:gd name="T5" fmla="*/ 71 h 127"/>
                <a:gd name="T6" fmla="*/ 32 w 64"/>
                <a:gd name="T7" fmla="*/ 71 h 127"/>
                <a:gd name="T8" fmla="*/ 40 w 64"/>
                <a:gd name="T9" fmla="*/ 95 h 127"/>
                <a:gd name="T10" fmla="*/ 40 w 64"/>
                <a:gd name="T11" fmla="*/ 95 h 127"/>
                <a:gd name="T12" fmla="*/ 40 w 64"/>
                <a:gd name="T13" fmla="*/ 95 h 127"/>
                <a:gd name="T14" fmla="*/ 64 w 64"/>
                <a:gd name="T15" fmla="*/ 119 h 127"/>
                <a:gd name="T16" fmla="*/ 64 w 64"/>
                <a:gd name="T17" fmla="*/ 111 h 127"/>
                <a:gd name="T18" fmla="*/ 56 w 64"/>
                <a:gd name="T19" fmla="*/ 127 h 127"/>
                <a:gd name="T20" fmla="*/ 56 w 64"/>
                <a:gd name="T21" fmla="*/ 127 h 127"/>
                <a:gd name="T22" fmla="*/ 32 w 64"/>
                <a:gd name="T23" fmla="*/ 103 h 127"/>
                <a:gd name="T24" fmla="*/ 32 w 64"/>
                <a:gd name="T25" fmla="*/ 103 h 127"/>
                <a:gd name="T26" fmla="*/ 24 w 64"/>
                <a:gd name="T27" fmla="*/ 103 h 127"/>
                <a:gd name="T28" fmla="*/ 16 w 64"/>
                <a:gd name="T29" fmla="*/ 79 h 127"/>
                <a:gd name="T30" fmla="*/ 16 w 64"/>
                <a:gd name="T31" fmla="*/ 79 h 127"/>
                <a:gd name="T32" fmla="*/ 16 w 64"/>
                <a:gd name="T33" fmla="*/ 71 h 127"/>
                <a:gd name="T34" fmla="*/ 0 w 64"/>
                <a:gd name="T35" fmla="*/ 0 h 127"/>
                <a:gd name="T36" fmla="*/ 16 w 64"/>
                <a:gd name="T37" fmla="*/ 0 h 12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4"/>
                <a:gd name="T58" fmla="*/ 0 h 127"/>
                <a:gd name="T59" fmla="*/ 64 w 64"/>
                <a:gd name="T60" fmla="*/ 127 h 12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4" h="127">
                  <a:moveTo>
                    <a:pt x="16" y="0"/>
                  </a:moveTo>
                  <a:lnTo>
                    <a:pt x="32" y="71"/>
                  </a:lnTo>
                  <a:lnTo>
                    <a:pt x="40" y="95"/>
                  </a:lnTo>
                  <a:lnTo>
                    <a:pt x="64" y="119"/>
                  </a:lnTo>
                  <a:lnTo>
                    <a:pt x="64" y="111"/>
                  </a:lnTo>
                  <a:lnTo>
                    <a:pt x="56" y="127"/>
                  </a:lnTo>
                  <a:lnTo>
                    <a:pt x="32" y="103"/>
                  </a:lnTo>
                  <a:lnTo>
                    <a:pt x="24" y="103"/>
                  </a:lnTo>
                  <a:lnTo>
                    <a:pt x="16" y="79"/>
                  </a:lnTo>
                  <a:lnTo>
                    <a:pt x="16" y="71"/>
                  </a:ln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69" name="Freeform 65">
              <a:extLst>
                <a:ext uri="{FF2B5EF4-FFF2-40B4-BE49-F238E27FC236}">
                  <a16:creationId xmlns:a16="http://schemas.microsoft.com/office/drawing/2014/main" id="{7995F531-7CF4-DD4A-0D00-36BF61DF8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5" y="3626"/>
              <a:ext cx="64" cy="40"/>
            </a:xfrm>
            <a:custGeom>
              <a:avLst/>
              <a:gdLst>
                <a:gd name="T0" fmla="*/ 8 w 64"/>
                <a:gd name="T1" fmla="*/ 0 h 40"/>
                <a:gd name="T2" fmla="*/ 64 w 64"/>
                <a:gd name="T3" fmla="*/ 24 h 40"/>
                <a:gd name="T4" fmla="*/ 64 w 64"/>
                <a:gd name="T5" fmla="*/ 32 h 40"/>
                <a:gd name="T6" fmla="*/ 48 w 64"/>
                <a:gd name="T7" fmla="*/ 32 h 40"/>
                <a:gd name="T8" fmla="*/ 56 w 64"/>
                <a:gd name="T9" fmla="*/ 40 h 40"/>
                <a:gd name="T10" fmla="*/ 0 w 64"/>
                <a:gd name="T11" fmla="*/ 16 h 40"/>
                <a:gd name="T12" fmla="*/ 8 w 64"/>
                <a:gd name="T13" fmla="*/ 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40"/>
                <a:gd name="T23" fmla="*/ 64 w 64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40">
                  <a:moveTo>
                    <a:pt x="8" y="0"/>
                  </a:moveTo>
                  <a:lnTo>
                    <a:pt x="64" y="24"/>
                  </a:lnTo>
                  <a:lnTo>
                    <a:pt x="64" y="32"/>
                  </a:lnTo>
                  <a:lnTo>
                    <a:pt x="48" y="32"/>
                  </a:lnTo>
                  <a:lnTo>
                    <a:pt x="56" y="40"/>
                  </a:lnTo>
                  <a:lnTo>
                    <a:pt x="0" y="16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0" name="Rectangle 66">
              <a:extLst>
                <a:ext uri="{FF2B5EF4-FFF2-40B4-BE49-F238E27FC236}">
                  <a16:creationId xmlns:a16="http://schemas.microsoft.com/office/drawing/2014/main" id="{A164B598-08EA-29C0-19C5-61674B9F3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71" name="Freeform 67">
              <a:extLst>
                <a:ext uri="{FF2B5EF4-FFF2-40B4-BE49-F238E27FC236}">
                  <a16:creationId xmlns:a16="http://schemas.microsoft.com/office/drawing/2014/main" id="{95ABAAF5-DC7E-CDCE-8F8C-ADA187097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3658"/>
              <a:ext cx="32" cy="96"/>
            </a:xfrm>
            <a:custGeom>
              <a:avLst/>
              <a:gdLst>
                <a:gd name="T0" fmla="*/ 16 w 32"/>
                <a:gd name="T1" fmla="*/ 0 h 96"/>
                <a:gd name="T2" fmla="*/ 0 w 32"/>
                <a:gd name="T3" fmla="*/ 0 h 96"/>
                <a:gd name="T4" fmla="*/ 16 w 32"/>
                <a:gd name="T5" fmla="*/ 96 h 96"/>
                <a:gd name="T6" fmla="*/ 32 w 32"/>
                <a:gd name="T7" fmla="*/ 96 h 96"/>
                <a:gd name="T8" fmla="*/ 16 w 32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96"/>
                <a:gd name="T17" fmla="*/ 32 w 32"/>
                <a:gd name="T18" fmla="*/ 96 h 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96">
                  <a:moveTo>
                    <a:pt x="16" y="0"/>
                  </a:moveTo>
                  <a:lnTo>
                    <a:pt x="0" y="0"/>
                  </a:lnTo>
                  <a:lnTo>
                    <a:pt x="16" y="96"/>
                  </a:lnTo>
                  <a:lnTo>
                    <a:pt x="32" y="9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2" name="Rectangle 68">
              <a:extLst>
                <a:ext uri="{FF2B5EF4-FFF2-40B4-BE49-F238E27FC236}">
                  <a16:creationId xmlns:a16="http://schemas.microsoft.com/office/drawing/2014/main" id="{F26D296F-268A-1ACA-FF10-1CD0FC846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3" y="3507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73" name="Freeform 69">
              <a:extLst>
                <a:ext uri="{FF2B5EF4-FFF2-40B4-BE49-F238E27FC236}">
                  <a16:creationId xmlns:a16="http://schemas.microsoft.com/office/drawing/2014/main" id="{71D306C0-2301-4499-B71F-6E48881B1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3" y="3515"/>
              <a:ext cx="64" cy="127"/>
            </a:xfrm>
            <a:custGeom>
              <a:avLst/>
              <a:gdLst>
                <a:gd name="T0" fmla="*/ 16 w 64"/>
                <a:gd name="T1" fmla="*/ 0 h 127"/>
                <a:gd name="T2" fmla="*/ 24 w 64"/>
                <a:gd name="T3" fmla="*/ 71 h 127"/>
                <a:gd name="T4" fmla="*/ 24 w 64"/>
                <a:gd name="T5" fmla="*/ 71 h 127"/>
                <a:gd name="T6" fmla="*/ 24 w 64"/>
                <a:gd name="T7" fmla="*/ 71 h 127"/>
                <a:gd name="T8" fmla="*/ 40 w 64"/>
                <a:gd name="T9" fmla="*/ 95 h 127"/>
                <a:gd name="T10" fmla="*/ 40 w 64"/>
                <a:gd name="T11" fmla="*/ 95 h 127"/>
                <a:gd name="T12" fmla="*/ 40 w 64"/>
                <a:gd name="T13" fmla="*/ 95 h 127"/>
                <a:gd name="T14" fmla="*/ 64 w 64"/>
                <a:gd name="T15" fmla="*/ 119 h 127"/>
                <a:gd name="T16" fmla="*/ 64 w 64"/>
                <a:gd name="T17" fmla="*/ 111 h 127"/>
                <a:gd name="T18" fmla="*/ 56 w 64"/>
                <a:gd name="T19" fmla="*/ 127 h 127"/>
                <a:gd name="T20" fmla="*/ 56 w 64"/>
                <a:gd name="T21" fmla="*/ 127 h 127"/>
                <a:gd name="T22" fmla="*/ 32 w 64"/>
                <a:gd name="T23" fmla="*/ 103 h 127"/>
                <a:gd name="T24" fmla="*/ 32 w 64"/>
                <a:gd name="T25" fmla="*/ 103 h 127"/>
                <a:gd name="T26" fmla="*/ 24 w 64"/>
                <a:gd name="T27" fmla="*/ 103 h 127"/>
                <a:gd name="T28" fmla="*/ 8 w 64"/>
                <a:gd name="T29" fmla="*/ 79 h 127"/>
                <a:gd name="T30" fmla="*/ 8 w 64"/>
                <a:gd name="T31" fmla="*/ 79 h 127"/>
                <a:gd name="T32" fmla="*/ 8 w 64"/>
                <a:gd name="T33" fmla="*/ 71 h 127"/>
                <a:gd name="T34" fmla="*/ 0 w 64"/>
                <a:gd name="T35" fmla="*/ 0 h 127"/>
                <a:gd name="T36" fmla="*/ 16 w 64"/>
                <a:gd name="T37" fmla="*/ 0 h 12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4"/>
                <a:gd name="T58" fmla="*/ 0 h 127"/>
                <a:gd name="T59" fmla="*/ 64 w 64"/>
                <a:gd name="T60" fmla="*/ 127 h 12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4" h="127">
                  <a:moveTo>
                    <a:pt x="16" y="0"/>
                  </a:moveTo>
                  <a:lnTo>
                    <a:pt x="24" y="71"/>
                  </a:lnTo>
                  <a:lnTo>
                    <a:pt x="40" y="95"/>
                  </a:lnTo>
                  <a:lnTo>
                    <a:pt x="64" y="119"/>
                  </a:lnTo>
                  <a:lnTo>
                    <a:pt x="64" y="111"/>
                  </a:lnTo>
                  <a:lnTo>
                    <a:pt x="56" y="127"/>
                  </a:lnTo>
                  <a:lnTo>
                    <a:pt x="32" y="103"/>
                  </a:lnTo>
                  <a:lnTo>
                    <a:pt x="24" y="103"/>
                  </a:lnTo>
                  <a:lnTo>
                    <a:pt x="8" y="79"/>
                  </a:lnTo>
                  <a:lnTo>
                    <a:pt x="8" y="71"/>
                  </a:ln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4" name="Freeform 70">
              <a:extLst>
                <a:ext uri="{FF2B5EF4-FFF2-40B4-BE49-F238E27FC236}">
                  <a16:creationId xmlns:a16="http://schemas.microsoft.com/office/drawing/2014/main" id="{B94D0FEB-DF87-A47E-2FBE-9C55771A5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" y="3626"/>
              <a:ext cx="64" cy="40"/>
            </a:xfrm>
            <a:custGeom>
              <a:avLst/>
              <a:gdLst>
                <a:gd name="T0" fmla="*/ 8 w 64"/>
                <a:gd name="T1" fmla="*/ 0 h 40"/>
                <a:gd name="T2" fmla="*/ 64 w 64"/>
                <a:gd name="T3" fmla="*/ 24 h 40"/>
                <a:gd name="T4" fmla="*/ 64 w 64"/>
                <a:gd name="T5" fmla="*/ 32 h 40"/>
                <a:gd name="T6" fmla="*/ 48 w 64"/>
                <a:gd name="T7" fmla="*/ 32 h 40"/>
                <a:gd name="T8" fmla="*/ 56 w 64"/>
                <a:gd name="T9" fmla="*/ 40 h 40"/>
                <a:gd name="T10" fmla="*/ 0 w 64"/>
                <a:gd name="T11" fmla="*/ 16 h 40"/>
                <a:gd name="T12" fmla="*/ 8 w 64"/>
                <a:gd name="T13" fmla="*/ 0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40"/>
                <a:gd name="T23" fmla="*/ 64 w 64"/>
                <a:gd name="T24" fmla="*/ 40 h 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40">
                  <a:moveTo>
                    <a:pt x="8" y="0"/>
                  </a:moveTo>
                  <a:lnTo>
                    <a:pt x="64" y="24"/>
                  </a:lnTo>
                  <a:lnTo>
                    <a:pt x="64" y="32"/>
                  </a:lnTo>
                  <a:lnTo>
                    <a:pt x="48" y="32"/>
                  </a:lnTo>
                  <a:lnTo>
                    <a:pt x="56" y="40"/>
                  </a:lnTo>
                  <a:lnTo>
                    <a:pt x="0" y="16"/>
                  </a:lnTo>
                  <a:lnTo>
                    <a:pt x="8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5" name="Rectangle 71">
              <a:extLst>
                <a:ext uri="{FF2B5EF4-FFF2-40B4-BE49-F238E27FC236}">
                  <a16:creationId xmlns:a16="http://schemas.microsoft.com/office/drawing/2014/main" id="{6606373B-8B25-680C-E853-8EDA19BA2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3" y="3754"/>
              <a:ext cx="16" cy="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1576" name="Freeform 72">
              <a:extLst>
                <a:ext uri="{FF2B5EF4-FFF2-40B4-BE49-F238E27FC236}">
                  <a16:creationId xmlns:a16="http://schemas.microsoft.com/office/drawing/2014/main" id="{2ED18E66-AC43-094F-87CC-9A5400F06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" y="3658"/>
              <a:ext cx="32" cy="96"/>
            </a:xfrm>
            <a:custGeom>
              <a:avLst/>
              <a:gdLst>
                <a:gd name="T0" fmla="*/ 16 w 32"/>
                <a:gd name="T1" fmla="*/ 0 h 96"/>
                <a:gd name="T2" fmla="*/ 0 w 32"/>
                <a:gd name="T3" fmla="*/ 0 h 96"/>
                <a:gd name="T4" fmla="*/ 16 w 32"/>
                <a:gd name="T5" fmla="*/ 96 h 96"/>
                <a:gd name="T6" fmla="*/ 32 w 32"/>
                <a:gd name="T7" fmla="*/ 96 h 96"/>
                <a:gd name="T8" fmla="*/ 16 w 32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"/>
                <a:gd name="T16" fmla="*/ 0 h 96"/>
                <a:gd name="T17" fmla="*/ 32 w 32"/>
                <a:gd name="T18" fmla="*/ 96 h 9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" h="96">
                  <a:moveTo>
                    <a:pt x="16" y="0"/>
                  </a:moveTo>
                  <a:lnTo>
                    <a:pt x="0" y="0"/>
                  </a:lnTo>
                  <a:lnTo>
                    <a:pt x="16" y="96"/>
                  </a:lnTo>
                  <a:lnTo>
                    <a:pt x="32" y="9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7" name="Rectangle 73">
              <a:extLst>
                <a:ext uri="{FF2B5EF4-FFF2-40B4-BE49-F238E27FC236}">
                  <a16:creationId xmlns:a16="http://schemas.microsoft.com/office/drawing/2014/main" id="{22646795-E404-E24A-B12C-9117A6B54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9" y="3435"/>
              <a:ext cx="19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>
                  <a:latin typeface="Times New Roman" panose="02020603050405020304" pitchFamily="18" charset="0"/>
                </a:rPr>
                <a:t>…</a:t>
              </a:r>
            </a:p>
          </p:txBody>
        </p:sp>
      </p:grpSp>
      <p:sp>
        <p:nvSpPr>
          <p:cNvPr id="21510" name="Text Box 74">
            <a:extLst>
              <a:ext uri="{FF2B5EF4-FFF2-40B4-BE49-F238E27FC236}">
                <a16:creationId xmlns:a16="http://schemas.microsoft.com/office/drawing/2014/main" id="{DCDFB853-9301-D7E4-07C2-A1F1916C3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3" y="1491458"/>
            <a:ext cx="4191000" cy="22923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push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if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=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S.length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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then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	 </a:t>
            </a:r>
            <a:r>
              <a:rPr lang="en-US" altLang="en-US" sz="1800" b="1" dirty="0">
                <a:solidFill>
                  <a:srgbClr val="000000"/>
                </a:solidFill>
                <a:sym typeface="Symbol" pitchFamily="2" charset="2"/>
              </a:rPr>
              <a:t>Indicate a stack-full error</a:t>
            </a:r>
            <a:endParaRPr lang="en-US" altLang="en-US" b="1" dirty="0">
              <a:solidFill>
                <a:srgbClr val="000000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else 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+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42F9B398-35EE-1E6A-0AD8-001E2CAC99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Application: Function Calls</a:t>
            </a:r>
          </a:p>
        </p:txBody>
      </p:sp>
      <p:sp>
        <p:nvSpPr>
          <p:cNvPr id="22531" name="Rectangle 8">
            <a:extLst>
              <a:ext uri="{FF2B5EF4-FFF2-40B4-BE49-F238E27FC236}">
                <a16:creationId xmlns:a16="http://schemas.microsoft.com/office/drawing/2014/main" id="{D0BAEB64-D48D-DB15-99D6-384D1576A5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84398" y="1371600"/>
            <a:ext cx="4267200" cy="4724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Java Virtual Machine (JVM) keeps track of the chain of active methods with a stack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When a method is called, the JVM pushes on the stack a frame containing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Local variables and return value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Program counter (PC), keeping track of the statement being executed 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When a method ends, its frame is popped from the stack and control is passed to the method on top of the stack</a:t>
            </a:r>
          </a:p>
        </p:txBody>
      </p:sp>
      <p:sp>
        <p:nvSpPr>
          <p:cNvPr id="22536" name="Text Box 13">
            <a:extLst>
              <a:ext uri="{FF2B5EF4-FFF2-40B4-BE49-F238E27FC236}">
                <a16:creationId xmlns:a16="http://schemas.microsoft.com/office/drawing/2014/main" id="{C7C57B6E-233A-FC09-957F-2503DCD77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428955"/>
            <a:ext cx="1600200" cy="433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tabLst>
                <a:tab pos="2286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tabLst>
                <a:tab pos="2286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tabLst>
                <a:tab pos="2286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tabLst>
                <a:tab pos="2286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tabLst>
                <a:tab pos="2286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>
                <a:solidFill>
                  <a:schemeClr val="tx2"/>
                </a:solidFill>
                <a:latin typeface="Arial Narrow" panose="020B0604020202020204" pitchFamily="34" charset="0"/>
              </a:rPr>
              <a:t>main</a:t>
            </a:r>
            <a:r>
              <a:rPr lang="en-US" altLang="en-US" dirty="0">
                <a:solidFill>
                  <a:schemeClr val="accent2"/>
                </a:solidFill>
                <a:latin typeface="Arial Narrow" panose="020B0604020202020204" pitchFamily="34" charset="0"/>
              </a:rPr>
              <a:t>() </a:t>
            </a:r>
            <a: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  <a:t>{</a:t>
            </a:r>
            <a:b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  <a:t>	int </a:t>
            </a:r>
            <a:r>
              <a:rPr lang="en-US" altLang="en-US" sz="2000" dirty="0" err="1">
                <a:solidFill>
                  <a:schemeClr val="accent2"/>
                </a:solidFill>
                <a:latin typeface="Arial Narrow" panose="020B0604020202020204" pitchFamily="34" charset="0"/>
              </a:rPr>
              <a:t>i</a:t>
            </a:r>
            <a: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  <a:t> = 5;</a:t>
            </a:r>
            <a:b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  <a:t>	foo(</a:t>
            </a:r>
            <a:r>
              <a:rPr lang="en-US" altLang="en-US" sz="2000" dirty="0" err="1">
                <a:solidFill>
                  <a:schemeClr val="accent2"/>
                </a:solidFill>
                <a:latin typeface="Arial Narrow" panose="020B0604020202020204" pitchFamily="34" charset="0"/>
              </a:rPr>
              <a:t>i</a:t>
            </a:r>
            <a: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  <a:t>);</a:t>
            </a:r>
            <a:b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  <a:t>	}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>
                <a:solidFill>
                  <a:schemeClr val="tx2"/>
                </a:solidFill>
                <a:latin typeface="Arial Narrow" panose="020B0604020202020204" pitchFamily="34" charset="0"/>
              </a:rPr>
              <a:t>foo</a:t>
            </a:r>
            <a:r>
              <a:rPr lang="en-US" altLang="en-US" dirty="0">
                <a:solidFill>
                  <a:schemeClr val="accent2"/>
                </a:solidFill>
                <a:latin typeface="Arial Narrow" panose="020B0604020202020204" pitchFamily="34" charset="0"/>
              </a:rPr>
              <a:t>(int j) </a:t>
            </a:r>
            <a: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  <a:t>{</a:t>
            </a:r>
            <a:b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  <a:t>	int k;</a:t>
            </a:r>
            <a:b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  <a:t>	k = j+1;</a:t>
            </a:r>
            <a:b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  <a:t>	bar(k);</a:t>
            </a:r>
            <a:b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  <a:t>	}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>
                <a:solidFill>
                  <a:schemeClr val="tx2"/>
                </a:solidFill>
                <a:latin typeface="Arial Narrow" panose="020B0604020202020204" pitchFamily="34" charset="0"/>
              </a:rPr>
              <a:t>bar</a:t>
            </a:r>
            <a:r>
              <a:rPr lang="en-US" altLang="en-US" dirty="0">
                <a:solidFill>
                  <a:schemeClr val="accent2"/>
                </a:solidFill>
                <a:latin typeface="Arial Narrow" panose="020B0604020202020204" pitchFamily="34" charset="0"/>
              </a:rPr>
              <a:t>(int m) </a:t>
            </a:r>
            <a: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  <a:t>{</a:t>
            </a:r>
            <a:b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  <a:t>	…</a:t>
            </a:r>
            <a:b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</a:br>
            <a:r>
              <a:rPr lang="en-US" altLang="en-US" sz="2000" dirty="0">
                <a:solidFill>
                  <a:schemeClr val="accent2"/>
                </a:solidFill>
                <a:latin typeface="Arial Narrow" panose="020B0604020202020204" pitchFamily="34" charset="0"/>
              </a:rPr>
              <a:t>	}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25E02FC-0A82-D5C6-A43D-4B9C569FED43}"/>
              </a:ext>
            </a:extLst>
          </p:cNvPr>
          <p:cNvGrpSpPr/>
          <p:nvPr/>
        </p:nvGrpSpPr>
        <p:grpSpPr>
          <a:xfrm>
            <a:off x="7322257" y="714325"/>
            <a:ext cx="1792288" cy="5126036"/>
            <a:chOff x="8305800" y="969964"/>
            <a:chExt cx="1792288" cy="5126036"/>
          </a:xfrm>
        </p:grpSpPr>
        <p:grpSp>
          <p:nvGrpSpPr>
            <p:cNvPr id="22529" name="Group 2">
              <a:extLst>
                <a:ext uri="{FF2B5EF4-FFF2-40B4-BE49-F238E27FC236}">
                  <a16:creationId xmlns:a16="http://schemas.microsoft.com/office/drawing/2014/main" id="{C4DF2FA3-A61A-3920-FA4B-258E619DAC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58200" y="1524000"/>
              <a:ext cx="1447800" cy="4572000"/>
              <a:chOff x="4512" y="864"/>
              <a:chExt cx="912" cy="3024"/>
            </a:xfrm>
          </p:grpSpPr>
          <p:sp>
            <p:nvSpPr>
              <p:cNvPr id="22542" name="Rectangle 3">
                <a:extLst>
                  <a:ext uri="{FF2B5EF4-FFF2-40B4-BE49-F238E27FC236}">
                    <a16:creationId xmlns:a16="http://schemas.microsoft.com/office/drawing/2014/main" id="{A796192F-B7A9-B1D2-B466-33EAE237CA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864"/>
                <a:ext cx="912" cy="3024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>
                  <a:latin typeface="Tahoma" panose="020B0604030504040204" pitchFamily="34" charset="0"/>
                </a:endParaRPr>
              </a:p>
            </p:txBody>
          </p:sp>
          <p:sp>
            <p:nvSpPr>
              <p:cNvPr id="22543" name="Line 4">
                <a:extLst>
                  <a:ext uri="{FF2B5EF4-FFF2-40B4-BE49-F238E27FC236}">
                    <a16:creationId xmlns:a16="http://schemas.microsoft.com/office/drawing/2014/main" id="{E4986408-8DDC-6E3D-8B0D-13E236E7B5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2" y="864"/>
                <a:ext cx="0" cy="30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2544" name="Line 5">
                <a:extLst>
                  <a:ext uri="{FF2B5EF4-FFF2-40B4-BE49-F238E27FC236}">
                    <a16:creationId xmlns:a16="http://schemas.microsoft.com/office/drawing/2014/main" id="{2FBC0886-65AB-9684-5E1F-20B5DA8E0B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24" y="864"/>
                <a:ext cx="0" cy="302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2545" name="Line 6">
                <a:extLst>
                  <a:ext uri="{FF2B5EF4-FFF2-40B4-BE49-F238E27FC236}">
                    <a16:creationId xmlns:a16="http://schemas.microsoft.com/office/drawing/2014/main" id="{00CB251A-51ED-78C3-D359-A383CD8858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2" y="3876"/>
                <a:ext cx="91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22532" name="Rectangle 9">
              <a:extLst>
                <a:ext uri="{FF2B5EF4-FFF2-40B4-BE49-F238E27FC236}">
                  <a16:creationId xmlns:a16="http://schemas.microsoft.com/office/drawing/2014/main" id="{FEB9C993-D23B-CD2E-844E-966AC6616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5475" y="3489325"/>
              <a:ext cx="7938" cy="158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2533" name="Freeform 10">
              <a:extLst>
                <a:ext uri="{FF2B5EF4-FFF2-40B4-BE49-F238E27FC236}">
                  <a16:creationId xmlns:a16="http://schemas.microsoft.com/office/drawing/2014/main" id="{D4C5E296-8E78-3C22-EE79-61DA6CEE9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2625" y="4275139"/>
              <a:ext cx="7938" cy="9525"/>
            </a:xfrm>
            <a:custGeom>
              <a:avLst/>
              <a:gdLst>
                <a:gd name="T0" fmla="*/ 2147483646 w 5"/>
                <a:gd name="T1" fmla="*/ 0 h 6"/>
                <a:gd name="T2" fmla="*/ 2147483646 w 5"/>
                <a:gd name="T3" fmla="*/ 0 h 6"/>
                <a:gd name="T4" fmla="*/ 0 w 5"/>
                <a:gd name="T5" fmla="*/ 2147483646 h 6"/>
                <a:gd name="T6" fmla="*/ 0 w 5"/>
                <a:gd name="T7" fmla="*/ 2147483646 h 6"/>
                <a:gd name="T8" fmla="*/ 2147483646 w 5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"/>
                <a:gd name="T16" fmla="*/ 0 h 6"/>
                <a:gd name="T17" fmla="*/ 5 w 5"/>
                <a:gd name="T18" fmla="*/ 6 h 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" h="6">
                  <a:moveTo>
                    <a:pt x="5" y="0"/>
                  </a:moveTo>
                  <a:lnTo>
                    <a:pt x="5" y="0"/>
                  </a:lnTo>
                  <a:lnTo>
                    <a:pt x="0" y="6"/>
                  </a:lnTo>
                  <a:lnTo>
                    <a:pt x="5" y="0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4" name="Rectangle 11">
              <a:extLst>
                <a:ext uri="{FF2B5EF4-FFF2-40B4-BE49-F238E27FC236}">
                  <a16:creationId xmlns:a16="http://schemas.microsoft.com/office/drawing/2014/main" id="{FBA86FCC-F49E-DA01-B199-C61EB2568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5475" y="1549400"/>
              <a:ext cx="7938" cy="1588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2535" name="Rectangle 12">
              <a:extLst>
                <a:ext uri="{FF2B5EF4-FFF2-40B4-BE49-F238E27FC236}">
                  <a16:creationId xmlns:a16="http://schemas.microsoft.com/office/drawing/2014/main" id="{8D234D5E-19FF-A2FA-4252-B3BCD02D5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5475" y="2205039"/>
              <a:ext cx="7938" cy="1587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2537" name="Rectangle 14">
              <a:extLst>
                <a:ext uri="{FF2B5EF4-FFF2-40B4-BE49-F238E27FC236}">
                  <a16:creationId xmlns:a16="http://schemas.microsoft.com/office/drawing/2014/main" id="{1A50BE5F-1759-E267-F372-40EC81BB0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0600" y="1981200"/>
              <a:ext cx="1143000" cy="1066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solidFill>
                    <a:schemeClr val="tx2"/>
                  </a:solidFill>
                  <a:latin typeface="Tahoma" panose="020B0604030504040204" pitchFamily="34" charset="0"/>
                </a:rPr>
                <a:t>bar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latin typeface="Tahoma" panose="020B0604030504040204" pitchFamily="34" charset="0"/>
                </a:rPr>
                <a:t>  PC = 3</a:t>
              </a:r>
              <a:br>
                <a:rPr lang="en-US" altLang="en-US" sz="2000" dirty="0">
                  <a:latin typeface="Tahoma" panose="020B0604030504040204" pitchFamily="34" charset="0"/>
                </a:rPr>
              </a:br>
              <a:r>
                <a:rPr lang="en-US" altLang="en-US" sz="2000" dirty="0">
                  <a:latin typeface="Tahoma" panose="020B0604030504040204" pitchFamily="34" charset="0"/>
                </a:rPr>
                <a:t>  m = 6</a:t>
              </a:r>
            </a:p>
          </p:txBody>
        </p:sp>
        <p:sp>
          <p:nvSpPr>
            <p:cNvPr id="22538" name="Rectangle 15">
              <a:extLst>
                <a:ext uri="{FF2B5EF4-FFF2-40B4-BE49-F238E27FC236}">
                  <a16:creationId xmlns:a16="http://schemas.microsoft.com/office/drawing/2014/main" id="{0DF4E2FD-E612-C8EE-EC55-658130B0C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0600" y="3238500"/>
              <a:ext cx="1143000" cy="1447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foo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  PC = 2</a:t>
              </a:r>
              <a:br>
                <a:rPr lang="en-US" altLang="en-US" sz="2000">
                  <a:latin typeface="Tahoma" panose="020B0604030504040204" pitchFamily="34" charset="0"/>
                </a:rPr>
              </a:br>
              <a:r>
                <a:rPr lang="en-US" altLang="en-US" sz="2000">
                  <a:latin typeface="Tahoma" panose="020B0604030504040204" pitchFamily="34" charset="0"/>
                </a:rPr>
                <a:t>  j = 5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  k = 6</a:t>
              </a:r>
            </a:p>
          </p:txBody>
        </p:sp>
        <p:sp>
          <p:nvSpPr>
            <p:cNvPr id="22539" name="Rectangle 16">
              <a:extLst>
                <a:ext uri="{FF2B5EF4-FFF2-40B4-BE49-F238E27FC236}">
                  <a16:creationId xmlns:a16="http://schemas.microsoft.com/office/drawing/2014/main" id="{FC796DDD-B050-051B-5209-380D6AA9C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0600" y="4876800"/>
              <a:ext cx="1143000" cy="1066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main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  PC = 1</a:t>
              </a:r>
              <a:br>
                <a:rPr lang="en-US" altLang="en-US" sz="2000">
                  <a:latin typeface="Tahoma" panose="020B0604030504040204" pitchFamily="34" charset="0"/>
                </a:rPr>
              </a:br>
              <a:r>
                <a:rPr lang="en-US" altLang="en-US" sz="2000">
                  <a:latin typeface="Tahoma" panose="020B0604030504040204" pitchFamily="34" charset="0"/>
                </a:rPr>
                <a:t>  i = 5</a:t>
              </a:r>
            </a:p>
          </p:txBody>
        </p:sp>
        <p:sp>
          <p:nvSpPr>
            <p:cNvPr id="22540" name="Curved Down Arrow 17">
              <a:extLst>
                <a:ext uri="{FF2B5EF4-FFF2-40B4-BE49-F238E27FC236}">
                  <a16:creationId xmlns:a16="http://schemas.microsoft.com/office/drawing/2014/main" id="{F307F746-E8E2-0CF4-B4F0-8949842E94A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15113">
              <a:off x="8305800" y="998538"/>
              <a:ext cx="762000" cy="381000"/>
            </a:xfrm>
            <a:prstGeom prst="curvedDown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1"/>
            </a:solidFill>
            <a:ln w="28575" algn="ctr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2541" name="Curved Left Arrow 18">
              <a:extLst>
                <a:ext uri="{FF2B5EF4-FFF2-40B4-BE49-F238E27FC236}">
                  <a16:creationId xmlns:a16="http://schemas.microsoft.com/office/drawing/2014/main" id="{6E8B2DE1-E514-5965-36AB-C75C27605A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7235747">
              <a:off x="9582945" y="815182"/>
              <a:ext cx="360362" cy="669925"/>
            </a:xfrm>
            <a:prstGeom prst="curvedLeftArrow">
              <a:avLst>
                <a:gd name="adj1" fmla="val 25071"/>
                <a:gd name="adj2" fmla="val 50134"/>
                <a:gd name="adj3" fmla="val 25000"/>
              </a:avLst>
            </a:prstGeom>
            <a:solidFill>
              <a:schemeClr val="accent1"/>
            </a:solidFill>
            <a:ln w="28575" algn="ctr">
              <a:solidFill>
                <a:srgbClr val="FF0066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2C3BE697-81E8-B7D2-FDA8-AA3DD1E129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6748" y="363794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Performance and Limitations</a:t>
            </a:r>
          </a:p>
        </p:txBody>
      </p:sp>
      <p:sp>
        <p:nvSpPr>
          <p:cNvPr id="23554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AC258AF-119D-BC16-E35E-1AD567AF412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31490" y="1295400"/>
            <a:ext cx="7696200" cy="4267200"/>
          </a:xfrm>
          <a:noFill/>
        </p:spPr>
        <p:txBody>
          <a:bodyPr/>
          <a:lstStyle/>
          <a:p>
            <a:pPr eaLnBrk="1" hangingPunct="1"/>
            <a:r>
              <a:rPr lang="en-US" altLang="en-US" sz="2000" dirty="0"/>
              <a:t>Performance</a:t>
            </a:r>
          </a:p>
          <a:p>
            <a:pPr lvl="1" eaLnBrk="1" hangingPunct="1"/>
            <a:r>
              <a:rPr lang="en-US" altLang="en-US" sz="1800" dirty="0"/>
              <a:t>Let 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/>
              <a:t> be the number of elements in the stack</a:t>
            </a:r>
          </a:p>
          <a:p>
            <a:pPr lvl="1" eaLnBrk="1" hangingPunct="1"/>
            <a:r>
              <a:rPr lang="en-US" altLang="en-US" sz="1800" dirty="0"/>
              <a:t>The space used is 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)</a:t>
            </a:r>
            <a:endParaRPr lang="en-US" altLang="en-US" sz="1800" dirty="0"/>
          </a:p>
          <a:p>
            <a:pPr lvl="1" eaLnBrk="1" hangingPunct="1"/>
            <a:r>
              <a:rPr lang="en-US" altLang="en-US" sz="1800" dirty="0"/>
              <a:t>Each operation runs in time 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(1)</a:t>
            </a:r>
          </a:p>
          <a:p>
            <a:pPr lvl="1" eaLnBrk="1" hangingPunct="1"/>
            <a:endParaRPr lang="en-US" altLang="en-US" sz="1800" dirty="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r>
              <a:rPr lang="en-US" altLang="en-US" sz="2000" dirty="0"/>
              <a:t>Limitations</a:t>
            </a:r>
          </a:p>
          <a:p>
            <a:pPr lvl="1" eaLnBrk="1" hangingPunct="1"/>
            <a:r>
              <a:rPr lang="en-US" altLang="en-US" sz="1800" dirty="0"/>
              <a:t>The maximum size of the stack must be defined ahead of time and cannot be changed</a:t>
            </a:r>
          </a:p>
          <a:p>
            <a:pPr lvl="1" eaLnBrk="1" hangingPunct="1"/>
            <a:r>
              <a:rPr lang="en-US" altLang="en-US" sz="1800" dirty="0"/>
              <a:t>Trying to push a new element into a full stack causes an implementation-specific exception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3F3D9EAE-F86A-4B5A-9EAA-033F6DE571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Growable Array-based Stack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9F6D4634-E0EA-A9FA-F47C-E0B26EB06B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9542" y="1469923"/>
            <a:ext cx="44958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In a push operation, when the array is full, instead of throwing an exception, we can replace the array with a larger one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How large should the new array be?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>
                <a:solidFill>
                  <a:srgbClr val="C00000"/>
                </a:solidFill>
              </a:rPr>
              <a:t>incremental strategy</a:t>
            </a:r>
            <a:r>
              <a:rPr lang="en-US" altLang="en-US" sz="1800" dirty="0"/>
              <a:t>: increase the size by a constant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c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>
                <a:solidFill>
                  <a:srgbClr val="C00000"/>
                </a:solidFill>
              </a:rPr>
              <a:t>doubling strategy</a:t>
            </a:r>
            <a:r>
              <a:rPr lang="en-US" altLang="en-US" sz="1800" dirty="0"/>
              <a:t>: double the size</a:t>
            </a:r>
          </a:p>
        </p:txBody>
      </p:sp>
      <p:sp>
        <p:nvSpPr>
          <p:cNvPr id="24579" name="Text Box 4">
            <a:extLst>
              <a:ext uri="{FF2B5EF4-FFF2-40B4-BE49-F238E27FC236}">
                <a16:creationId xmlns:a16="http://schemas.microsoft.com/office/drawing/2014/main" id="{89E75827-8D9A-B114-52C6-84CEFB9A5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4103" y="1469923"/>
            <a:ext cx="3276600" cy="33877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push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if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=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S.length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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then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new array of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					size …</a:t>
            </a:r>
            <a:endParaRPr lang="en-US" altLang="en-US" b="1" dirty="0">
              <a:solidFill>
                <a:srgbClr val="000000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to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t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do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		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		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endParaRPr lang="en-US" altLang="en-US" b="1" dirty="0">
              <a:solidFill>
                <a:srgbClr val="000000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t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+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3DEEB7A9-F360-CEF2-AF59-CE139BADDD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Comparison of the Strategies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B05BD910-B9D8-DA65-3DB2-F0C7F77C21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77802" y="1469922"/>
            <a:ext cx="7696200" cy="44196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We compare the incremental strategy and the doubling strategy by analyzing the total time 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000" dirty="0"/>
              <a:t> needed to perform a series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/>
              <a:t> push operations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We assume that we start with an empty stack represented by an array of size </a:t>
            </a:r>
            <a:r>
              <a:rPr lang="en-US" altLang="en-US" sz="2000" dirty="0">
                <a:latin typeface="Times New Roman" panose="02020603050405020304" pitchFamily="18" charset="0"/>
              </a:rPr>
              <a:t>1</a:t>
            </a:r>
          </a:p>
          <a:p>
            <a:pPr eaLnBrk="1" hangingPunct="1"/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000" dirty="0"/>
              <a:t>We call </a:t>
            </a:r>
            <a:r>
              <a:rPr lang="en-US" altLang="en-US" sz="2000" i="1" dirty="0">
                <a:solidFill>
                  <a:srgbClr val="C00000"/>
                </a:solidFill>
              </a:rPr>
              <a:t>amortized time</a:t>
            </a:r>
            <a:r>
              <a:rPr lang="en-US" altLang="en-US" sz="2000" dirty="0">
                <a:solidFill>
                  <a:srgbClr val="C00000"/>
                </a:solidFill>
              </a:rPr>
              <a:t> </a:t>
            </a:r>
            <a:r>
              <a:rPr lang="en-US" altLang="en-US" sz="2000" dirty="0"/>
              <a:t>of a push operation </a:t>
            </a:r>
            <a:r>
              <a:rPr lang="en-US" altLang="en-US" sz="2000" dirty="0">
                <a:solidFill>
                  <a:srgbClr val="C00000"/>
                </a:solidFill>
              </a:rPr>
              <a:t>the average time taken by a push over the series of operations</a:t>
            </a:r>
            <a:r>
              <a:rPr lang="en-US" altLang="en-US" sz="2000" dirty="0"/>
              <a:t>, i.e.,  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)/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C963CE6B-55DE-79FA-7232-58AB4407C6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Incremental Strategy Analysis</a:t>
            </a:r>
            <a:r>
              <a:rPr lang="en-US" altLang="en-US"/>
              <a:t> 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E0EE07DC-73E3-46C4-A859-B5B4E51CD3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97626" y="1538748"/>
            <a:ext cx="6934200" cy="44196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We replace the array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k </a:t>
            </a:r>
            <a:r>
              <a:rPr lang="en-US" altLang="en-US" sz="2000" i="1" dirty="0">
                <a:latin typeface="Times New Roman" panose="02020603050405020304" pitchFamily="18" charset="0"/>
              </a:rPr>
              <a:t>=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/>
              <a:t>/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c </a:t>
            </a:r>
            <a:r>
              <a:rPr lang="en-US" altLang="en-US" sz="2000" dirty="0"/>
              <a:t>times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total time 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000" dirty="0"/>
              <a:t> of a series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/>
              <a:t> push operations is proportional to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000" dirty="0"/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n+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rgbClr val="0432FF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c </a:t>
            </a: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+ 2</a:t>
            </a:r>
            <a:r>
              <a:rPr lang="en-US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c </a:t>
            </a: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+ 3</a:t>
            </a:r>
            <a:r>
              <a:rPr lang="en-US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c </a:t>
            </a: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+</a:t>
            </a:r>
            <a:r>
              <a:rPr lang="en-US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… </a:t>
            </a: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+ </a:t>
            </a:r>
            <a:r>
              <a:rPr lang="en-US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kc</a:t>
            </a:r>
            <a:r>
              <a:rPr lang="en-US" altLang="en-US" sz="20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] </a:t>
            </a:r>
            <a:r>
              <a:rPr lang="en-US" altLang="en-US" sz="2000" i="1" dirty="0">
                <a:latin typeface="Times New Roman" panose="02020603050405020304" pitchFamily="18" charset="0"/>
              </a:rPr>
              <a:t>=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n+ </a:t>
            </a:r>
            <a:r>
              <a:rPr lang="en-US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(1 + 2 + 3+ … + </a:t>
            </a:r>
            <a:r>
              <a:rPr lang="en-US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</a:rPr>
              <a:t>=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n+ </a:t>
            </a:r>
            <a:r>
              <a:rPr lang="en-US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ck</a:t>
            </a: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k </a:t>
            </a:r>
            <a:r>
              <a:rPr lang="en-US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+ 1)/2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Since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c</a:t>
            </a:r>
            <a:r>
              <a:rPr lang="en-US" altLang="en-US" sz="2000" dirty="0"/>
              <a:t> is a constant, 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000" dirty="0"/>
              <a:t> is 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i="1" dirty="0">
                <a:latin typeface="Times New Roman" panose="02020603050405020304" pitchFamily="18" charset="0"/>
              </a:rPr>
              <a:t> +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k</a:t>
            </a:r>
            <a:r>
              <a:rPr lang="en-US" altLang="en-US" sz="2000" baseline="30000" dirty="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000" dirty="0"/>
              <a:t>,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 dirty="0"/>
              <a:t>i.e., 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 baseline="30000" dirty="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amortized time of a push operation is </a:t>
            </a:r>
            <a:r>
              <a:rPr lang="en-US" altLang="en-US" sz="2000" b="1" i="1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2000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>
              <a:latin typeface="Times New Roman" panose="02020603050405020304" pitchFamily="18" charset="0"/>
              <a:sym typeface="Symbol" pitchFamily="2" charset="2"/>
            </a:endParaRPr>
          </a:p>
        </p:txBody>
      </p:sp>
      <p:cxnSp>
        <p:nvCxnSpPr>
          <p:cNvPr id="26627" name="Straight Arrow Connector 5">
            <a:extLst>
              <a:ext uri="{FF2B5EF4-FFF2-40B4-BE49-F238E27FC236}">
                <a16:creationId xmlns:a16="http://schemas.microsoft.com/office/drawing/2014/main" id="{C0FFA679-D5B7-F9FC-EC1C-5BA1F4F82B62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H="1">
            <a:off x="3844413" y="3280058"/>
            <a:ext cx="304800" cy="228600"/>
          </a:xfrm>
          <a:prstGeom prst="straightConnector1">
            <a:avLst/>
          </a:prstGeom>
          <a:noFill/>
          <a:ln w="28575" algn="ctr">
            <a:solidFill>
              <a:srgbClr val="FF006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28" name="TextBox 6">
            <a:extLst>
              <a:ext uri="{FF2B5EF4-FFF2-40B4-BE49-F238E27FC236}">
                <a16:creationId xmlns:a16="http://schemas.microsoft.com/office/drawing/2014/main" id="{BD4B636C-14E6-A8A1-3C18-7D92D636F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7626" y="2929065"/>
            <a:ext cx="685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C00000"/>
                </a:solidFill>
              </a:rPr>
              <a:t>                      Push</a:t>
            </a:r>
            <a:r>
              <a:rPr lang="en-US" altLang="en-US" sz="1800" dirty="0">
                <a:solidFill>
                  <a:srgbClr val="0000FF"/>
                </a:solidFill>
              </a:rPr>
              <a:t>                                  Making new arrays</a:t>
            </a:r>
          </a:p>
        </p:txBody>
      </p:sp>
      <p:cxnSp>
        <p:nvCxnSpPr>
          <p:cNvPr id="26629" name="Straight Arrow Connector 7">
            <a:extLst>
              <a:ext uri="{FF2B5EF4-FFF2-40B4-BE49-F238E27FC236}">
                <a16:creationId xmlns:a16="http://schemas.microsoft.com/office/drawing/2014/main" id="{A7361FC1-6DA8-FC04-486F-2619BAF5B45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057900" y="3301951"/>
            <a:ext cx="304800" cy="228600"/>
          </a:xfrm>
          <a:prstGeom prst="straightConnector1">
            <a:avLst/>
          </a:prstGeom>
          <a:noFill/>
          <a:ln w="28575" algn="ctr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6F8130BC-DB15-FF6B-0B4A-8B1D571370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Doubling Strategy Analysis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5947AD78-1E6B-A072-2C67-2E2C3519EA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0600" y="1651000"/>
            <a:ext cx="5181600" cy="3810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We replace the array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k </a:t>
            </a:r>
            <a:r>
              <a:rPr lang="en-US" altLang="en-US" sz="2000" i="1" dirty="0">
                <a:latin typeface="Times New Roman" panose="02020603050405020304" pitchFamily="18" charset="0"/>
              </a:rPr>
              <a:t>= </a:t>
            </a:r>
            <a:r>
              <a:rPr lang="en-US" altLang="en-US" sz="2000" dirty="0">
                <a:latin typeface="Times New Roman" panose="02020603050405020304" pitchFamily="18" charset="0"/>
              </a:rPr>
              <a:t>log</a:t>
            </a:r>
            <a:r>
              <a:rPr lang="en-US" altLang="en-US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 </a:t>
            </a:r>
            <a:r>
              <a:rPr lang="en-US" altLang="en-US" sz="2000" dirty="0"/>
              <a:t>times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total time 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000" dirty="0"/>
              <a:t> of a series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/>
              <a:t> push operations is proportional to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+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1 + 2 + 4 + 8 + …+ 2</a:t>
            </a:r>
            <a:r>
              <a:rPr lang="en-US" altLang="en-US" sz="2000" b="1" i="1" baseline="30000" dirty="0">
                <a:latin typeface="Times New Roman" panose="02020603050405020304" pitchFamily="18" charset="0"/>
              </a:rPr>
              <a:t>k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</a:rPr>
              <a:t>=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en-US" sz="2000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rgbClr val="C00000"/>
                </a:solidFill>
                <a:latin typeface="Symbol" pitchFamily="2" charset="2"/>
              </a:rPr>
              <a:t>+</a:t>
            </a:r>
            <a:r>
              <a:rPr lang="en-US" altLang="en-US" sz="2000" dirty="0">
                <a:latin typeface="Times New Roman" panose="02020603050405020304" pitchFamily="18" charset="0"/>
              </a:rPr>
              <a:t> 2</a:t>
            </a:r>
            <a:r>
              <a:rPr lang="en-US" altLang="en-US" sz="2000" b="1" i="1" baseline="30000" dirty="0">
                <a:latin typeface="Times New Roman" panose="02020603050405020304" pitchFamily="18" charset="0"/>
              </a:rPr>
              <a:t>k </a:t>
            </a:r>
            <a:r>
              <a:rPr lang="en-US" altLang="en-US" sz="2000" baseline="30000" dirty="0">
                <a:latin typeface="Times New Roman" panose="02020603050405020304" pitchFamily="18" charset="0"/>
              </a:rPr>
              <a:t>+ 1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Symbol" pitchFamily="2" charset="2"/>
              </a:rPr>
              <a:t>-</a:t>
            </a:r>
            <a:r>
              <a:rPr lang="en-US" altLang="en-US" sz="2000" dirty="0">
                <a:latin typeface="Times New Roman" panose="02020603050405020304" pitchFamily="18" charset="0"/>
              </a:rPr>
              <a:t>1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</a:rPr>
              <a:t>= </a:t>
            </a:r>
            <a:r>
              <a:rPr lang="en-US" altLang="en-US" sz="2000" dirty="0">
                <a:latin typeface="Times New Roman" panose="02020603050405020304" pitchFamily="18" charset="0"/>
              </a:rPr>
              <a:t>3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 </a:t>
            </a:r>
            <a:r>
              <a:rPr lang="en-US" altLang="en-US" sz="2000" dirty="0">
                <a:latin typeface="Symbol" pitchFamily="2" charset="2"/>
              </a:rPr>
              <a:t>-</a:t>
            </a:r>
            <a:r>
              <a:rPr lang="en-US" altLang="en-US" sz="2000" dirty="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000" dirty="0"/>
              <a:t> is 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amortized time of a push operation is </a:t>
            </a:r>
            <a:r>
              <a:rPr lang="en-US" altLang="en-US" sz="2000" b="1" i="1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2000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dirty="0">
                <a:solidFill>
                  <a:srgbClr val="FF0066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 dirty="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)</a:t>
            </a:r>
            <a:endParaRPr lang="en-US" altLang="en-US" dirty="0">
              <a:solidFill>
                <a:srgbClr val="FF0066"/>
              </a:solidFill>
            </a:endParaRPr>
          </a:p>
        </p:txBody>
      </p:sp>
      <p:grpSp>
        <p:nvGrpSpPr>
          <p:cNvPr id="27651" name="Group 4">
            <a:extLst>
              <a:ext uri="{FF2B5EF4-FFF2-40B4-BE49-F238E27FC236}">
                <a16:creationId xmlns:a16="http://schemas.microsoft.com/office/drawing/2014/main" id="{616F71C0-F286-ECD8-31F0-A13B8FABC06D}"/>
              </a:ext>
            </a:extLst>
          </p:cNvPr>
          <p:cNvGrpSpPr>
            <a:grpSpLocks/>
          </p:cNvGrpSpPr>
          <p:nvPr/>
        </p:nvGrpSpPr>
        <p:grpSpPr bwMode="auto">
          <a:xfrm>
            <a:off x="6688393" y="2032000"/>
            <a:ext cx="2438400" cy="3048000"/>
            <a:chOff x="3840" y="1488"/>
            <a:chExt cx="1536" cy="1920"/>
          </a:xfrm>
        </p:grpSpPr>
        <p:sp>
          <p:nvSpPr>
            <p:cNvPr id="27652" name="Rectangle 5">
              <a:extLst>
                <a:ext uri="{FF2B5EF4-FFF2-40B4-BE49-F238E27FC236}">
                  <a16:creationId xmlns:a16="http://schemas.microsoft.com/office/drawing/2014/main" id="{920454F4-803E-48F8-EABA-FBA90AD7B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872"/>
              <a:ext cx="1536" cy="15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7653" name="Text Box 6">
              <a:extLst>
                <a:ext uri="{FF2B5EF4-FFF2-40B4-BE49-F238E27FC236}">
                  <a16:creationId xmlns:a16="http://schemas.microsoft.com/office/drawing/2014/main" id="{AA536571-1C93-1DC3-9BF0-EE0210F0A7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488"/>
              <a:ext cx="150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latin typeface="Tahoma" panose="020B0604030504040204" pitchFamily="34" charset="0"/>
                </a:rPr>
                <a:t>geometric series</a:t>
              </a:r>
            </a:p>
          </p:txBody>
        </p:sp>
        <p:sp>
          <p:nvSpPr>
            <p:cNvPr id="27654" name="Rectangle 7">
              <a:extLst>
                <a:ext uri="{FF2B5EF4-FFF2-40B4-BE49-F238E27FC236}">
                  <a16:creationId xmlns:a16="http://schemas.microsoft.com/office/drawing/2014/main" id="{8E2F5B22-BF1F-7777-2B84-2FFCCE8C3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872"/>
              <a:ext cx="768" cy="816"/>
            </a:xfrm>
            <a:prstGeom prst="rect">
              <a:avLst/>
            </a:prstGeom>
            <a:solidFill>
              <a:srgbClr val="8097F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55" name="Rectangle 8">
              <a:extLst>
                <a:ext uri="{FF2B5EF4-FFF2-40B4-BE49-F238E27FC236}">
                  <a16:creationId xmlns:a16="http://schemas.microsoft.com/office/drawing/2014/main" id="{A78BD19E-DBF4-5087-BB3F-AE41C75B9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640"/>
              <a:ext cx="1536" cy="768"/>
            </a:xfrm>
            <a:prstGeom prst="rect">
              <a:avLst/>
            </a:prstGeom>
            <a:solidFill>
              <a:srgbClr val="5674F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56" name="Rectangle 9">
              <a:extLst>
                <a:ext uri="{FF2B5EF4-FFF2-40B4-BE49-F238E27FC236}">
                  <a16:creationId xmlns:a16="http://schemas.microsoft.com/office/drawing/2014/main" id="{32F43256-C122-A333-E32D-C0CA33F81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872"/>
              <a:ext cx="768" cy="384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7657" name="Rectangle 10">
              <a:extLst>
                <a:ext uri="{FF2B5EF4-FFF2-40B4-BE49-F238E27FC236}">
                  <a16:creationId xmlns:a16="http://schemas.microsoft.com/office/drawing/2014/main" id="{323FF382-CB04-BEDE-0E98-DDAF233F4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256"/>
              <a:ext cx="384" cy="384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7658" name="Text Box 11">
              <a:extLst>
                <a:ext uri="{FF2B5EF4-FFF2-40B4-BE49-F238E27FC236}">
                  <a16:creationId xmlns:a16="http://schemas.microsoft.com/office/drawing/2014/main" id="{8894FD32-C110-CB4E-BE3C-08DEF047C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30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7659" name="Text Box 12">
              <a:extLst>
                <a:ext uri="{FF2B5EF4-FFF2-40B4-BE49-F238E27FC236}">
                  <a16:creationId xmlns:a16="http://schemas.microsoft.com/office/drawing/2014/main" id="{440EC864-AFBE-5D7E-7561-F1CEA7CCE5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8" y="192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7660" name="Text Box 13">
              <a:extLst>
                <a:ext uri="{FF2B5EF4-FFF2-40B4-BE49-F238E27FC236}">
                  <a16:creationId xmlns:a16="http://schemas.microsoft.com/office/drawing/2014/main" id="{390AF825-F918-A1C7-2119-45C36C929B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" y="230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7661" name="Text Box 14">
              <a:extLst>
                <a:ext uri="{FF2B5EF4-FFF2-40B4-BE49-F238E27FC236}">
                  <a16:creationId xmlns:a16="http://schemas.microsoft.com/office/drawing/2014/main" id="{C847CD97-35FF-0118-BC7F-1C3AFD9678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2" y="2096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7662" name="Text Box 15">
              <a:extLst>
                <a:ext uri="{FF2B5EF4-FFF2-40B4-BE49-F238E27FC236}">
                  <a16:creationId xmlns:a16="http://schemas.microsoft.com/office/drawing/2014/main" id="{92D7588C-5AEC-8794-FF1E-2FFB96C80A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8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591C9A9E-6F81-ED79-BFCE-D7EB4CCE6A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1832" y="293738"/>
            <a:ext cx="2738284" cy="631723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The Queue ADT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FF55224D-7728-7906-DCB1-594A3DDCF74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079090" y="1066800"/>
            <a:ext cx="4419600" cy="51816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200" dirty="0"/>
              <a:t>The </a:t>
            </a:r>
            <a:r>
              <a:rPr lang="en-US" altLang="en-US" sz="2200" dirty="0">
                <a:solidFill>
                  <a:schemeClr val="tx2"/>
                </a:solidFill>
              </a:rPr>
              <a:t>Queue</a:t>
            </a:r>
            <a:r>
              <a:rPr lang="en-US" altLang="en-US" sz="2200" dirty="0"/>
              <a:t> ADT stores arbitrary objects</a:t>
            </a:r>
          </a:p>
          <a:p>
            <a:pPr eaLnBrk="1" hangingPunct="1"/>
            <a:endParaRPr lang="en-US" altLang="en-US" sz="1200" dirty="0"/>
          </a:p>
          <a:p>
            <a:pPr eaLnBrk="1" hangingPunct="1"/>
            <a:r>
              <a:rPr lang="en-US" altLang="en-US" sz="2200" dirty="0"/>
              <a:t>Insertions and deletions follow the </a:t>
            </a:r>
            <a:r>
              <a:rPr lang="en-US" altLang="en-US" sz="2200" dirty="0">
                <a:solidFill>
                  <a:srgbClr val="FF0066"/>
                </a:solidFill>
              </a:rPr>
              <a:t>first-in first-out</a:t>
            </a:r>
            <a:r>
              <a:rPr lang="en-US" altLang="en-US" sz="2200" dirty="0"/>
              <a:t> scheme</a:t>
            </a:r>
          </a:p>
          <a:p>
            <a:pPr eaLnBrk="1" hangingPunct="1"/>
            <a:endParaRPr lang="en-US" altLang="en-US" sz="1200" dirty="0"/>
          </a:p>
          <a:p>
            <a:pPr eaLnBrk="1" hangingPunct="1"/>
            <a:r>
              <a:rPr lang="en-US" altLang="en-US" sz="2200" dirty="0"/>
              <a:t>Insertions are at the rear of the queue and removals are at the front of the queue</a:t>
            </a:r>
          </a:p>
          <a:p>
            <a:pPr eaLnBrk="1" hangingPunct="1"/>
            <a:endParaRPr lang="en-US" altLang="en-US" sz="1200" dirty="0"/>
          </a:p>
          <a:p>
            <a:pPr eaLnBrk="1" hangingPunct="1"/>
            <a:r>
              <a:rPr lang="en-US" altLang="en-US" sz="2200" dirty="0"/>
              <a:t>Main queue operations:</a:t>
            </a:r>
          </a:p>
          <a:p>
            <a:pPr lvl="1" eaLnBrk="1" hangingPunct="1"/>
            <a:r>
              <a:rPr lang="en-US" altLang="en-US" sz="1800" b="1" dirty="0">
                <a:solidFill>
                  <a:schemeClr val="tx2"/>
                </a:solidFill>
              </a:rPr>
              <a:t>enqueue</a:t>
            </a:r>
            <a:r>
              <a:rPr lang="en-US" altLang="en-US" sz="1800" dirty="0"/>
              <a:t>(object): inserts an element at the end of the queue</a:t>
            </a:r>
          </a:p>
          <a:p>
            <a:pPr lvl="1" eaLnBrk="1" hangingPunct="1"/>
            <a:r>
              <a:rPr lang="en-US" altLang="en-US" sz="1800" dirty="0"/>
              <a:t>object </a:t>
            </a:r>
            <a:r>
              <a:rPr lang="en-US" altLang="en-US" sz="1800" b="1" dirty="0">
                <a:solidFill>
                  <a:schemeClr val="tx2"/>
                </a:solidFill>
              </a:rPr>
              <a:t>dequeue</a:t>
            </a:r>
            <a:r>
              <a:rPr lang="en-US" altLang="en-US" sz="1800" dirty="0"/>
              <a:t>(): removes and returns the element at the front of the queue</a:t>
            </a:r>
          </a:p>
        </p:txBody>
      </p:sp>
      <p:sp>
        <p:nvSpPr>
          <p:cNvPr id="28675" name="Rectangle 4">
            <a:extLst>
              <a:ext uri="{FF2B5EF4-FFF2-40B4-BE49-F238E27FC236}">
                <a16:creationId xmlns:a16="http://schemas.microsoft.com/office/drawing/2014/main" id="{795B2187-6633-705B-5BB0-3407994FBDD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791201" y="796413"/>
            <a:ext cx="3886200" cy="54864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Additional operations: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object </a:t>
            </a:r>
            <a:r>
              <a:rPr lang="en-US" altLang="en-US" sz="1600" b="1" dirty="0">
                <a:solidFill>
                  <a:schemeClr val="tx2"/>
                </a:solidFill>
              </a:rPr>
              <a:t>front</a:t>
            </a:r>
            <a:r>
              <a:rPr lang="en-US" altLang="en-US" sz="1600" dirty="0"/>
              <a:t>(): returns the element at the front without removing 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integer </a:t>
            </a:r>
            <a:r>
              <a:rPr lang="en-US" altLang="en-US" sz="1600" b="1" dirty="0">
                <a:solidFill>
                  <a:schemeClr val="tx2"/>
                </a:solidFill>
              </a:rPr>
              <a:t>size</a:t>
            </a:r>
            <a:r>
              <a:rPr lang="en-US" altLang="en-US" sz="1600" dirty="0"/>
              <a:t>(): returns the number of elements stored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 err="1"/>
              <a:t>boolean</a:t>
            </a:r>
            <a:r>
              <a:rPr lang="en-US" altLang="en-US" sz="1600" dirty="0"/>
              <a:t> </a:t>
            </a:r>
            <a:r>
              <a:rPr lang="en-US" altLang="en-US" sz="1600" b="1" dirty="0" err="1">
                <a:solidFill>
                  <a:schemeClr val="tx2"/>
                </a:solidFill>
              </a:rPr>
              <a:t>isEmpty</a:t>
            </a:r>
            <a:r>
              <a:rPr lang="en-US" altLang="en-US" sz="1600" dirty="0"/>
              <a:t>(): indicates whether no elements are stored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Exceptions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Attempting the execution of </a:t>
            </a:r>
            <a:r>
              <a:rPr lang="en-US" altLang="en-US" sz="1600" b="1" dirty="0"/>
              <a:t>dequeue</a:t>
            </a:r>
            <a:r>
              <a:rPr lang="en-US" altLang="en-US" sz="1600" dirty="0"/>
              <a:t> or </a:t>
            </a:r>
            <a:r>
              <a:rPr lang="en-US" altLang="en-US" sz="1600" b="1" dirty="0"/>
              <a:t>front</a:t>
            </a:r>
            <a:r>
              <a:rPr lang="en-US" altLang="en-US" sz="1600" dirty="0"/>
              <a:t> on an empty queue throws an </a:t>
            </a:r>
            <a:r>
              <a:rPr lang="en-US" altLang="en-US" sz="1600" dirty="0" err="1">
                <a:solidFill>
                  <a:schemeClr val="hlink"/>
                </a:solidFill>
              </a:rPr>
              <a:t>EmptyQueueException</a:t>
            </a:r>
            <a:endParaRPr lang="en-US" altLang="en-US" sz="1600" dirty="0">
              <a:solidFill>
                <a:schemeClr val="hlink"/>
              </a:solidFill>
            </a:endParaRPr>
          </a:p>
        </p:txBody>
      </p:sp>
      <p:sp>
        <p:nvSpPr>
          <p:cNvPr id="28676" name="Rectangle 5">
            <a:extLst>
              <a:ext uri="{FF2B5EF4-FFF2-40B4-BE49-F238E27FC236}">
                <a16:creationId xmlns:a16="http://schemas.microsoft.com/office/drawing/2014/main" id="{5455641B-9C33-EAAD-642F-44D56D47C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1" y="4645537"/>
            <a:ext cx="4114800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FF0066"/>
                </a:solidFill>
              </a:rPr>
              <a:t>      Applications: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/>
              <a:t>   Waiting lists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/>
              <a:t>   Access to shared resources (e.g.,  	printer)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/>
              <a:t>   Multiprogramming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F435778C-AD28-7B44-29AB-E029AA582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Array-based Queue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56F1E3EB-87DB-FA17-AD0A-A802AD44340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219200" y="1286898"/>
            <a:ext cx="7467600" cy="2209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Use an array of size </a:t>
            </a:r>
            <a:r>
              <a:rPr lang="en-US" altLang="en-US" sz="22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200" dirty="0"/>
              <a:t> in a </a:t>
            </a:r>
            <a:r>
              <a:rPr lang="en-US" altLang="en-US" sz="2200" dirty="0">
                <a:solidFill>
                  <a:srgbClr val="C00000"/>
                </a:solidFill>
              </a:rPr>
              <a:t>circular</a:t>
            </a:r>
            <a:r>
              <a:rPr lang="en-US" altLang="en-US" sz="2200" dirty="0"/>
              <a:t> fashion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Two variables keep track of the front and rear</a:t>
            </a:r>
          </a:p>
          <a:p>
            <a:pPr lvl="1" eaLnBrk="1" hangingPunct="1">
              <a:lnSpc>
                <a:spcPct val="90000"/>
              </a:lnSpc>
              <a:buFont typeface="Times New Roman" panose="02020603050405020304" pitchFamily="18" charset="0"/>
              <a:buNone/>
            </a:pPr>
            <a:r>
              <a:rPr lang="en-US" altLang="en-US" sz="1800" b="1" i="1" dirty="0">
                <a:latin typeface="Times New Roman" panose="02020603050405020304" pitchFamily="18" charset="0"/>
              </a:rPr>
              <a:t>f</a:t>
            </a:r>
            <a:r>
              <a:rPr lang="en-US" altLang="en-US" sz="1800" dirty="0"/>
              <a:t> 	index of the front element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b="1" i="1" dirty="0">
                <a:latin typeface="Times New Roman" panose="02020603050405020304" pitchFamily="18" charset="0"/>
              </a:rPr>
              <a:t>r</a:t>
            </a:r>
            <a:r>
              <a:rPr lang="en-US" altLang="en-US" sz="1800" dirty="0"/>
              <a:t>	index immediately past the rear element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Array location </a:t>
            </a:r>
            <a:r>
              <a:rPr lang="en-US" altLang="en-US" sz="2200" b="1" i="1" dirty="0">
                <a:latin typeface="Times New Roman" panose="02020603050405020304" pitchFamily="18" charset="0"/>
              </a:rPr>
              <a:t>r</a:t>
            </a:r>
            <a:r>
              <a:rPr lang="en-US" altLang="en-US" sz="2200" dirty="0"/>
              <a:t> is kept empty</a:t>
            </a:r>
          </a:p>
        </p:txBody>
      </p:sp>
      <p:grpSp>
        <p:nvGrpSpPr>
          <p:cNvPr id="30723" name="Group 4">
            <a:extLst>
              <a:ext uri="{FF2B5EF4-FFF2-40B4-BE49-F238E27FC236}">
                <a16:creationId xmlns:a16="http://schemas.microsoft.com/office/drawing/2014/main" id="{30274DDC-F4D6-55BE-21D6-6708ECEF376A}"/>
              </a:ext>
            </a:extLst>
          </p:cNvPr>
          <p:cNvGrpSpPr>
            <a:grpSpLocks/>
          </p:cNvGrpSpPr>
          <p:nvPr/>
        </p:nvGrpSpPr>
        <p:grpSpPr bwMode="auto">
          <a:xfrm>
            <a:off x="1976284" y="3953895"/>
            <a:ext cx="5638800" cy="758824"/>
            <a:chOff x="960" y="2597"/>
            <a:chExt cx="3552" cy="478"/>
          </a:xfrm>
        </p:grpSpPr>
        <p:sp>
          <p:nvSpPr>
            <p:cNvPr id="30750" name="Rectangle 5">
              <a:extLst>
                <a:ext uri="{FF2B5EF4-FFF2-40B4-BE49-F238E27FC236}">
                  <a16:creationId xmlns:a16="http://schemas.microsoft.com/office/drawing/2014/main" id="{C08FFF14-EACF-149A-E2DA-8AAFD5C78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597"/>
              <a:ext cx="1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51" name="Rectangle 6">
              <a:extLst>
                <a:ext uri="{FF2B5EF4-FFF2-40B4-BE49-F238E27FC236}">
                  <a16:creationId xmlns:a16="http://schemas.microsoft.com/office/drawing/2014/main" id="{F58B5F32-594C-7D7E-FD8A-C2DA5BDA2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842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52" name="Rectangle 7">
              <a:extLst>
                <a:ext uri="{FF2B5EF4-FFF2-40B4-BE49-F238E27FC236}">
                  <a16:creationId xmlns:a16="http://schemas.microsoft.com/office/drawing/2014/main" id="{C7346164-8FEC-FCD9-2A97-D4EC8F0DE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842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53" name="Rectangle 8">
              <a:extLst>
                <a:ext uri="{FF2B5EF4-FFF2-40B4-BE49-F238E27FC236}">
                  <a16:creationId xmlns:a16="http://schemas.microsoft.com/office/drawing/2014/main" id="{F6F9A66C-7394-E9BA-1FD6-694B32100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842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54" name="Rectangle 9">
              <a:extLst>
                <a:ext uri="{FF2B5EF4-FFF2-40B4-BE49-F238E27FC236}">
                  <a16:creationId xmlns:a16="http://schemas.microsoft.com/office/drawing/2014/main" id="{1FEECBDD-4D5A-5030-9709-5450A92F9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842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55" name="Rectangle 10">
              <a:extLst>
                <a:ext uri="{FF2B5EF4-FFF2-40B4-BE49-F238E27FC236}">
                  <a16:creationId xmlns:a16="http://schemas.microsoft.com/office/drawing/2014/main" id="{CB12080E-D101-6149-A4CE-1DFC72DF4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42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56" name="Rectangle 11">
              <a:extLst>
                <a:ext uri="{FF2B5EF4-FFF2-40B4-BE49-F238E27FC236}">
                  <a16:creationId xmlns:a16="http://schemas.microsoft.com/office/drawing/2014/main" id="{05A96C30-F68E-7E31-BD7B-17B1F113D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0757" name="Rectangle 12">
              <a:extLst>
                <a:ext uri="{FF2B5EF4-FFF2-40B4-BE49-F238E27FC236}">
                  <a16:creationId xmlns:a16="http://schemas.microsoft.com/office/drawing/2014/main" id="{F1EFA8FF-2DBE-6FFC-D235-E90710FD1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58" name="Rectangle 13">
              <a:extLst>
                <a:ext uri="{FF2B5EF4-FFF2-40B4-BE49-F238E27FC236}">
                  <a16:creationId xmlns:a16="http://schemas.microsoft.com/office/drawing/2014/main" id="{76EA2FD2-3311-601D-37E2-6CEE50B66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59" name="Rectangle 14">
              <a:extLst>
                <a:ext uri="{FF2B5EF4-FFF2-40B4-BE49-F238E27FC236}">
                  <a16:creationId xmlns:a16="http://schemas.microsoft.com/office/drawing/2014/main" id="{2B793227-3898-7175-1134-CC727DF04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60" name="Rectangle 15">
              <a:extLst>
                <a:ext uri="{FF2B5EF4-FFF2-40B4-BE49-F238E27FC236}">
                  <a16:creationId xmlns:a16="http://schemas.microsoft.com/office/drawing/2014/main" id="{C6E8A5DE-5D6D-B366-F315-BAA5693F7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61" name="Rectangle 16">
              <a:extLst>
                <a:ext uri="{FF2B5EF4-FFF2-40B4-BE49-F238E27FC236}">
                  <a16:creationId xmlns:a16="http://schemas.microsoft.com/office/drawing/2014/main" id="{8A2C2698-16AA-189D-695C-76A668648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62" name="Rectangle 17">
              <a:extLst>
                <a:ext uri="{FF2B5EF4-FFF2-40B4-BE49-F238E27FC236}">
                  <a16:creationId xmlns:a16="http://schemas.microsoft.com/office/drawing/2014/main" id="{E5F50583-BEBF-8B99-153D-061F68FE6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63" name="Rectangle 18">
              <a:extLst>
                <a:ext uri="{FF2B5EF4-FFF2-40B4-BE49-F238E27FC236}">
                  <a16:creationId xmlns:a16="http://schemas.microsoft.com/office/drawing/2014/main" id="{A402AC2C-DCAD-BA73-DA6D-159F4F85F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64" name="Rectangle 19">
              <a:extLst>
                <a:ext uri="{FF2B5EF4-FFF2-40B4-BE49-F238E27FC236}">
                  <a16:creationId xmlns:a16="http://schemas.microsoft.com/office/drawing/2014/main" id="{1378A9DE-CC43-A2A0-FAD9-A12641264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65" name="Rectangle 20">
              <a:extLst>
                <a:ext uri="{FF2B5EF4-FFF2-40B4-BE49-F238E27FC236}">
                  <a16:creationId xmlns:a16="http://schemas.microsoft.com/office/drawing/2014/main" id="{9AE0B364-EDB5-69A6-4AF8-9F314A5F8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66" name="Rectangle 21">
              <a:extLst>
                <a:ext uri="{FF2B5EF4-FFF2-40B4-BE49-F238E27FC236}">
                  <a16:creationId xmlns:a16="http://schemas.microsoft.com/office/drawing/2014/main" id="{7DEC0BAD-2D86-CE32-6BC6-425E473F1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67" name="Rectangle 22">
              <a:extLst>
                <a:ext uri="{FF2B5EF4-FFF2-40B4-BE49-F238E27FC236}">
                  <a16:creationId xmlns:a16="http://schemas.microsoft.com/office/drawing/2014/main" id="{9335CEF4-5C36-E734-CD0A-B923871C9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68" name="Rectangle 23">
              <a:extLst>
                <a:ext uri="{FF2B5EF4-FFF2-40B4-BE49-F238E27FC236}">
                  <a16:creationId xmlns:a16="http://schemas.microsoft.com/office/drawing/2014/main" id="{D63F65C8-245F-2176-74C6-5B0074A50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69" name="Rectangle 24">
              <a:extLst>
                <a:ext uri="{FF2B5EF4-FFF2-40B4-BE49-F238E27FC236}">
                  <a16:creationId xmlns:a16="http://schemas.microsoft.com/office/drawing/2014/main" id="{EAAB450D-6327-D5F3-8498-95A740BB4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70" name="Rectangle 25">
              <a:extLst>
                <a:ext uri="{FF2B5EF4-FFF2-40B4-BE49-F238E27FC236}">
                  <a16:creationId xmlns:a16="http://schemas.microsoft.com/office/drawing/2014/main" id="{4048DD73-E8E1-90E2-FE1B-70580A495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71" name="Rectangle 26">
              <a:extLst>
                <a:ext uri="{FF2B5EF4-FFF2-40B4-BE49-F238E27FC236}">
                  <a16:creationId xmlns:a16="http://schemas.microsoft.com/office/drawing/2014/main" id="{65E5596D-BC39-32CF-C54F-8833AD844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72" name="Rectangle 27">
              <a:extLst>
                <a:ext uri="{FF2B5EF4-FFF2-40B4-BE49-F238E27FC236}">
                  <a16:creationId xmlns:a16="http://schemas.microsoft.com/office/drawing/2014/main" id="{32C41DBB-58C2-CD3A-E429-F19522F73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30724" name="Text Box 28">
            <a:extLst>
              <a:ext uri="{FF2B5EF4-FFF2-40B4-BE49-F238E27FC236}">
                <a16:creationId xmlns:a16="http://schemas.microsoft.com/office/drawing/2014/main" id="{4EBB254D-F231-8EB9-AA7B-4A29A9206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2959" y="3496698"/>
            <a:ext cx="2967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normal configuration</a:t>
            </a:r>
          </a:p>
        </p:txBody>
      </p:sp>
      <p:grpSp>
        <p:nvGrpSpPr>
          <p:cNvPr id="30725" name="Group 29">
            <a:extLst>
              <a:ext uri="{FF2B5EF4-FFF2-40B4-BE49-F238E27FC236}">
                <a16:creationId xmlns:a16="http://schemas.microsoft.com/office/drawing/2014/main" id="{AB941BB4-9F22-D06A-F6C0-2089FA794B88}"/>
              </a:ext>
            </a:extLst>
          </p:cNvPr>
          <p:cNvGrpSpPr>
            <a:grpSpLocks/>
          </p:cNvGrpSpPr>
          <p:nvPr/>
        </p:nvGrpSpPr>
        <p:grpSpPr bwMode="auto">
          <a:xfrm>
            <a:off x="1976284" y="5401695"/>
            <a:ext cx="5638800" cy="758824"/>
            <a:chOff x="960" y="3360"/>
            <a:chExt cx="3552" cy="478"/>
          </a:xfrm>
        </p:grpSpPr>
        <p:sp>
          <p:nvSpPr>
            <p:cNvPr id="30727" name="Rectangle 30">
              <a:extLst>
                <a:ext uri="{FF2B5EF4-FFF2-40B4-BE49-F238E27FC236}">
                  <a16:creationId xmlns:a16="http://schemas.microsoft.com/office/drawing/2014/main" id="{E981D361-13DF-9012-B080-10628F621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360"/>
              <a:ext cx="1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28" name="Rectangle 31">
              <a:extLst>
                <a:ext uri="{FF2B5EF4-FFF2-40B4-BE49-F238E27FC236}">
                  <a16:creationId xmlns:a16="http://schemas.microsoft.com/office/drawing/2014/main" id="{80A86FB9-2E0C-E409-2BC7-76067B86F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60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29" name="Rectangle 32">
              <a:extLst>
                <a:ext uri="{FF2B5EF4-FFF2-40B4-BE49-F238E27FC236}">
                  <a16:creationId xmlns:a16="http://schemas.microsoft.com/office/drawing/2014/main" id="{71271177-866C-25A5-4BA9-5B4EF24C6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60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30" name="Rectangle 33">
              <a:extLst>
                <a:ext uri="{FF2B5EF4-FFF2-40B4-BE49-F238E27FC236}">
                  <a16:creationId xmlns:a16="http://schemas.microsoft.com/office/drawing/2014/main" id="{E532E31B-E118-BC60-B38A-DFBD339EF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60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31" name="Rectangle 34">
              <a:extLst>
                <a:ext uri="{FF2B5EF4-FFF2-40B4-BE49-F238E27FC236}">
                  <a16:creationId xmlns:a16="http://schemas.microsoft.com/office/drawing/2014/main" id="{F60B8B58-74AE-0390-8753-3FA58FCE6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605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32" name="Rectangle 35">
              <a:extLst>
                <a:ext uri="{FF2B5EF4-FFF2-40B4-BE49-F238E27FC236}">
                  <a16:creationId xmlns:a16="http://schemas.microsoft.com/office/drawing/2014/main" id="{7592102D-4037-19E7-2A73-C8DAB301E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605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0733" name="Rectangle 36">
              <a:extLst>
                <a:ext uri="{FF2B5EF4-FFF2-40B4-BE49-F238E27FC236}">
                  <a16:creationId xmlns:a16="http://schemas.microsoft.com/office/drawing/2014/main" id="{AA51054E-04B5-7A02-5FFC-E32336392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0734" name="Rectangle 37">
              <a:extLst>
                <a:ext uri="{FF2B5EF4-FFF2-40B4-BE49-F238E27FC236}">
                  <a16:creationId xmlns:a16="http://schemas.microsoft.com/office/drawing/2014/main" id="{E859A5AD-95B9-21C8-99A6-4F725E35C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5" name="Rectangle 38">
              <a:extLst>
                <a:ext uri="{FF2B5EF4-FFF2-40B4-BE49-F238E27FC236}">
                  <a16:creationId xmlns:a16="http://schemas.microsoft.com/office/drawing/2014/main" id="{72D66418-7F39-8C22-2050-8266B09E1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6" name="Rectangle 39">
              <a:extLst>
                <a:ext uri="{FF2B5EF4-FFF2-40B4-BE49-F238E27FC236}">
                  <a16:creationId xmlns:a16="http://schemas.microsoft.com/office/drawing/2014/main" id="{19FBAA91-CE60-331C-307B-474D14167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7" name="Rectangle 40">
              <a:extLst>
                <a:ext uri="{FF2B5EF4-FFF2-40B4-BE49-F238E27FC236}">
                  <a16:creationId xmlns:a16="http://schemas.microsoft.com/office/drawing/2014/main" id="{CB01BBA4-DE83-5441-E9C7-92A34ABD4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8" name="Rectangle 41">
              <a:extLst>
                <a:ext uri="{FF2B5EF4-FFF2-40B4-BE49-F238E27FC236}">
                  <a16:creationId xmlns:a16="http://schemas.microsoft.com/office/drawing/2014/main" id="{C41B7E05-D8D9-8C7C-1960-4A933E64B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9" name="Rectangle 42">
              <a:extLst>
                <a:ext uri="{FF2B5EF4-FFF2-40B4-BE49-F238E27FC236}">
                  <a16:creationId xmlns:a16="http://schemas.microsoft.com/office/drawing/2014/main" id="{04FE8629-5228-F92D-6CE8-15BD5D528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0" name="Rectangle 43">
              <a:extLst>
                <a:ext uri="{FF2B5EF4-FFF2-40B4-BE49-F238E27FC236}">
                  <a16:creationId xmlns:a16="http://schemas.microsoft.com/office/drawing/2014/main" id="{8FF09407-1B11-B9D0-208F-56244BE1E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1" name="Rectangle 44">
              <a:extLst>
                <a:ext uri="{FF2B5EF4-FFF2-40B4-BE49-F238E27FC236}">
                  <a16:creationId xmlns:a16="http://schemas.microsoft.com/office/drawing/2014/main" id="{82E71076-BE62-F839-7CFF-9973AC140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2" name="Rectangle 45">
              <a:extLst>
                <a:ext uri="{FF2B5EF4-FFF2-40B4-BE49-F238E27FC236}">
                  <a16:creationId xmlns:a16="http://schemas.microsoft.com/office/drawing/2014/main" id="{6FF51421-A85D-3621-DAC6-3376274ED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3" name="Rectangle 46">
              <a:extLst>
                <a:ext uri="{FF2B5EF4-FFF2-40B4-BE49-F238E27FC236}">
                  <a16:creationId xmlns:a16="http://schemas.microsoft.com/office/drawing/2014/main" id="{AE16D7F6-61F4-95B8-6838-2FE23049D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4" name="Rectangle 47">
              <a:extLst>
                <a:ext uri="{FF2B5EF4-FFF2-40B4-BE49-F238E27FC236}">
                  <a16:creationId xmlns:a16="http://schemas.microsoft.com/office/drawing/2014/main" id="{6E71C762-DEA5-745E-9625-FDB788ACE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5" name="Rectangle 48">
              <a:extLst>
                <a:ext uri="{FF2B5EF4-FFF2-40B4-BE49-F238E27FC236}">
                  <a16:creationId xmlns:a16="http://schemas.microsoft.com/office/drawing/2014/main" id="{CCBF561D-4314-FEDD-D202-6E9BE4BAC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6" name="Rectangle 49">
              <a:extLst>
                <a:ext uri="{FF2B5EF4-FFF2-40B4-BE49-F238E27FC236}">
                  <a16:creationId xmlns:a16="http://schemas.microsoft.com/office/drawing/2014/main" id="{F32AFBBC-130C-0234-341B-3FC6B28C1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7" name="Rectangle 50">
              <a:extLst>
                <a:ext uri="{FF2B5EF4-FFF2-40B4-BE49-F238E27FC236}">
                  <a16:creationId xmlns:a16="http://schemas.microsoft.com/office/drawing/2014/main" id="{9EF800E9-2169-8FAC-21C3-FD158198A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8" name="Rectangle 51">
              <a:extLst>
                <a:ext uri="{FF2B5EF4-FFF2-40B4-BE49-F238E27FC236}">
                  <a16:creationId xmlns:a16="http://schemas.microsoft.com/office/drawing/2014/main" id="{8D0C2D01-E64D-01D4-F43A-80FE825803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49" name="Rectangle 52">
              <a:extLst>
                <a:ext uri="{FF2B5EF4-FFF2-40B4-BE49-F238E27FC236}">
                  <a16:creationId xmlns:a16="http://schemas.microsoft.com/office/drawing/2014/main" id="{C79DDB19-D039-FA25-CE23-97602E1A7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30726" name="Text Box 53">
            <a:extLst>
              <a:ext uri="{FF2B5EF4-FFF2-40B4-BE49-F238E27FC236}">
                <a16:creationId xmlns:a16="http://schemas.microsoft.com/office/drawing/2014/main" id="{FE63E028-86A5-4ECD-DA24-E416043BF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0022" y="4944498"/>
            <a:ext cx="4252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wrapped-around configuration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046AC02C-0DC9-24FF-5876-E219EEBB62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Queue Operations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1484B4B2-C3A8-1445-DA81-F8B151EB02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2188" y="1423982"/>
            <a:ext cx="3352800" cy="1905000"/>
          </a:xfrm>
        </p:spPr>
        <p:txBody>
          <a:bodyPr/>
          <a:lstStyle/>
          <a:p>
            <a:pPr eaLnBrk="1" hangingPunct="1"/>
            <a:r>
              <a:rPr lang="en-US" altLang="en-US" sz="2200"/>
              <a:t>We use the modulo operator (remainder of division)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E61E733F-A42D-5A31-D530-098AB44D1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030127"/>
            <a:ext cx="4419600" cy="19272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size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return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r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-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) mod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N</a:t>
            </a:r>
            <a:endParaRPr lang="en-US" altLang="en-US" dirty="0">
              <a:solidFill>
                <a:schemeClr val="accent2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isEmpty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return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=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r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)</a:t>
            </a:r>
          </a:p>
        </p:txBody>
      </p:sp>
      <p:grpSp>
        <p:nvGrpSpPr>
          <p:cNvPr id="31748" name="Group 5">
            <a:extLst>
              <a:ext uri="{FF2B5EF4-FFF2-40B4-BE49-F238E27FC236}">
                <a16:creationId xmlns:a16="http://schemas.microsoft.com/office/drawing/2014/main" id="{F67489E6-6B6A-CD14-D0FA-CF5FEB5FCBCE}"/>
              </a:ext>
            </a:extLst>
          </p:cNvPr>
          <p:cNvGrpSpPr>
            <a:grpSpLocks/>
          </p:cNvGrpSpPr>
          <p:nvPr/>
        </p:nvGrpSpPr>
        <p:grpSpPr bwMode="auto">
          <a:xfrm>
            <a:off x="1995949" y="3785550"/>
            <a:ext cx="5638800" cy="758824"/>
            <a:chOff x="960" y="2597"/>
            <a:chExt cx="3552" cy="478"/>
          </a:xfrm>
        </p:grpSpPr>
        <p:sp>
          <p:nvSpPr>
            <p:cNvPr id="31773" name="Rectangle 6">
              <a:extLst>
                <a:ext uri="{FF2B5EF4-FFF2-40B4-BE49-F238E27FC236}">
                  <a16:creationId xmlns:a16="http://schemas.microsoft.com/office/drawing/2014/main" id="{C5A25B4E-9E40-2373-DA9F-A9CE2E8F1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597"/>
              <a:ext cx="1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74" name="Rectangle 7">
              <a:extLst>
                <a:ext uri="{FF2B5EF4-FFF2-40B4-BE49-F238E27FC236}">
                  <a16:creationId xmlns:a16="http://schemas.microsoft.com/office/drawing/2014/main" id="{299E6A52-A7A2-2E7B-042B-E47C96BE5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842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75" name="Rectangle 8">
              <a:extLst>
                <a:ext uri="{FF2B5EF4-FFF2-40B4-BE49-F238E27FC236}">
                  <a16:creationId xmlns:a16="http://schemas.microsoft.com/office/drawing/2014/main" id="{3BA3A7DD-4A33-3E36-CE48-DB0139BC3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842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76" name="Rectangle 9">
              <a:extLst>
                <a:ext uri="{FF2B5EF4-FFF2-40B4-BE49-F238E27FC236}">
                  <a16:creationId xmlns:a16="http://schemas.microsoft.com/office/drawing/2014/main" id="{44AB2DCC-8545-08F6-7B6E-1146A6DC84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842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77" name="Rectangle 10">
              <a:extLst>
                <a:ext uri="{FF2B5EF4-FFF2-40B4-BE49-F238E27FC236}">
                  <a16:creationId xmlns:a16="http://schemas.microsoft.com/office/drawing/2014/main" id="{9FC3ABFB-6804-8C09-9050-1A6F1AABD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842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78" name="Rectangle 11">
              <a:extLst>
                <a:ext uri="{FF2B5EF4-FFF2-40B4-BE49-F238E27FC236}">
                  <a16:creationId xmlns:a16="http://schemas.microsoft.com/office/drawing/2014/main" id="{BF216250-70C9-1F04-BD58-86A147044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42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79" name="Rectangle 12">
              <a:extLst>
                <a:ext uri="{FF2B5EF4-FFF2-40B4-BE49-F238E27FC236}">
                  <a16:creationId xmlns:a16="http://schemas.microsoft.com/office/drawing/2014/main" id="{2E4E7470-B753-A23E-1CD1-994EE0626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1780" name="Rectangle 13">
              <a:extLst>
                <a:ext uri="{FF2B5EF4-FFF2-40B4-BE49-F238E27FC236}">
                  <a16:creationId xmlns:a16="http://schemas.microsoft.com/office/drawing/2014/main" id="{F5DDE59D-E406-A01B-9A83-C66E7A4F0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81" name="Rectangle 14">
              <a:extLst>
                <a:ext uri="{FF2B5EF4-FFF2-40B4-BE49-F238E27FC236}">
                  <a16:creationId xmlns:a16="http://schemas.microsoft.com/office/drawing/2014/main" id="{3EDCABFE-5A98-0D8D-AAEA-EFE8147DB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82" name="Rectangle 15">
              <a:extLst>
                <a:ext uri="{FF2B5EF4-FFF2-40B4-BE49-F238E27FC236}">
                  <a16:creationId xmlns:a16="http://schemas.microsoft.com/office/drawing/2014/main" id="{F6BB7F11-7173-E600-5BA4-D1C3FF230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83" name="Rectangle 16">
              <a:extLst>
                <a:ext uri="{FF2B5EF4-FFF2-40B4-BE49-F238E27FC236}">
                  <a16:creationId xmlns:a16="http://schemas.microsoft.com/office/drawing/2014/main" id="{47777984-9D76-8285-3970-7FE1B35BB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84" name="Rectangle 17">
              <a:extLst>
                <a:ext uri="{FF2B5EF4-FFF2-40B4-BE49-F238E27FC236}">
                  <a16:creationId xmlns:a16="http://schemas.microsoft.com/office/drawing/2014/main" id="{1C3AD764-5BAA-81A7-2956-0EA579E6C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85" name="Rectangle 18">
              <a:extLst>
                <a:ext uri="{FF2B5EF4-FFF2-40B4-BE49-F238E27FC236}">
                  <a16:creationId xmlns:a16="http://schemas.microsoft.com/office/drawing/2014/main" id="{2F3C2CD0-D02D-FEEB-1FF4-3C533D504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86" name="Rectangle 19">
              <a:extLst>
                <a:ext uri="{FF2B5EF4-FFF2-40B4-BE49-F238E27FC236}">
                  <a16:creationId xmlns:a16="http://schemas.microsoft.com/office/drawing/2014/main" id="{61DC18FB-CF54-29BD-E6AC-4F1AE1568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87" name="Rectangle 20">
              <a:extLst>
                <a:ext uri="{FF2B5EF4-FFF2-40B4-BE49-F238E27FC236}">
                  <a16:creationId xmlns:a16="http://schemas.microsoft.com/office/drawing/2014/main" id="{26AE6DC3-9AA2-BEE2-753B-E7F31B609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88" name="Rectangle 21">
              <a:extLst>
                <a:ext uri="{FF2B5EF4-FFF2-40B4-BE49-F238E27FC236}">
                  <a16:creationId xmlns:a16="http://schemas.microsoft.com/office/drawing/2014/main" id="{E42A6153-C82E-C1AD-744F-102FFD94A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89" name="Rectangle 22">
              <a:extLst>
                <a:ext uri="{FF2B5EF4-FFF2-40B4-BE49-F238E27FC236}">
                  <a16:creationId xmlns:a16="http://schemas.microsoft.com/office/drawing/2014/main" id="{85DAD13C-F754-DAEC-4A7A-766EC3232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90" name="Rectangle 23">
              <a:extLst>
                <a:ext uri="{FF2B5EF4-FFF2-40B4-BE49-F238E27FC236}">
                  <a16:creationId xmlns:a16="http://schemas.microsoft.com/office/drawing/2014/main" id="{D09977A8-3D18-902E-9145-5FDD86D3C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91" name="Rectangle 24">
              <a:extLst>
                <a:ext uri="{FF2B5EF4-FFF2-40B4-BE49-F238E27FC236}">
                  <a16:creationId xmlns:a16="http://schemas.microsoft.com/office/drawing/2014/main" id="{06A1A532-F8C9-A1C5-AAA4-FBCEA353C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92" name="Rectangle 25">
              <a:extLst>
                <a:ext uri="{FF2B5EF4-FFF2-40B4-BE49-F238E27FC236}">
                  <a16:creationId xmlns:a16="http://schemas.microsoft.com/office/drawing/2014/main" id="{AB07639C-9220-0AA3-5262-E79079363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93" name="Rectangle 26">
              <a:extLst>
                <a:ext uri="{FF2B5EF4-FFF2-40B4-BE49-F238E27FC236}">
                  <a16:creationId xmlns:a16="http://schemas.microsoft.com/office/drawing/2014/main" id="{82432FB7-B2A2-8F4F-369F-612F05478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94" name="Rectangle 27">
              <a:extLst>
                <a:ext uri="{FF2B5EF4-FFF2-40B4-BE49-F238E27FC236}">
                  <a16:creationId xmlns:a16="http://schemas.microsoft.com/office/drawing/2014/main" id="{54C0E621-D1F7-267A-D9A3-F00532CBB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95" name="Rectangle 28">
              <a:extLst>
                <a:ext uri="{FF2B5EF4-FFF2-40B4-BE49-F238E27FC236}">
                  <a16:creationId xmlns:a16="http://schemas.microsoft.com/office/drawing/2014/main" id="{4B2F88C5-A322-61FB-6403-46EBA4498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31749" name="Group 29">
            <a:extLst>
              <a:ext uri="{FF2B5EF4-FFF2-40B4-BE49-F238E27FC236}">
                <a16:creationId xmlns:a16="http://schemas.microsoft.com/office/drawing/2014/main" id="{D3AC35E1-DBA7-960C-A0EA-7AE04F7D7B47}"/>
              </a:ext>
            </a:extLst>
          </p:cNvPr>
          <p:cNvGrpSpPr>
            <a:grpSpLocks/>
          </p:cNvGrpSpPr>
          <p:nvPr/>
        </p:nvGrpSpPr>
        <p:grpSpPr bwMode="auto">
          <a:xfrm>
            <a:off x="1995949" y="4768218"/>
            <a:ext cx="5638800" cy="758826"/>
            <a:chOff x="960" y="3360"/>
            <a:chExt cx="3552" cy="478"/>
          </a:xfrm>
        </p:grpSpPr>
        <p:sp>
          <p:nvSpPr>
            <p:cNvPr id="31750" name="Rectangle 30">
              <a:extLst>
                <a:ext uri="{FF2B5EF4-FFF2-40B4-BE49-F238E27FC236}">
                  <a16:creationId xmlns:a16="http://schemas.microsoft.com/office/drawing/2014/main" id="{D7313F1E-FBE9-AC29-3BB0-418E869AD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360"/>
              <a:ext cx="1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51" name="Rectangle 31">
              <a:extLst>
                <a:ext uri="{FF2B5EF4-FFF2-40B4-BE49-F238E27FC236}">
                  <a16:creationId xmlns:a16="http://schemas.microsoft.com/office/drawing/2014/main" id="{663569B5-32F0-CAA4-A88D-9A1B9BDB4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60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52" name="Rectangle 32">
              <a:extLst>
                <a:ext uri="{FF2B5EF4-FFF2-40B4-BE49-F238E27FC236}">
                  <a16:creationId xmlns:a16="http://schemas.microsoft.com/office/drawing/2014/main" id="{E760AA31-96A7-7B9E-F6B5-73F35DC7F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60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53" name="Rectangle 33">
              <a:extLst>
                <a:ext uri="{FF2B5EF4-FFF2-40B4-BE49-F238E27FC236}">
                  <a16:creationId xmlns:a16="http://schemas.microsoft.com/office/drawing/2014/main" id="{B2F1918C-165C-544B-EFB4-511984B21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60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54" name="Rectangle 34">
              <a:extLst>
                <a:ext uri="{FF2B5EF4-FFF2-40B4-BE49-F238E27FC236}">
                  <a16:creationId xmlns:a16="http://schemas.microsoft.com/office/drawing/2014/main" id="{8BD93147-C015-8BCF-72B7-39AEF6436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605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55" name="Rectangle 35">
              <a:extLst>
                <a:ext uri="{FF2B5EF4-FFF2-40B4-BE49-F238E27FC236}">
                  <a16:creationId xmlns:a16="http://schemas.microsoft.com/office/drawing/2014/main" id="{3D14376B-2BF7-16E7-84B9-0291D481E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605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56" name="Rectangle 36">
              <a:extLst>
                <a:ext uri="{FF2B5EF4-FFF2-40B4-BE49-F238E27FC236}">
                  <a16:creationId xmlns:a16="http://schemas.microsoft.com/office/drawing/2014/main" id="{0DD3A0B9-5A3A-DAC6-5A80-95800B4F1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1757" name="Rectangle 37">
              <a:extLst>
                <a:ext uri="{FF2B5EF4-FFF2-40B4-BE49-F238E27FC236}">
                  <a16:creationId xmlns:a16="http://schemas.microsoft.com/office/drawing/2014/main" id="{16943A91-57E8-EDBC-573D-541EA7387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58" name="Rectangle 38">
              <a:extLst>
                <a:ext uri="{FF2B5EF4-FFF2-40B4-BE49-F238E27FC236}">
                  <a16:creationId xmlns:a16="http://schemas.microsoft.com/office/drawing/2014/main" id="{C001114E-1261-870E-FE69-A8D404964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59" name="Rectangle 39">
              <a:extLst>
                <a:ext uri="{FF2B5EF4-FFF2-40B4-BE49-F238E27FC236}">
                  <a16:creationId xmlns:a16="http://schemas.microsoft.com/office/drawing/2014/main" id="{35E465CD-C9CB-1797-864C-93A39B3F6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60" name="Rectangle 40">
              <a:extLst>
                <a:ext uri="{FF2B5EF4-FFF2-40B4-BE49-F238E27FC236}">
                  <a16:creationId xmlns:a16="http://schemas.microsoft.com/office/drawing/2014/main" id="{E4C764EF-0D94-9887-9B28-222469E10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61" name="Rectangle 41">
              <a:extLst>
                <a:ext uri="{FF2B5EF4-FFF2-40B4-BE49-F238E27FC236}">
                  <a16:creationId xmlns:a16="http://schemas.microsoft.com/office/drawing/2014/main" id="{20DE5D83-D691-7FE4-79E1-F8B3F83DE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62" name="Rectangle 42">
              <a:extLst>
                <a:ext uri="{FF2B5EF4-FFF2-40B4-BE49-F238E27FC236}">
                  <a16:creationId xmlns:a16="http://schemas.microsoft.com/office/drawing/2014/main" id="{9C58694F-DCEE-371F-6004-5D9EC058C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63" name="Rectangle 43">
              <a:extLst>
                <a:ext uri="{FF2B5EF4-FFF2-40B4-BE49-F238E27FC236}">
                  <a16:creationId xmlns:a16="http://schemas.microsoft.com/office/drawing/2014/main" id="{77680DA2-FF98-1EC7-4661-042ABEEBD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64" name="Rectangle 44">
              <a:extLst>
                <a:ext uri="{FF2B5EF4-FFF2-40B4-BE49-F238E27FC236}">
                  <a16:creationId xmlns:a16="http://schemas.microsoft.com/office/drawing/2014/main" id="{6A3D4A61-81B5-DB0A-08BD-7B1BC6F04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65" name="Rectangle 45">
              <a:extLst>
                <a:ext uri="{FF2B5EF4-FFF2-40B4-BE49-F238E27FC236}">
                  <a16:creationId xmlns:a16="http://schemas.microsoft.com/office/drawing/2014/main" id="{E5F12489-DA35-09DC-54F6-01E2B825E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66" name="Rectangle 46">
              <a:extLst>
                <a:ext uri="{FF2B5EF4-FFF2-40B4-BE49-F238E27FC236}">
                  <a16:creationId xmlns:a16="http://schemas.microsoft.com/office/drawing/2014/main" id="{1E67AE8F-AFAC-69DC-15F0-8F40E7375D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67" name="Rectangle 47">
              <a:extLst>
                <a:ext uri="{FF2B5EF4-FFF2-40B4-BE49-F238E27FC236}">
                  <a16:creationId xmlns:a16="http://schemas.microsoft.com/office/drawing/2014/main" id="{E270FD71-5432-A00F-BB08-C141CF1EF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68" name="Rectangle 48">
              <a:extLst>
                <a:ext uri="{FF2B5EF4-FFF2-40B4-BE49-F238E27FC236}">
                  <a16:creationId xmlns:a16="http://schemas.microsoft.com/office/drawing/2014/main" id="{5E0400A4-4934-7077-A2E8-CE8B7FED4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69" name="Rectangle 49">
              <a:extLst>
                <a:ext uri="{FF2B5EF4-FFF2-40B4-BE49-F238E27FC236}">
                  <a16:creationId xmlns:a16="http://schemas.microsoft.com/office/drawing/2014/main" id="{D9C16683-588A-15E6-94C8-18B5DBB34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70" name="Rectangle 50">
              <a:extLst>
                <a:ext uri="{FF2B5EF4-FFF2-40B4-BE49-F238E27FC236}">
                  <a16:creationId xmlns:a16="http://schemas.microsoft.com/office/drawing/2014/main" id="{8050E71A-E87E-E2A5-F5B2-C6A1DED99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71" name="Rectangle 51">
              <a:extLst>
                <a:ext uri="{FF2B5EF4-FFF2-40B4-BE49-F238E27FC236}">
                  <a16:creationId xmlns:a16="http://schemas.microsoft.com/office/drawing/2014/main" id="{05C21CEA-A943-A06A-0A85-B5F08DDF9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72" name="Rectangle 52">
              <a:extLst>
                <a:ext uri="{FF2B5EF4-FFF2-40B4-BE49-F238E27FC236}">
                  <a16:creationId xmlns:a16="http://schemas.microsoft.com/office/drawing/2014/main" id="{2A301A15-EA33-5C3B-370B-5C3539946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000A15F7-4FC2-7D67-3339-5FD637C0D4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Queue Operations (Contd.)</a:t>
            </a: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3F611F6A-354F-94F6-F8FC-DF2B36CC7D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465006"/>
            <a:ext cx="3886200" cy="18288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100" dirty="0"/>
              <a:t>Operation </a:t>
            </a:r>
            <a:r>
              <a:rPr lang="en-US" altLang="en-US" sz="2100" b="1" dirty="0"/>
              <a:t>enqueue</a:t>
            </a:r>
            <a:r>
              <a:rPr lang="en-US" altLang="en-US" sz="2100" dirty="0"/>
              <a:t> throws an exception if the array is full</a:t>
            </a:r>
          </a:p>
          <a:p>
            <a:pPr eaLnBrk="1" hangingPunct="1">
              <a:lnSpc>
                <a:spcPct val="90000"/>
              </a:lnSpc>
            </a:pPr>
            <a:endParaRPr lang="en-US" altLang="en-US" sz="21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100" dirty="0"/>
              <a:t>This exception is implementation-dependent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22A40C15-FCE9-5342-259E-EDEAC525E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solidFill>
                <a:srgbClr val="0000FF"/>
              </a:solidFill>
              <a:latin typeface="Comic Sans MS" panose="030F0902030302020204" pitchFamily="66" charset="0"/>
            </a:endParaRPr>
          </a:p>
        </p:txBody>
      </p:sp>
      <p:sp>
        <p:nvSpPr>
          <p:cNvPr id="32771" name="Text Box 4">
            <a:extLst>
              <a:ext uri="{FF2B5EF4-FFF2-40B4-BE49-F238E27FC236}">
                <a16:creationId xmlns:a16="http://schemas.microsoft.com/office/drawing/2014/main" id="{EA2A6388-ABD9-A080-E35F-30440A852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0736" y="1084269"/>
            <a:ext cx="4267200" cy="22923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enqueue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if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size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=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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then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	throw </a:t>
            </a:r>
            <a:r>
              <a:rPr lang="en-US" altLang="en-US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FullQueueException</a:t>
            </a:r>
            <a:endParaRPr lang="en-US" altLang="en-US" b="1" dirty="0">
              <a:solidFill>
                <a:srgbClr val="000000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else 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Q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r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r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r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+ 1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mod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N</a:t>
            </a:r>
          </a:p>
        </p:txBody>
      </p:sp>
      <p:grpSp>
        <p:nvGrpSpPr>
          <p:cNvPr id="32773" name="Group 6">
            <a:extLst>
              <a:ext uri="{FF2B5EF4-FFF2-40B4-BE49-F238E27FC236}">
                <a16:creationId xmlns:a16="http://schemas.microsoft.com/office/drawing/2014/main" id="{3CC31B96-43AD-BA69-D0AB-27B059013699}"/>
              </a:ext>
            </a:extLst>
          </p:cNvPr>
          <p:cNvGrpSpPr>
            <a:grpSpLocks/>
          </p:cNvGrpSpPr>
          <p:nvPr/>
        </p:nvGrpSpPr>
        <p:grpSpPr bwMode="auto">
          <a:xfrm>
            <a:off x="2045109" y="3852613"/>
            <a:ext cx="5638800" cy="758824"/>
            <a:chOff x="960" y="2597"/>
            <a:chExt cx="3552" cy="478"/>
          </a:xfrm>
        </p:grpSpPr>
        <p:sp>
          <p:nvSpPr>
            <p:cNvPr id="32798" name="Rectangle 7">
              <a:extLst>
                <a:ext uri="{FF2B5EF4-FFF2-40B4-BE49-F238E27FC236}">
                  <a16:creationId xmlns:a16="http://schemas.microsoft.com/office/drawing/2014/main" id="{7B9740F1-CB08-C382-D1C9-987E16BFC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597"/>
              <a:ext cx="1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799" name="Rectangle 8">
              <a:extLst>
                <a:ext uri="{FF2B5EF4-FFF2-40B4-BE49-F238E27FC236}">
                  <a16:creationId xmlns:a16="http://schemas.microsoft.com/office/drawing/2014/main" id="{ADB2AEF6-5418-A2D8-9E6F-EA5EE7D75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842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800" name="Rectangle 9">
              <a:extLst>
                <a:ext uri="{FF2B5EF4-FFF2-40B4-BE49-F238E27FC236}">
                  <a16:creationId xmlns:a16="http://schemas.microsoft.com/office/drawing/2014/main" id="{9D2E8E9A-8F94-C80A-2EC0-F1921D523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842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801" name="Rectangle 10">
              <a:extLst>
                <a:ext uri="{FF2B5EF4-FFF2-40B4-BE49-F238E27FC236}">
                  <a16:creationId xmlns:a16="http://schemas.microsoft.com/office/drawing/2014/main" id="{0C79B6B6-A76D-825A-8028-548280864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842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802" name="Rectangle 11">
              <a:extLst>
                <a:ext uri="{FF2B5EF4-FFF2-40B4-BE49-F238E27FC236}">
                  <a16:creationId xmlns:a16="http://schemas.microsoft.com/office/drawing/2014/main" id="{B7D9570F-3C53-2876-B6C6-221E8A41B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842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803" name="Rectangle 12">
              <a:extLst>
                <a:ext uri="{FF2B5EF4-FFF2-40B4-BE49-F238E27FC236}">
                  <a16:creationId xmlns:a16="http://schemas.microsoft.com/office/drawing/2014/main" id="{E44A13B4-6AD1-3235-3B26-27FD308F5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42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804" name="Rectangle 13">
              <a:extLst>
                <a:ext uri="{FF2B5EF4-FFF2-40B4-BE49-F238E27FC236}">
                  <a16:creationId xmlns:a16="http://schemas.microsoft.com/office/drawing/2014/main" id="{A89911AD-CBC5-FD87-F091-5B446EFBA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2805" name="Rectangle 14">
              <a:extLst>
                <a:ext uri="{FF2B5EF4-FFF2-40B4-BE49-F238E27FC236}">
                  <a16:creationId xmlns:a16="http://schemas.microsoft.com/office/drawing/2014/main" id="{91D341C5-A34B-E510-EB76-B335EA44F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06" name="Rectangle 15">
              <a:extLst>
                <a:ext uri="{FF2B5EF4-FFF2-40B4-BE49-F238E27FC236}">
                  <a16:creationId xmlns:a16="http://schemas.microsoft.com/office/drawing/2014/main" id="{BC56A9F2-2716-E98D-BC2B-5181A396C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07" name="Rectangle 16">
              <a:extLst>
                <a:ext uri="{FF2B5EF4-FFF2-40B4-BE49-F238E27FC236}">
                  <a16:creationId xmlns:a16="http://schemas.microsoft.com/office/drawing/2014/main" id="{9F090791-2603-6DC6-523D-1F596A242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08" name="Rectangle 17">
              <a:extLst>
                <a:ext uri="{FF2B5EF4-FFF2-40B4-BE49-F238E27FC236}">
                  <a16:creationId xmlns:a16="http://schemas.microsoft.com/office/drawing/2014/main" id="{F784F0F3-AFE6-D9D5-5408-E9D760712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09" name="Rectangle 18">
              <a:extLst>
                <a:ext uri="{FF2B5EF4-FFF2-40B4-BE49-F238E27FC236}">
                  <a16:creationId xmlns:a16="http://schemas.microsoft.com/office/drawing/2014/main" id="{47559BF3-3536-5082-6CAB-4D884605C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10" name="Rectangle 19">
              <a:extLst>
                <a:ext uri="{FF2B5EF4-FFF2-40B4-BE49-F238E27FC236}">
                  <a16:creationId xmlns:a16="http://schemas.microsoft.com/office/drawing/2014/main" id="{979EAEB0-7D4D-CC86-CC88-1ADD66326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11" name="Rectangle 20">
              <a:extLst>
                <a:ext uri="{FF2B5EF4-FFF2-40B4-BE49-F238E27FC236}">
                  <a16:creationId xmlns:a16="http://schemas.microsoft.com/office/drawing/2014/main" id="{9E2185BE-8B47-DD06-3FA0-41684F920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12" name="Rectangle 21">
              <a:extLst>
                <a:ext uri="{FF2B5EF4-FFF2-40B4-BE49-F238E27FC236}">
                  <a16:creationId xmlns:a16="http://schemas.microsoft.com/office/drawing/2014/main" id="{639BE292-8280-6B3D-BDA5-742A8E4D7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13" name="Rectangle 22">
              <a:extLst>
                <a:ext uri="{FF2B5EF4-FFF2-40B4-BE49-F238E27FC236}">
                  <a16:creationId xmlns:a16="http://schemas.microsoft.com/office/drawing/2014/main" id="{47435555-61C0-9121-BC5A-6DEA49EE9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14" name="Rectangle 23">
              <a:extLst>
                <a:ext uri="{FF2B5EF4-FFF2-40B4-BE49-F238E27FC236}">
                  <a16:creationId xmlns:a16="http://schemas.microsoft.com/office/drawing/2014/main" id="{E1263F25-141B-8D96-D73C-3F94DC024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15" name="Rectangle 24">
              <a:extLst>
                <a:ext uri="{FF2B5EF4-FFF2-40B4-BE49-F238E27FC236}">
                  <a16:creationId xmlns:a16="http://schemas.microsoft.com/office/drawing/2014/main" id="{0428C7B3-151B-167C-C765-7997D429A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16" name="Rectangle 25">
              <a:extLst>
                <a:ext uri="{FF2B5EF4-FFF2-40B4-BE49-F238E27FC236}">
                  <a16:creationId xmlns:a16="http://schemas.microsoft.com/office/drawing/2014/main" id="{B3449880-999B-F8EC-33F7-E9F77ED9E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17" name="Rectangle 26">
              <a:extLst>
                <a:ext uri="{FF2B5EF4-FFF2-40B4-BE49-F238E27FC236}">
                  <a16:creationId xmlns:a16="http://schemas.microsoft.com/office/drawing/2014/main" id="{A4640A1C-4720-689A-47A5-AB93718C4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18" name="Rectangle 27">
              <a:extLst>
                <a:ext uri="{FF2B5EF4-FFF2-40B4-BE49-F238E27FC236}">
                  <a16:creationId xmlns:a16="http://schemas.microsoft.com/office/drawing/2014/main" id="{55532AE1-62D3-00E5-2D78-FBCEB169C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19" name="Rectangle 28">
              <a:extLst>
                <a:ext uri="{FF2B5EF4-FFF2-40B4-BE49-F238E27FC236}">
                  <a16:creationId xmlns:a16="http://schemas.microsoft.com/office/drawing/2014/main" id="{E32853D3-916E-E08A-B9FE-B72B93CA2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820" name="Rectangle 29">
              <a:extLst>
                <a:ext uri="{FF2B5EF4-FFF2-40B4-BE49-F238E27FC236}">
                  <a16:creationId xmlns:a16="http://schemas.microsoft.com/office/drawing/2014/main" id="{C16A9A6B-A2BD-C3D8-ED9A-53BCAEF89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32774" name="Group 30">
            <a:extLst>
              <a:ext uri="{FF2B5EF4-FFF2-40B4-BE49-F238E27FC236}">
                <a16:creationId xmlns:a16="http://schemas.microsoft.com/office/drawing/2014/main" id="{B5753125-DC19-3A96-157C-3A9534CAE086}"/>
              </a:ext>
            </a:extLst>
          </p:cNvPr>
          <p:cNvGrpSpPr>
            <a:grpSpLocks/>
          </p:cNvGrpSpPr>
          <p:nvPr/>
        </p:nvGrpSpPr>
        <p:grpSpPr bwMode="auto">
          <a:xfrm>
            <a:off x="2045109" y="4835281"/>
            <a:ext cx="5638800" cy="758826"/>
            <a:chOff x="960" y="3360"/>
            <a:chExt cx="3552" cy="478"/>
          </a:xfrm>
        </p:grpSpPr>
        <p:sp>
          <p:nvSpPr>
            <p:cNvPr id="32775" name="Rectangle 31">
              <a:extLst>
                <a:ext uri="{FF2B5EF4-FFF2-40B4-BE49-F238E27FC236}">
                  <a16:creationId xmlns:a16="http://schemas.microsoft.com/office/drawing/2014/main" id="{3C9BE587-EC53-BA40-BD7B-887ABBA58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360"/>
              <a:ext cx="1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776" name="Rectangle 32">
              <a:extLst>
                <a:ext uri="{FF2B5EF4-FFF2-40B4-BE49-F238E27FC236}">
                  <a16:creationId xmlns:a16="http://schemas.microsoft.com/office/drawing/2014/main" id="{22CE1273-0171-65B3-7CD5-0FD4F536A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60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777" name="Rectangle 33">
              <a:extLst>
                <a:ext uri="{FF2B5EF4-FFF2-40B4-BE49-F238E27FC236}">
                  <a16:creationId xmlns:a16="http://schemas.microsoft.com/office/drawing/2014/main" id="{A1720310-2D96-1199-9E7C-EBF8F5369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60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778" name="Rectangle 34">
              <a:extLst>
                <a:ext uri="{FF2B5EF4-FFF2-40B4-BE49-F238E27FC236}">
                  <a16:creationId xmlns:a16="http://schemas.microsoft.com/office/drawing/2014/main" id="{ACEDA1CA-79F9-7EA1-2DE6-EEB0FC7BB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60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779" name="Rectangle 35">
              <a:extLst>
                <a:ext uri="{FF2B5EF4-FFF2-40B4-BE49-F238E27FC236}">
                  <a16:creationId xmlns:a16="http://schemas.microsoft.com/office/drawing/2014/main" id="{AF465275-1EA1-004F-707C-E71DB1D66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605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780" name="Rectangle 36">
              <a:extLst>
                <a:ext uri="{FF2B5EF4-FFF2-40B4-BE49-F238E27FC236}">
                  <a16:creationId xmlns:a16="http://schemas.microsoft.com/office/drawing/2014/main" id="{D85281D1-1168-1BDE-FA60-81A803B66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605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2781" name="Rectangle 37">
              <a:extLst>
                <a:ext uri="{FF2B5EF4-FFF2-40B4-BE49-F238E27FC236}">
                  <a16:creationId xmlns:a16="http://schemas.microsoft.com/office/drawing/2014/main" id="{82B02FA6-7D46-76F2-EA8E-D6D4DA3BA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2782" name="Rectangle 38">
              <a:extLst>
                <a:ext uri="{FF2B5EF4-FFF2-40B4-BE49-F238E27FC236}">
                  <a16:creationId xmlns:a16="http://schemas.microsoft.com/office/drawing/2014/main" id="{B721D58A-7809-AF09-64F3-75B1BE1A6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83" name="Rectangle 39">
              <a:extLst>
                <a:ext uri="{FF2B5EF4-FFF2-40B4-BE49-F238E27FC236}">
                  <a16:creationId xmlns:a16="http://schemas.microsoft.com/office/drawing/2014/main" id="{8D4ACD24-2248-2EF2-6EBD-9C9A574C0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84" name="Rectangle 40">
              <a:extLst>
                <a:ext uri="{FF2B5EF4-FFF2-40B4-BE49-F238E27FC236}">
                  <a16:creationId xmlns:a16="http://schemas.microsoft.com/office/drawing/2014/main" id="{66A3E0BF-DAA4-D63C-55EE-E395F9A02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85" name="Rectangle 41">
              <a:extLst>
                <a:ext uri="{FF2B5EF4-FFF2-40B4-BE49-F238E27FC236}">
                  <a16:creationId xmlns:a16="http://schemas.microsoft.com/office/drawing/2014/main" id="{3BE2C917-5013-8179-30C2-4C4AA759F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86" name="Rectangle 42">
              <a:extLst>
                <a:ext uri="{FF2B5EF4-FFF2-40B4-BE49-F238E27FC236}">
                  <a16:creationId xmlns:a16="http://schemas.microsoft.com/office/drawing/2014/main" id="{12F64452-A83F-89D4-9D82-72781A4A1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87" name="Rectangle 43">
              <a:extLst>
                <a:ext uri="{FF2B5EF4-FFF2-40B4-BE49-F238E27FC236}">
                  <a16:creationId xmlns:a16="http://schemas.microsoft.com/office/drawing/2014/main" id="{DB63824C-3987-508B-EB35-95A1480D3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88" name="Rectangle 44">
              <a:extLst>
                <a:ext uri="{FF2B5EF4-FFF2-40B4-BE49-F238E27FC236}">
                  <a16:creationId xmlns:a16="http://schemas.microsoft.com/office/drawing/2014/main" id="{AC87D4D7-893E-DD62-A7B3-ED2B129FE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89" name="Rectangle 45">
              <a:extLst>
                <a:ext uri="{FF2B5EF4-FFF2-40B4-BE49-F238E27FC236}">
                  <a16:creationId xmlns:a16="http://schemas.microsoft.com/office/drawing/2014/main" id="{8B8A142A-1943-2927-3C45-42B339C82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90" name="Rectangle 46">
              <a:extLst>
                <a:ext uri="{FF2B5EF4-FFF2-40B4-BE49-F238E27FC236}">
                  <a16:creationId xmlns:a16="http://schemas.microsoft.com/office/drawing/2014/main" id="{C0F628EC-E13B-EC12-745E-075F1FFFB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91" name="Rectangle 47">
              <a:extLst>
                <a:ext uri="{FF2B5EF4-FFF2-40B4-BE49-F238E27FC236}">
                  <a16:creationId xmlns:a16="http://schemas.microsoft.com/office/drawing/2014/main" id="{BC7E9B76-A4DF-DAC9-4C7D-E7F5D5EDB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92" name="Rectangle 48">
              <a:extLst>
                <a:ext uri="{FF2B5EF4-FFF2-40B4-BE49-F238E27FC236}">
                  <a16:creationId xmlns:a16="http://schemas.microsoft.com/office/drawing/2014/main" id="{BC8FB831-DE7C-276F-3C00-6511E286A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93" name="Rectangle 49">
              <a:extLst>
                <a:ext uri="{FF2B5EF4-FFF2-40B4-BE49-F238E27FC236}">
                  <a16:creationId xmlns:a16="http://schemas.microsoft.com/office/drawing/2014/main" id="{F98DDD36-AFE3-6004-3648-908CC377C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94" name="Rectangle 50">
              <a:extLst>
                <a:ext uri="{FF2B5EF4-FFF2-40B4-BE49-F238E27FC236}">
                  <a16:creationId xmlns:a16="http://schemas.microsoft.com/office/drawing/2014/main" id="{9DF32658-1F34-3F71-FD14-180F52F0C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95" name="Rectangle 51">
              <a:extLst>
                <a:ext uri="{FF2B5EF4-FFF2-40B4-BE49-F238E27FC236}">
                  <a16:creationId xmlns:a16="http://schemas.microsoft.com/office/drawing/2014/main" id="{AD06D40F-59EB-CEEA-5170-1F033F089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96" name="Rectangle 52">
              <a:extLst>
                <a:ext uri="{FF2B5EF4-FFF2-40B4-BE49-F238E27FC236}">
                  <a16:creationId xmlns:a16="http://schemas.microsoft.com/office/drawing/2014/main" id="{461936C0-8B37-79C1-1E0C-C20907DC8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2797" name="Rectangle 53">
              <a:extLst>
                <a:ext uri="{FF2B5EF4-FFF2-40B4-BE49-F238E27FC236}">
                  <a16:creationId xmlns:a16="http://schemas.microsoft.com/office/drawing/2014/main" id="{74F7F962-76A3-05FB-FD6A-9A80A55B9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E8ADEAA2-1514-960C-3DDE-A3EEAD20F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Queue Operations (Contd.)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A0904F00-DEC8-F57C-A625-73332E5728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263" y="1297991"/>
            <a:ext cx="3733800" cy="2362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Operation </a:t>
            </a:r>
            <a:r>
              <a:rPr lang="en-US" altLang="en-US" sz="2200" b="1" dirty="0"/>
              <a:t>dequeue</a:t>
            </a:r>
            <a:r>
              <a:rPr lang="en-US" altLang="en-US" sz="2200" dirty="0"/>
              <a:t> throws an exception if the queue is empty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This exception is specified in the queue ADT</a:t>
            </a:r>
          </a:p>
        </p:txBody>
      </p:sp>
      <p:sp>
        <p:nvSpPr>
          <p:cNvPr id="33795" name="Text Box 4">
            <a:extLst>
              <a:ext uri="{FF2B5EF4-FFF2-40B4-BE49-F238E27FC236}">
                <a16:creationId xmlns:a16="http://schemas.microsoft.com/office/drawing/2014/main" id="{38D1B0AE-8B73-FC53-4CA4-0BF26F46F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0410" y="1092992"/>
            <a:ext cx="4419600" cy="26574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dequeue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if</a:t>
            </a: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isEmpty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then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	throw </a:t>
            </a:r>
            <a:r>
              <a:rPr lang="en-US" altLang="en-US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EmptyQueueException</a:t>
            </a:r>
            <a:endParaRPr lang="en-US" altLang="en-US" b="1" dirty="0">
              <a:solidFill>
                <a:srgbClr val="000000"/>
              </a:solidFill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else</a:t>
            </a:r>
            <a:endParaRPr lang="en-US" altLang="en-US" dirty="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Q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f 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+ 1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mod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return</a:t>
            </a:r>
            <a:r>
              <a:rPr lang="en-US" altLang="en-US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o</a:t>
            </a:r>
          </a:p>
        </p:txBody>
      </p:sp>
      <p:grpSp>
        <p:nvGrpSpPr>
          <p:cNvPr id="33796" name="Group 5">
            <a:extLst>
              <a:ext uri="{FF2B5EF4-FFF2-40B4-BE49-F238E27FC236}">
                <a16:creationId xmlns:a16="http://schemas.microsoft.com/office/drawing/2014/main" id="{DD734F0A-D01E-AC33-4A2E-2D411D9A9A65}"/>
              </a:ext>
            </a:extLst>
          </p:cNvPr>
          <p:cNvGrpSpPr>
            <a:grpSpLocks/>
          </p:cNvGrpSpPr>
          <p:nvPr/>
        </p:nvGrpSpPr>
        <p:grpSpPr bwMode="auto">
          <a:xfrm>
            <a:off x="1744663" y="4168775"/>
            <a:ext cx="5638800" cy="758826"/>
            <a:chOff x="960" y="2597"/>
            <a:chExt cx="3552" cy="478"/>
          </a:xfrm>
        </p:grpSpPr>
        <p:sp>
          <p:nvSpPr>
            <p:cNvPr id="33821" name="Rectangle 6">
              <a:extLst>
                <a:ext uri="{FF2B5EF4-FFF2-40B4-BE49-F238E27FC236}">
                  <a16:creationId xmlns:a16="http://schemas.microsoft.com/office/drawing/2014/main" id="{61B949BE-B993-8904-8EB3-EF934748F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597"/>
              <a:ext cx="1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22" name="Rectangle 7">
              <a:extLst>
                <a:ext uri="{FF2B5EF4-FFF2-40B4-BE49-F238E27FC236}">
                  <a16:creationId xmlns:a16="http://schemas.microsoft.com/office/drawing/2014/main" id="{8E575298-3749-9F80-BDD5-15F7964A4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842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23" name="Rectangle 8">
              <a:extLst>
                <a:ext uri="{FF2B5EF4-FFF2-40B4-BE49-F238E27FC236}">
                  <a16:creationId xmlns:a16="http://schemas.microsoft.com/office/drawing/2014/main" id="{78E8CF86-C0E2-EEAE-597C-7A2BE8475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842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24" name="Rectangle 9">
              <a:extLst>
                <a:ext uri="{FF2B5EF4-FFF2-40B4-BE49-F238E27FC236}">
                  <a16:creationId xmlns:a16="http://schemas.microsoft.com/office/drawing/2014/main" id="{03C1B1D2-6D87-7414-455D-A0CEAC7E6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842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25" name="Rectangle 10">
              <a:extLst>
                <a:ext uri="{FF2B5EF4-FFF2-40B4-BE49-F238E27FC236}">
                  <a16:creationId xmlns:a16="http://schemas.microsoft.com/office/drawing/2014/main" id="{8A82164D-4AE9-E349-1F45-7024289A8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842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26" name="Rectangle 11">
              <a:extLst>
                <a:ext uri="{FF2B5EF4-FFF2-40B4-BE49-F238E27FC236}">
                  <a16:creationId xmlns:a16="http://schemas.microsoft.com/office/drawing/2014/main" id="{3DB731DA-8FFB-7E8F-1FA1-72D360702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42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27" name="Rectangle 12">
              <a:extLst>
                <a:ext uri="{FF2B5EF4-FFF2-40B4-BE49-F238E27FC236}">
                  <a16:creationId xmlns:a16="http://schemas.microsoft.com/office/drawing/2014/main" id="{3E190D4B-2B84-07A4-4E8C-B736E0636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3828" name="Rectangle 13">
              <a:extLst>
                <a:ext uri="{FF2B5EF4-FFF2-40B4-BE49-F238E27FC236}">
                  <a16:creationId xmlns:a16="http://schemas.microsoft.com/office/drawing/2014/main" id="{16231FD0-FD91-95B2-34A0-D5EC78C6F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29" name="Rectangle 14">
              <a:extLst>
                <a:ext uri="{FF2B5EF4-FFF2-40B4-BE49-F238E27FC236}">
                  <a16:creationId xmlns:a16="http://schemas.microsoft.com/office/drawing/2014/main" id="{BC162F57-2AA2-B811-B2ED-9B98301DA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0" name="Rectangle 15">
              <a:extLst>
                <a:ext uri="{FF2B5EF4-FFF2-40B4-BE49-F238E27FC236}">
                  <a16:creationId xmlns:a16="http://schemas.microsoft.com/office/drawing/2014/main" id="{7CD6CBC9-CF0D-52A9-E7B0-D3C56DCE9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1" name="Rectangle 16">
              <a:extLst>
                <a:ext uri="{FF2B5EF4-FFF2-40B4-BE49-F238E27FC236}">
                  <a16:creationId xmlns:a16="http://schemas.microsoft.com/office/drawing/2014/main" id="{0A15FE5C-4E13-840C-15DD-AA46A6F60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2" name="Rectangle 17">
              <a:extLst>
                <a:ext uri="{FF2B5EF4-FFF2-40B4-BE49-F238E27FC236}">
                  <a16:creationId xmlns:a16="http://schemas.microsoft.com/office/drawing/2014/main" id="{FC638D70-285C-9F1E-28AB-AE13611C1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3" name="Rectangle 18">
              <a:extLst>
                <a:ext uri="{FF2B5EF4-FFF2-40B4-BE49-F238E27FC236}">
                  <a16:creationId xmlns:a16="http://schemas.microsoft.com/office/drawing/2014/main" id="{3D6A0332-6AA5-5AFE-F7BD-9CB908E2D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4" name="Rectangle 19">
              <a:extLst>
                <a:ext uri="{FF2B5EF4-FFF2-40B4-BE49-F238E27FC236}">
                  <a16:creationId xmlns:a16="http://schemas.microsoft.com/office/drawing/2014/main" id="{4D0DE85A-F5D7-9CFA-F11C-F6781D879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5" name="Rectangle 20">
              <a:extLst>
                <a:ext uri="{FF2B5EF4-FFF2-40B4-BE49-F238E27FC236}">
                  <a16:creationId xmlns:a16="http://schemas.microsoft.com/office/drawing/2014/main" id="{3DE2D09A-E7CD-A3E0-AD76-42C5358D8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6" name="Rectangle 21">
              <a:extLst>
                <a:ext uri="{FF2B5EF4-FFF2-40B4-BE49-F238E27FC236}">
                  <a16:creationId xmlns:a16="http://schemas.microsoft.com/office/drawing/2014/main" id="{31F160F4-F0F3-9EA1-50AE-B198AF6B6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7" name="Rectangle 22">
              <a:extLst>
                <a:ext uri="{FF2B5EF4-FFF2-40B4-BE49-F238E27FC236}">
                  <a16:creationId xmlns:a16="http://schemas.microsoft.com/office/drawing/2014/main" id="{F9E62503-7870-01BC-0EF1-195B1DD6B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8" name="Rectangle 23">
              <a:extLst>
                <a:ext uri="{FF2B5EF4-FFF2-40B4-BE49-F238E27FC236}">
                  <a16:creationId xmlns:a16="http://schemas.microsoft.com/office/drawing/2014/main" id="{CD86403F-2363-1AD4-58F2-FF73CDF33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39" name="Rectangle 24">
              <a:extLst>
                <a:ext uri="{FF2B5EF4-FFF2-40B4-BE49-F238E27FC236}">
                  <a16:creationId xmlns:a16="http://schemas.microsoft.com/office/drawing/2014/main" id="{2D26762F-09E8-7C46-E3B1-5A0F2DEC8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40" name="Rectangle 25">
              <a:extLst>
                <a:ext uri="{FF2B5EF4-FFF2-40B4-BE49-F238E27FC236}">
                  <a16:creationId xmlns:a16="http://schemas.microsoft.com/office/drawing/2014/main" id="{EE0B1762-778D-874C-DC42-4837F0045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645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41" name="Rectangle 26">
              <a:extLst>
                <a:ext uri="{FF2B5EF4-FFF2-40B4-BE49-F238E27FC236}">
                  <a16:creationId xmlns:a16="http://schemas.microsoft.com/office/drawing/2014/main" id="{D6B9867A-28BA-C027-9AF1-5C3937F81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42" name="Rectangle 27">
              <a:extLst>
                <a:ext uri="{FF2B5EF4-FFF2-40B4-BE49-F238E27FC236}">
                  <a16:creationId xmlns:a16="http://schemas.microsoft.com/office/drawing/2014/main" id="{7A9025BA-79B5-3EC2-634E-95485A635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43" name="Rectangle 28">
              <a:extLst>
                <a:ext uri="{FF2B5EF4-FFF2-40B4-BE49-F238E27FC236}">
                  <a16:creationId xmlns:a16="http://schemas.microsoft.com/office/drawing/2014/main" id="{1D60E10A-7D06-586D-74DE-AB0089DCE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2645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  <p:grpSp>
        <p:nvGrpSpPr>
          <p:cNvPr id="33797" name="Group 29">
            <a:extLst>
              <a:ext uri="{FF2B5EF4-FFF2-40B4-BE49-F238E27FC236}">
                <a16:creationId xmlns:a16="http://schemas.microsoft.com/office/drawing/2014/main" id="{32748ADB-27A1-024C-BBDF-8E6286CD9FEF}"/>
              </a:ext>
            </a:extLst>
          </p:cNvPr>
          <p:cNvGrpSpPr>
            <a:grpSpLocks/>
          </p:cNvGrpSpPr>
          <p:nvPr/>
        </p:nvGrpSpPr>
        <p:grpSpPr bwMode="auto">
          <a:xfrm>
            <a:off x="1744663" y="5151432"/>
            <a:ext cx="5638800" cy="758824"/>
            <a:chOff x="960" y="3360"/>
            <a:chExt cx="3552" cy="478"/>
          </a:xfrm>
        </p:grpSpPr>
        <p:sp>
          <p:nvSpPr>
            <p:cNvPr id="33798" name="Rectangle 30">
              <a:extLst>
                <a:ext uri="{FF2B5EF4-FFF2-40B4-BE49-F238E27FC236}">
                  <a16:creationId xmlns:a16="http://schemas.microsoft.com/office/drawing/2014/main" id="{1C77BD57-7C62-DF17-7FBC-373D968E4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360"/>
              <a:ext cx="1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Q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799" name="Rectangle 31">
              <a:extLst>
                <a:ext uri="{FF2B5EF4-FFF2-40B4-BE49-F238E27FC236}">
                  <a16:creationId xmlns:a16="http://schemas.microsoft.com/office/drawing/2014/main" id="{30914CD1-ACAA-7744-A022-3193A21CC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60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00" name="Rectangle 32">
              <a:extLst>
                <a:ext uri="{FF2B5EF4-FFF2-40B4-BE49-F238E27FC236}">
                  <a16:creationId xmlns:a16="http://schemas.microsoft.com/office/drawing/2014/main" id="{CAFB8651-76FD-3E70-C8B8-B57E0683C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60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01" name="Rectangle 33">
              <a:extLst>
                <a:ext uri="{FF2B5EF4-FFF2-40B4-BE49-F238E27FC236}">
                  <a16:creationId xmlns:a16="http://schemas.microsoft.com/office/drawing/2014/main" id="{F78EBC70-57EA-8914-E205-54EC46098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605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02" name="Rectangle 34">
              <a:extLst>
                <a:ext uri="{FF2B5EF4-FFF2-40B4-BE49-F238E27FC236}">
                  <a16:creationId xmlns:a16="http://schemas.microsoft.com/office/drawing/2014/main" id="{B67D7E7F-B127-DC0E-8DCA-10A3A9627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605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f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03" name="Rectangle 35">
              <a:extLst>
                <a:ext uri="{FF2B5EF4-FFF2-40B4-BE49-F238E27FC236}">
                  <a16:creationId xmlns:a16="http://schemas.microsoft.com/office/drawing/2014/main" id="{EC2603A6-27CB-23CD-B7A5-AC7EAD105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605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04" name="Rectangle 36">
              <a:extLst>
                <a:ext uri="{FF2B5EF4-FFF2-40B4-BE49-F238E27FC236}">
                  <a16:creationId xmlns:a16="http://schemas.microsoft.com/office/drawing/2014/main" id="{4540918D-4EEB-9CB6-FB5E-7BAE19072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3805" name="Rectangle 37">
              <a:extLst>
                <a:ext uri="{FF2B5EF4-FFF2-40B4-BE49-F238E27FC236}">
                  <a16:creationId xmlns:a16="http://schemas.microsoft.com/office/drawing/2014/main" id="{EDE6D4F1-CA6E-E55E-B1EE-8C0770EE6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06" name="Rectangle 38">
              <a:extLst>
                <a:ext uri="{FF2B5EF4-FFF2-40B4-BE49-F238E27FC236}">
                  <a16:creationId xmlns:a16="http://schemas.microsoft.com/office/drawing/2014/main" id="{C3FAF945-BADE-91ED-1B18-D2A9EE098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07" name="Rectangle 39">
              <a:extLst>
                <a:ext uri="{FF2B5EF4-FFF2-40B4-BE49-F238E27FC236}">
                  <a16:creationId xmlns:a16="http://schemas.microsoft.com/office/drawing/2014/main" id="{3116302D-76A3-1400-1B2D-1E19CA076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08" name="Rectangle 40">
              <a:extLst>
                <a:ext uri="{FF2B5EF4-FFF2-40B4-BE49-F238E27FC236}">
                  <a16:creationId xmlns:a16="http://schemas.microsoft.com/office/drawing/2014/main" id="{FBEA9F7F-876F-A689-D1EA-9324B0BF1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09" name="Rectangle 41">
              <a:extLst>
                <a:ext uri="{FF2B5EF4-FFF2-40B4-BE49-F238E27FC236}">
                  <a16:creationId xmlns:a16="http://schemas.microsoft.com/office/drawing/2014/main" id="{D889792B-5DD5-B65A-D99C-9BDA37B48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0" name="Rectangle 42">
              <a:extLst>
                <a:ext uri="{FF2B5EF4-FFF2-40B4-BE49-F238E27FC236}">
                  <a16:creationId xmlns:a16="http://schemas.microsoft.com/office/drawing/2014/main" id="{638F9516-3612-4298-B053-4AA3AF570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1" name="Rectangle 43">
              <a:extLst>
                <a:ext uri="{FF2B5EF4-FFF2-40B4-BE49-F238E27FC236}">
                  <a16:creationId xmlns:a16="http://schemas.microsoft.com/office/drawing/2014/main" id="{A807D095-0BE7-97C7-CF8A-1F9364C09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2" name="Rectangle 44">
              <a:extLst>
                <a:ext uri="{FF2B5EF4-FFF2-40B4-BE49-F238E27FC236}">
                  <a16:creationId xmlns:a16="http://schemas.microsoft.com/office/drawing/2014/main" id="{9F5365ED-E95D-AA65-E819-3F299387EF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3" name="Rectangle 45">
              <a:extLst>
                <a:ext uri="{FF2B5EF4-FFF2-40B4-BE49-F238E27FC236}">
                  <a16:creationId xmlns:a16="http://schemas.microsoft.com/office/drawing/2014/main" id="{BA1371A7-E213-C9E1-9E37-ED3E94FF7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4" name="Rectangle 46">
              <a:extLst>
                <a:ext uri="{FF2B5EF4-FFF2-40B4-BE49-F238E27FC236}">
                  <a16:creationId xmlns:a16="http://schemas.microsoft.com/office/drawing/2014/main" id="{CD2A3040-4BE9-DF53-D01E-AF208B5CB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408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5" name="Rectangle 47">
              <a:extLst>
                <a:ext uri="{FF2B5EF4-FFF2-40B4-BE49-F238E27FC236}">
                  <a16:creationId xmlns:a16="http://schemas.microsoft.com/office/drawing/2014/main" id="{C1862B6F-810D-ADEC-1586-B28A256F7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6" name="Rectangle 48">
              <a:extLst>
                <a:ext uri="{FF2B5EF4-FFF2-40B4-BE49-F238E27FC236}">
                  <a16:creationId xmlns:a16="http://schemas.microsoft.com/office/drawing/2014/main" id="{14E060F1-3BA3-88A2-6FA3-E1B875903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7" name="Rectangle 49">
              <a:extLst>
                <a:ext uri="{FF2B5EF4-FFF2-40B4-BE49-F238E27FC236}">
                  <a16:creationId xmlns:a16="http://schemas.microsoft.com/office/drawing/2014/main" id="{BA5E73BC-7671-1D9F-4975-5B366C4B0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8" name="Rectangle 50">
              <a:extLst>
                <a:ext uri="{FF2B5EF4-FFF2-40B4-BE49-F238E27FC236}">
                  <a16:creationId xmlns:a16="http://schemas.microsoft.com/office/drawing/2014/main" id="{87818220-3C85-7ECD-559B-59367B16C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19" name="Rectangle 51">
              <a:extLst>
                <a:ext uri="{FF2B5EF4-FFF2-40B4-BE49-F238E27FC236}">
                  <a16:creationId xmlns:a16="http://schemas.microsoft.com/office/drawing/2014/main" id="{42D1E1F9-0215-B7FE-5C51-5BE07F1A6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3820" name="Rectangle 52">
              <a:extLst>
                <a:ext uri="{FF2B5EF4-FFF2-40B4-BE49-F238E27FC236}">
                  <a16:creationId xmlns:a16="http://schemas.microsoft.com/office/drawing/2014/main" id="{FE7A203E-FBF2-F33F-F76A-393B1B7FB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408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4B840A7B-3B3E-AA59-1B62-F23E85D68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Growable Array-based Queue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5F664E44-3874-61F5-361B-1555ABDBD3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79968" y="1565787"/>
            <a:ext cx="7391400" cy="4191000"/>
          </a:xfrm>
        </p:spPr>
        <p:txBody>
          <a:bodyPr/>
          <a:lstStyle/>
          <a:p>
            <a:pPr eaLnBrk="1" hangingPunct="1"/>
            <a:r>
              <a:rPr lang="en-US" altLang="en-US" sz="2200" dirty="0"/>
              <a:t>In an </a:t>
            </a:r>
            <a:r>
              <a:rPr lang="en-US" altLang="en-US" sz="2200" b="1" dirty="0"/>
              <a:t>enqueue</a:t>
            </a:r>
            <a:r>
              <a:rPr lang="en-US" altLang="en-US" sz="2200" dirty="0"/>
              <a:t> operation, when the array is full, instead of throwing an exception, we can replace the array with a larger one</a:t>
            </a:r>
          </a:p>
          <a:p>
            <a:pPr eaLnBrk="1" hangingPunct="1"/>
            <a:endParaRPr lang="en-US" altLang="en-US" sz="2200" dirty="0"/>
          </a:p>
          <a:p>
            <a:pPr eaLnBrk="1" hangingPunct="1"/>
            <a:r>
              <a:rPr lang="en-US" altLang="en-US" sz="2200" dirty="0"/>
              <a:t>Similar to what we did for an array-based stack</a:t>
            </a:r>
          </a:p>
          <a:p>
            <a:pPr eaLnBrk="1" hangingPunct="1"/>
            <a:endParaRPr lang="en-US" altLang="en-US" sz="2200" dirty="0"/>
          </a:p>
          <a:p>
            <a:pPr eaLnBrk="1" hangingPunct="1"/>
            <a:r>
              <a:rPr lang="en-US" altLang="en-US" sz="2200" dirty="0"/>
              <a:t>The </a:t>
            </a:r>
            <a:r>
              <a:rPr lang="en-US" altLang="en-US" sz="2200" b="1" dirty="0"/>
              <a:t>enqueue</a:t>
            </a:r>
            <a:r>
              <a:rPr lang="en-US" altLang="en-US" sz="2200" dirty="0"/>
              <a:t> operation has amortized running time </a:t>
            </a:r>
          </a:p>
          <a:p>
            <a:pPr lvl="1" eaLnBrk="1" hangingPunct="1"/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1800" dirty="0"/>
              <a:t> with the incremental strategy </a:t>
            </a:r>
          </a:p>
          <a:p>
            <a:pPr lvl="1" eaLnBrk="1" hangingPunct="1"/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(1)</a:t>
            </a:r>
            <a:r>
              <a:rPr lang="en-US" altLang="en-US" sz="1800" dirty="0"/>
              <a:t> with the doubling strategy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90C430EA-B7E6-8BD3-5893-036D838278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8676" y="176981"/>
            <a:ext cx="3953659" cy="50144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The Vector ADT</a:t>
            </a:r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87CC1FA0-C643-87B9-668A-60CEA9B6CD9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762000" y="1270000"/>
            <a:ext cx="3581400" cy="4495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</a:t>
            </a:r>
            <a:r>
              <a:rPr lang="en-US" altLang="en-US" sz="2000" dirty="0">
                <a:solidFill>
                  <a:schemeClr val="tx2"/>
                </a:solidFill>
              </a:rPr>
              <a:t>Vector</a:t>
            </a:r>
            <a:r>
              <a:rPr lang="en-US" altLang="en-US" sz="2000" dirty="0"/>
              <a:t> ADT extends the notion of array by storing a sequence of arbitrary objects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An element can be accessed, inserted or removed by specifying its </a:t>
            </a:r>
            <a:r>
              <a:rPr lang="en-US" altLang="en-US" sz="2000" i="1" dirty="0">
                <a:solidFill>
                  <a:srgbClr val="C00000"/>
                </a:solidFill>
              </a:rPr>
              <a:t>rank</a:t>
            </a:r>
            <a:r>
              <a:rPr lang="en-US" altLang="en-US" sz="2000" dirty="0"/>
              <a:t> (number of elements preceding it)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An exception is thrown if an incorrect rank is specified (e.g., a negative rank)</a:t>
            </a:r>
          </a:p>
        </p:txBody>
      </p:sp>
      <p:sp>
        <p:nvSpPr>
          <p:cNvPr id="35843" name="Rectangle 4">
            <a:extLst>
              <a:ext uri="{FF2B5EF4-FFF2-40B4-BE49-F238E27FC236}">
                <a16:creationId xmlns:a16="http://schemas.microsoft.com/office/drawing/2014/main" id="{FB82AC9D-6861-0C33-70AB-9603C6F0C79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702277" y="928329"/>
            <a:ext cx="4800600" cy="4800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Main vector operations: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object </a:t>
            </a:r>
            <a:r>
              <a:rPr lang="en-US" altLang="en-US" sz="1600" b="1" dirty="0" err="1">
                <a:solidFill>
                  <a:schemeClr val="tx2"/>
                </a:solidFill>
              </a:rPr>
              <a:t>elemAtRank</a:t>
            </a:r>
            <a:r>
              <a:rPr lang="en-US" altLang="en-US" sz="1600" dirty="0"/>
              <a:t>(integer r): returns the element at rank r without removing 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object </a:t>
            </a:r>
            <a:r>
              <a:rPr lang="en-US" altLang="en-US" sz="1600" b="1" dirty="0" err="1">
                <a:solidFill>
                  <a:schemeClr val="tx2"/>
                </a:solidFill>
              </a:rPr>
              <a:t>replaceAtRank</a:t>
            </a:r>
            <a:r>
              <a:rPr lang="en-US" altLang="en-US" sz="1600" dirty="0"/>
              <a:t>(integer r, object o): replace the element at rank with o and return the old element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b="1" dirty="0" err="1">
                <a:solidFill>
                  <a:schemeClr val="tx2"/>
                </a:solidFill>
              </a:rPr>
              <a:t>insertAtRank</a:t>
            </a:r>
            <a:r>
              <a:rPr lang="en-US" altLang="en-US" sz="1600" dirty="0"/>
              <a:t>(integer r, object o): insert a new element o to have rank 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dirty="0"/>
              <a:t>object </a:t>
            </a:r>
            <a:r>
              <a:rPr lang="en-US" altLang="en-US" sz="1600" b="1" dirty="0" err="1">
                <a:solidFill>
                  <a:schemeClr val="tx2"/>
                </a:solidFill>
              </a:rPr>
              <a:t>removeAtRank</a:t>
            </a:r>
            <a:r>
              <a:rPr lang="en-US" altLang="en-US" sz="1600" dirty="0"/>
              <a:t>(integer r): removes and returns the element at rank r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Additional operations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b="1" dirty="0">
                <a:solidFill>
                  <a:schemeClr val="tx2"/>
                </a:solidFill>
              </a:rPr>
              <a:t>size</a:t>
            </a:r>
            <a:r>
              <a:rPr lang="en-US" altLang="en-US" sz="1600" dirty="0"/>
              <a:t>() and </a:t>
            </a:r>
            <a:r>
              <a:rPr lang="en-US" altLang="en-US" sz="1600" b="1" dirty="0" err="1">
                <a:solidFill>
                  <a:schemeClr val="tx2"/>
                </a:solidFill>
              </a:rPr>
              <a:t>isEmpty</a:t>
            </a:r>
            <a:r>
              <a:rPr lang="en-US" altLang="en-US" sz="1600" dirty="0"/>
              <a:t>()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5AFBF051-E90D-50A1-311E-66C86F8118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0354" y="179439"/>
            <a:ext cx="8596668" cy="38345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 dirty="0"/>
              <a:t>Array-based Vector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5EEAAEE5-7776-DB33-0D50-5F2E8D59C5D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219200" y="769374"/>
            <a:ext cx="7467600" cy="22098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Use an array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2000" dirty="0"/>
              <a:t> of size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 variable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/>
              <a:t> keeps track of the size of the vector (number of elements stored)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Operation </a:t>
            </a:r>
            <a:r>
              <a:rPr lang="en-US" altLang="en-US" sz="20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elemAtRank</a:t>
            </a:r>
            <a:r>
              <a:rPr lang="en-US" altLang="en-US" sz="2000" dirty="0"/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r</a:t>
            </a:r>
            <a:r>
              <a:rPr lang="en-US" altLang="en-US" sz="2000" dirty="0"/>
              <a:t>) is implemented in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(1)</a:t>
            </a:r>
            <a:r>
              <a:rPr lang="en-US" altLang="en-US" sz="2000" dirty="0"/>
              <a:t> time by returning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2000" dirty="0">
                <a:latin typeface="Times New Roman" panose="02020603050405020304" pitchFamily="18" charset="0"/>
              </a:rPr>
              <a:t>[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r</a:t>
            </a:r>
            <a:r>
              <a:rPr lang="en-US" altLang="en-US" sz="2000" dirty="0">
                <a:latin typeface="Times New Roman" panose="02020603050405020304" pitchFamily="18" charset="0"/>
              </a:rPr>
              <a:t>]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8F3C0A1-BEF0-FC59-231F-AB597BB7F8ED}"/>
              </a:ext>
            </a:extLst>
          </p:cNvPr>
          <p:cNvGrpSpPr/>
          <p:nvPr/>
        </p:nvGrpSpPr>
        <p:grpSpPr>
          <a:xfrm>
            <a:off x="1868130" y="4269658"/>
            <a:ext cx="5638799" cy="766207"/>
            <a:chOff x="3048001" y="4495800"/>
            <a:chExt cx="5638799" cy="766207"/>
          </a:xfrm>
        </p:grpSpPr>
        <p:sp>
          <p:nvSpPr>
            <p:cNvPr id="36867" name="Rectangle 4">
              <a:extLst>
                <a:ext uri="{FF2B5EF4-FFF2-40B4-BE49-F238E27FC236}">
                  <a16:creationId xmlns:a16="http://schemas.microsoft.com/office/drawing/2014/main" id="{10830FF6-7A13-DA67-BAE9-9AB16E86C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1" y="4495800"/>
              <a:ext cx="2968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V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6868" name="Rectangle 5">
              <a:extLst>
                <a:ext uri="{FF2B5EF4-FFF2-40B4-BE49-F238E27FC236}">
                  <a16:creationId xmlns:a16="http://schemas.microsoft.com/office/drawing/2014/main" id="{5CFDDA53-BBC8-79AE-51BF-21CC1646A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1400" y="4884738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6869" name="Rectangle 6">
              <a:extLst>
                <a:ext uri="{FF2B5EF4-FFF2-40B4-BE49-F238E27FC236}">
                  <a16:creationId xmlns:a16="http://schemas.microsoft.com/office/drawing/2014/main" id="{504E7D03-0F2B-4813-D4D1-2B488C409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4884738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6870" name="Rectangle 7">
              <a:extLst>
                <a:ext uri="{FF2B5EF4-FFF2-40B4-BE49-F238E27FC236}">
                  <a16:creationId xmlns:a16="http://schemas.microsoft.com/office/drawing/2014/main" id="{E33118AF-C174-F8DC-7C99-07C3239C2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4884738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6871" name="Rectangle 8">
              <a:extLst>
                <a:ext uri="{FF2B5EF4-FFF2-40B4-BE49-F238E27FC236}">
                  <a16:creationId xmlns:a16="http://schemas.microsoft.com/office/drawing/2014/main" id="{6B31898C-14AC-4969-A4CD-E964D859F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1" y="4884738"/>
              <a:ext cx="282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n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6872" name="Rectangle 9">
              <a:extLst>
                <a:ext uri="{FF2B5EF4-FFF2-40B4-BE49-F238E27FC236}">
                  <a16:creationId xmlns:a16="http://schemas.microsoft.com/office/drawing/2014/main" id="{B40CEF09-F3E9-5BC9-D71B-DF4F50817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0" y="4572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6873" name="Rectangle 10">
              <a:extLst>
                <a:ext uri="{FF2B5EF4-FFF2-40B4-BE49-F238E27FC236}">
                  <a16:creationId xmlns:a16="http://schemas.microsoft.com/office/drawing/2014/main" id="{A473AC97-B074-BEE3-70A2-273648100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572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6874" name="Rectangle 11">
              <a:extLst>
                <a:ext uri="{FF2B5EF4-FFF2-40B4-BE49-F238E27FC236}">
                  <a16:creationId xmlns:a16="http://schemas.microsoft.com/office/drawing/2014/main" id="{E4FC191D-3DCE-805C-76DB-3C48BC1C5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4572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6875" name="Rectangle 12">
              <a:extLst>
                <a:ext uri="{FF2B5EF4-FFF2-40B4-BE49-F238E27FC236}">
                  <a16:creationId xmlns:a16="http://schemas.microsoft.com/office/drawing/2014/main" id="{E42CD299-FDEE-651E-C9BE-8F8648DD9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4572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6876" name="Rectangle 13">
              <a:extLst>
                <a:ext uri="{FF2B5EF4-FFF2-40B4-BE49-F238E27FC236}">
                  <a16:creationId xmlns:a16="http://schemas.microsoft.com/office/drawing/2014/main" id="{E0682DD5-4A71-7AD8-8E68-0980C2DB5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4572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6877" name="Rectangle 14">
              <a:extLst>
                <a:ext uri="{FF2B5EF4-FFF2-40B4-BE49-F238E27FC236}">
                  <a16:creationId xmlns:a16="http://schemas.microsoft.com/office/drawing/2014/main" id="{D4636397-0C09-6F03-CBC2-DE836F7E3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4572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6878" name="Rectangle 15">
              <a:extLst>
                <a:ext uri="{FF2B5EF4-FFF2-40B4-BE49-F238E27FC236}">
                  <a16:creationId xmlns:a16="http://schemas.microsoft.com/office/drawing/2014/main" id="{34EA9EC1-9378-67A3-9E83-412994A8E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4572000"/>
              <a:ext cx="304800" cy="304800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6879" name="Rectangle 16">
              <a:extLst>
                <a:ext uri="{FF2B5EF4-FFF2-40B4-BE49-F238E27FC236}">
                  <a16:creationId xmlns:a16="http://schemas.microsoft.com/office/drawing/2014/main" id="{FCD16A41-A75C-680B-479D-75B28BB05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800" y="4572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6880" name="Rectangle 17">
              <a:extLst>
                <a:ext uri="{FF2B5EF4-FFF2-40B4-BE49-F238E27FC236}">
                  <a16:creationId xmlns:a16="http://schemas.microsoft.com/office/drawing/2014/main" id="{A0538E5F-B396-4A7A-4C7E-0DA99FABF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4572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6881" name="Rectangle 18">
              <a:extLst>
                <a:ext uri="{FF2B5EF4-FFF2-40B4-BE49-F238E27FC236}">
                  <a16:creationId xmlns:a16="http://schemas.microsoft.com/office/drawing/2014/main" id="{46AC7F0A-4516-45D5-5486-16E4F532D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0" y="4572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6882" name="Rectangle 19">
              <a:extLst>
                <a:ext uri="{FF2B5EF4-FFF2-40B4-BE49-F238E27FC236}">
                  <a16:creationId xmlns:a16="http://schemas.microsoft.com/office/drawing/2014/main" id="{4B5623E6-7837-C989-EF40-A172B0A78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4572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6883" name="Rectangle 20">
              <a:extLst>
                <a:ext uri="{FF2B5EF4-FFF2-40B4-BE49-F238E27FC236}">
                  <a16:creationId xmlns:a16="http://schemas.microsoft.com/office/drawing/2014/main" id="{C7548F7A-313F-627E-B8A7-3923E6B59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0" y="45720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6884" name="Rectangle 21">
              <a:extLst>
                <a:ext uri="{FF2B5EF4-FFF2-40B4-BE49-F238E27FC236}">
                  <a16:creationId xmlns:a16="http://schemas.microsoft.com/office/drawing/2014/main" id="{A60F577E-56F2-5A60-5CFD-8509DEB76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5720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6885" name="Rectangle 22">
              <a:extLst>
                <a:ext uri="{FF2B5EF4-FFF2-40B4-BE49-F238E27FC236}">
                  <a16:creationId xmlns:a16="http://schemas.microsoft.com/office/drawing/2014/main" id="{0DDC5A4F-88B8-D25F-B136-46FA1C82E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45720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6886" name="Rectangle 23">
              <a:extLst>
                <a:ext uri="{FF2B5EF4-FFF2-40B4-BE49-F238E27FC236}">
                  <a16:creationId xmlns:a16="http://schemas.microsoft.com/office/drawing/2014/main" id="{76212F9E-3F5D-98CD-CE77-8A5FF183C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2400" y="45720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6887" name="Rectangle 24">
              <a:extLst>
                <a:ext uri="{FF2B5EF4-FFF2-40B4-BE49-F238E27FC236}">
                  <a16:creationId xmlns:a16="http://schemas.microsoft.com/office/drawing/2014/main" id="{C58AA1C3-E682-25FC-9D37-D5610F4CB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45720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6888" name="Rectangle 25">
              <a:extLst>
                <a:ext uri="{FF2B5EF4-FFF2-40B4-BE49-F238E27FC236}">
                  <a16:creationId xmlns:a16="http://schemas.microsoft.com/office/drawing/2014/main" id="{6C4BDE8D-88A0-E296-F3EC-B618EC4D8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45720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6889" name="Rectangle 26">
              <a:extLst>
                <a:ext uri="{FF2B5EF4-FFF2-40B4-BE49-F238E27FC236}">
                  <a16:creationId xmlns:a16="http://schemas.microsoft.com/office/drawing/2014/main" id="{2DA3DAA5-FBF6-F7B7-7857-0037B14A8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1" y="4892675"/>
              <a:ext cx="282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39862554-DACB-1FD9-77A4-F4A574E69A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Insertion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1B5E67DE-903E-605F-6D24-28D28CC6D1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7300" y="1255435"/>
            <a:ext cx="7239000" cy="15240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In operation </a:t>
            </a:r>
            <a:r>
              <a:rPr lang="en-US" altLang="en-US" sz="20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insertAtRank</a:t>
            </a:r>
            <a:r>
              <a:rPr lang="en-US" altLang="en-US" sz="2000" dirty="0"/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r</a:t>
            </a:r>
            <a:r>
              <a:rPr lang="en-US" altLang="en-US" sz="2000" b="1" dirty="0">
                <a:latin typeface="Times New Roman" panose="02020603050405020304" pitchFamily="18" charset="0"/>
              </a:rPr>
              <a:t>,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o</a:t>
            </a:r>
            <a:r>
              <a:rPr lang="en-US" altLang="en-US" sz="2000" dirty="0"/>
              <a:t>), we need to make room for the new element by shifting forward the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 </a:t>
            </a:r>
            <a:r>
              <a:rPr lang="en-US" altLang="en-US" sz="2000" dirty="0">
                <a:latin typeface="Symbol" pitchFamily="2" charset="2"/>
              </a:rPr>
              <a:t>-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r</a:t>
            </a:r>
            <a:r>
              <a:rPr lang="en-US" altLang="en-US" sz="2000" dirty="0"/>
              <a:t> elements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2000" dirty="0">
                <a:latin typeface="Times New Roman" panose="02020603050405020304" pitchFamily="18" charset="0"/>
              </a:rPr>
              <a:t>[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r</a:t>
            </a:r>
            <a:r>
              <a:rPr lang="en-US" altLang="en-US" sz="2000" dirty="0">
                <a:latin typeface="Times New Roman" panose="02020603050405020304" pitchFamily="18" charset="0"/>
              </a:rPr>
              <a:t>], …,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2000" dirty="0">
                <a:latin typeface="Times New Roman" panose="02020603050405020304" pitchFamily="18" charset="0"/>
              </a:rPr>
              <a:t>[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 </a:t>
            </a:r>
            <a:r>
              <a:rPr lang="en-US" altLang="en-US" sz="2000" dirty="0">
                <a:latin typeface="Symbol" pitchFamily="2" charset="2"/>
              </a:rPr>
              <a:t>-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1]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In the worst case 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r </a:t>
            </a:r>
            <a:r>
              <a:rPr lang="en-US" altLang="en-US" sz="2000" dirty="0">
                <a:latin typeface="Symbol" pitchFamily="2" charset="2"/>
              </a:rPr>
              <a:t>=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0</a:t>
            </a:r>
            <a:r>
              <a:rPr lang="en-US" altLang="en-US" sz="2000" dirty="0"/>
              <a:t>), this takes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time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B0F5475-7990-4E8A-39A2-750913CBA8B4}"/>
              </a:ext>
            </a:extLst>
          </p:cNvPr>
          <p:cNvGrpSpPr/>
          <p:nvPr/>
        </p:nvGrpSpPr>
        <p:grpSpPr>
          <a:xfrm>
            <a:off x="2156268" y="3089787"/>
            <a:ext cx="5638799" cy="2595007"/>
            <a:chOff x="3352801" y="3581400"/>
            <a:chExt cx="5638799" cy="2595007"/>
          </a:xfrm>
        </p:grpSpPr>
        <p:sp>
          <p:nvSpPr>
            <p:cNvPr id="37891" name="Rectangle 4">
              <a:extLst>
                <a:ext uri="{FF2B5EF4-FFF2-40B4-BE49-F238E27FC236}">
                  <a16:creationId xmlns:a16="http://schemas.microsoft.com/office/drawing/2014/main" id="{41A36FED-1148-EBC8-19D3-AFBDD30C0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1" y="3581400"/>
              <a:ext cx="2968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V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7892" name="Rectangle 5">
              <a:extLst>
                <a:ext uri="{FF2B5EF4-FFF2-40B4-BE49-F238E27FC236}">
                  <a16:creationId xmlns:a16="http://schemas.microsoft.com/office/drawing/2014/main" id="{7041A774-E69A-4BBD-A5A2-9D5F1A89B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3970338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7893" name="Rectangle 6">
              <a:extLst>
                <a:ext uri="{FF2B5EF4-FFF2-40B4-BE49-F238E27FC236}">
                  <a16:creationId xmlns:a16="http://schemas.microsoft.com/office/drawing/2014/main" id="{25010B64-C6CD-EF78-59C8-F45650944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3970338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7894" name="Rectangle 7">
              <a:extLst>
                <a:ext uri="{FF2B5EF4-FFF2-40B4-BE49-F238E27FC236}">
                  <a16:creationId xmlns:a16="http://schemas.microsoft.com/office/drawing/2014/main" id="{19A8DFE2-7626-B64B-94FB-A1B946C52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3970338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7895" name="Rectangle 8">
              <a:extLst>
                <a:ext uri="{FF2B5EF4-FFF2-40B4-BE49-F238E27FC236}">
                  <a16:creationId xmlns:a16="http://schemas.microsoft.com/office/drawing/2014/main" id="{E824A16D-703C-1958-17D1-EDDAD6893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1" y="3970338"/>
              <a:ext cx="282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n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7896" name="Rectangle 9">
              <a:extLst>
                <a:ext uri="{FF2B5EF4-FFF2-40B4-BE49-F238E27FC236}">
                  <a16:creationId xmlns:a16="http://schemas.microsoft.com/office/drawing/2014/main" id="{E230FA3B-4B14-B8A0-D0E9-B7F58D840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657600"/>
              <a:ext cx="304800" cy="304800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7897" name="Rectangle 10">
              <a:extLst>
                <a:ext uri="{FF2B5EF4-FFF2-40B4-BE49-F238E27FC236}">
                  <a16:creationId xmlns:a16="http://schemas.microsoft.com/office/drawing/2014/main" id="{A18FF1BE-47C8-F188-4AB9-69A244D69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3657600"/>
              <a:ext cx="304800" cy="304800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898" name="Rectangle 11">
              <a:extLst>
                <a:ext uri="{FF2B5EF4-FFF2-40B4-BE49-F238E27FC236}">
                  <a16:creationId xmlns:a16="http://schemas.microsoft.com/office/drawing/2014/main" id="{370F09E6-E529-F05A-EBC2-E517C2C8A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3657600"/>
              <a:ext cx="304800" cy="304800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899" name="Rectangle 12">
              <a:extLst>
                <a:ext uri="{FF2B5EF4-FFF2-40B4-BE49-F238E27FC236}">
                  <a16:creationId xmlns:a16="http://schemas.microsoft.com/office/drawing/2014/main" id="{03703AE3-984E-3137-B2DD-6193C5D46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3657600"/>
              <a:ext cx="304800" cy="304800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00" name="Rectangle 13">
              <a:extLst>
                <a:ext uri="{FF2B5EF4-FFF2-40B4-BE49-F238E27FC236}">
                  <a16:creationId xmlns:a16="http://schemas.microsoft.com/office/drawing/2014/main" id="{6B1DADD3-91AD-8C7E-6CEC-9576CA351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3657600"/>
              <a:ext cx="304800" cy="304800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01" name="Rectangle 14">
              <a:extLst>
                <a:ext uri="{FF2B5EF4-FFF2-40B4-BE49-F238E27FC236}">
                  <a16:creationId xmlns:a16="http://schemas.microsoft.com/office/drawing/2014/main" id="{D109DF17-4D37-B2E4-B148-78EA1BE12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3657600"/>
              <a:ext cx="304800" cy="304800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02" name="Rectangle 15">
              <a:extLst>
                <a:ext uri="{FF2B5EF4-FFF2-40B4-BE49-F238E27FC236}">
                  <a16:creationId xmlns:a16="http://schemas.microsoft.com/office/drawing/2014/main" id="{5EA353E1-02F2-E1B2-1807-75064EC88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800" y="36576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7903" name="Rectangle 16">
              <a:extLst>
                <a:ext uri="{FF2B5EF4-FFF2-40B4-BE49-F238E27FC236}">
                  <a16:creationId xmlns:a16="http://schemas.microsoft.com/office/drawing/2014/main" id="{C1B85690-5969-915C-27AA-710308BBA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36576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04" name="Rectangle 17">
              <a:extLst>
                <a:ext uri="{FF2B5EF4-FFF2-40B4-BE49-F238E27FC236}">
                  <a16:creationId xmlns:a16="http://schemas.microsoft.com/office/drawing/2014/main" id="{A3B455A4-F6C4-98A0-A2B4-AC1FD9D007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0" y="36576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05" name="Rectangle 18">
              <a:extLst>
                <a:ext uri="{FF2B5EF4-FFF2-40B4-BE49-F238E27FC236}">
                  <a16:creationId xmlns:a16="http://schemas.microsoft.com/office/drawing/2014/main" id="{C93C69C3-FC59-B9D9-5FE1-1348FB857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36576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06" name="Rectangle 19">
              <a:extLst>
                <a:ext uri="{FF2B5EF4-FFF2-40B4-BE49-F238E27FC236}">
                  <a16:creationId xmlns:a16="http://schemas.microsoft.com/office/drawing/2014/main" id="{F8F8B363-42AD-E813-D870-2FD8B7C05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0" y="36576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07" name="Rectangle 20">
              <a:extLst>
                <a:ext uri="{FF2B5EF4-FFF2-40B4-BE49-F238E27FC236}">
                  <a16:creationId xmlns:a16="http://schemas.microsoft.com/office/drawing/2014/main" id="{25ADB811-5744-EA59-F9F6-812774FA1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36576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08" name="Rectangle 21">
              <a:extLst>
                <a:ext uri="{FF2B5EF4-FFF2-40B4-BE49-F238E27FC236}">
                  <a16:creationId xmlns:a16="http://schemas.microsoft.com/office/drawing/2014/main" id="{201A703E-A823-2B85-FE35-FA47F268C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36576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09" name="Rectangle 22">
              <a:extLst>
                <a:ext uri="{FF2B5EF4-FFF2-40B4-BE49-F238E27FC236}">
                  <a16:creationId xmlns:a16="http://schemas.microsoft.com/office/drawing/2014/main" id="{92EFE37D-9384-63CF-D11D-A21C07F51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2400" y="36576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10" name="Rectangle 23">
              <a:extLst>
                <a:ext uri="{FF2B5EF4-FFF2-40B4-BE49-F238E27FC236}">
                  <a16:creationId xmlns:a16="http://schemas.microsoft.com/office/drawing/2014/main" id="{4BE796E2-A0FE-78D0-1E75-5C82CE463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36576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11" name="Rectangle 24">
              <a:extLst>
                <a:ext uri="{FF2B5EF4-FFF2-40B4-BE49-F238E27FC236}">
                  <a16:creationId xmlns:a16="http://schemas.microsoft.com/office/drawing/2014/main" id="{A222E524-162E-AE77-E5FC-9721EC447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36576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12" name="Rectangle 25">
              <a:extLst>
                <a:ext uri="{FF2B5EF4-FFF2-40B4-BE49-F238E27FC236}">
                  <a16:creationId xmlns:a16="http://schemas.microsoft.com/office/drawing/2014/main" id="{B371EECC-7A03-7284-0A34-E3FB1FDCA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6800" y="36576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13" name="Rectangle 26">
              <a:extLst>
                <a:ext uri="{FF2B5EF4-FFF2-40B4-BE49-F238E27FC236}">
                  <a16:creationId xmlns:a16="http://schemas.microsoft.com/office/drawing/2014/main" id="{00A07C99-4CFE-F97F-2DAE-C9AD6E4DE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801" y="3978275"/>
              <a:ext cx="282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7914" name="Rectangle 27">
              <a:extLst>
                <a:ext uri="{FF2B5EF4-FFF2-40B4-BE49-F238E27FC236}">
                  <a16:creationId xmlns:a16="http://schemas.microsoft.com/office/drawing/2014/main" id="{633047E8-37C4-7E18-297B-C71B5F248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1" y="4495800"/>
              <a:ext cx="2968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V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7915" name="Rectangle 28">
              <a:extLst>
                <a:ext uri="{FF2B5EF4-FFF2-40B4-BE49-F238E27FC236}">
                  <a16:creationId xmlns:a16="http://schemas.microsoft.com/office/drawing/2014/main" id="{FD141633-0491-36D7-5FDC-1F8D5BCFF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4884738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7916" name="Rectangle 29">
              <a:extLst>
                <a:ext uri="{FF2B5EF4-FFF2-40B4-BE49-F238E27FC236}">
                  <a16:creationId xmlns:a16="http://schemas.microsoft.com/office/drawing/2014/main" id="{C8297AA9-54BE-6E40-902B-9A1C93A06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4884738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7917" name="Rectangle 30">
              <a:extLst>
                <a:ext uri="{FF2B5EF4-FFF2-40B4-BE49-F238E27FC236}">
                  <a16:creationId xmlns:a16="http://schemas.microsoft.com/office/drawing/2014/main" id="{768C3CBF-E42E-219E-0D26-A8F2125E8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4884738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7918" name="Rectangle 31">
              <a:extLst>
                <a:ext uri="{FF2B5EF4-FFF2-40B4-BE49-F238E27FC236}">
                  <a16:creationId xmlns:a16="http://schemas.microsoft.com/office/drawing/2014/main" id="{434A6A8B-37A8-4A9D-0E0D-D93DB706C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1" y="4884738"/>
              <a:ext cx="282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n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7919" name="Rectangle 32">
              <a:extLst>
                <a:ext uri="{FF2B5EF4-FFF2-40B4-BE49-F238E27FC236}">
                  <a16:creationId xmlns:a16="http://schemas.microsoft.com/office/drawing/2014/main" id="{8C507C88-D345-D5EE-1A89-F03612243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572000"/>
              <a:ext cx="304800" cy="304800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7920" name="Rectangle 33">
              <a:extLst>
                <a:ext uri="{FF2B5EF4-FFF2-40B4-BE49-F238E27FC236}">
                  <a16:creationId xmlns:a16="http://schemas.microsoft.com/office/drawing/2014/main" id="{CFD9DE42-508B-9A4C-C212-FE9330E4C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4572000"/>
              <a:ext cx="304800" cy="304800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21" name="Rectangle 34">
              <a:extLst>
                <a:ext uri="{FF2B5EF4-FFF2-40B4-BE49-F238E27FC236}">
                  <a16:creationId xmlns:a16="http://schemas.microsoft.com/office/drawing/2014/main" id="{594B10E4-01E3-974D-66D4-F5AB1807D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4572000"/>
              <a:ext cx="304800" cy="304800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22" name="Rectangle 35">
              <a:extLst>
                <a:ext uri="{FF2B5EF4-FFF2-40B4-BE49-F238E27FC236}">
                  <a16:creationId xmlns:a16="http://schemas.microsoft.com/office/drawing/2014/main" id="{3EAA7109-2C51-89A1-0F75-514E9859B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4572000"/>
              <a:ext cx="304800" cy="304800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23" name="Rectangle 36">
              <a:extLst>
                <a:ext uri="{FF2B5EF4-FFF2-40B4-BE49-F238E27FC236}">
                  <a16:creationId xmlns:a16="http://schemas.microsoft.com/office/drawing/2014/main" id="{089EFBE0-495F-EEDD-6862-4FCAC87EB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4572000"/>
              <a:ext cx="304800" cy="304800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24" name="Rectangle 37">
              <a:extLst>
                <a:ext uri="{FF2B5EF4-FFF2-40B4-BE49-F238E27FC236}">
                  <a16:creationId xmlns:a16="http://schemas.microsoft.com/office/drawing/2014/main" id="{585AD4AE-4AB0-51A9-53F4-89F1766FA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4572000"/>
              <a:ext cx="304800" cy="304800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25" name="Rectangle 38">
              <a:extLst>
                <a:ext uri="{FF2B5EF4-FFF2-40B4-BE49-F238E27FC236}">
                  <a16:creationId xmlns:a16="http://schemas.microsoft.com/office/drawing/2014/main" id="{B327161A-CF52-7779-F0C3-64B7BA1F2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800" y="45720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7926" name="Rectangle 39">
              <a:extLst>
                <a:ext uri="{FF2B5EF4-FFF2-40B4-BE49-F238E27FC236}">
                  <a16:creationId xmlns:a16="http://schemas.microsoft.com/office/drawing/2014/main" id="{846F7C9C-AA16-4C56-4C9F-B440E2EC8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4572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27" name="Rectangle 40">
              <a:extLst>
                <a:ext uri="{FF2B5EF4-FFF2-40B4-BE49-F238E27FC236}">
                  <a16:creationId xmlns:a16="http://schemas.microsoft.com/office/drawing/2014/main" id="{FF4A83BE-B17B-9D2F-818F-B2FF8EEE9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0" y="4572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28" name="Rectangle 41">
              <a:extLst>
                <a:ext uri="{FF2B5EF4-FFF2-40B4-BE49-F238E27FC236}">
                  <a16:creationId xmlns:a16="http://schemas.microsoft.com/office/drawing/2014/main" id="{FDB30388-9C97-07AD-4085-82542B848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4572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29" name="Rectangle 42">
              <a:extLst>
                <a:ext uri="{FF2B5EF4-FFF2-40B4-BE49-F238E27FC236}">
                  <a16:creationId xmlns:a16="http://schemas.microsoft.com/office/drawing/2014/main" id="{C5DFE8B1-8C09-2001-D3EF-B0002B237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0" y="4572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30" name="Rectangle 43">
              <a:extLst>
                <a:ext uri="{FF2B5EF4-FFF2-40B4-BE49-F238E27FC236}">
                  <a16:creationId xmlns:a16="http://schemas.microsoft.com/office/drawing/2014/main" id="{9B046F44-2359-F6D4-900C-AD8712873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4572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31" name="Rectangle 44">
              <a:extLst>
                <a:ext uri="{FF2B5EF4-FFF2-40B4-BE49-F238E27FC236}">
                  <a16:creationId xmlns:a16="http://schemas.microsoft.com/office/drawing/2014/main" id="{8A6CC379-8398-4EA0-C920-D1013DE56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45720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32" name="Rectangle 45">
              <a:extLst>
                <a:ext uri="{FF2B5EF4-FFF2-40B4-BE49-F238E27FC236}">
                  <a16:creationId xmlns:a16="http://schemas.microsoft.com/office/drawing/2014/main" id="{7C6452F8-2386-3929-2F7D-D314BA2F3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2400" y="45720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33" name="Rectangle 46">
              <a:extLst>
                <a:ext uri="{FF2B5EF4-FFF2-40B4-BE49-F238E27FC236}">
                  <a16:creationId xmlns:a16="http://schemas.microsoft.com/office/drawing/2014/main" id="{46CE1D06-6124-6223-29D3-9F39DDC05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45720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34" name="Rectangle 47">
              <a:extLst>
                <a:ext uri="{FF2B5EF4-FFF2-40B4-BE49-F238E27FC236}">
                  <a16:creationId xmlns:a16="http://schemas.microsoft.com/office/drawing/2014/main" id="{7AB22799-1435-EA9C-2ABF-6984F1BD7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45720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35" name="Rectangle 48">
              <a:extLst>
                <a:ext uri="{FF2B5EF4-FFF2-40B4-BE49-F238E27FC236}">
                  <a16:creationId xmlns:a16="http://schemas.microsoft.com/office/drawing/2014/main" id="{8B973861-30FC-41A0-A1B7-1BCB9570B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6800" y="45720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36" name="Rectangle 49">
              <a:extLst>
                <a:ext uri="{FF2B5EF4-FFF2-40B4-BE49-F238E27FC236}">
                  <a16:creationId xmlns:a16="http://schemas.microsoft.com/office/drawing/2014/main" id="{7E879705-9E62-7842-C227-9892919D3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801" y="4892675"/>
              <a:ext cx="282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7937" name="Rectangle 50">
              <a:extLst>
                <a:ext uri="{FF2B5EF4-FFF2-40B4-BE49-F238E27FC236}">
                  <a16:creationId xmlns:a16="http://schemas.microsoft.com/office/drawing/2014/main" id="{1784F2D5-867E-01F8-CA9C-8014BCC82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1" y="5410200"/>
              <a:ext cx="2968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V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7938" name="Rectangle 51">
              <a:extLst>
                <a:ext uri="{FF2B5EF4-FFF2-40B4-BE49-F238E27FC236}">
                  <a16:creationId xmlns:a16="http://schemas.microsoft.com/office/drawing/2014/main" id="{D2F835A6-2A6E-092F-3FE3-4A0116D2B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6200" y="5799138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7939" name="Rectangle 52">
              <a:extLst>
                <a:ext uri="{FF2B5EF4-FFF2-40B4-BE49-F238E27FC236}">
                  <a16:creationId xmlns:a16="http://schemas.microsoft.com/office/drawing/2014/main" id="{42839798-A547-8E2A-D968-0B09976F9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5799138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7940" name="Rectangle 53">
              <a:extLst>
                <a:ext uri="{FF2B5EF4-FFF2-40B4-BE49-F238E27FC236}">
                  <a16:creationId xmlns:a16="http://schemas.microsoft.com/office/drawing/2014/main" id="{2B90561B-EBD1-0448-C980-238E2C47E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5799138"/>
              <a:ext cx="1538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7941" name="Rectangle 54">
              <a:extLst>
                <a:ext uri="{FF2B5EF4-FFF2-40B4-BE49-F238E27FC236}">
                  <a16:creationId xmlns:a16="http://schemas.microsoft.com/office/drawing/2014/main" id="{C4D71088-3390-B8E6-F503-D3EAA7F92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3001" y="5799138"/>
              <a:ext cx="282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n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7942" name="Rectangle 55">
              <a:extLst>
                <a:ext uri="{FF2B5EF4-FFF2-40B4-BE49-F238E27FC236}">
                  <a16:creationId xmlns:a16="http://schemas.microsoft.com/office/drawing/2014/main" id="{CFE9196B-70BF-C923-1074-ACE501353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5486400"/>
              <a:ext cx="304800" cy="304800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7943" name="Rectangle 56">
              <a:extLst>
                <a:ext uri="{FF2B5EF4-FFF2-40B4-BE49-F238E27FC236}">
                  <a16:creationId xmlns:a16="http://schemas.microsoft.com/office/drawing/2014/main" id="{64B3EF38-DDC0-2EE5-611F-8BCFD9884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800" y="5486400"/>
              <a:ext cx="304800" cy="304800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44" name="Rectangle 57">
              <a:extLst>
                <a:ext uri="{FF2B5EF4-FFF2-40B4-BE49-F238E27FC236}">
                  <a16:creationId xmlns:a16="http://schemas.microsoft.com/office/drawing/2014/main" id="{677DDCEB-4012-ECEE-5767-0FE3C5AA4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0" y="5486400"/>
              <a:ext cx="304800" cy="304800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45" name="Rectangle 58">
              <a:extLst>
                <a:ext uri="{FF2B5EF4-FFF2-40B4-BE49-F238E27FC236}">
                  <a16:creationId xmlns:a16="http://schemas.microsoft.com/office/drawing/2014/main" id="{DADD338A-5639-73C0-C53C-5C9CB2496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5486400"/>
              <a:ext cx="304800" cy="304800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46" name="Rectangle 59">
              <a:extLst>
                <a:ext uri="{FF2B5EF4-FFF2-40B4-BE49-F238E27FC236}">
                  <a16:creationId xmlns:a16="http://schemas.microsoft.com/office/drawing/2014/main" id="{6E6F21AB-A7FD-AEC3-0ACC-422D2B993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5486400"/>
              <a:ext cx="304800" cy="304800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47" name="Rectangle 60">
              <a:extLst>
                <a:ext uri="{FF2B5EF4-FFF2-40B4-BE49-F238E27FC236}">
                  <a16:creationId xmlns:a16="http://schemas.microsoft.com/office/drawing/2014/main" id="{0A4C0431-CEFC-4DBA-0FCB-3373C92BA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5486400"/>
              <a:ext cx="304800" cy="304800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48" name="Rectangle 61">
              <a:extLst>
                <a:ext uri="{FF2B5EF4-FFF2-40B4-BE49-F238E27FC236}">
                  <a16:creationId xmlns:a16="http://schemas.microsoft.com/office/drawing/2014/main" id="{A871663F-23A3-4A54-F389-3069042E5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800" y="5486400"/>
              <a:ext cx="304800" cy="304800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37949" name="Rectangle 62">
              <a:extLst>
                <a:ext uri="{FF2B5EF4-FFF2-40B4-BE49-F238E27FC236}">
                  <a16:creationId xmlns:a16="http://schemas.microsoft.com/office/drawing/2014/main" id="{68F6D82C-CAF5-9E3A-A2D4-D76B9985D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0" y="548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50" name="Rectangle 63">
              <a:extLst>
                <a:ext uri="{FF2B5EF4-FFF2-40B4-BE49-F238E27FC236}">
                  <a16:creationId xmlns:a16="http://schemas.microsoft.com/office/drawing/2014/main" id="{22BAE8AD-9170-1D7B-5E81-FA2E4C345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8400" y="548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51" name="Rectangle 64">
              <a:extLst>
                <a:ext uri="{FF2B5EF4-FFF2-40B4-BE49-F238E27FC236}">
                  <a16:creationId xmlns:a16="http://schemas.microsoft.com/office/drawing/2014/main" id="{453DFC33-8F77-8BDA-17C3-25D3CED42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548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52" name="Rectangle 65">
              <a:extLst>
                <a:ext uri="{FF2B5EF4-FFF2-40B4-BE49-F238E27FC236}">
                  <a16:creationId xmlns:a16="http://schemas.microsoft.com/office/drawing/2014/main" id="{2BBA8F93-9147-95BC-0357-F38E6C7D5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0" y="548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53" name="Rectangle 66">
              <a:extLst>
                <a:ext uri="{FF2B5EF4-FFF2-40B4-BE49-F238E27FC236}">
                  <a16:creationId xmlns:a16="http://schemas.microsoft.com/office/drawing/2014/main" id="{0CA570F2-9954-D716-0BC5-F8448F3F2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548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54" name="Rectangle 67">
              <a:extLst>
                <a:ext uri="{FF2B5EF4-FFF2-40B4-BE49-F238E27FC236}">
                  <a16:creationId xmlns:a16="http://schemas.microsoft.com/office/drawing/2014/main" id="{65CA65ED-9965-8500-54C3-41246D93A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54864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55" name="Rectangle 68">
              <a:extLst>
                <a:ext uri="{FF2B5EF4-FFF2-40B4-BE49-F238E27FC236}">
                  <a16:creationId xmlns:a16="http://schemas.microsoft.com/office/drawing/2014/main" id="{63514DA5-C94D-E8CC-297C-C843BA542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2400" y="54864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56" name="Rectangle 69">
              <a:extLst>
                <a:ext uri="{FF2B5EF4-FFF2-40B4-BE49-F238E27FC236}">
                  <a16:creationId xmlns:a16="http://schemas.microsoft.com/office/drawing/2014/main" id="{E20C86C1-1C28-0F7E-EAB8-3E87A2DA5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54864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57" name="Rectangle 70">
              <a:extLst>
                <a:ext uri="{FF2B5EF4-FFF2-40B4-BE49-F238E27FC236}">
                  <a16:creationId xmlns:a16="http://schemas.microsoft.com/office/drawing/2014/main" id="{FFE2AFE7-DE90-C33C-037B-2A74E19CE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54864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58" name="Rectangle 71">
              <a:extLst>
                <a:ext uri="{FF2B5EF4-FFF2-40B4-BE49-F238E27FC236}">
                  <a16:creationId xmlns:a16="http://schemas.microsoft.com/office/drawing/2014/main" id="{C66A682D-6433-2A2D-712D-A343648C0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6800" y="5486400"/>
              <a:ext cx="304800" cy="3048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7959" name="Rectangle 72">
              <a:extLst>
                <a:ext uri="{FF2B5EF4-FFF2-40B4-BE49-F238E27FC236}">
                  <a16:creationId xmlns:a16="http://schemas.microsoft.com/office/drawing/2014/main" id="{5CFC2E15-C716-D97B-3E46-9C60433A8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801" y="5807075"/>
              <a:ext cx="282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37960" name="AutoShape 73">
              <a:extLst>
                <a:ext uri="{FF2B5EF4-FFF2-40B4-BE49-F238E27FC236}">
                  <a16:creationId xmlns:a16="http://schemas.microsoft.com/office/drawing/2014/main" id="{F3ECC06A-E7E8-DA52-BFA9-A9A82F6FA860}"/>
                </a:ext>
              </a:extLst>
            </p:cNvPr>
            <p:cNvCxnSpPr>
              <a:cxnSpLocks noChangeShapeType="1"/>
              <a:stCxn id="37925" idx="0"/>
              <a:endCxn id="37926" idx="0"/>
            </p:cNvCxnSpPr>
            <p:nvPr/>
          </p:nvCxnSpPr>
          <p:spPr bwMode="auto">
            <a:xfrm rot="5400000" flipV="1">
              <a:off x="5942806" y="4401344"/>
              <a:ext cx="1588" cy="304800"/>
            </a:xfrm>
            <a:prstGeom prst="curvedConnector3">
              <a:avLst>
                <a:gd name="adj1" fmla="val -13200005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61" name="AutoShape 74">
              <a:extLst>
                <a:ext uri="{FF2B5EF4-FFF2-40B4-BE49-F238E27FC236}">
                  <a16:creationId xmlns:a16="http://schemas.microsoft.com/office/drawing/2014/main" id="{5BDAE59C-E49C-BB64-6D4F-F8CEA78B16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6247606" y="4420394"/>
              <a:ext cx="1588" cy="304800"/>
            </a:xfrm>
            <a:prstGeom prst="curvedConnector3">
              <a:avLst>
                <a:gd name="adj1" fmla="val -13200005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62" name="AutoShape 75">
              <a:extLst>
                <a:ext uri="{FF2B5EF4-FFF2-40B4-BE49-F238E27FC236}">
                  <a16:creationId xmlns:a16="http://schemas.microsoft.com/office/drawing/2014/main" id="{7F3764FB-97CD-F18C-6258-354478C6108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6552406" y="4420394"/>
              <a:ext cx="1588" cy="304800"/>
            </a:xfrm>
            <a:prstGeom prst="curvedConnector3">
              <a:avLst>
                <a:gd name="adj1" fmla="val -13200005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63" name="AutoShape 76">
              <a:extLst>
                <a:ext uri="{FF2B5EF4-FFF2-40B4-BE49-F238E27FC236}">
                  <a16:creationId xmlns:a16="http://schemas.microsoft.com/office/drawing/2014/main" id="{261CA249-DD95-2334-E804-0387AAA25F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6857206" y="4420394"/>
              <a:ext cx="1588" cy="304800"/>
            </a:xfrm>
            <a:prstGeom prst="curvedConnector3">
              <a:avLst>
                <a:gd name="adj1" fmla="val -13200005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64" name="AutoShape 77">
              <a:extLst>
                <a:ext uri="{FF2B5EF4-FFF2-40B4-BE49-F238E27FC236}">
                  <a16:creationId xmlns:a16="http://schemas.microsoft.com/office/drawing/2014/main" id="{24184B08-3FA8-B34F-BBA0-A410E3BD0F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7162006" y="4420394"/>
              <a:ext cx="1588" cy="304800"/>
            </a:xfrm>
            <a:prstGeom prst="curvedConnector3">
              <a:avLst>
                <a:gd name="adj1" fmla="val -13200005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6326B13F-56FE-1F33-9E2D-0A62310C99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Deletion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8547EA11-A4D5-57F0-ACAD-4869D2C300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19200" y="1155702"/>
            <a:ext cx="7772400" cy="1600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In operation </a:t>
            </a:r>
            <a:r>
              <a:rPr lang="en-US" altLang="en-US" sz="20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removeAtRank</a:t>
            </a:r>
            <a:r>
              <a:rPr lang="en-US" altLang="en-US" sz="2000" dirty="0"/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r</a:t>
            </a:r>
            <a:r>
              <a:rPr lang="en-US" altLang="en-US" sz="2000" dirty="0"/>
              <a:t>), we need to fill the hole left by the removed element by shifting backward the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 </a:t>
            </a:r>
            <a:r>
              <a:rPr lang="en-US" altLang="en-US" sz="2000" dirty="0">
                <a:latin typeface="Symbol" pitchFamily="2" charset="2"/>
              </a:rPr>
              <a:t>-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r </a:t>
            </a:r>
            <a:r>
              <a:rPr lang="en-US" altLang="en-US" sz="2000" dirty="0">
                <a:latin typeface="Symbol" pitchFamily="2" charset="2"/>
              </a:rPr>
              <a:t>-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1</a:t>
            </a:r>
            <a:r>
              <a:rPr lang="en-US" altLang="en-US" sz="2000" dirty="0"/>
              <a:t> elements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2000" dirty="0">
                <a:latin typeface="Times New Roman" panose="02020603050405020304" pitchFamily="18" charset="0"/>
              </a:rPr>
              <a:t>[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r </a:t>
            </a:r>
            <a:r>
              <a:rPr lang="en-US" altLang="en-US" sz="2000" dirty="0">
                <a:latin typeface="Symbol" pitchFamily="2" charset="2"/>
              </a:rPr>
              <a:t>+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1], …,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V</a:t>
            </a:r>
            <a:r>
              <a:rPr lang="en-US" altLang="en-US" sz="2000" dirty="0">
                <a:latin typeface="Times New Roman" panose="02020603050405020304" pitchFamily="18" charset="0"/>
              </a:rPr>
              <a:t>[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 </a:t>
            </a:r>
            <a:r>
              <a:rPr lang="en-US" altLang="en-US" sz="2000" dirty="0">
                <a:latin typeface="Symbol" pitchFamily="2" charset="2"/>
              </a:rPr>
              <a:t>-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1]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In the worst case 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r </a:t>
            </a:r>
            <a:r>
              <a:rPr lang="en-US" altLang="en-US" sz="2000" dirty="0">
                <a:latin typeface="Symbol" pitchFamily="2" charset="2"/>
              </a:rPr>
              <a:t>=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0</a:t>
            </a:r>
            <a:r>
              <a:rPr lang="en-US" altLang="en-US" sz="2000" dirty="0"/>
              <a:t>), this takes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time</a:t>
            </a:r>
          </a:p>
        </p:txBody>
      </p:sp>
      <p:grpSp>
        <p:nvGrpSpPr>
          <p:cNvPr id="38915" name="Group 4">
            <a:extLst>
              <a:ext uri="{FF2B5EF4-FFF2-40B4-BE49-F238E27FC236}">
                <a16:creationId xmlns:a16="http://schemas.microsoft.com/office/drawing/2014/main" id="{EB45E177-6E81-C786-FF36-D8A3BE6D1AA6}"/>
              </a:ext>
            </a:extLst>
          </p:cNvPr>
          <p:cNvGrpSpPr>
            <a:grpSpLocks/>
          </p:cNvGrpSpPr>
          <p:nvPr/>
        </p:nvGrpSpPr>
        <p:grpSpPr bwMode="auto">
          <a:xfrm>
            <a:off x="2069690" y="4874416"/>
            <a:ext cx="5638800" cy="766763"/>
            <a:chOff x="1248" y="2256"/>
            <a:chExt cx="3552" cy="483"/>
          </a:xfrm>
        </p:grpSpPr>
        <p:sp>
          <p:nvSpPr>
            <p:cNvPr id="38969" name="Rectangle 5">
              <a:extLst>
                <a:ext uri="{FF2B5EF4-FFF2-40B4-BE49-F238E27FC236}">
                  <a16:creationId xmlns:a16="http://schemas.microsoft.com/office/drawing/2014/main" id="{8D2C0C68-EB7A-19F5-B89B-10A6DAF32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256"/>
              <a:ext cx="1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V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70" name="Rectangle 6">
              <a:extLst>
                <a:ext uri="{FF2B5EF4-FFF2-40B4-BE49-F238E27FC236}">
                  <a16:creationId xmlns:a16="http://schemas.microsoft.com/office/drawing/2014/main" id="{3F71D3BE-98D8-E1E8-48D7-F4420F08E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50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71" name="Rectangle 7">
              <a:extLst>
                <a:ext uri="{FF2B5EF4-FFF2-40B4-BE49-F238E27FC236}">
                  <a16:creationId xmlns:a16="http://schemas.microsoft.com/office/drawing/2014/main" id="{15D0DA75-4CAC-C6E6-FBD0-097874241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50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72" name="Rectangle 8">
              <a:extLst>
                <a:ext uri="{FF2B5EF4-FFF2-40B4-BE49-F238E27FC236}">
                  <a16:creationId xmlns:a16="http://schemas.microsoft.com/office/drawing/2014/main" id="{0A0D8C84-DE29-8100-A81E-02F55EF0E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501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73" name="Rectangle 9">
              <a:extLst>
                <a:ext uri="{FF2B5EF4-FFF2-40B4-BE49-F238E27FC236}">
                  <a16:creationId xmlns:a16="http://schemas.microsoft.com/office/drawing/2014/main" id="{053FA391-0166-C9DD-3FEF-C8ECA4D23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501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n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74" name="Rectangle 10">
              <a:extLst>
                <a:ext uri="{FF2B5EF4-FFF2-40B4-BE49-F238E27FC236}">
                  <a16:creationId xmlns:a16="http://schemas.microsoft.com/office/drawing/2014/main" id="{61020CF7-ECAE-36CE-E7E4-756B7A77C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304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8975" name="Rectangle 11">
              <a:extLst>
                <a:ext uri="{FF2B5EF4-FFF2-40B4-BE49-F238E27FC236}">
                  <a16:creationId xmlns:a16="http://schemas.microsoft.com/office/drawing/2014/main" id="{C2F71F2C-DE13-D8E6-D1AE-29F934CA3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304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76" name="Rectangle 12">
              <a:extLst>
                <a:ext uri="{FF2B5EF4-FFF2-40B4-BE49-F238E27FC236}">
                  <a16:creationId xmlns:a16="http://schemas.microsoft.com/office/drawing/2014/main" id="{C176483A-3333-C7C0-412E-E67103AFC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304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77" name="Rectangle 13">
              <a:extLst>
                <a:ext uri="{FF2B5EF4-FFF2-40B4-BE49-F238E27FC236}">
                  <a16:creationId xmlns:a16="http://schemas.microsoft.com/office/drawing/2014/main" id="{BDAC990C-1F46-7658-F6FD-4AA0908E0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304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78" name="Rectangle 14">
              <a:extLst>
                <a:ext uri="{FF2B5EF4-FFF2-40B4-BE49-F238E27FC236}">
                  <a16:creationId xmlns:a16="http://schemas.microsoft.com/office/drawing/2014/main" id="{E7826927-824B-0797-B0E5-7B55DDD79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304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79" name="Rectangle 15">
              <a:extLst>
                <a:ext uri="{FF2B5EF4-FFF2-40B4-BE49-F238E27FC236}">
                  <a16:creationId xmlns:a16="http://schemas.microsoft.com/office/drawing/2014/main" id="{F40F6371-19FB-F4C8-55C6-0618794E4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304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80" name="Rectangle 16">
              <a:extLst>
                <a:ext uri="{FF2B5EF4-FFF2-40B4-BE49-F238E27FC236}">
                  <a16:creationId xmlns:a16="http://schemas.microsoft.com/office/drawing/2014/main" id="{CBBFAF2D-93B1-9ECC-5A74-358B8FA07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304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8981" name="Rectangle 17">
              <a:extLst>
                <a:ext uri="{FF2B5EF4-FFF2-40B4-BE49-F238E27FC236}">
                  <a16:creationId xmlns:a16="http://schemas.microsoft.com/office/drawing/2014/main" id="{860E8760-4A91-4C12-DE48-9AAD21A69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304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82" name="Rectangle 18">
              <a:extLst>
                <a:ext uri="{FF2B5EF4-FFF2-40B4-BE49-F238E27FC236}">
                  <a16:creationId xmlns:a16="http://schemas.microsoft.com/office/drawing/2014/main" id="{951F466E-8285-CD8D-2F57-8998E3241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304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83" name="Rectangle 19">
              <a:extLst>
                <a:ext uri="{FF2B5EF4-FFF2-40B4-BE49-F238E27FC236}">
                  <a16:creationId xmlns:a16="http://schemas.microsoft.com/office/drawing/2014/main" id="{410D293E-744E-896E-0241-5C748B432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304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84" name="Rectangle 20">
              <a:extLst>
                <a:ext uri="{FF2B5EF4-FFF2-40B4-BE49-F238E27FC236}">
                  <a16:creationId xmlns:a16="http://schemas.microsoft.com/office/drawing/2014/main" id="{5D08CDA9-5E69-3108-8F67-E33C4B066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304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85" name="Rectangle 21">
              <a:extLst>
                <a:ext uri="{FF2B5EF4-FFF2-40B4-BE49-F238E27FC236}">
                  <a16:creationId xmlns:a16="http://schemas.microsoft.com/office/drawing/2014/main" id="{16229451-C0A5-45FE-7C73-5CDD09707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304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86" name="Rectangle 22">
              <a:extLst>
                <a:ext uri="{FF2B5EF4-FFF2-40B4-BE49-F238E27FC236}">
                  <a16:creationId xmlns:a16="http://schemas.microsoft.com/office/drawing/2014/main" id="{95BBF9E2-63CD-F3CA-A98B-68ED834BE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304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87" name="Rectangle 23">
              <a:extLst>
                <a:ext uri="{FF2B5EF4-FFF2-40B4-BE49-F238E27FC236}">
                  <a16:creationId xmlns:a16="http://schemas.microsoft.com/office/drawing/2014/main" id="{CBFB0E83-3040-F5D8-9574-0C16A828C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304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88" name="Rectangle 24">
              <a:extLst>
                <a:ext uri="{FF2B5EF4-FFF2-40B4-BE49-F238E27FC236}">
                  <a16:creationId xmlns:a16="http://schemas.microsoft.com/office/drawing/2014/main" id="{F4D432E4-E9D7-D938-4D34-2E23D0C01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304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89" name="Rectangle 25">
              <a:extLst>
                <a:ext uri="{FF2B5EF4-FFF2-40B4-BE49-F238E27FC236}">
                  <a16:creationId xmlns:a16="http://schemas.microsoft.com/office/drawing/2014/main" id="{EEC870E5-910C-0AC8-D976-E6CCC54AB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304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90" name="Rectangle 26">
              <a:extLst>
                <a:ext uri="{FF2B5EF4-FFF2-40B4-BE49-F238E27FC236}">
                  <a16:creationId xmlns:a16="http://schemas.microsoft.com/office/drawing/2014/main" id="{B2193A4B-8B1D-0980-2DF8-C3D50F892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304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91" name="Rectangle 27">
              <a:extLst>
                <a:ext uri="{FF2B5EF4-FFF2-40B4-BE49-F238E27FC236}">
                  <a16:creationId xmlns:a16="http://schemas.microsoft.com/office/drawing/2014/main" id="{085DC9F8-5DB1-6C59-7DCD-1180668F5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506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38916" name="Group 28">
            <a:extLst>
              <a:ext uri="{FF2B5EF4-FFF2-40B4-BE49-F238E27FC236}">
                <a16:creationId xmlns:a16="http://schemas.microsoft.com/office/drawing/2014/main" id="{7755CAFC-DC7F-5687-6919-C24C80972BC6}"/>
              </a:ext>
            </a:extLst>
          </p:cNvPr>
          <p:cNvGrpSpPr>
            <a:grpSpLocks/>
          </p:cNvGrpSpPr>
          <p:nvPr/>
        </p:nvGrpSpPr>
        <p:grpSpPr bwMode="auto">
          <a:xfrm>
            <a:off x="2069690" y="3045618"/>
            <a:ext cx="5638800" cy="766763"/>
            <a:chOff x="1248" y="3408"/>
            <a:chExt cx="3552" cy="483"/>
          </a:xfrm>
        </p:grpSpPr>
        <p:sp>
          <p:nvSpPr>
            <p:cNvPr id="38946" name="Rectangle 29">
              <a:extLst>
                <a:ext uri="{FF2B5EF4-FFF2-40B4-BE49-F238E27FC236}">
                  <a16:creationId xmlns:a16="http://schemas.microsoft.com/office/drawing/2014/main" id="{5BBA50A6-9069-AC38-0D71-E0E21BDA0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408"/>
              <a:ext cx="1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V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47" name="Rectangle 30">
              <a:extLst>
                <a:ext uri="{FF2B5EF4-FFF2-40B4-BE49-F238E27FC236}">
                  <a16:creationId xmlns:a16="http://schemas.microsoft.com/office/drawing/2014/main" id="{D277271A-6546-1D7B-EB93-675B4B57D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653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48" name="Rectangle 31">
              <a:extLst>
                <a:ext uri="{FF2B5EF4-FFF2-40B4-BE49-F238E27FC236}">
                  <a16:creationId xmlns:a16="http://schemas.microsoft.com/office/drawing/2014/main" id="{0FF2BE1C-1379-539D-CEEC-DAF023FA3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653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49" name="Rectangle 32">
              <a:extLst>
                <a:ext uri="{FF2B5EF4-FFF2-40B4-BE49-F238E27FC236}">
                  <a16:creationId xmlns:a16="http://schemas.microsoft.com/office/drawing/2014/main" id="{9D64BD25-F17E-3B39-92D9-3FE36BB63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653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50" name="Rectangle 33">
              <a:extLst>
                <a:ext uri="{FF2B5EF4-FFF2-40B4-BE49-F238E27FC236}">
                  <a16:creationId xmlns:a16="http://schemas.microsoft.com/office/drawing/2014/main" id="{5F9C6407-8963-F97A-C567-6D041D662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6" y="3653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n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51" name="Rectangle 34">
              <a:extLst>
                <a:ext uri="{FF2B5EF4-FFF2-40B4-BE49-F238E27FC236}">
                  <a16:creationId xmlns:a16="http://schemas.microsoft.com/office/drawing/2014/main" id="{BFC4B42A-0E5F-7227-F40E-A72D7DA07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456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8952" name="Rectangle 35">
              <a:extLst>
                <a:ext uri="{FF2B5EF4-FFF2-40B4-BE49-F238E27FC236}">
                  <a16:creationId xmlns:a16="http://schemas.microsoft.com/office/drawing/2014/main" id="{7C555FDB-5EE3-80CE-5B65-CC4DD9D95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456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53" name="Rectangle 36">
              <a:extLst>
                <a:ext uri="{FF2B5EF4-FFF2-40B4-BE49-F238E27FC236}">
                  <a16:creationId xmlns:a16="http://schemas.microsoft.com/office/drawing/2014/main" id="{BEBB1180-A722-E8F3-0D4D-68D1D3E28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456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54" name="Rectangle 37">
              <a:extLst>
                <a:ext uri="{FF2B5EF4-FFF2-40B4-BE49-F238E27FC236}">
                  <a16:creationId xmlns:a16="http://schemas.microsoft.com/office/drawing/2014/main" id="{56A7CACA-90CA-0817-09F7-E546DD8AC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456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55" name="Rectangle 38">
              <a:extLst>
                <a:ext uri="{FF2B5EF4-FFF2-40B4-BE49-F238E27FC236}">
                  <a16:creationId xmlns:a16="http://schemas.microsoft.com/office/drawing/2014/main" id="{879D9576-AD47-6187-5EF2-1CCA93D38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456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56" name="Rectangle 39">
              <a:extLst>
                <a:ext uri="{FF2B5EF4-FFF2-40B4-BE49-F238E27FC236}">
                  <a16:creationId xmlns:a16="http://schemas.microsoft.com/office/drawing/2014/main" id="{73D39D68-7DDF-A14B-EC5A-D1D4CF221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456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57" name="Rectangle 40">
              <a:extLst>
                <a:ext uri="{FF2B5EF4-FFF2-40B4-BE49-F238E27FC236}">
                  <a16:creationId xmlns:a16="http://schemas.microsoft.com/office/drawing/2014/main" id="{017CF40C-C08C-F2D3-4359-B5A674FA2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456"/>
              <a:ext cx="192" cy="192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38958" name="Rectangle 41">
              <a:extLst>
                <a:ext uri="{FF2B5EF4-FFF2-40B4-BE49-F238E27FC236}">
                  <a16:creationId xmlns:a16="http://schemas.microsoft.com/office/drawing/2014/main" id="{4E5863BA-1058-4D0D-AD46-72E7CC316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456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59" name="Rectangle 42">
              <a:extLst>
                <a:ext uri="{FF2B5EF4-FFF2-40B4-BE49-F238E27FC236}">
                  <a16:creationId xmlns:a16="http://schemas.microsoft.com/office/drawing/2014/main" id="{BD33EE77-8883-EE49-AECA-448740B4E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456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60" name="Rectangle 43">
              <a:extLst>
                <a:ext uri="{FF2B5EF4-FFF2-40B4-BE49-F238E27FC236}">
                  <a16:creationId xmlns:a16="http://schemas.microsoft.com/office/drawing/2014/main" id="{A256B8CA-2F21-F4E6-58B9-6CCBA68FC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456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61" name="Rectangle 44">
              <a:extLst>
                <a:ext uri="{FF2B5EF4-FFF2-40B4-BE49-F238E27FC236}">
                  <a16:creationId xmlns:a16="http://schemas.microsoft.com/office/drawing/2014/main" id="{AB3EAA78-1B26-2210-8AB7-5AE02EE5C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456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62" name="Rectangle 45">
              <a:extLst>
                <a:ext uri="{FF2B5EF4-FFF2-40B4-BE49-F238E27FC236}">
                  <a16:creationId xmlns:a16="http://schemas.microsoft.com/office/drawing/2014/main" id="{173B3A0E-8474-B52B-7EF6-6EA6B8EFD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456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63" name="Rectangle 46">
              <a:extLst>
                <a:ext uri="{FF2B5EF4-FFF2-40B4-BE49-F238E27FC236}">
                  <a16:creationId xmlns:a16="http://schemas.microsoft.com/office/drawing/2014/main" id="{A7E07C26-7DBF-B3A5-4CB5-52C07AC8B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456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64" name="Rectangle 47">
              <a:extLst>
                <a:ext uri="{FF2B5EF4-FFF2-40B4-BE49-F238E27FC236}">
                  <a16:creationId xmlns:a16="http://schemas.microsoft.com/office/drawing/2014/main" id="{38E79AD0-1E6F-7229-9ECA-5D9178011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456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65" name="Rectangle 48">
              <a:extLst>
                <a:ext uri="{FF2B5EF4-FFF2-40B4-BE49-F238E27FC236}">
                  <a16:creationId xmlns:a16="http://schemas.microsoft.com/office/drawing/2014/main" id="{140D0F94-CD4D-0734-5508-BCE3B0835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456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66" name="Rectangle 49">
              <a:extLst>
                <a:ext uri="{FF2B5EF4-FFF2-40B4-BE49-F238E27FC236}">
                  <a16:creationId xmlns:a16="http://schemas.microsoft.com/office/drawing/2014/main" id="{B77E771A-5D61-AE09-230A-B4F9AC305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456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67" name="Rectangle 50">
              <a:extLst>
                <a:ext uri="{FF2B5EF4-FFF2-40B4-BE49-F238E27FC236}">
                  <a16:creationId xmlns:a16="http://schemas.microsoft.com/office/drawing/2014/main" id="{A2D71EED-62AF-08AF-1FED-7AFF37153F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456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68" name="Rectangle 51">
              <a:extLst>
                <a:ext uri="{FF2B5EF4-FFF2-40B4-BE49-F238E27FC236}">
                  <a16:creationId xmlns:a16="http://schemas.microsoft.com/office/drawing/2014/main" id="{1197C13C-09C3-88FC-26E3-DBD6A503E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658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38917" name="Group 52">
            <a:extLst>
              <a:ext uri="{FF2B5EF4-FFF2-40B4-BE49-F238E27FC236}">
                <a16:creationId xmlns:a16="http://schemas.microsoft.com/office/drawing/2014/main" id="{9ABC9F66-994F-56FA-62D3-CFD696EF1839}"/>
              </a:ext>
            </a:extLst>
          </p:cNvPr>
          <p:cNvGrpSpPr>
            <a:grpSpLocks/>
          </p:cNvGrpSpPr>
          <p:nvPr/>
        </p:nvGrpSpPr>
        <p:grpSpPr bwMode="auto">
          <a:xfrm>
            <a:off x="2069690" y="3960017"/>
            <a:ext cx="5638800" cy="766763"/>
            <a:chOff x="1248" y="2832"/>
            <a:chExt cx="3552" cy="483"/>
          </a:xfrm>
        </p:grpSpPr>
        <p:sp>
          <p:nvSpPr>
            <p:cNvPr id="38918" name="Rectangle 53">
              <a:extLst>
                <a:ext uri="{FF2B5EF4-FFF2-40B4-BE49-F238E27FC236}">
                  <a16:creationId xmlns:a16="http://schemas.microsoft.com/office/drawing/2014/main" id="{D1935EFD-65CE-00DE-26E4-F84CE562B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832"/>
              <a:ext cx="1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V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19" name="Rectangle 54">
              <a:extLst>
                <a:ext uri="{FF2B5EF4-FFF2-40B4-BE49-F238E27FC236}">
                  <a16:creationId xmlns:a16="http://schemas.microsoft.com/office/drawing/2014/main" id="{2EB1760A-4813-57EB-EEAB-9F6459DCA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077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0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20" name="Rectangle 55">
              <a:extLst>
                <a:ext uri="{FF2B5EF4-FFF2-40B4-BE49-F238E27FC236}">
                  <a16:creationId xmlns:a16="http://schemas.microsoft.com/office/drawing/2014/main" id="{B40B10CE-5BE1-7809-9EAB-C2F831F2B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077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21" name="Rectangle 56">
              <a:extLst>
                <a:ext uri="{FF2B5EF4-FFF2-40B4-BE49-F238E27FC236}">
                  <a16:creationId xmlns:a16="http://schemas.microsoft.com/office/drawing/2014/main" id="{6CBE4A6D-8122-1913-A792-9E2181012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077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accent2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22" name="Rectangle 57">
              <a:extLst>
                <a:ext uri="{FF2B5EF4-FFF2-40B4-BE49-F238E27FC236}">
                  <a16:creationId xmlns:a16="http://schemas.microsoft.com/office/drawing/2014/main" id="{B9CE8174-68C5-F57E-3CB4-5E7DA077C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6" y="3077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n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8923" name="Rectangle 58">
              <a:extLst>
                <a:ext uri="{FF2B5EF4-FFF2-40B4-BE49-F238E27FC236}">
                  <a16:creationId xmlns:a16="http://schemas.microsoft.com/office/drawing/2014/main" id="{C4381B9C-2897-2182-9A23-86659591B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880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8924" name="Rectangle 59">
              <a:extLst>
                <a:ext uri="{FF2B5EF4-FFF2-40B4-BE49-F238E27FC236}">
                  <a16:creationId xmlns:a16="http://schemas.microsoft.com/office/drawing/2014/main" id="{E64ED900-5053-6703-15C4-77CEFB8CA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880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25" name="Rectangle 60">
              <a:extLst>
                <a:ext uri="{FF2B5EF4-FFF2-40B4-BE49-F238E27FC236}">
                  <a16:creationId xmlns:a16="http://schemas.microsoft.com/office/drawing/2014/main" id="{E74167A7-8114-464D-F200-EDCB11F97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880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26" name="Rectangle 61">
              <a:extLst>
                <a:ext uri="{FF2B5EF4-FFF2-40B4-BE49-F238E27FC236}">
                  <a16:creationId xmlns:a16="http://schemas.microsoft.com/office/drawing/2014/main" id="{1F7F4BE9-734B-DBCA-12DC-B182326A0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880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27" name="Rectangle 62">
              <a:extLst>
                <a:ext uri="{FF2B5EF4-FFF2-40B4-BE49-F238E27FC236}">
                  <a16:creationId xmlns:a16="http://schemas.microsoft.com/office/drawing/2014/main" id="{D6FAD96A-38CC-D394-AFD9-02BA11F6A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880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28" name="Rectangle 63">
              <a:extLst>
                <a:ext uri="{FF2B5EF4-FFF2-40B4-BE49-F238E27FC236}">
                  <a16:creationId xmlns:a16="http://schemas.microsoft.com/office/drawing/2014/main" id="{7397D76D-9879-3FA8-B742-6E2CC5989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880"/>
              <a:ext cx="192" cy="192"/>
            </a:xfrm>
            <a:prstGeom prst="rect">
              <a:avLst/>
            </a:prstGeom>
            <a:solidFill>
              <a:srgbClr val="F8F0D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29" name="Rectangle 64">
              <a:extLst>
                <a:ext uri="{FF2B5EF4-FFF2-40B4-BE49-F238E27FC236}">
                  <a16:creationId xmlns:a16="http://schemas.microsoft.com/office/drawing/2014/main" id="{AA897FD3-6765-C342-DB93-5286AD115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80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38930" name="Rectangle 65">
              <a:extLst>
                <a:ext uri="{FF2B5EF4-FFF2-40B4-BE49-F238E27FC236}">
                  <a16:creationId xmlns:a16="http://schemas.microsoft.com/office/drawing/2014/main" id="{3A09AADD-138A-69F8-3296-E4985A6CD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880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31" name="Rectangle 66">
              <a:extLst>
                <a:ext uri="{FF2B5EF4-FFF2-40B4-BE49-F238E27FC236}">
                  <a16:creationId xmlns:a16="http://schemas.microsoft.com/office/drawing/2014/main" id="{56109DBB-CEC0-F37D-0EB1-17BD69764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880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32" name="Rectangle 67">
              <a:extLst>
                <a:ext uri="{FF2B5EF4-FFF2-40B4-BE49-F238E27FC236}">
                  <a16:creationId xmlns:a16="http://schemas.microsoft.com/office/drawing/2014/main" id="{1B3BE80F-57AC-B0A1-028A-7AA45ABC4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880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33" name="Rectangle 68">
              <a:extLst>
                <a:ext uri="{FF2B5EF4-FFF2-40B4-BE49-F238E27FC236}">
                  <a16:creationId xmlns:a16="http://schemas.microsoft.com/office/drawing/2014/main" id="{06767C60-0902-4E6B-6F77-C96FEEEC9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880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34" name="Rectangle 69">
              <a:extLst>
                <a:ext uri="{FF2B5EF4-FFF2-40B4-BE49-F238E27FC236}">
                  <a16:creationId xmlns:a16="http://schemas.microsoft.com/office/drawing/2014/main" id="{84FC68F1-6D0B-4B7D-EF13-E212C9A4A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880"/>
              <a:ext cx="192" cy="192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35" name="Rectangle 70">
              <a:extLst>
                <a:ext uri="{FF2B5EF4-FFF2-40B4-BE49-F238E27FC236}">
                  <a16:creationId xmlns:a16="http://schemas.microsoft.com/office/drawing/2014/main" id="{9F8DA57F-6637-6D58-FFE8-D188A88EE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880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36" name="Rectangle 71">
              <a:extLst>
                <a:ext uri="{FF2B5EF4-FFF2-40B4-BE49-F238E27FC236}">
                  <a16:creationId xmlns:a16="http://schemas.microsoft.com/office/drawing/2014/main" id="{0B8AF59A-7AA2-FBE9-4B14-55A8A78A7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880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37" name="Rectangle 72">
              <a:extLst>
                <a:ext uri="{FF2B5EF4-FFF2-40B4-BE49-F238E27FC236}">
                  <a16:creationId xmlns:a16="http://schemas.microsoft.com/office/drawing/2014/main" id="{539CEA76-E01B-A93A-ECF6-D1C1E05B3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880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38" name="Rectangle 73">
              <a:extLst>
                <a:ext uri="{FF2B5EF4-FFF2-40B4-BE49-F238E27FC236}">
                  <a16:creationId xmlns:a16="http://schemas.microsoft.com/office/drawing/2014/main" id="{F88A4F0D-D37B-DDF6-E4E5-BFEFF0D8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880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39" name="Rectangle 74">
              <a:extLst>
                <a:ext uri="{FF2B5EF4-FFF2-40B4-BE49-F238E27FC236}">
                  <a16:creationId xmlns:a16="http://schemas.microsoft.com/office/drawing/2014/main" id="{5A6AA7A5-E0F2-555A-81BA-6C50FE099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880"/>
              <a:ext cx="192" cy="19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8940" name="Rectangle 75">
              <a:extLst>
                <a:ext uri="{FF2B5EF4-FFF2-40B4-BE49-F238E27FC236}">
                  <a16:creationId xmlns:a16="http://schemas.microsoft.com/office/drawing/2014/main" id="{A3CB6B36-A89E-4352-9CA7-4A13CA716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082"/>
              <a:ext cx="17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r</a:t>
              </a:r>
              <a:endParaRPr lang="en-US" altLang="en-US" b="1">
                <a:solidFill>
                  <a:schemeClr val="accent2"/>
                </a:solidFill>
                <a:latin typeface="Tahoma" panose="020B0604030504040204" pitchFamily="34" charset="0"/>
              </a:endParaRPr>
            </a:p>
          </p:txBody>
        </p:sp>
        <p:cxnSp>
          <p:nvCxnSpPr>
            <p:cNvPr id="38941" name="AutoShape 76">
              <a:extLst>
                <a:ext uri="{FF2B5EF4-FFF2-40B4-BE49-F238E27FC236}">
                  <a16:creationId xmlns:a16="http://schemas.microsoft.com/office/drawing/2014/main" id="{79A73CC1-3713-33F6-0537-87A8FF459880}"/>
                </a:ext>
              </a:extLst>
            </p:cNvPr>
            <p:cNvCxnSpPr>
              <a:cxnSpLocks noChangeShapeType="1"/>
              <a:stCxn id="38929" idx="0"/>
              <a:endCxn id="38930" idx="0"/>
            </p:cNvCxnSpPr>
            <p:nvPr/>
          </p:nvCxnSpPr>
          <p:spPr bwMode="auto">
            <a:xfrm rot="5400000" flipV="1">
              <a:off x="2879" y="2773"/>
              <a:ext cx="1" cy="192"/>
            </a:xfrm>
            <a:prstGeom prst="curvedConnector3">
              <a:avLst>
                <a:gd name="adj1" fmla="val -13200005"/>
              </a:avLst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42" name="AutoShape 77">
              <a:extLst>
                <a:ext uri="{FF2B5EF4-FFF2-40B4-BE49-F238E27FC236}">
                  <a16:creationId xmlns:a16="http://schemas.microsoft.com/office/drawing/2014/main" id="{1FBEB6CE-05EA-991E-7831-8ACDE53F235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071" y="2785"/>
              <a:ext cx="1" cy="192"/>
            </a:xfrm>
            <a:prstGeom prst="curvedConnector3">
              <a:avLst>
                <a:gd name="adj1" fmla="val -13200005"/>
              </a:avLst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43" name="AutoShape 78">
              <a:extLst>
                <a:ext uri="{FF2B5EF4-FFF2-40B4-BE49-F238E27FC236}">
                  <a16:creationId xmlns:a16="http://schemas.microsoft.com/office/drawing/2014/main" id="{51CFA587-1CFE-E519-A64B-8E13ACFAD2E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263" y="2785"/>
              <a:ext cx="1" cy="192"/>
            </a:xfrm>
            <a:prstGeom prst="curvedConnector3">
              <a:avLst>
                <a:gd name="adj1" fmla="val -13200005"/>
              </a:avLst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44" name="AutoShape 79">
              <a:extLst>
                <a:ext uri="{FF2B5EF4-FFF2-40B4-BE49-F238E27FC236}">
                  <a16:creationId xmlns:a16="http://schemas.microsoft.com/office/drawing/2014/main" id="{C448361F-DA87-856F-975F-B26E59151E5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455" y="2785"/>
              <a:ext cx="1" cy="192"/>
            </a:xfrm>
            <a:prstGeom prst="curvedConnector3">
              <a:avLst>
                <a:gd name="adj1" fmla="val -13200005"/>
              </a:avLst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945" name="AutoShape 80">
              <a:extLst>
                <a:ext uri="{FF2B5EF4-FFF2-40B4-BE49-F238E27FC236}">
                  <a16:creationId xmlns:a16="http://schemas.microsoft.com/office/drawing/2014/main" id="{4A372D51-AC82-1221-CD67-3705CA38FA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3647" y="2785"/>
              <a:ext cx="1" cy="192"/>
            </a:xfrm>
            <a:prstGeom prst="curvedConnector3">
              <a:avLst>
                <a:gd name="adj1" fmla="val -13200005"/>
              </a:avLst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82FC55AF-94B9-633E-1458-9BBB7E8AFC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7334" y="609600"/>
            <a:ext cx="2999931" cy="52111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Performance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B7F86118-A1C7-98D8-C416-395400C5BA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09231" y="1332271"/>
            <a:ext cx="78486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In the array based implementation of a Vector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The space used by the data structure is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endParaRPr lang="en-US" altLang="en-US" sz="18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size</a:t>
            </a:r>
            <a:r>
              <a:rPr lang="en-US" altLang="en-US" sz="1800" dirty="0"/>
              <a:t>, </a:t>
            </a:r>
            <a:r>
              <a:rPr lang="en-US" altLang="en-US" sz="1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isEmpty</a:t>
            </a:r>
            <a:r>
              <a:rPr lang="en-US" altLang="en-US" sz="1800" dirty="0"/>
              <a:t>, </a:t>
            </a:r>
            <a:r>
              <a:rPr lang="en-US" altLang="en-US" sz="1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elemAtRank</a:t>
            </a:r>
            <a:r>
              <a:rPr lang="en-US" altLang="en-US" sz="1800" dirty="0">
                <a:solidFill>
                  <a:schemeClr val="tx2"/>
                </a:solidFill>
              </a:rPr>
              <a:t> </a:t>
            </a:r>
            <a:r>
              <a:rPr lang="en-US" altLang="en-US" sz="1800" dirty="0"/>
              <a:t>and </a:t>
            </a:r>
            <a:r>
              <a:rPr lang="en-US" altLang="en-US" sz="1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replaceAtRank</a:t>
            </a:r>
            <a:r>
              <a:rPr lang="en-US" altLang="en-US" sz="1800" dirty="0">
                <a:solidFill>
                  <a:schemeClr val="tx2"/>
                </a:solidFill>
              </a:rPr>
              <a:t> </a:t>
            </a:r>
            <a:r>
              <a:rPr lang="en-US" altLang="en-US" sz="1800" dirty="0"/>
              <a:t>run in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(1)</a:t>
            </a:r>
            <a:r>
              <a:rPr lang="en-US" altLang="en-US" sz="1800" dirty="0"/>
              <a:t>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insertAtRank</a:t>
            </a:r>
            <a:r>
              <a:rPr lang="en-US" altLang="en-US" sz="1800" dirty="0">
                <a:solidFill>
                  <a:schemeClr val="tx2"/>
                </a:solidFill>
              </a:rPr>
              <a:t> </a:t>
            </a:r>
            <a:r>
              <a:rPr lang="en-US" altLang="en-US" sz="1800" dirty="0"/>
              <a:t>and </a:t>
            </a:r>
            <a:r>
              <a:rPr lang="en-US" altLang="en-US" sz="1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removeAtRank</a:t>
            </a:r>
            <a:r>
              <a:rPr lang="en-US" altLang="en-US" sz="1800" dirty="0">
                <a:solidFill>
                  <a:schemeClr val="tx2"/>
                </a:solidFill>
              </a:rPr>
              <a:t> </a:t>
            </a:r>
            <a:r>
              <a:rPr lang="en-US" altLang="en-US" sz="1800" dirty="0"/>
              <a:t>run in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time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If we use the array in a </a:t>
            </a:r>
            <a:r>
              <a:rPr lang="en-US" altLang="en-US" sz="2200" dirty="0">
                <a:solidFill>
                  <a:srgbClr val="C00000"/>
                </a:solidFill>
              </a:rPr>
              <a:t>circular</a:t>
            </a:r>
            <a:r>
              <a:rPr lang="en-US" altLang="en-US" sz="2200" dirty="0"/>
              <a:t> fashion,</a:t>
            </a:r>
            <a:r>
              <a:rPr lang="en-US" altLang="en-US" sz="22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2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insertAtRank</a:t>
            </a:r>
            <a:r>
              <a:rPr lang="en-US" altLang="en-US" sz="2200" dirty="0">
                <a:latin typeface="Times New Roman" panose="02020603050405020304" pitchFamily="18" charset="0"/>
              </a:rPr>
              <a:t>(</a:t>
            </a:r>
            <a:r>
              <a:rPr lang="en-US" altLang="en-US" sz="2200" dirty="0">
                <a:solidFill>
                  <a:srgbClr val="FF0066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2200" dirty="0">
                <a:latin typeface="Times New Roman" panose="02020603050405020304" pitchFamily="18" charset="0"/>
              </a:rPr>
              <a:t>)</a:t>
            </a:r>
            <a:r>
              <a:rPr lang="en-US" altLang="en-US" sz="2200" dirty="0">
                <a:solidFill>
                  <a:schemeClr val="tx2"/>
                </a:solidFill>
              </a:rPr>
              <a:t> </a:t>
            </a:r>
            <a:r>
              <a:rPr lang="en-US" altLang="en-US" sz="2200" dirty="0"/>
              <a:t>and </a:t>
            </a:r>
            <a:r>
              <a:rPr lang="en-US" altLang="en-US" sz="22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removeAtRank</a:t>
            </a:r>
            <a:r>
              <a:rPr lang="en-US" altLang="en-US" sz="2200" dirty="0">
                <a:latin typeface="Times New Roman" panose="02020603050405020304" pitchFamily="18" charset="0"/>
              </a:rPr>
              <a:t>(</a:t>
            </a:r>
            <a:r>
              <a:rPr lang="en-US" altLang="en-US" sz="2200" dirty="0">
                <a:solidFill>
                  <a:srgbClr val="FF0066"/>
                </a:solidFill>
                <a:latin typeface="Times New Roman" panose="02020603050405020304" pitchFamily="18" charset="0"/>
              </a:rPr>
              <a:t>0</a:t>
            </a:r>
            <a:r>
              <a:rPr lang="en-US" altLang="en-US" sz="2200" dirty="0">
                <a:latin typeface="Times New Roman" panose="02020603050405020304" pitchFamily="18" charset="0"/>
              </a:rPr>
              <a:t>)</a:t>
            </a:r>
            <a:r>
              <a:rPr lang="en-US" altLang="en-US" sz="2200" dirty="0">
                <a:solidFill>
                  <a:schemeClr val="tx2"/>
                </a:solidFill>
              </a:rPr>
              <a:t> </a:t>
            </a:r>
            <a:r>
              <a:rPr lang="en-US" altLang="en-US" sz="2200" dirty="0"/>
              <a:t>run in </a:t>
            </a:r>
            <a:r>
              <a:rPr lang="en-US" altLang="en-US" sz="22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200" dirty="0">
                <a:latin typeface="Times New Roman" panose="02020603050405020304" pitchFamily="18" charset="0"/>
              </a:rPr>
              <a:t>(1)</a:t>
            </a:r>
            <a:r>
              <a:rPr lang="en-US" altLang="en-US" sz="2200" dirty="0"/>
              <a:t> time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In an </a:t>
            </a:r>
            <a:r>
              <a:rPr lang="en-US" altLang="en-US" sz="22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insertAtRank</a:t>
            </a:r>
            <a:r>
              <a:rPr lang="en-US" altLang="en-US" sz="2200" dirty="0">
                <a:solidFill>
                  <a:schemeClr val="tx2"/>
                </a:solidFill>
              </a:rPr>
              <a:t> </a:t>
            </a:r>
            <a:r>
              <a:rPr lang="en-US" altLang="en-US" sz="2200" dirty="0"/>
              <a:t>operation, when the array is full, instead of throwing an exception, we can replace the array with a larger one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67F6710D-00FA-F405-77CE-66A6B9CFD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7334" y="609600"/>
            <a:ext cx="4297789" cy="534219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List ADT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F0886099-81C5-6654-B57E-579DF759586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012998" y="1294581"/>
            <a:ext cx="3810000" cy="44196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 dirty="0"/>
              <a:t>The </a:t>
            </a:r>
            <a:r>
              <a:rPr lang="en-US" altLang="en-US" sz="2000" dirty="0">
                <a:solidFill>
                  <a:schemeClr val="tx2"/>
                </a:solidFill>
              </a:rPr>
              <a:t>List</a:t>
            </a:r>
            <a:r>
              <a:rPr lang="en-US" altLang="en-US" sz="2000" dirty="0"/>
              <a:t> ADT models a sequence of </a:t>
            </a:r>
            <a:r>
              <a:rPr lang="en-US" altLang="en-US" sz="2000" dirty="0">
                <a:solidFill>
                  <a:srgbClr val="C00000"/>
                </a:solidFill>
              </a:rPr>
              <a:t>positions</a:t>
            </a:r>
            <a:r>
              <a:rPr lang="en-US" altLang="en-US" sz="2000" dirty="0"/>
              <a:t> storing arbitrary objects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It establishes a </a:t>
            </a:r>
            <a:r>
              <a:rPr lang="en-US" altLang="en-US" sz="2000" dirty="0">
                <a:solidFill>
                  <a:srgbClr val="C00000"/>
                </a:solidFill>
              </a:rPr>
              <a:t>before/after</a:t>
            </a:r>
            <a:r>
              <a:rPr lang="en-US" altLang="en-US" sz="2000" dirty="0"/>
              <a:t> relation between positions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Generic methods:</a:t>
            </a:r>
          </a:p>
          <a:p>
            <a:pPr lvl="1" eaLnBrk="1" hangingPunct="1"/>
            <a:r>
              <a:rPr lang="en-US" altLang="en-US" sz="1800" b="1" dirty="0">
                <a:solidFill>
                  <a:schemeClr val="tx2"/>
                </a:solidFill>
              </a:rPr>
              <a:t>size</a:t>
            </a:r>
            <a:r>
              <a:rPr lang="en-US" altLang="en-US" sz="1800" dirty="0"/>
              <a:t>(), </a:t>
            </a:r>
            <a:r>
              <a:rPr lang="en-US" altLang="en-US" sz="1800" b="1" dirty="0" err="1">
                <a:solidFill>
                  <a:schemeClr val="tx2"/>
                </a:solidFill>
              </a:rPr>
              <a:t>isEmpty</a:t>
            </a:r>
            <a:r>
              <a:rPr lang="en-US" altLang="en-US" sz="1800" dirty="0"/>
              <a:t>()</a:t>
            </a:r>
          </a:p>
          <a:p>
            <a:pPr lvl="1" eaLnBrk="1" hangingPunct="1"/>
            <a:endParaRPr lang="en-US" altLang="en-US" sz="1800" dirty="0"/>
          </a:p>
          <a:p>
            <a:pPr eaLnBrk="1" hangingPunct="1"/>
            <a:r>
              <a:rPr lang="en-US" altLang="en-US" sz="2000" dirty="0"/>
              <a:t>Query methods:</a:t>
            </a:r>
          </a:p>
          <a:p>
            <a:pPr lvl="1" eaLnBrk="1" hangingPunct="1"/>
            <a:r>
              <a:rPr lang="en-US" altLang="en-US" sz="1800" b="1" dirty="0" err="1">
                <a:solidFill>
                  <a:schemeClr val="tx2"/>
                </a:solidFill>
              </a:rPr>
              <a:t>isFirst</a:t>
            </a:r>
            <a:r>
              <a:rPr lang="en-US" altLang="en-US" sz="1800" dirty="0"/>
              <a:t>(p), </a:t>
            </a:r>
            <a:r>
              <a:rPr lang="en-US" altLang="en-US" sz="1800" b="1" dirty="0" err="1">
                <a:solidFill>
                  <a:schemeClr val="tx2"/>
                </a:solidFill>
              </a:rPr>
              <a:t>isLast</a:t>
            </a:r>
            <a:r>
              <a:rPr lang="en-US" altLang="en-US" sz="1800" dirty="0"/>
              <a:t>(p)</a:t>
            </a:r>
          </a:p>
        </p:txBody>
      </p:sp>
      <p:sp>
        <p:nvSpPr>
          <p:cNvPr id="40963" name="Rectangle 4">
            <a:extLst>
              <a:ext uri="{FF2B5EF4-FFF2-40B4-BE49-F238E27FC236}">
                <a16:creationId xmlns:a16="http://schemas.microsoft.com/office/drawing/2014/main" id="{8E09AB36-B683-1871-C804-6C6A248790C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451987" y="1230672"/>
            <a:ext cx="3581400" cy="44196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000" dirty="0"/>
              <a:t>Accessor methods:</a:t>
            </a:r>
          </a:p>
          <a:p>
            <a:pPr lvl="1" eaLnBrk="1" hangingPunct="1"/>
            <a:r>
              <a:rPr lang="en-US" altLang="en-US" sz="1800" b="1" dirty="0">
                <a:solidFill>
                  <a:schemeClr val="tx2"/>
                </a:solidFill>
              </a:rPr>
              <a:t>first</a:t>
            </a:r>
            <a:r>
              <a:rPr lang="en-US" altLang="en-US" sz="1800" dirty="0"/>
              <a:t>(),</a:t>
            </a:r>
            <a:r>
              <a:rPr lang="en-US" altLang="en-US" sz="1800" b="1" dirty="0"/>
              <a:t> </a:t>
            </a:r>
            <a:r>
              <a:rPr lang="en-US" altLang="en-US" sz="1800" b="1" dirty="0">
                <a:solidFill>
                  <a:schemeClr val="tx2"/>
                </a:solidFill>
              </a:rPr>
              <a:t>last</a:t>
            </a:r>
            <a:r>
              <a:rPr lang="en-US" altLang="en-US" sz="1800" dirty="0"/>
              <a:t>()</a:t>
            </a:r>
          </a:p>
          <a:p>
            <a:pPr lvl="1" eaLnBrk="1" hangingPunct="1"/>
            <a:r>
              <a:rPr lang="en-US" altLang="en-US" sz="1800" b="1" dirty="0">
                <a:solidFill>
                  <a:schemeClr val="tx2"/>
                </a:solidFill>
              </a:rPr>
              <a:t>before</a:t>
            </a:r>
            <a:r>
              <a:rPr lang="en-US" altLang="en-US" sz="1800" dirty="0"/>
              <a:t>(p), </a:t>
            </a:r>
            <a:r>
              <a:rPr lang="en-US" altLang="en-US" sz="1800" b="1" dirty="0">
                <a:solidFill>
                  <a:schemeClr val="tx2"/>
                </a:solidFill>
              </a:rPr>
              <a:t>after</a:t>
            </a:r>
            <a:r>
              <a:rPr lang="en-US" altLang="en-US" sz="1800" dirty="0"/>
              <a:t>(p)</a:t>
            </a:r>
          </a:p>
          <a:p>
            <a:pPr lvl="1" eaLnBrk="1" hangingPunct="1"/>
            <a:endParaRPr lang="en-US" altLang="en-US" sz="1800" dirty="0"/>
          </a:p>
          <a:p>
            <a:pPr eaLnBrk="1" hangingPunct="1"/>
            <a:r>
              <a:rPr lang="en-US" altLang="en-US" sz="2000" dirty="0"/>
              <a:t>Update methods:</a:t>
            </a:r>
          </a:p>
          <a:p>
            <a:pPr lvl="1" eaLnBrk="1" hangingPunct="1"/>
            <a:r>
              <a:rPr lang="en-US" altLang="en-US" sz="1800" b="1" dirty="0" err="1">
                <a:solidFill>
                  <a:schemeClr val="tx2"/>
                </a:solidFill>
              </a:rPr>
              <a:t>replaceElement</a:t>
            </a:r>
            <a:r>
              <a:rPr lang="en-US" altLang="en-US" sz="1800" dirty="0"/>
              <a:t>(p, o), </a:t>
            </a:r>
            <a:r>
              <a:rPr lang="en-US" altLang="en-US" sz="1800" b="1" dirty="0" err="1">
                <a:solidFill>
                  <a:schemeClr val="tx2"/>
                </a:solidFill>
              </a:rPr>
              <a:t>swapElements</a:t>
            </a:r>
            <a:r>
              <a:rPr lang="en-US" altLang="en-US" sz="1800" dirty="0"/>
              <a:t>(p, q) </a:t>
            </a:r>
          </a:p>
          <a:p>
            <a:pPr lvl="1" eaLnBrk="1" hangingPunct="1"/>
            <a:r>
              <a:rPr lang="en-US" altLang="en-US" sz="1800" b="1" dirty="0" err="1">
                <a:solidFill>
                  <a:schemeClr val="tx2"/>
                </a:solidFill>
              </a:rPr>
              <a:t>insertBefore</a:t>
            </a:r>
            <a:r>
              <a:rPr lang="en-US" altLang="en-US" sz="1800" dirty="0"/>
              <a:t>(p, o), </a:t>
            </a:r>
            <a:r>
              <a:rPr lang="en-US" altLang="en-US" sz="1800" b="1" dirty="0" err="1">
                <a:solidFill>
                  <a:schemeClr val="tx2"/>
                </a:solidFill>
              </a:rPr>
              <a:t>insertAfter</a:t>
            </a:r>
            <a:r>
              <a:rPr lang="en-US" altLang="en-US" sz="1800" dirty="0"/>
              <a:t>(p, o),</a:t>
            </a:r>
          </a:p>
          <a:p>
            <a:pPr lvl="1" eaLnBrk="1" hangingPunct="1"/>
            <a:r>
              <a:rPr lang="en-US" altLang="en-US" sz="1800" b="1" dirty="0" err="1">
                <a:solidFill>
                  <a:schemeClr val="tx2"/>
                </a:solidFill>
              </a:rPr>
              <a:t>insertFirst</a:t>
            </a:r>
            <a:r>
              <a:rPr lang="en-US" altLang="en-US" sz="1800" dirty="0"/>
              <a:t>(o), </a:t>
            </a:r>
            <a:r>
              <a:rPr lang="en-US" altLang="en-US" sz="1800" b="1" dirty="0" err="1">
                <a:solidFill>
                  <a:schemeClr val="tx2"/>
                </a:solidFill>
              </a:rPr>
              <a:t>insertLast</a:t>
            </a:r>
            <a:r>
              <a:rPr lang="en-US" altLang="en-US" sz="1800" dirty="0"/>
              <a:t>(o)</a:t>
            </a:r>
          </a:p>
          <a:p>
            <a:pPr lvl="1" eaLnBrk="1" hangingPunct="1"/>
            <a:r>
              <a:rPr lang="en-US" altLang="en-US" sz="1800" b="1" dirty="0">
                <a:solidFill>
                  <a:schemeClr val="tx2"/>
                </a:solidFill>
              </a:rPr>
              <a:t>remove</a:t>
            </a:r>
            <a:r>
              <a:rPr lang="en-US" altLang="en-US" sz="1800" dirty="0"/>
              <a:t>(p)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7F544F3A-BE87-F322-7BD1-1D0317FD2A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7334" y="609600"/>
            <a:ext cx="2980266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Singly Linked List</a:t>
            </a: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0281C1CF-0624-0E8C-B708-72A39FD90D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2390" y="1304924"/>
            <a:ext cx="4343400" cy="2667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A singly linked list is a concrete data structure consisting of a sequence of nodes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200" dirty="0"/>
              <a:t>Each node stores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element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link to the next node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A11CFD8-DDA6-80C7-CA5F-18DFD4E59BA9}"/>
              </a:ext>
            </a:extLst>
          </p:cNvPr>
          <p:cNvGrpSpPr/>
          <p:nvPr/>
        </p:nvGrpSpPr>
        <p:grpSpPr>
          <a:xfrm>
            <a:off x="5826126" y="1219200"/>
            <a:ext cx="2590800" cy="2133600"/>
            <a:chOff x="6934200" y="1371600"/>
            <a:chExt cx="2590800" cy="2133600"/>
          </a:xfrm>
        </p:grpSpPr>
        <p:sp>
          <p:nvSpPr>
            <p:cNvPr id="41987" name="Rectangle 4">
              <a:extLst>
                <a:ext uri="{FF2B5EF4-FFF2-40B4-BE49-F238E27FC236}">
                  <a16:creationId xmlns:a16="http://schemas.microsoft.com/office/drawing/2014/main" id="{2174D0A5-94C1-295C-2347-724DB30AA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0" y="1676400"/>
              <a:ext cx="609600" cy="6096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988" name="Text Box 5">
              <a:extLst>
                <a:ext uri="{FF2B5EF4-FFF2-40B4-BE49-F238E27FC236}">
                  <a16:creationId xmlns:a16="http://schemas.microsoft.com/office/drawing/2014/main" id="{27009D48-35E0-5AD7-CD69-0B017373A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6801" y="1524001"/>
              <a:ext cx="6699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next</a:t>
              </a:r>
            </a:p>
          </p:txBody>
        </p:sp>
        <p:sp>
          <p:nvSpPr>
            <p:cNvPr id="41989" name="Text Box 6">
              <a:extLst>
                <a:ext uri="{FF2B5EF4-FFF2-40B4-BE49-F238E27FC236}">
                  <a16:creationId xmlns:a16="http://schemas.microsoft.com/office/drawing/2014/main" id="{061D6BED-7AC7-98EB-F644-9AEDC49437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1851" y="2981326"/>
              <a:ext cx="72231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elem</a:t>
              </a:r>
            </a:p>
          </p:txBody>
        </p:sp>
        <p:sp>
          <p:nvSpPr>
            <p:cNvPr id="41990" name="Text Box 7">
              <a:extLst>
                <a:ext uri="{FF2B5EF4-FFF2-40B4-BE49-F238E27FC236}">
                  <a16:creationId xmlns:a16="http://schemas.microsoft.com/office/drawing/2014/main" id="{D22C5800-EC67-0E9E-C1F8-E506F67FDA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10600" y="2895601"/>
              <a:ext cx="7366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node</a:t>
              </a:r>
            </a:p>
          </p:txBody>
        </p:sp>
        <p:sp>
          <p:nvSpPr>
            <p:cNvPr id="41991" name="AutoShape 8">
              <a:extLst>
                <a:ext uri="{FF2B5EF4-FFF2-40B4-BE49-F238E27FC236}">
                  <a16:creationId xmlns:a16="http://schemas.microsoft.com/office/drawing/2014/main" id="{3FF4E214-5321-66A3-4D7B-0826892EE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1371600"/>
              <a:ext cx="2590800" cy="21336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992" name="Rectangle 9">
              <a:extLst>
                <a:ext uri="{FF2B5EF4-FFF2-40B4-BE49-F238E27FC236}">
                  <a16:creationId xmlns:a16="http://schemas.microsoft.com/office/drawing/2014/main" id="{F4BB46A7-0B7D-A053-5539-2B49CDD67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1676400"/>
              <a:ext cx="609600" cy="6096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993" name="Line 10">
              <a:extLst>
                <a:ext uri="{FF2B5EF4-FFF2-40B4-BE49-F238E27FC236}">
                  <a16:creationId xmlns:a16="http://schemas.microsoft.com/office/drawing/2014/main" id="{5FFA91E1-7AF7-4083-172A-39DB4F235E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1981200"/>
              <a:ext cx="0" cy="9144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1994" name="Line 11">
              <a:extLst>
                <a:ext uri="{FF2B5EF4-FFF2-40B4-BE49-F238E27FC236}">
                  <a16:creationId xmlns:a16="http://schemas.microsoft.com/office/drawing/2014/main" id="{BE902EDA-7A9C-14A8-E416-5CCE7810C9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53400" y="1981200"/>
              <a:ext cx="914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41995" name="Rectangle 12">
            <a:extLst>
              <a:ext uri="{FF2B5EF4-FFF2-40B4-BE49-F238E27FC236}">
                <a16:creationId xmlns:a16="http://schemas.microsoft.com/office/drawing/2014/main" id="{FA74DF31-AC32-FDDB-7964-1C5679087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1316" y="4445002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6" name="Text Box 13">
            <a:extLst>
              <a:ext uri="{FF2B5EF4-FFF2-40B4-BE49-F238E27FC236}">
                <a16:creationId xmlns:a16="http://schemas.microsoft.com/office/drawing/2014/main" id="{926A8112-1EB2-B16E-2BE4-52B0AB510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779" y="5654678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41997" name="Rectangle 14">
            <a:extLst>
              <a:ext uri="{FF2B5EF4-FFF2-40B4-BE49-F238E27FC236}">
                <a16:creationId xmlns:a16="http://schemas.microsoft.com/office/drawing/2014/main" id="{E5CE4D98-8228-C2FE-D70A-A9E0894EF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0916" y="4445002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1998" name="Line 15">
            <a:extLst>
              <a:ext uri="{FF2B5EF4-FFF2-40B4-BE49-F238E27FC236}">
                <a16:creationId xmlns:a16="http://schemas.microsoft.com/office/drawing/2014/main" id="{BEA6BAC2-203D-23CD-97B7-39215195AC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6116" y="4749802"/>
            <a:ext cx="0" cy="914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1999" name="Line 16">
            <a:extLst>
              <a:ext uri="{FF2B5EF4-FFF2-40B4-BE49-F238E27FC236}">
                <a16:creationId xmlns:a16="http://schemas.microsoft.com/office/drawing/2014/main" id="{DE103AE1-1DDF-AE8D-BF4F-98248D6B87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5716" y="4749802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000" name="Rectangle 17">
            <a:extLst>
              <a:ext uri="{FF2B5EF4-FFF2-40B4-BE49-F238E27FC236}">
                <a16:creationId xmlns:a16="http://schemas.microsoft.com/office/drawing/2014/main" id="{E7A23195-FE46-F2F9-70A5-7150003FB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0116" y="4445002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2001" name="Rectangle 18">
            <a:extLst>
              <a:ext uri="{FF2B5EF4-FFF2-40B4-BE49-F238E27FC236}">
                <a16:creationId xmlns:a16="http://schemas.microsoft.com/office/drawing/2014/main" id="{9A45C0BB-7B4E-DC3D-2457-21C6D8898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716" y="4445002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2002" name="Line 19">
            <a:extLst>
              <a:ext uri="{FF2B5EF4-FFF2-40B4-BE49-F238E27FC236}">
                <a16:creationId xmlns:a16="http://schemas.microsoft.com/office/drawing/2014/main" id="{50C6FD6E-52DE-8B2C-D298-799C163E4C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24516" y="4749802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003" name="Rectangle 20">
            <a:extLst>
              <a:ext uri="{FF2B5EF4-FFF2-40B4-BE49-F238E27FC236}">
                <a16:creationId xmlns:a16="http://schemas.microsoft.com/office/drawing/2014/main" id="{1666FD05-DCFC-F001-61B4-37B45DE30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8916" y="4445002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2004" name="Rectangle 21">
            <a:extLst>
              <a:ext uri="{FF2B5EF4-FFF2-40B4-BE49-F238E27FC236}">
                <a16:creationId xmlns:a16="http://schemas.microsoft.com/office/drawing/2014/main" id="{4C4B7318-72B6-6B48-B044-D042F0B6F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516" y="4445002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2005" name="Line 22">
            <a:extLst>
              <a:ext uri="{FF2B5EF4-FFF2-40B4-BE49-F238E27FC236}">
                <a16:creationId xmlns:a16="http://schemas.microsoft.com/office/drawing/2014/main" id="{6DB45228-1D48-EC29-0E92-3576182FB7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53316" y="4749802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006" name="Rectangle 23">
            <a:extLst>
              <a:ext uri="{FF2B5EF4-FFF2-40B4-BE49-F238E27FC236}">
                <a16:creationId xmlns:a16="http://schemas.microsoft.com/office/drawing/2014/main" id="{C1CA9075-FE4C-F116-FE1D-AB631A443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716" y="4445002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2007" name="Rectangle 24">
            <a:extLst>
              <a:ext uri="{FF2B5EF4-FFF2-40B4-BE49-F238E27FC236}">
                <a16:creationId xmlns:a16="http://schemas.microsoft.com/office/drawing/2014/main" id="{123A2C63-C58A-5CAC-24BB-5ED4028A1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7316" y="4445002"/>
            <a:ext cx="609600" cy="609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2008" name="Line 25">
            <a:extLst>
              <a:ext uri="{FF2B5EF4-FFF2-40B4-BE49-F238E27FC236}">
                <a16:creationId xmlns:a16="http://schemas.microsoft.com/office/drawing/2014/main" id="{99ED963A-B6CA-71A0-5729-518BC4C0BD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82116" y="4749802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009" name="Text Box 26">
            <a:extLst>
              <a:ext uri="{FF2B5EF4-FFF2-40B4-BE49-F238E27FC236}">
                <a16:creationId xmlns:a16="http://schemas.microsoft.com/office/drawing/2014/main" id="{756AA194-CBCE-5C13-8ECD-0D262DB85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4579" y="5654678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42010" name="Line 27">
            <a:extLst>
              <a:ext uri="{FF2B5EF4-FFF2-40B4-BE49-F238E27FC236}">
                <a16:creationId xmlns:a16="http://schemas.microsoft.com/office/drawing/2014/main" id="{7CDE2A2D-7A66-3D75-ED44-74114D2FD8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4916" y="4749802"/>
            <a:ext cx="0" cy="914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011" name="Text Box 28">
            <a:extLst>
              <a:ext uri="{FF2B5EF4-FFF2-40B4-BE49-F238E27FC236}">
                <a16:creationId xmlns:a16="http://schemas.microsoft.com/office/drawing/2014/main" id="{D303FD58-1A41-C177-7AC3-ED26BBD0B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3379" y="5654678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C</a:t>
            </a:r>
          </a:p>
        </p:txBody>
      </p:sp>
      <p:sp>
        <p:nvSpPr>
          <p:cNvPr id="42012" name="Line 29">
            <a:extLst>
              <a:ext uri="{FF2B5EF4-FFF2-40B4-BE49-F238E27FC236}">
                <a16:creationId xmlns:a16="http://schemas.microsoft.com/office/drawing/2014/main" id="{CAD6CC8A-0DF7-EFFB-A873-D7094521D75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3716" y="4749802"/>
            <a:ext cx="0" cy="914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013" name="Text Box 30">
            <a:extLst>
              <a:ext uri="{FF2B5EF4-FFF2-40B4-BE49-F238E27FC236}">
                <a16:creationId xmlns:a16="http://schemas.microsoft.com/office/drawing/2014/main" id="{02873D68-4A38-5341-7179-D6A8CCA1D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655" y="5654678"/>
            <a:ext cx="3571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ahoma" panose="020B0604030504040204" pitchFamily="34" charset="0"/>
              </a:rPr>
              <a:t>D</a:t>
            </a:r>
          </a:p>
        </p:txBody>
      </p:sp>
      <p:sp>
        <p:nvSpPr>
          <p:cNvPr id="42014" name="Line 31">
            <a:extLst>
              <a:ext uri="{FF2B5EF4-FFF2-40B4-BE49-F238E27FC236}">
                <a16:creationId xmlns:a16="http://schemas.microsoft.com/office/drawing/2014/main" id="{4F6DE577-76EE-3468-92CE-BD79407BEE8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2516" y="4749802"/>
            <a:ext cx="0" cy="9144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2015" name="Text Box 32">
            <a:extLst>
              <a:ext uri="{FF2B5EF4-FFF2-40B4-BE49-F238E27FC236}">
                <a16:creationId xmlns:a16="http://schemas.microsoft.com/office/drawing/2014/main" id="{363D7B79-D1C9-CFCF-832E-44B4B0510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529" y="4551366"/>
            <a:ext cx="393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  <a:sym typeface="Symbol" pitchFamily="2" charset="2"/>
              </a:rPr>
              <a:t></a:t>
            </a:r>
            <a:endParaRPr lang="en-US" altLang="en-US" sz="2000" b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8780331B-97C3-CD59-8421-76484C01DB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8175" y="215900"/>
            <a:ext cx="4738689" cy="565149"/>
          </a:xfrm>
        </p:spPr>
        <p:txBody>
          <a:bodyPr/>
          <a:lstStyle/>
          <a:p>
            <a:pPr eaLnBrk="1" hangingPunct="1"/>
            <a:r>
              <a:rPr lang="en-US" altLang="en-US" sz="2400"/>
              <a:t>Stack with a Singly Linked List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D129B50E-C1F6-9BE5-9F37-AAE2D7A399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4275" y="880348"/>
            <a:ext cx="7848600" cy="2057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200" dirty="0"/>
              <a:t>We can implement a stack with a singly linked list</a:t>
            </a:r>
          </a:p>
          <a:p>
            <a:pPr eaLnBrk="1" hangingPunct="1"/>
            <a:endParaRPr lang="en-US" altLang="en-US" sz="1400" dirty="0"/>
          </a:p>
          <a:p>
            <a:pPr eaLnBrk="1" hangingPunct="1"/>
            <a:r>
              <a:rPr lang="en-US" altLang="en-US" sz="2200" dirty="0"/>
              <a:t>The top element is stored at the first node of the list</a:t>
            </a:r>
          </a:p>
          <a:p>
            <a:pPr eaLnBrk="1" hangingPunct="1"/>
            <a:endParaRPr lang="en-US" altLang="en-US" sz="1400" dirty="0"/>
          </a:p>
          <a:p>
            <a:pPr eaLnBrk="1" hangingPunct="1"/>
            <a:r>
              <a:rPr lang="en-US" altLang="en-US" sz="2200" dirty="0"/>
              <a:t>The space used is </a:t>
            </a:r>
            <a:r>
              <a:rPr lang="en-US" altLang="en-US" sz="22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200" dirty="0">
                <a:latin typeface="Times New Roman" panose="02020603050405020304" pitchFamily="18" charset="0"/>
              </a:rPr>
              <a:t>(</a:t>
            </a:r>
            <a:r>
              <a:rPr lang="en-US" altLang="en-US" sz="22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200" dirty="0">
                <a:latin typeface="Times New Roman" panose="02020603050405020304" pitchFamily="18" charset="0"/>
              </a:rPr>
              <a:t>)</a:t>
            </a:r>
            <a:r>
              <a:rPr lang="en-US" altLang="en-US" sz="2200" dirty="0"/>
              <a:t> and each operation of the Stack ADT takes </a:t>
            </a:r>
            <a:r>
              <a:rPr lang="en-US" altLang="en-US" sz="22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200" dirty="0">
                <a:latin typeface="Times New Roman" panose="02020603050405020304" pitchFamily="18" charset="0"/>
              </a:rPr>
              <a:t>(1) </a:t>
            </a:r>
            <a:r>
              <a:rPr lang="en-US" altLang="en-US" sz="2200" dirty="0"/>
              <a:t>time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20D008F-FCCB-F089-7533-503CD4B09E0F}"/>
              </a:ext>
            </a:extLst>
          </p:cNvPr>
          <p:cNvGrpSpPr/>
          <p:nvPr/>
        </p:nvGrpSpPr>
        <p:grpSpPr>
          <a:xfrm>
            <a:off x="1241425" y="3429000"/>
            <a:ext cx="7734300" cy="2670175"/>
            <a:chOff x="2286000" y="3730626"/>
            <a:chExt cx="7734300" cy="2670175"/>
          </a:xfrm>
        </p:grpSpPr>
        <p:sp>
          <p:nvSpPr>
            <p:cNvPr id="43011" name="Rectangle 4">
              <a:extLst>
                <a:ext uri="{FF2B5EF4-FFF2-40B4-BE49-F238E27FC236}">
                  <a16:creationId xmlns:a16="http://schemas.microsoft.com/office/drawing/2014/main" id="{09A94B0F-32E1-1B10-B4BB-E13E377AD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8976" y="4302126"/>
              <a:ext cx="536575" cy="5365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3012" name="Rectangle 5">
              <a:extLst>
                <a:ext uri="{FF2B5EF4-FFF2-40B4-BE49-F238E27FC236}">
                  <a16:creationId xmlns:a16="http://schemas.microsoft.com/office/drawing/2014/main" id="{D40DC781-F875-66B6-8945-7CEE562E0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5551" y="4302126"/>
              <a:ext cx="538163" cy="5365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3013" name="Line 6">
              <a:extLst>
                <a:ext uri="{FF2B5EF4-FFF2-40B4-BE49-F238E27FC236}">
                  <a16:creationId xmlns:a16="http://schemas.microsoft.com/office/drawing/2014/main" id="{D5670581-B96F-6AB3-5EA1-8EB379DDE3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7264" y="4570413"/>
              <a:ext cx="1587" cy="80645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014" name="Line 7">
              <a:extLst>
                <a:ext uri="{FF2B5EF4-FFF2-40B4-BE49-F238E27FC236}">
                  <a16:creationId xmlns:a16="http://schemas.microsoft.com/office/drawing/2014/main" id="{B102084E-5F8D-8BCE-6279-A33E3DAB2A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3838" y="4570414"/>
              <a:ext cx="806450" cy="15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015" name="Rectangle 8">
              <a:extLst>
                <a:ext uri="{FF2B5EF4-FFF2-40B4-BE49-F238E27FC236}">
                  <a16:creationId xmlns:a16="http://schemas.microsoft.com/office/drawing/2014/main" id="{AA2E85BF-7B1E-BB38-9F39-8124F271D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0289" y="4302126"/>
              <a:ext cx="536575" cy="5365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3016" name="Rectangle 9">
              <a:extLst>
                <a:ext uri="{FF2B5EF4-FFF2-40B4-BE49-F238E27FC236}">
                  <a16:creationId xmlns:a16="http://schemas.microsoft.com/office/drawing/2014/main" id="{7A46C91A-6DC2-4579-DF1C-836198491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6864" y="4302126"/>
              <a:ext cx="536575" cy="5365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3017" name="Line 10">
              <a:extLst>
                <a:ext uri="{FF2B5EF4-FFF2-40B4-BE49-F238E27FC236}">
                  <a16:creationId xmlns:a16="http://schemas.microsoft.com/office/drawing/2014/main" id="{B976E4BF-F39A-25DD-85AA-DBACCC37F0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45150" y="4570414"/>
              <a:ext cx="806450" cy="15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018" name="Rectangle 11">
              <a:extLst>
                <a:ext uri="{FF2B5EF4-FFF2-40B4-BE49-F238E27FC236}">
                  <a16:creationId xmlns:a16="http://schemas.microsoft.com/office/drawing/2014/main" id="{87624A38-6842-48E5-138D-08C43882A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51601" y="4302126"/>
              <a:ext cx="536575" cy="5365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3019" name="Rectangle 12">
              <a:extLst>
                <a:ext uri="{FF2B5EF4-FFF2-40B4-BE49-F238E27FC236}">
                  <a16:creationId xmlns:a16="http://schemas.microsoft.com/office/drawing/2014/main" id="{070DFB9F-6625-426A-045A-76B0CC711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8176" y="4302126"/>
              <a:ext cx="536575" cy="5365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3020" name="Line 13">
              <a:extLst>
                <a:ext uri="{FF2B5EF4-FFF2-40B4-BE49-F238E27FC236}">
                  <a16:creationId xmlns:a16="http://schemas.microsoft.com/office/drawing/2014/main" id="{F41E7198-4C38-25FD-71D1-5319FE5604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56463" y="4570414"/>
              <a:ext cx="806450" cy="15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021" name="Rectangle 14">
              <a:extLst>
                <a:ext uri="{FF2B5EF4-FFF2-40B4-BE49-F238E27FC236}">
                  <a16:creationId xmlns:a16="http://schemas.microsoft.com/office/drawing/2014/main" id="{2452FAB1-76DE-CE77-996E-20D6BB596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2914" y="4302126"/>
              <a:ext cx="536575" cy="5365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3022" name="Rectangle 15">
              <a:extLst>
                <a:ext uri="{FF2B5EF4-FFF2-40B4-BE49-F238E27FC236}">
                  <a16:creationId xmlns:a16="http://schemas.microsoft.com/office/drawing/2014/main" id="{BA22EF50-0AB2-BDB7-0F73-733DA517A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9489" y="4302126"/>
              <a:ext cx="536575" cy="5365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3023" name="Line 16">
              <a:extLst>
                <a:ext uri="{FF2B5EF4-FFF2-40B4-BE49-F238E27FC236}">
                  <a16:creationId xmlns:a16="http://schemas.microsoft.com/office/drawing/2014/main" id="{58DD1977-70C1-272B-A019-966F8E06FC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67775" y="4570414"/>
              <a:ext cx="806450" cy="15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024" name="Line 17">
              <a:extLst>
                <a:ext uri="{FF2B5EF4-FFF2-40B4-BE49-F238E27FC236}">
                  <a16:creationId xmlns:a16="http://schemas.microsoft.com/office/drawing/2014/main" id="{150B0D35-7401-5D5E-8786-752730138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8575" y="4570413"/>
              <a:ext cx="1588" cy="80645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025" name="Line 18">
              <a:extLst>
                <a:ext uri="{FF2B5EF4-FFF2-40B4-BE49-F238E27FC236}">
                  <a16:creationId xmlns:a16="http://schemas.microsoft.com/office/drawing/2014/main" id="{E7D68E82-19BE-94A6-4D02-403CD91C76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9889" y="4570413"/>
              <a:ext cx="1587" cy="80645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026" name="Line 19">
              <a:extLst>
                <a:ext uri="{FF2B5EF4-FFF2-40B4-BE49-F238E27FC236}">
                  <a16:creationId xmlns:a16="http://schemas.microsoft.com/office/drawing/2014/main" id="{D2766B8F-B298-F479-4B7C-BB9FBDCCF6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31200" y="4570413"/>
              <a:ext cx="1588" cy="80645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3027" name="Text Box 20">
              <a:extLst>
                <a:ext uri="{FF2B5EF4-FFF2-40B4-BE49-F238E27FC236}">
                  <a16:creationId xmlns:a16="http://schemas.microsoft.com/office/drawing/2014/main" id="{DD86B9C4-CB3B-4968-FFBD-AF0589EBA5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26600" y="4395789"/>
              <a:ext cx="3937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latin typeface="Tahoma" panose="020B0604030504040204" pitchFamily="34" charset="0"/>
                  <a:sym typeface="Symbol" pitchFamily="2" charset="2"/>
                </a:rPr>
                <a:t></a:t>
              </a:r>
              <a:endParaRPr lang="en-US" altLang="en-US" sz="2000" b="1">
                <a:latin typeface="Tahoma" panose="020B0604030504040204" pitchFamily="34" charset="0"/>
              </a:endParaRPr>
            </a:p>
          </p:txBody>
        </p:sp>
        <p:sp>
          <p:nvSpPr>
            <p:cNvPr id="43028" name="Text Box 21">
              <a:extLst>
                <a:ext uri="{FF2B5EF4-FFF2-40B4-BE49-F238E27FC236}">
                  <a16:creationId xmlns:a16="http://schemas.microsoft.com/office/drawing/2014/main" id="{139D8C31-E5B7-B6FB-BF8E-614DC37DA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4340225"/>
              <a:ext cx="2682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43029" name="Line 22">
              <a:extLst>
                <a:ext uri="{FF2B5EF4-FFF2-40B4-BE49-F238E27FC236}">
                  <a16:creationId xmlns:a16="http://schemas.microsoft.com/office/drawing/2014/main" id="{B7705C99-FD48-F3F6-095D-A050172124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19375" y="4606925"/>
              <a:ext cx="577850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pic>
          <p:nvPicPr>
            <p:cNvPr id="43030" name="Picture 23">
              <a:extLst>
                <a:ext uri="{FF2B5EF4-FFF2-40B4-BE49-F238E27FC236}">
                  <a16:creationId xmlns:a16="http://schemas.microsoft.com/office/drawing/2014/main" id="{DC0204E5-3DAE-5A74-5128-006415C491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2775" y="5413376"/>
              <a:ext cx="685800" cy="83502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</p:pic>
        <p:pic>
          <p:nvPicPr>
            <p:cNvPr id="43031" name="Picture 24">
              <a:extLst>
                <a:ext uri="{FF2B5EF4-FFF2-40B4-BE49-F238E27FC236}">
                  <a16:creationId xmlns:a16="http://schemas.microsoft.com/office/drawing/2014/main" id="{A8A2999B-BEB3-B426-7A3E-876ABE31B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2025" y="5413376"/>
              <a:ext cx="685800" cy="80327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</p:pic>
        <p:pic>
          <p:nvPicPr>
            <p:cNvPr id="43032" name="Picture 25">
              <a:extLst>
                <a:ext uri="{FF2B5EF4-FFF2-40B4-BE49-F238E27FC236}">
                  <a16:creationId xmlns:a16="http://schemas.microsoft.com/office/drawing/2014/main" id="{7DBE8FD9-45F4-57DA-20EC-6F09FDC90F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01000" y="5413376"/>
              <a:ext cx="685800" cy="61277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</p:pic>
        <p:pic>
          <p:nvPicPr>
            <p:cNvPr id="43033" name="Picture 26">
              <a:extLst>
                <a:ext uri="{FF2B5EF4-FFF2-40B4-BE49-F238E27FC236}">
                  <a16:creationId xmlns:a16="http://schemas.microsoft.com/office/drawing/2014/main" id="{A326D798-FB2F-9CDA-9E21-7F99C7530D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1275" y="5413376"/>
              <a:ext cx="685800" cy="66357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</p:pic>
        <p:sp>
          <p:nvSpPr>
            <p:cNvPr id="43034" name="AutoShape 27">
              <a:extLst>
                <a:ext uri="{FF2B5EF4-FFF2-40B4-BE49-F238E27FC236}">
                  <a16:creationId xmlns:a16="http://schemas.microsoft.com/office/drawing/2014/main" id="{CC5C2B64-6E8B-D62A-37C0-BBFD41FD4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75" y="3768725"/>
              <a:ext cx="6477000" cy="12192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3035" name="Text Box 28">
              <a:extLst>
                <a:ext uri="{FF2B5EF4-FFF2-40B4-BE49-F238E27FC236}">
                  <a16:creationId xmlns:a16="http://schemas.microsoft.com/office/drawing/2014/main" id="{A91C22D5-1952-B5CA-56A6-D2F8EED61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6576" y="3730626"/>
              <a:ext cx="84931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nodes</a:t>
              </a:r>
            </a:p>
          </p:txBody>
        </p:sp>
        <p:sp>
          <p:nvSpPr>
            <p:cNvPr id="43036" name="AutoShape 29">
              <a:extLst>
                <a:ext uri="{FF2B5EF4-FFF2-40B4-BE49-F238E27FC236}">
                  <a16:creationId xmlns:a16="http://schemas.microsoft.com/office/drawing/2014/main" id="{F14B8A3A-B971-D233-95CA-964635DFE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175" y="5140325"/>
              <a:ext cx="5943600" cy="12192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2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3037" name="Text Box 30">
              <a:extLst>
                <a:ext uri="{FF2B5EF4-FFF2-40B4-BE49-F238E27FC236}">
                  <a16:creationId xmlns:a16="http://schemas.microsoft.com/office/drawing/2014/main" id="{70FB2895-504E-72BD-3B7B-20A44E56B9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3314" y="6003926"/>
              <a:ext cx="119538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elements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0C3A37BF-7F32-464D-7725-094BE234EA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33774" y="215900"/>
            <a:ext cx="5171768" cy="565149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Queue with a Singly Linked List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027345C3-3041-DC39-1729-A9EE6D323D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02442" y="982663"/>
            <a:ext cx="7772400" cy="21336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200" dirty="0"/>
              <a:t>We can implement a queue with a singly linked list</a:t>
            </a:r>
          </a:p>
          <a:p>
            <a:pPr lvl="1" eaLnBrk="1" hangingPunct="1"/>
            <a:r>
              <a:rPr lang="en-US" altLang="en-US" sz="1800" dirty="0"/>
              <a:t>The front element is stored at the first node</a:t>
            </a:r>
          </a:p>
          <a:p>
            <a:pPr lvl="1" eaLnBrk="1" hangingPunct="1"/>
            <a:r>
              <a:rPr lang="en-US" altLang="en-US" sz="1800" dirty="0"/>
              <a:t>The rear element is stored at the last node</a:t>
            </a:r>
          </a:p>
          <a:p>
            <a:pPr lvl="1" eaLnBrk="1" hangingPunct="1"/>
            <a:endParaRPr lang="en-US" altLang="en-US" sz="1600" dirty="0"/>
          </a:p>
          <a:p>
            <a:pPr eaLnBrk="1" hangingPunct="1"/>
            <a:r>
              <a:rPr lang="en-US" altLang="en-US" sz="2200" dirty="0"/>
              <a:t>The space used is </a:t>
            </a:r>
            <a:r>
              <a:rPr lang="en-US" altLang="en-US" sz="22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200" dirty="0">
                <a:latin typeface="Times New Roman" panose="02020603050405020304" pitchFamily="18" charset="0"/>
              </a:rPr>
              <a:t>(</a:t>
            </a:r>
            <a:r>
              <a:rPr lang="en-US" altLang="en-US" sz="22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200" dirty="0">
                <a:latin typeface="Times New Roman" panose="02020603050405020304" pitchFamily="18" charset="0"/>
              </a:rPr>
              <a:t>)</a:t>
            </a:r>
            <a:r>
              <a:rPr lang="en-US" altLang="en-US" sz="2200" dirty="0"/>
              <a:t> and each operation of the Queue ADT takes </a:t>
            </a:r>
            <a:r>
              <a:rPr lang="en-US" altLang="en-US" sz="22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200" dirty="0">
                <a:latin typeface="Times New Roman" panose="02020603050405020304" pitchFamily="18" charset="0"/>
              </a:rPr>
              <a:t>(1) </a:t>
            </a:r>
            <a:r>
              <a:rPr lang="en-US" altLang="en-US" sz="2200" dirty="0"/>
              <a:t>time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3C1399-918E-12A4-A6CB-9A61E2AB83D8}"/>
              </a:ext>
            </a:extLst>
          </p:cNvPr>
          <p:cNvGrpSpPr/>
          <p:nvPr/>
        </p:nvGrpSpPr>
        <p:grpSpPr>
          <a:xfrm>
            <a:off x="1666568" y="3317877"/>
            <a:ext cx="7686675" cy="3086101"/>
            <a:chOff x="2286000" y="3314700"/>
            <a:chExt cx="7686675" cy="3086101"/>
          </a:xfrm>
        </p:grpSpPr>
        <p:sp>
          <p:nvSpPr>
            <p:cNvPr id="44035" name="Text Box 4">
              <a:extLst>
                <a:ext uri="{FF2B5EF4-FFF2-40B4-BE49-F238E27FC236}">
                  <a16:creationId xmlns:a16="http://schemas.microsoft.com/office/drawing/2014/main" id="{2994F9A2-BB6C-153E-99FC-2067CB0BD1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4295775"/>
              <a:ext cx="285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44036" name="Line 5">
              <a:extLst>
                <a:ext uri="{FF2B5EF4-FFF2-40B4-BE49-F238E27FC236}">
                  <a16:creationId xmlns:a16="http://schemas.microsoft.com/office/drawing/2014/main" id="{128FE025-DEA9-5265-5032-080091F2454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2876550" y="4267200"/>
              <a:ext cx="0" cy="609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037" name="Line 6">
              <a:extLst>
                <a:ext uri="{FF2B5EF4-FFF2-40B4-BE49-F238E27FC236}">
                  <a16:creationId xmlns:a16="http://schemas.microsoft.com/office/drawing/2014/main" id="{837F3F99-C92A-20F7-B6DB-7815514C598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 flipH="1" flipV="1">
              <a:off x="8258175" y="3990975"/>
              <a:ext cx="609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038" name="Text Box 7">
              <a:extLst>
                <a:ext uri="{FF2B5EF4-FFF2-40B4-BE49-F238E27FC236}">
                  <a16:creationId xmlns:a16="http://schemas.microsoft.com/office/drawing/2014/main" id="{AD73747F-1ABB-A5DB-77C2-617FEDB38F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02638" y="3314700"/>
              <a:ext cx="3032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44039" name="Rectangle 8">
              <a:extLst>
                <a:ext uri="{FF2B5EF4-FFF2-40B4-BE49-F238E27FC236}">
                  <a16:creationId xmlns:a16="http://schemas.microsoft.com/office/drawing/2014/main" id="{1FD43E11-9814-60FC-CFD4-ACF7EBF15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1351" y="4302126"/>
              <a:ext cx="536575" cy="5365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4040" name="Rectangle 9">
              <a:extLst>
                <a:ext uri="{FF2B5EF4-FFF2-40B4-BE49-F238E27FC236}">
                  <a16:creationId xmlns:a16="http://schemas.microsoft.com/office/drawing/2014/main" id="{D42A2C96-F1BF-6739-CA50-8C63E9B6A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7926" y="4302126"/>
              <a:ext cx="538163" cy="5365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4041" name="Line 10">
              <a:extLst>
                <a:ext uri="{FF2B5EF4-FFF2-40B4-BE49-F238E27FC236}">
                  <a16:creationId xmlns:a16="http://schemas.microsoft.com/office/drawing/2014/main" id="{DB26B7AC-8FEB-99BD-AC38-6C2D122A1F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9639" y="4570413"/>
              <a:ext cx="1587" cy="80645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042" name="Line 11">
              <a:extLst>
                <a:ext uri="{FF2B5EF4-FFF2-40B4-BE49-F238E27FC236}">
                  <a16:creationId xmlns:a16="http://schemas.microsoft.com/office/drawing/2014/main" id="{205DC82D-04B4-6422-4294-A3E479F9AA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6213" y="4570414"/>
              <a:ext cx="806450" cy="15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043" name="Rectangle 12">
              <a:extLst>
                <a:ext uri="{FF2B5EF4-FFF2-40B4-BE49-F238E27FC236}">
                  <a16:creationId xmlns:a16="http://schemas.microsoft.com/office/drawing/2014/main" id="{4EBD462A-2FBB-B4ED-6B56-2B2EC29A4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4" y="4302126"/>
              <a:ext cx="536575" cy="5365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4044" name="Rectangle 13">
              <a:extLst>
                <a:ext uri="{FF2B5EF4-FFF2-40B4-BE49-F238E27FC236}">
                  <a16:creationId xmlns:a16="http://schemas.microsoft.com/office/drawing/2014/main" id="{832BD350-639E-2629-92E3-35BD2AB2A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9" y="4302126"/>
              <a:ext cx="536575" cy="5365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4045" name="Line 14">
              <a:extLst>
                <a:ext uri="{FF2B5EF4-FFF2-40B4-BE49-F238E27FC236}">
                  <a16:creationId xmlns:a16="http://schemas.microsoft.com/office/drawing/2014/main" id="{278D24A7-0324-F9C3-68DE-E283B1BB4B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97525" y="4570414"/>
              <a:ext cx="806450" cy="15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046" name="Rectangle 15">
              <a:extLst>
                <a:ext uri="{FF2B5EF4-FFF2-40B4-BE49-F238E27FC236}">
                  <a16:creationId xmlns:a16="http://schemas.microsoft.com/office/drawing/2014/main" id="{CA222F85-EF8E-56A1-2F5E-245B57751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3976" y="4302126"/>
              <a:ext cx="536575" cy="5365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4047" name="Rectangle 16">
              <a:extLst>
                <a:ext uri="{FF2B5EF4-FFF2-40B4-BE49-F238E27FC236}">
                  <a16:creationId xmlns:a16="http://schemas.microsoft.com/office/drawing/2014/main" id="{5F316BF1-A9CC-16E0-DDE9-954426EEA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0551" y="4302126"/>
              <a:ext cx="536575" cy="5365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4048" name="Line 17">
              <a:extLst>
                <a:ext uri="{FF2B5EF4-FFF2-40B4-BE49-F238E27FC236}">
                  <a16:creationId xmlns:a16="http://schemas.microsoft.com/office/drawing/2014/main" id="{720AFD5A-79A4-8930-2BFD-8FE128805B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8838" y="4570414"/>
              <a:ext cx="806450" cy="15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049" name="Rectangle 18">
              <a:extLst>
                <a:ext uri="{FF2B5EF4-FFF2-40B4-BE49-F238E27FC236}">
                  <a16:creationId xmlns:a16="http://schemas.microsoft.com/office/drawing/2014/main" id="{C0637191-FF1B-114F-D632-C934CAD89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5289" y="4302126"/>
              <a:ext cx="536575" cy="5365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4050" name="Rectangle 19">
              <a:extLst>
                <a:ext uri="{FF2B5EF4-FFF2-40B4-BE49-F238E27FC236}">
                  <a16:creationId xmlns:a16="http://schemas.microsoft.com/office/drawing/2014/main" id="{CB81EF68-8F96-1408-D18B-AE71A40E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1864" y="4302126"/>
              <a:ext cx="536575" cy="5365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4051" name="Line 20">
              <a:extLst>
                <a:ext uri="{FF2B5EF4-FFF2-40B4-BE49-F238E27FC236}">
                  <a16:creationId xmlns:a16="http://schemas.microsoft.com/office/drawing/2014/main" id="{D816D07F-A83E-8B49-749C-D88D506536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20150" y="4570414"/>
              <a:ext cx="806450" cy="15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052" name="Line 21">
              <a:extLst>
                <a:ext uri="{FF2B5EF4-FFF2-40B4-BE49-F238E27FC236}">
                  <a16:creationId xmlns:a16="http://schemas.microsoft.com/office/drawing/2014/main" id="{8DAA457A-6E71-69B3-E39F-61A7E41EEF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0950" y="4570413"/>
              <a:ext cx="1588" cy="80645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053" name="Line 22">
              <a:extLst>
                <a:ext uri="{FF2B5EF4-FFF2-40B4-BE49-F238E27FC236}">
                  <a16:creationId xmlns:a16="http://schemas.microsoft.com/office/drawing/2014/main" id="{6FA738AF-FF94-A924-17C2-4871E6213B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72264" y="4570413"/>
              <a:ext cx="1587" cy="80645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054" name="Line 23">
              <a:extLst>
                <a:ext uri="{FF2B5EF4-FFF2-40B4-BE49-F238E27FC236}">
                  <a16:creationId xmlns:a16="http://schemas.microsoft.com/office/drawing/2014/main" id="{23E4F9BC-E5E2-6A76-0149-61CAD8A5B3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3575" y="4570413"/>
              <a:ext cx="1588" cy="80645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4055" name="Text Box 24">
              <a:extLst>
                <a:ext uri="{FF2B5EF4-FFF2-40B4-BE49-F238E27FC236}">
                  <a16:creationId xmlns:a16="http://schemas.microsoft.com/office/drawing/2014/main" id="{A2804121-74B3-73F0-509B-0DAD187A9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78975" y="4395789"/>
              <a:ext cx="3937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latin typeface="Tahoma" panose="020B0604030504040204" pitchFamily="34" charset="0"/>
                  <a:sym typeface="Symbol" pitchFamily="2" charset="2"/>
                </a:rPr>
                <a:t></a:t>
              </a:r>
              <a:endParaRPr lang="en-US" altLang="en-US" sz="2000" b="1">
                <a:latin typeface="Tahoma" panose="020B0604030504040204" pitchFamily="34" charset="0"/>
              </a:endParaRPr>
            </a:p>
          </p:txBody>
        </p:sp>
        <p:pic>
          <p:nvPicPr>
            <p:cNvPr id="44056" name="Picture 25">
              <a:extLst>
                <a:ext uri="{FF2B5EF4-FFF2-40B4-BE49-F238E27FC236}">
                  <a16:creationId xmlns:a16="http://schemas.microsoft.com/office/drawing/2014/main" id="{8AC04B5A-F8FB-1403-68BF-1EE116844F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5150" y="5413376"/>
              <a:ext cx="685800" cy="83502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</p:pic>
        <p:pic>
          <p:nvPicPr>
            <p:cNvPr id="44057" name="Picture 26">
              <a:extLst>
                <a:ext uri="{FF2B5EF4-FFF2-40B4-BE49-F238E27FC236}">
                  <a16:creationId xmlns:a16="http://schemas.microsoft.com/office/drawing/2014/main" id="{A7EE5822-CF24-3C58-41CB-EC0F882315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4400" y="5413376"/>
              <a:ext cx="685800" cy="80327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</p:pic>
        <p:pic>
          <p:nvPicPr>
            <p:cNvPr id="44058" name="Picture 27">
              <a:extLst>
                <a:ext uri="{FF2B5EF4-FFF2-40B4-BE49-F238E27FC236}">
                  <a16:creationId xmlns:a16="http://schemas.microsoft.com/office/drawing/2014/main" id="{36186620-B2C7-3FDC-DB4D-F2B53F5023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3375" y="5413376"/>
              <a:ext cx="685800" cy="61277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</p:pic>
        <p:pic>
          <p:nvPicPr>
            <p:cNvPr id="44059" name="Picture 28">
              <a:extLst>
                <a:ext uri="{FF2B5EF4-FFF2-40B4-BE49-F238E27FC236}">
                  <a16:creationId xmlns:a16="http://schemas.microsoft.com/office/drawing/2014/main" id="{F6004B2F-2B21-7C5A-364A-862E858706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3650" y="5413376"/>
              <a:ext cx="685800" cy="66357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</p:pic>
        <p:sp>
          <p:nvSpPr>
            <p:cNvPr id="44060" name="AutoShape 29">
              <a:extLst>
                <a:ext uri="{FF2B5EF4-FFF2-40B4-BE49-F238E27FC236}">
                  <a16:creationId xmlns:a16="http://schemas.microsoft.com/office/drawing/2014/main" id="{9F0A5BDF-0578-9C48-41C4-763138745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6550" y="3768725"/>
              <a:ext cx="6477000" cy="12192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4061" name="Text Box 30">
              <a:extLst>
                <a:ext uri="{FF2B5EF4-FFF2-40B4-BE49-F238E27FC236}">
                  <a16:creationId xmlns:a16="http://schemas.microsoft.com/office/drawing/2014/main" id="{EDFE63D4-9976-6885-0ACD-0C68E113F1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8951" y="3730626"/>
              <a:ext cx="84931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nodes</a:t>
              </a:r>
            </a:p>
          </p:txBody>
        </p:sp>
        <p:sp>
          <p:nvSpPr>
            <p:cNvPr id="44062" name="AutoShape 31">
              <a:extLst>
                <a:ext uri="{FF2B5EF4-FFF2-40B4-BE49-F238E27FC236}">
                  <a16:creationId xmlns:a16="http://schemas.microsoft.com/office/drawing/2014/main" id="{C7680454-2847-4818-C5B2-09EE88C69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6550" y="5140325"/>
              <a:ext cx="5943600" cy="12192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2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4063" name="Text Box 32">
              <a:extLst>
                <a:ext uri="{FF2B5EF4-FFF2-40B4-BE49-F238E27FC236}">
                  <a16:creationId xmlns:a16="http://schemas.microsoft.com/office/drawing/2014/main" id="{8B1648E7-C9C5-7905-A28D-9016E47E58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5689" y="6003926"/>
              <a:ext cx="119538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elements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3C2A05F4-FEE4-1DF3-EF92-C74F19A58A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7754" y="244475"/>
            <a:ext cx="4006645" cy="473074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Doubly Linked List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32842023-9E58-A94E-8BE3-38185DC038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9" y="1005604"/>
            <a:ext cx="4876800" cy="29718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sz="2000"/>
              <a:t>A doubly linked list provides a natural implementation of the List ADT</a:t>
            </a:r>
          </a:p>
          <a:p>
            <a:pPr eaLnBrk="1" hangingPunct="1"/>
            <a:endParaRPr lang="en-US" altLang="en-US" sz="1200"/>
          </a:p>
          <a:p>
            <a:pPr eaLnBrk="1" hangingPunct="1"/>
            <a:r>
              <a:rPr lang="en-US" altLang="en-US" sz="2000"/>
              <a:t>Nodes implement Position and store:</a:t>
            </a:r>
          </a:p>
          <a:p>
            <a:pPr lvl="1" eaLnBrk="1" hangingPunct="1"/>
            <a:r>
              <a:rPr lang="en-US" altLang="en-US" sz="1800"/>
              <a:t>element</a:t>
            </a:r>
          </a:p>
          <a:p>
            <a:pPr lvl="1" eaLnBrk="1" hangingPunct="1"/>
            <a:r>
              <a:rPr lang="en-US" altLang="en-US" sz="1800"/>
              <a:t>link to the previous node</a:t>
            </a:r>
          </a:p>
          <a:p>
            <a:pPr lvl="1" eaLnBrk="1" hangingPunct="1"/>
            <a:r>
              <a:rPr lang="en-US" altLang="en-US" sz="1800"/>
              <a:t>link to the next node</a:t>
            </a:r>
          </a:p>
          <a:p>
            <a:pPr lvl="1" eaLnBrk="1" hangingPunct="1"/>
            <a:endParaRPr lang="en-US" altLang="en-US" sz="1200"/>
          </a:p>
          <a:p>
            <a:pPr eaLnBrk="1" hangingPunct="1"/>
            <a:r>
              <a:rPr lang="en-US" altLang="en-US" sz="2000"/>
              <a:t>Special trailer and header nodes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237EA4-350E-A038-949B-4EA5A689EE65}"/>
              </a:ext>
            </a:extLst>
          </p:cNvPr>
          <p:cNvGrpSpPr/>
          <p:nvPr/>
        </p:nvGrpSpPr>
        <p:grpSpPr>
          <a:xfrm>
            <a:off x="1205579" y="4096725"/>
            <a:ext cx="7905749" cy="2225675"/>
            <a:chOff x="2149476" y="4251326"/>
            <a:chExt cx="7905749" cy="2225675"/>
          </a:xfrm>
        </p:grpSpPr>
        <p:sp>
          <p:nvSpPr>
            <p:cNvPr id="45068" name="Rectangle 13">
              <a:extLst>
                <a:ext uri="{FF2B5EF4-FFF2-40B4-BE49-F238E27FC236}">
                  <a16:creationId xmlns:a16="http://schemas.microsoft.com/office/drawing/2014/main" id="{900971CA-EC2A-6331-5CCC-18E3FF27D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4708525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5069" name="Rectangle 14">
              <a:extLst>
                <a:ext uri="{FF2B5EF4-FFF2-40B4-BE49-F238E27FC236}">
                  <a16:creationId xmlns:a16="http://schemas.microsoft.com/office/drawing/2014/main" id="{F8DFBC5D-1CAE-3C0D-E757-D255C9367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4708525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5070" name="Rectangle 15">
              <a:extLst>
                <a:ext uri="{FF2B5EF4-FFF2-40B4-BE49-F238E27FC236}">
                  <a16:creationId xmlns:a16="http://schemas.microsoft.com/office/drawing/2014/main" id="{042AC96D-B8CC-4C16-BF7F-B9E343F60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4708525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5071" name="Freeform 16">
              <a:extLst>
                <a:ext uri="{FF2B5EF4-FFF2-40B4-BE49-F238E27FC236}">
                  <a16:creationId xmlns:a16="http://schemas.microsoft.com/office/drawing/2014/main" id="{095E721B-3658-D292-EA3C-661010005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000" y="4722813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72" name="Rectangle 17">
              <a:extLst>
                <a:ext uri="{FF2B5EF4-FFF2-40B4-BE49-F238E27FC236}">
                  <a16:creationId xmlns:a16="http://schemas.microsoft.com/office/drawing/2014/main" id="{36A77BC5-8678-8FD8-E49F-ACDAAE75F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000" y="4708525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5073" name="Rectangle 18">
              <a:extLst>
                <a:ext uri="{FF2B5EF4-FFF2-40B4-BE49-F238E27FC236}">
                  <a16:creationId xmlns:a16="http://schemas.microsoft.com/office/drawing/2014/main" id="{9D628D4E-D473-1786-3291-0836A2BE7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4708525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5074" name="Rectangle 19">
              <a:extLst>
                <a:ext uri="{FF2B5EF4-FFF2-40B4-BE49-F238E27FC236}">
                  <a16:creationId xmlns:a16="http://schemas.microsoft.com/office/drawing/2014/main" id="{1EDC1293-E411-0B14-73A2-380708241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708525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5075" name="Freeform 20">
              <a:extLst>
                <a:ext uri="{FF2B5EF4-FFF2-40B4-BE49-F238E27FC236}">
                  <a16:creationId xmlns:a16="http://schemas.microsoft.com/office/drawing/2014/main" id="{68490F4E-A8F7-48B0-51CE-184FCAD3E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5000" y="4722813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76" name="Rectangle 21">
              <a:extLst>
                <a:ext uri="{FF2B5EF4-FFF2-40B4-BE49-F238E27FC236}">
                  <a16:creationId xmlns:a16="http://schemas.microsoft.com/office/drawing/2014/main" id="{97D1F107-CC2A-F6BE-CFC6-657B3E692F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4708525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5077" name="Rectangle 22">
              <a:extLst>
                <a:ext uri="{FF2B5EF4-FFF2-40B4-BE49-F238E27FC236}">
                  <a16:creationId xmlns:a16="http://schemas.microsoft.com/office/drawing/2014/main" id="{F4F961EB-4018-DA87-370C-191090AB2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4708525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5078" name="Rectangle 23">
              <a:extLst>
                <a:ext uri="{FF2B5EF4-FFF2-40B4-BE49-F238E27FC236}">
                  <a16:creationId xmlns:a16="http://schemas.microsoft.com/office/drawing/2014/main" id="{E96FED5F-8BD5-E54A-92F5-F9B58F6E2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4708525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5079" name="Freeform 24">
              <a:extLst>
                <a:ext uri="{FF2B5EF4-FFF2-40B4-BE49-F238E27FC236}">
                  <a16:creationId xmlns:a16="http://schemas.microsoft.com/office/drawing/2014/main" id="{860A289C-21C8-7FB2-0F90-8D3D25FC2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9000" y="4722813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80" name="Rectangle 25">
              <a:extLst>
                <a:ext uri="{FF2B5EF4-FFF2-40B4-BE49-F238E27FC236}">
                  <a16:creationId xmlns:a16="http://schemas.microsoft.com/office/drawing/2014/main" id="{4FC9A907-E9BD-4DED-989C-C3AB78919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000" y="4708525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5081" name="Rectangle 26">
              <a:extLst>
                <a:ext uri="{FF2B5EF4-FFF2-40B4-BE49-F238E27FC236}">
                  <a16:creationId xmlns:a16="http://schemas.microsoft.com/office/drawing/2014/main" id="{CD0C0D26-A797-2349-C983-AF4FC2C3A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5800" y="4708525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5082" name="Rectangle 27">
              <a:extLst>
                <a:ext uri="{FF2B5EF4-FFF2-40B4-BE49-F238E27FC236}">
                  <a16:creationId xmlns:a16="http://schemas.microsoft.com/office/drawing/2014/main" id="{6D297BBA-88E2-88B6-AE80-1BA938337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0600" y="4708525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5083" name="Freeform 28">
              <a:extLst>
                <a:ext uri="{FF2B5EF4-FFF2-40B4-BE49-F238E27FC236}">
                  <a16:creationId xmlns:a16="http://schemas.microsoft.com/office/drawing/2014/main" id="{42C4B2F8-814E-796D-2754-A9806F03574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343400" y="4875213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84" name="Freeform 29">
              <a:extLst>
                <a:ext uri="{FF2B5EF4-FFF2-40B4-BE49-F238E27FC236}">
                  <a16:creationId xmlns:a16="http://schemas.microsoft.com/office/drawing/2014/main" id="{4EFC6F49-3B99-AE01-8AF4-21886F8D617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867400" y="4875213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85" name="Freeform 30">
              <a:extLst>
                <a:ext uri="{FF2B5EF4-FFF2-40B4-BE49-F238E27FC236}">
                  <a16:creationId xmlns:a16="http://schemas.microsoft.com/office/drawing/2014/main" id="{89A8ECF8-B483-D2BF-DE41-20A544281EE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91400" y="4875213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86" name="Freeform 31">
              <a:extLst>
                <a:ext uri="{FF2B5EF4-FFF2-40B4-BE49-F238E27FC236}">
                  <a16:creationId xmlns:a16="http://schemas.microsoft.com/office/drawing/2014/main" id="{1B40D2FC-760F-468F-B29B-9EA18D262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176" y="4860925"/>
              <a:ext cx="168275" cy="55245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87" name="Freeform 32">
              <a:extLst>
                <a:ext uri="{FF2B5EF4-FFF2-40B4-BE49-F238E27FC236}">
                  <a16:creationId xmlns:a16="http://schemas.microsoft.com/office/drawing/2014/main" id="{4A531D92-849A-9D6C-FFFE-3D0F9F415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4001" y="4860925"/>
              <a:ext cx="168275" cy="55245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88" name="Freeform 33">
              <a:extLst>
                <a:ext uri="{FF2B5EF4-FFF2-40B4-BE49-F238E27FC236}">
                  <a16:creationId xmlns:a16="http://schemas.microsoft.com/office/drawing/2014/main" id="{791487AD-6FB4-61AD-ACF0-0BE97EEC8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4826" y="4860925"/>
              <a:ext cx="168275" cy="55245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89" name="Freeform 34">
              <a:extLst>
                <a:ext uri="{FF2B5EF4-FFF2-40B4-BE49-F238E27FC236}">
                  <a16:creationId xmlns:a16="http://schemas.microsoft.com/office/drawing/2014/main" id="{CA7EABE3-A886-80D5-769F-825AEB8A0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5651" y="4860925"/>
              <a:ext cx="168275" cy="55245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pic>
          <p:nvPicPr>
            <p:cNvPr id="45090" name="Picture 35">
              <a:extLst>
                <a:ext uri="{FF2B5EF4-FFF2-40B4-BE49-F238E27FC236}">
                  <a16:creationId xmlns:a16="http://schemas.microsoft.com/office/drawing/2014/main" id="{9E6F1599-1AD4-E411-A531-685886EDD8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075" y="5445126"/>
              <a:ext cx="685800" cy="83502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</p:pic>
        <p:pic>
          <p:nvPicPr>
            <p:cNvPr id="45091" name="Picture 36">
              <a:extLst>
                <a:ext uri="{FF2B5EF4-FFF2-40B4-BE49-F238E27FC236}">
                  <a16:creationId xmlns:a16="http://schemas.microsoft.com/office/drawing/2014/main" id="{3143DD08-69A5-52EA-85CD-E4482D5980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5250" y="5445126"/>
              <a:ext cx="685800" cy="80327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</p:pic>
        <p:pic>
          <p:nvPicPr>
            <p:cNvPr id="45092" name="Picture 37">
              <a:extLst>
                <a:ext uri="{FF2B5EF4-FFF2-40B4-BE49-F238E27FC236}">
                  <a16:creationId xmlns:a16="http://schemas.microsoft.com/office/drawing/2014/main" id="{2382838F-4CAD-193A-F009-75EA679492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29600" y="5445126"/>
              <a:ext cx="685800" cy="61277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</p:pic>
        <p:pic>
          <p:nvPicPr>
            <p:cNvPr id="45093" name="Picture 38">
              <a:extLst>
                <a:ext uri="{FF2B5EF4-FFF2-40B4-BE49-F238E27FC236}">
                  <a16:creationId xmlns:a16="http://schemas.microsoft.com/office/drawing/2014/main" id="{2340331D-32DA-27E6-2DA0-97E9EEF129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2425" y="5445126"/>
              <a:ext cx="685800" cy="663575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</p:pic>
        <p:sp>
          <p:nvSpPr>
            <p:cNvPr id="45094" name="Rectangle 39">
              <a:extLst>
                <a:ext uri="{FF2B5EF4-FFF2-40B4-BE49-F238E27FC236}">
                  <a16:creationId xmlns:a16="http://schemas.microsoft.com/office/drawing/2014/main" id="{0E195CC2-53D9-89CD-D237-F201038D7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5000" y="4708525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5095" name="Rectangle 40">
              <a:extLst>
                <a:ext uri="{FF2B5EF4-FFF2-40B4-BE49-F238E27FC236}">
                  <a16:creationId xmlns:a16="http://schemas.microsoft.com/office/drawing/2014/main" id="{0D14B1B0-DBC1-2617-6758-140C3BDF6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4708525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5096" name="Freeform 41">
              <a:extLst>
                <a:ext uri="{FF2B5EF4-FFF2-40B4-BE49-F238E27FC236}">
                  <a16:creationId xmlns:a16="http://schemas.microsoft.com/office/drawing/2014/main" id="{7EB7C335-1AE5-3D62-7220-F85B53EDA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000" y="4708525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97" name="Freeform 42">
              <a:extLst>
                <a:ext uri="{FF2B5EF4-FFF2-40B4-BE49-F238E27FC236}">
                  <a16:creationId xmlns:a16="http://schemas.microsoft.com/office/drawing/2014/main" id="{7488002C-3CB9-A502-F5A5-5C25476BC55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915400" y="4860925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98" name="Freeform 43">
              <a:extLst>
                <a:ext uri="{FF2B5EF4-FFF2-40B4-BE49-F238E27FC236}">
                  <a16:creationId xmlns:a16="http://schemas.microsoft.com/office/drawing/2014/main" id="{9F9725F1-53AE-E0A8-89A3-436F70DAF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000" y="4708525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099" name="Freeform 44">
              <a:extLst>
                <a:ext uri="{FF2B5EF4-FFF2-40B4-BE49-F238E27FC236}">
                  <a16:creationId xmlns:a16="http://schemas.microsoft.com/office/drawing/2014/main" id="{6187C439-098C-5D5F-A68B-6F47F3F12C3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819400" y="4860925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5100" name="Text Box 45">
              <a:extLst>
                <a:ext uri="{FF2B5EF4-FFF2-40B4-BE49-F238E27FC236}">
                  <a16:creationId xmlns:a16="http://schemas.microsoft.com/office/drawing/2014/main" id="{3866B23D-2504-308F-3784-ABDC5E1510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17025" y="4251326"/>
              <a:ext cx="8382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trailer</a:t>
              </a:r>
            </a:p>
          </p:txBody>
        </p:sp>
        <p:sp>
          <p:nvSpPr>
            <p:cNvPr id="45101" name="Text Box 46">
              <a:extLst>
                <a:ext uri="{FF2B5EF4-FFF2-40B4-BE49-F238E27FC236}">
                  <a16:creationId xmlns:a16="http://schemas.microsoft.com/office/drawing/2014/main" id="{02E11153-3AA1-FCDF-F957-22CAEDFA19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9476" y="4327526"/>
              <a:ext cx="9572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header</a:t>
              </a:r>
            </a:p>
          </p:txBody>
        </p:sp>
        <p:sp>
          <p:nvSpPr>
            <p:cNvPr id="45102" name="AutoShape 47">
              <a:extLst>
                <a:ext uri="{FF2B5EF4-FFF2-40B4-BE49-F238E27FC236}">
                  <a16:creationId xmlns:a16="http://schemas.microsoft.com/office/drawing/2014/main" id="{F383CFCC-0E12-1A31-D6DD-28A563F5B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4327525"/>
              <a:ext cx="5867400" cy="8382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5103" name="Text Box 48">
              <a:extLst>
                <a:ext uri="{FF2B5EF4-FFF2-40B4-BE49-F238E27FC236}">
                  <a16:creationId xmlns:a16="http://schemas.microsoft.com/office/drawing/2014/main" id="{4314CA88-E3DF-A2D2-61D1-713222C919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5814" y="4311651"/>
              <a:ext cx="193198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nodes/positions</a:t>
              </a:r>
            </a:p>
          </p:txBody>
        </p:sp>
        <p:sp>
          <p:nvSpPr>
            <p:cNvPr id="45104" name="AutoShape 49">
              <a:extLst>
                <a:ext uri="{FF2B5EF4-FFF2-40B4-BE49-F238E27FC236}">
                  <a16:creationId xmlns:a16="http://schemas.microsoft.com/office/drawing/2014/main" id="{A27782B5-6E17-D319-5B75-47750D9F2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5318125"/>
              <a:ext cx="5638800" cy="11430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2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5105" name="Text Box 50">
              <a:extLst>
                <a:ext uri="{FF2B5EF4-FFF2-40B4-BE49-F238E27FC236}">
                  <a16:creationId xmlns:a16="http://schemas.microsoft.com/office/drawing/2014/main" id="{4A4DDBC8-E295-0B0B-3E39-129F59CF62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72414" y="6080126"/>
              <a:ext cx="119538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elements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8532843-C192-AE46-74B6-A71B87BBDE9C}"/>
              </a:ext>
            </a:extLst>
          </p:cNvPr>
          <p:cNvGrpSpPr/>
          <p:nvPr/>
        </p:nvGrpSpPr>
        <p:grpSpPr>
          <a:xfrm>
            <a:off x="6016625" y="749299"/>
            <a:ext cx="3200400" cy="1905000"/>
            <a:chOff x="7162800" y="1219200"/>
            <a:chExt cx="3200400" cy="1905000"/>
          </a:xfrm>
        </p:grpSpPr>
        <p:sp>
          <p:nvSpPr>
            <p:cNvPr id="45059" name="Rectangle 4">
              <a:extLst>
                <a:ext uri="{FF2B5EF4-FFF2-40B4-BE49-F238E27FC236}">
                  <a16:creationId xmlns:a16="http://schemas.microsoft.com/office/drawing/2014/main" id="{BC1CE093-E88A-411A-6744-9B06FCB04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5926" y="1828801"/>
              <a:ext cx="498475" cy="4984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5060" name="Rectangle 5">
              <a:extLst>
                <a:ext uri="{FF2B5EF4-FFF2-40B4-BE49-F238E27FC236}">
                  <a16:creationId xmlns:a16="http://schemas.microsoft.com/office/drawing/2014/main" id="{F6BBEF8B-B246-2D5A-26F4-176236837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4401" y="1828801"/>
              <a:ext cx="498475" cy="4984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5061" name="Rectangle 6">
              <a:extLst>
                <a:ext uri="{FF2B5EF4-FFF2-40B4-BE49-F238E27FC236}">
                  <a16:creationId xmlns:a16="http://schemas.microsoft.com/office/drawing/2014/main" id="{720F4D4E-A159-AB61-C158-3A492C204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2876" y="1828801"/>
              <a:ext cx="498475" cy="4984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45062" name="AutoShape 7">
              <a:extLst>
                <a:ext uri="{FF2B5EF4-FFF2-40B4-BE49-F238E27FC236}">
                  <a16:creationId xmlns:a16="http://schemas.microsoft.com/office/drawing/2014/main" id="{CC0BAFCB-7F33-1F52-7FE2-A2FCA51998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537451" y="1704976"/>
              <a:ext cx="747713" cy="373063"/>
            </a:xfrm>
            <a:prstGeom prst="curvedConnector3">
              <a:avLst>
                <a:gd name="adj1" fmla="val 49894"/>
              </a:avLst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63" name="AutoShape 8">
              <a:extLst>
                <a:ext uri="{FF2B5EF4-FFF2-40B4-BE49-F238E27FC236}">
                  <a16:creationId xmlns:a16="http://schemas.microsoft.com/office/drawing/2014/main" id="{6B09DA21-6B8D-EBF5-462C-948FFEEE44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282113" y="1704976"/>
              <a:ext cx="747712" cy="373063"/>
            </a:xfrm>
            <a:prstGeom prst="curvedConnector3">
              <a:avLst>
                <a:gd name="adj1" fmla="val 49894"/>
              </a:avLst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64" name="AutoShape 9">
              <a:extLst>
                <a:ext uri="{FF2B5EF4-FFF2-40B4-BE49-F238E27FC236}">
                  <a16:creationId xmlns:a16="http://schemas.microsoft.com/office/drawing/2014/main" id="{EAA6429D-5E3E-91BF-FCB6-DCA7DFC77117}"/>
                </a:ext>
              </a:extLst>
            </p:cNvPr>
            <p:cNvCxnSpPr>
              <a:cxnSpLocks noChangeShapeType="1"/>
              <a:endCxn id="45067" idx="0"/>
            </p:cNvCxnSpPr>
            <p:nvPr/>
          </p:nvCxnSpPr>
          <p:spPr bwMode="auto">
            <a:xfrm rot="16200000" flipH="1">
              <a:off x="8518525" y="2344738"/>
              <a:ext cx="539750" cy="6350"/>
            </a:xfrm>
            <a:prstGeom prst="curvedConnector3">
              <a:avLst>
                <a:gd name="adj1" fmla="val 50000"/>
              </a:avLst>
            </a:prstGeom>
            <a:noFill/>
            <a:ln w="28575">
              <a:solidFill>
                <a:schemeClr val="tx2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065" name="Text Box 10">
              <a:extLst>
                <a:ext uri="{FF2B5EF4-FFF2-40B4-BE49-F238E27FC236}">
                  <a16:creationId xmlns:a16="http://schemas.microsoft.com/office/drawing/2014/main" id="{6D42E74A-E5B2-DDDE-8D6A-317EC71CA5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53314" y="1308101"/>
              <a:ext cx="6762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prev</a:t>
              </a:r>
            </a:p>
          </p:txBody>
        </p:sp>
        <p:sp>
          <p:nvSpPr>
            <p:cNvPr id="45066" name="Text Box 11">
              <a:extLst>
                <a:ext uri="{FF2B5EF4-FFF2-40B4-BE49-F238E27FC236}">
                  <a16:creationId xmlns:a16="http://schemas.microsoft.com/office/drawing/2014/main" id="{0C3089ED-E78E-F320-7217-41DC2B024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85301" y="1308101"/>
              <a:ext cx="6699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next</a:t>
              </a:r>
            </a:p>
          </p:txBody>
        </p:sp>
        <p:sp>
          <p:nvSpPr>
            <p:cNvPr id="45067" name="Text Box 12">
              <a:extLst>
                <a:ext uri="{FF2B5EF4-FFF2-40B4-BE49-F238E27FC236}">
                  <a16:creationId xmlns:a16="http://schemas.microsoft.com/office/drawing/2014/main" id="{5E38DA7B-B730-3B55-263A-F7A0623CA6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29626" y="2617789"/>
              <a:ext cx="72231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elem</a:t>
              </a:r>
            </a:p>
          </p:txBody>
        </p:sp>
        <p:sp>
          <p:nvSpPr>
            <p:cNvPr id="45106" name="Text Box 51">
              <a:extLst>
                <a:ext uri="{FF2B5EF4-FFF2-40B4-BE49-F238E27FC236}">
                  <a16:creationId xmlns:a16="http://schemas.microsoft.com/office/drawing/2014/main" id="{55A0D59E-27DB-13EE-EEE8-D7EDE60BB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1200" y="2667001"/>
              <a:ext cx="7366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node</a:t>
              </a:r>
            </a:p>
          </p:txBody>
        </p:sp>
        <p:sp>
          <p:nvSpPr>
            <p:cNvPr id="45107" name="AutoShape 52">
              <a:extLst>
                <a:ext uri="{FF2B5EF4-FFF2-40B4-BE49-F238E27FC236}">
                  <a16:creationId xmlns:a16="http://schemas.microsoft.com/office/drawing/2014/main" id="{D9475DE1-A833-A1EB-FF5F-349272931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2800" y="1219200"/>
              <a:ext cx="3200400" cy="19050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>
            <a:extLst>
              <a:ext uri="{FF2B5EF4-FFF2-40B4-BE49-F238E27FC236}">
                <a16:creationId xmlns:a16="http://schemas.microsoft.com/office/drawing/2014/main" id="{ACD28383-DD45-0997-4700-DDB288FD91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1664" y="228600"/>
            <a:ext cx="2551471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Insertion</a:t>
            </a:r>
          </a:p>
        </p:txBody>
      </p:sp>
      <p:sp>
        <p:nvSpPr>
          <p:cNvPr id="46083" name="Rectangle 4">
            <a:extLst>
              <a:ext uri="{FF2B5EF4-FFF2-40B4-BE49-F238E27FC236}">
                <a16:creationId xmlns:a16="http://schemas.microsoft.com/office/drawing/2014/main" id="{68EAED36-53C0-A98B-0F8B-A906E5F1F4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8700" y="901701"/>
            <a:ext cx="7848600" cy="7620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We visualize below the operation </a:t>
            </a:r>
            <a:r>
              <a:rPr lang="en-US" altLang="en-US" sz="2000" b="1" dirty="0" err="1">
                <a:solidFill>
                  <a:schemeClr val="tx2"/>
                </a:solidFill>
              </a:rPr>
              <a:t>insertAfter</a:t>
            </a:r>
            <a:r>
              <a:rPr lang="en-US" altLang="en-US" sz="2000" b="1" dirty="0"/>
              <a:t>(p</a:t>
            </a:r>
            <a:r>
              <a:rPr lang="en-US" altLang="en-US" sz="2000" dirty="0"/>
              <a:t>, X), which returns position q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B3002B1-4858-BF41-ADF4-DA6000A85479}"/>
              </a:ext>
            </a:extLst>
          </p:cNvPr>
          <p:cNvGrpSpPr/>
          <p:nvPr/>
        </p:nvGrpSpPr>
        <p:grpSpPr>
          <a:xfrm>
            <a:off x="1562100" y="1879602"/>
            <a:ext cx="7315200" cy="4495800"/>
            <a:chOff x="2514600" y="1828800"/>
            <a:chExt cx="7315200" cy="4495800"/>
          </a:xfrm>
        </p:grpSpPr>
        <p:sp>
          <p:nvSpPr>
            <p:cNvPr id="46081" name="AutoShape 2">
              <a:extLst>
                <a:ext uri="{FF2B5EF4-FFF2-40B4-BE49-F238E27FC236}">
                  <a16:creationId xmlns:a16="http://schemas.microsoft.com/office/drawing/2014/main" id="{86177935-50AE-EBA3-F9E0-182251AE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4038600"/>
              <a:ext cx="1752600" cy="990600"/>
            </a:xfrm>
            <a:prstGeom prst="roundRect">
              <a:avLst>
                <a:gd name="adj" fmla="val 30130"/>
              </a:avLst>
            </a:prstGeom>
            <a:solidFill>
              <a:srgbClr val="ECF1FE"/>
            </a:solidFill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084" name="Rectangle 5">
              <a:extLst>
                <a:ext uri="{FF2B5EF4-FFF2-40B4-BE49-F238E27FC236}">
                  <a16:creationId xmlns:a16="http://schemas.microsoft.com/office/drawing/2014/main" id="{09558224-8709-B8B4-5E98-1C0C125B4D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548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085" name="Rectangle 6">
              <a:extLst>
                <a:ext uri="{FF2B5EF4-FFF2-40B4-BE49-F238E27FC236}">
                  <a16:creationId xmlns:a16="http://schemas.microsoft.com/office/drawing/2014/main" id="{79B2A046-024C-E5C8-9B40-E36562102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548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086" name="Rectangle 7">
              <a:extLst>
                <a:ext uri="{FF2B5EF4-FFF2-40B4-BE49-F238E27FC236}">
                  <a16:creationId xmlns:a16="http://schemas.microsoft.com/office/drawing/2014/main" id="{C9BD5E2E-914B-1E88-8FA2-171400787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548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087" name="Freeform 8">
              <a:extLst>
                <a:ext uri="{FF2B5EF4-FFF2-40B4-BE49-F238E27FC236}">
                  <a16:creationId xmlns:a16="http://schemas.microsoft.com/office/drawing/2014/main" id="{E7C703F9-C947-C3A0-F73B-D513E4CBE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000" y="5500688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88" name="Rectangle 9">
              <a:extLst>
                <a:ext uri="{FF2B5EF4-FFF2-40B4-BE49-F238E27FC236}">
                  <a16:creationId xmlns:a16="http://schemas.microsoft.com/office/drawing/2014/main" id="{6E46988C-1F5B-6FFB-6779-BB1290260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000" y="548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089" name="Rectangle 10">
              <a:extLst>
                <a:ext uri="{FF2B5EF4-FFF2-40B4-BE49-F238E27FC236}">
                  <a16:creationId xmlns:a16="http://schemas.microsoft.com/office/drawing/2014/main" id="{21F2E185-659C-AD85-EF62-400EFAF2E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548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090" name="Rectangle 11">
              <a:extLst>
                <a:ext uri="{FF2B5EF4-FFF2-40B4-BE49-F238E27FC236}">
                  <a16:creationId xmlns:a16="http://schemas.microsoft.com/office/drawing/2014/main" id="{A1988785-3E44-D25D-A6F6-2F4AE926B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548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091" name="Freeform 12">
              <a:extLst>
                <a:ext uri="{FF2B5EF4-FFF2-40B4-BE49-F238E27FC236}">
                  <a16:creationId xmlns:a16="http://schemas.microsoft.com/office/drawing/2014/main" id="{228673C1-9DE8-9045-D0B0-2A5D21455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5000" y="5500688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92" name="Rectangle 13">
              <a:extLst>
                <a:ext uri="{FF2B5EF4-FFF2-40B4-BE49-F238E27FC236}">
                  <a16:creationId xmlns:a16="http://schemas.microsoft.com/office/drawing/2014/main" id="{503AA1E9-DBA5-6FDA-03DF-A43F46D38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548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093" name="Rectangle 14">
              <a:extLst>
                <a:ext uri="{FF2B5EF4-FFF2-40B4-BE49-F238E27FC236}">
                  <a16:creationId xmlns:a16="http://schemas.microsoft.com/office/drawing/2014/main" id="{5EB94CFD-D996-23B4-E5B6-9DAD8F5AD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548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094" name="Rectangle 15">
              <a:extLst>
                <a:ext uri="{FF2B5EF4-FFF2-40B4-BE49-F238E27FC236}">
                  <a16:creationId xmlns:a16="http://schemas.microsoft.com/office/drawing/2014/main" id="{C9689967-4743-FDAE-49BD-A2F07A889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548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095" name="Freeform 16">
              <a:extLst>
                <a:ext uri="{FF2B5EF4-FFF2-40B4-BE49-F238E27FC236}">
                  <a16:creationId xmlns:a16="http://schemas.microsoft.com/office/drawing/2014/main" id="{0FCEFBF9-93E3-FFED-814F-BB97AA110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9000" y="5500688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096" name="Rectangle 17">
              <a:extLst>
                <a:ext uri="{FF2B5EF4-FFF2-40B4-BE49-F238E27FC236}">
                  <a16:creationId xmlns:a16="http://schemas.microsoft.com/office/drawing/2014/main" id="{6D14B42D-D8E5-03BC-8ACF-79E0BE37F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000" y="548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097" name="Rectangle 18">
              <a:extLst>
                <a:ext uri="{FF2B5EF4-FFF2-40B4-BE49-F238E27FC236}">
                  <a16:creationId xmlns:a16="http://schemas.microsoft.com/office/drawing/2014/main" id="{12C3F70F-605D-E492-CDA8-CFA7AB5C9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5800" y="548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098" name="Rectangle 19">
              <a:extLst>
                <a:ext uri="{FF2B5EF4-FFF2-40B4-BE49-F238E27FC236}">
                  <a16:creationId xmlns:a16="http://schemas.microsoft.com/office/drawing/2014/main" id="{6DD8D9D0-960F-B104-A19F-DA035EF7E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0600" y="548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099" name="Freeform 20">
              <a:extLst>
                <a:ext uri="{FF2B5EF4-FFF2-40B4-BE49-F238E27FC236}">
                  <a16:creationId xmlns:a16="http://schemas.microsoft.com/office/drawing/2014/main" id="{4FFDE2E6-E781-8DCF-203D-4F878001047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343400" y="5653088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00" name="Freeform 21">
              <a:extLst>
                <a:ext uri="{FF2B5EF4-FFF2-40B4-BE49-F238E27FC236}">
                  <a16:creationId xmlns:a16="http://schemas.microsoft.com/office/drawing/2014/main" id="{714DF918-0122-4B36-B821-61316940821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867400" y="5638800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01" name="Freeform 22">
              <a:extLst>
                <a:ext uri="{FF2B5EF4-FFF2-40B4-BE49-F238E27FC236}">
                  <a16:creationId xmlns:a16="http://schemas.microsoft.com/office/drawing/2014/main" id="{82D5924E-C517-57F5-D8D9-66A8342DB89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91400" y="5653088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02" name="Freeform 23">
              <a:extLst>
                <a:ext uri="{FF2B5EF4-FFF2-40B4-BE49-F238E27FC236}">
                  <a16:creationId xmlns:a16="http://schemas.microsoft.com/office/drawing/2014/main" id="{474C5FA0-23AB-0FD4-EB17-FA31EB3BC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176" y="5638800"/>
              <a:ext cx="149225" cy="45720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03" name="Freeform 24">
              <a:extLst>
                <a:ext uri="{FF2B5EF4-FFF2-40B4-BE49-F238E27FC236}">
                  <a16:creationId xmlns:a16="http://schemas.microsoft.com/office/drawing/2014/main" id="{D1DE8588-B7CC-8DF1-F04C-A8BC96768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4001" y="5638800"/>
              <a:ext cx="149225" cy="45720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04" name="Freeform 25">
              <a:extLst>
                <a:ext uri="{FF2B5EF4-FFF2-40B4-BE49-F238E27FC236}">
                  <a16:creationId xmlns:a16="http://schemas.microsoft.com/office/drawing/2014/main" id="{B38E719E-8695-9060-26B4-B245F9AF2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4826" y="5638800"/>
              <a:ext cx="149225" cy="45720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05" name="Freeform 26">
              <a:extLst>
                <a:ext uri="{FF2B5EF4-FFF2-40B4-BE49-F238E27FC236}">
                  <a16:creationId xmlns:a16="http://schemas.microsoft.com/office/drawing/2014/main" id="{F582FFAC-EC98-180C-82D0-455093D28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5651" y="5638800"/>
              <a:ext cx="149225" cy="45720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06" name="Rectangle 27">
              <a:extLst>
                <a:ext uri="{FF2B5EF4-FFF2-40B4-BE49-F238E27FC236}">
                  <a16:creationId xmlns:a16="http://schemas.microsoft.com/office/drawing/2014/main" id="{E4AB1225-AA84-18C6-91EE-A83C0F88A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5000" y="548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07" name="Rectangle 28">
              <a:extLst>
                <a:ext uri="{FF2B5EF4-FFF2-40B4-BE49-F238E27FC236}">
                  <a16:creationId xmlns:a16="http://schemas.microsoft.com/office/drawing/2014/main" id="{B4417CB7-6934-0F3E-368B-A8FCE2A5B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548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08" name="Freeform 29">
              <a:extLst>
                <a:ext uri="{FF2B5EF4-FFF2-40B4-BE49-F238E27FC236}">
                  <a16:creationId xmlns:a16="http://schemas.microsoft.com/office/drawing/2014/main" id="{B840C188-03C7-9BE2-8ED0-2C63391107C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000" y="5486400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09" name="Freeform 30">
              <a:extLst>
                <a:ext uri="{FF2B5EF4-FFF2-40B4-BE49-F238E27FC236}">
                  <a16:creationId xmlns:a16="http://schemas.microsoft.com/office/drawing/2014/main" id="{39CC023A-28A3-348B-FFEA-7C6B868C52E5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915400" y="5638800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10" name="Freeform 31">
              <a:extLst>
                <a:ext uri="{FF2B5EF4-FFF2-40B4-BE49-F238E27FC236}">
                  <a16:creationId xmlns:a16="http://schemas.microsoft.com/office/drawing/2014/main" id="{213AB28A-EAF0-0D34-F56E-B2AE58DDD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000" y="5486400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11" name="Freeform 32">
              <a:extLst>
                <a:ext uri="{FF2B5EF4-FFF2-40B4-BE49-F238E27FC236}">
                  <a16:creationId xmlns:a16="http://schemas.microsoft.com/office/drawing/2014/main" id="{6F8DCA41-62C0-C99D-6E69-467B6454D79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819400" y="5638800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12" name="Text Box 33">
              <a:extLst>
                <a:ext uri="{FF2B5EF4-FFF2-40B4-BE49-F238E27FC236}">
                  <a16:creationId xmlns:a16="http://schemas.microsoft.com/office/drawing/2014/main" id="{F6DB0687-70A9-1BE3-BC11-52D1038B06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1" y="5867400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46113" name="Text Box 34">
              <a:extLst>
                <a:ext uri="{FF2B5EF4-FFF2-40B4-BE49-F238E27FC236}">
                  <a16:creationId xmlns:a16="http://schemas.microsoft.com/office/drawing/2014/main" id="{4946CBD9-A6F2-282E-9B19-F5136A1A7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1" y="5867400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46114" name="Text Box 35">
              <a:extLst>
                <a:ext uri="{FF2B5EF4-FFF2-40B4-BE49-F238E27FC236}">
                  <a16:creationId xmlns:a16="http://schemas.microsoft.com/office/drawing/2014/main" id="{77986159-BA87-988C-C749-33777789C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0401" y="5867400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46115" name="Text Box 36">
              <a:extLst>
                <a:ext uri="{FF2B5EF4-FFF2-40B4-BE49-F238E27FC236}">
                  <a16:creationId xmlns:a16="http://schemas.microsoft.com/office/drawing/2014/main" id="{670E34D5-E4E7-187E-540A-449065C3D0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4401" y="5867400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46116" name="Rectangle 37">
              <a:extLst>
                <a:ext uri="{FF2B5EF4-FFF2-40B4-BE49-F238E27FC236}">
                  <a16:creationId xmlns:a16="http://schemas.microsoft.com/office/drawing/2014/main" id="{474D27E4-5724-8380-B07C-5D6348E49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2286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17" name="Rectangle 38">
              <a:extLst>
                <a:ext uri="{FF2B5EF4-FFF2-40B4-BE49-F238E27FC236}">
                  <a16:creationId xmlns:a16="http://schemas.microsoft.com/office/drawing/2014/main" id="{33CA36EE-CC02-8E5A-680F-D1FC80CB8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2286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18" name="Rectangle 39">
              <a:extLst>
                <a:ext uri="{FF2B5EF4-FFF2-40B4-BE49-F238E27FC236}">
                  <a16:creationId xmlns:a16="http://schemas.microsoft.com/office/drawing/2014/main" id="{F2A52802-9C41-68EA-1237-7A8597CC3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2286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19" name="Freeform 40">
              <a:extLst>
                <a:ext uri="{FF2B5EF4-FFF2-40B4-BE49-F238E27FC236}">
                  <a16:creationId xmlns:a16="http://schemas.microsoft.com/office/drawing/2014/main" id="{05953F8C-1976-C26A-645A-6CDD1C3FD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000" y="2300288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20" name="Rectangle 41">
              <a:extLst>
                <a:ext uri="{FF2B5EF4-FFF2-40B4-BE49-F238E27FC236}">
                  <a16:creationId xmlns:a16="http://schemas.microsoft.com/office/drawing/2014/main" id="{0ACD4AE9-7C88-003A-9604-FA0D783F5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000" y="2286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21" name="Rectangle 42">
              <a:extLst>
                <a:ext uri="{FF2B5EF4-FFF2-40B4-BE49-F238E27FC236}">
                  <a16:creationId xmlns:a16="http://schemas.microsoft.com/office/drawing/2014/main" id="{69D67C51-DA02-CF5F-132F-7797DBDFD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2286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22" name="Rectangle 43">
              <a:extLst>
                <a:ext uri="{FF2B5EF4-FFF2-40B4-BE49-F238E27FC236}">
                  <a16:creationId xmlns:a16="http://schemas.microsoft.com/office/drawing/2014/main" id="{537FD4CB-A3CC-0F14-2B24-EE2D0203C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286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23" name="Freeform 44">
              <a:extLst>
                <a:ext uri="{FF2B5EF4-FFF2-40B4-BE49-F238E27FC236}">
                  <a16:creationId xmlns:a16="http://schemas.microsoft.com/office/drawing/2014/main" id="{891F4E88-0E3E-BE05-770D-40A357664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5000" y="2300288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46124" name="Group 45">
              <a:extLst>
                <a:ext uri="{FF2B5EF4-FFF2-40B4-BE49-F238E27FC236}">
                  <a16:creationId xmlns:a16="http://schemas.microsoft.com/office/drawing/2014/main" id="{55607217-05BF-E751-3D74-A56ABD65AA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7000" y="2286000"/>
              <a:ext cx="914400" cy="304800"/>
              <a:chOff x="4224" y="1728"/>
              <a:chExt cx="576" cy="192"/>
            </a:xfrm>
          </p:grpSpPr>
          <p:sp>
            <p:nvSpPr>
              <p:cNvPr id="46177" name="Rectangle 46">
                <a:extLst>
                  <a:ext uri="{FF2B5EF4-FFF2-40B4-BE49-F238E27FC236}">
                    <a16:creationId xmlns:a16="http://schemas.microsoft.com/office/drawing/2014/main" id="{7A311FB7-BF8C-C0AA-C267-89EE791F7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728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6178" name="Rectangle 47">
                <a:extLst>
                  <a:ext uri="{FF2B5EF4-FFF2-40B4-BE49-F238E27FC236}">
                    <a16:creationId xmlns:a16="http://schemas.microsoft.com/office/drawing/2014/main" id="{0BF1D188-CA2B-5FF0-EA8A-72BA06F246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728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6179" name="Rectangle 48">
                <a:extLst>
                  <a:ext uri="{FF2B5EF4-FFF2-40B4-BE49-F238E27FC236}">
                    <a16:creationId xmlns:a16="http://schemas.microsoft.com/office/drawing/2014/main" id="{21B7C598-A998-71F0-5CC6-5F9EA89044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1728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</p:grpSp>
        <p:sp>
          <p:nvSpPr>
            <p:cNvPr id="46125" name="Freeform 49">
              <a:extLst>
                <a:ext uri="{FF2B5EF4-FFF2-40B4-BE49-F238E27FC236}">
                  <a16:creationId xmlns:a16="http://schemas.microsoft.com/office/drawing/2014/main" id="{1BB5CE93-AC8F-4F3C-8A5E-3CD04067E17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343400" y="2452688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26" name="Freeform 50">
              <a:extLst>
                <a:ext uri="{FF2B5EF4-FFF2-40B4-BE49-F238E27FC236}">
                  <a16:creationId xmlns:a16="http://schemas.microsoft.com/office/drawing/2014/main" id="{8AEAF112-752C-6C15-B3DB-F23872EB5D05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867400" y="2452688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27" name="Freeform 51">
              <a:extLst>
                <a:ext uri="{FF2B5EF4-FFF2-40B4-BE49-F238E27FC236}">
                  <a16:creationId xmlns:a16="http://schemas.microsoft.com/office/drawing/2014/main" id="{CEE11AEE-6733-4D6B-6AEB-6C93F1166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175" y="2438400"/>
              <a:ext cx="158750" cy="45720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28" name="Freeform 52">
              <a:extLst>
                <a:ext uri="{FF2B5EF4-FFF2-40B4-BE49-F238E27FC236}">
                  <a16:creationId xmlns:a16="http://schemas.microsoft.com/office/drawing/2014/main" id="{BDE78B84-387D-029C-F27D-9FA2FA1B5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4000" y="2438400"/>
              <a:ext cx="158750" cy="45720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29" name="Freeform 53">
              <a:extLst>
                <a:ext uri="{FF2B5EF4-FFF2-40B4-BE49-F238E27FC236}">
                  <a16:creationId xmlns:a16="http://schemas.microsoft.com/office/drawing/2014/main" id="{6FCE7AEB-9C9E-0027-20CB-F47115026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1650" y="2438400"/>
              <a:ext cx="158750" cy="45720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30" name="Rectangle 54">
              <a:extLst>
                <a:ext uri="{FF2B5EF4-FFF2-40B4-BE49-F238E27FC236}">
                  <a16:creationId xmlns:a16="http://schemas.microsoft.com/office/drawing/2014/main" id="{DA055308-4648-DB32-3578-B5C9BB40B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000" y="2286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31" name="Rectangle 55">
              <a:extLst>
                <a:ext uri="{FF2B5EF4-FFF2-40B4-BE49-F238E27FC236}">
                  <a16:creationId xmlns:a16="http://schemas.microsoft.com/office/drawing/2014/main" id="{6D726E35-85E3-53EC-A9D8-E2BF550D6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22860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32" name="Freeform 56">
              <a:extLst>
                <a:ext uri="{FF2B5EF4-FFF2-40B4-BE49-F238E27FC236}">
                  <a16:creationId xmlns:a16="http://schemas.microsoft.com/office/drawing/2014/main" id="{9E77EFF6-293D-F6F3-30F5-131300C6A1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9000" y="2286000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33" name="Freeform 57">
              <a:extLst>
                <a:ext uri="{FF2B5EF4-FFF2-40B4-BE49-F238E27FC236}">
                  <a16:creationId xmlns:a16="http://schemas.microsoft.com/office/drawing/2014/main" id="{5EBC7F16-234B-56B9-0AD4-64D1DD5A65A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91400" y="2438400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34" name="Freeform 58">
              <a:extLst>
                <a:ext uri="{FF2B5EF4-FFF2-40B4-BE49-F238E27FC236}">
                  <a16:creationId xmlns:a16="http://schemas.microsoft.com/office/drawing/2014/main" id="{FC5AFD24-6237-8F29-E185-D1B2D2375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000" y="2286000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35" name="Freeform 59">
              <a:extLst>
                <a:ext uri="{FF2B5EF4-FFF2-40B4-BE49-F238E27FC236}">
                  <a16:creationId xmlns:a16="http://schemas.microsoft.com/office/drawing/2014/main" id="{9282DF4D-39CC-E8DF-DDD6-A735AB32681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819400" y="2438400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36" name="Text Box 60">
              <a:extLst>
                <a:ext uri="{FF2B5EF4-FFF2-40B4-BE49-F238E27FC236}">
                  <a16:creationId xmlns:a16="http://schemas.microsoft.com/office/drawing/2014/main" id="{17632ADB-A09E-1631-3633-DFBD977F22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1" y="2667000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46137" name="Text Box 61">
              <a:extLst>
                <a:ext uri="{FF2B5EF4-FFF2-40B4-BE49-F238E27FC236}">
                  <a16:creationId xmlns:a16="http://schemas.microsoft.com/office/drawing/2014/main" id="{02B63F21-98F5-EE46-5937-D1B61E18FF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1" y="2667000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46138" name="Text Box 62">
              <a:extLst>
                <a:ext uri="{FF2B5EF4-FFF2-40B4-BE49-F238E27FC236}">
                  <a16:creationId xmlns:a16="http://schemas.microsoft.com/office/drawing/2014/main" id="{0232C3A3-580C-A86D-103A-06566E9A8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0401" y="2667000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46139" name="Text Box 63">
              <a:extLst>
                <a:ext uri="{FF2B5EF4-FFF2-40B4-BE49-F238E27FC236}">
                  <a16:creationId xmlns:a16="http://schemas.microsoft.com/office/drawing/2014/main" id="{FB7CCD53-405E-44A1-3318-85AB339B00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1" y="1828800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p</a:t>
              </a:r>
            </a:p>
          </p:txBody>
        </p:sp>
        <p:sp>
          <p:nvSpPr>
            <p:cNvPr id="46140" name="Rectangle 64">
              <a:extLst>
                <a:ext uri="{FF2B5EF4-FFF2-40B4-BE49-F238E27FC236}">
                  <a16:creationId xmlns:a16="http://schemas.microsoft.com/office/drawing/2014/main" id="{89CFC55F-7B22-21F1-E159-FDE90C4F74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36576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41" name="Rectangle 65">
              <a:extLst>
                <a:ext uri="{FF2B5EF4-FFF2-40B4-BE49-F238E27FC236}">
                  <a16:creationId xmlns:a16="http://schemas.microsoft.com/office/drawing/2014/main" id="{8670DD3B-C1E2-F5B6-1EBC-F11D985DE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36576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42" name="Rectangle 66">
              <a:extLst>
                <a:ext uri="{FF2B5EF4-FFF2-40B4-BE49-F238E27FC236}">
                  <a16:creationId xmlns:a16="http://schemas.microsoft.com/office/drawing/2014/main" id="{081A23D6-4815-CE88-5B47-D0F9A522A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36576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43" name="Freeform 67">
              <a:extLst>
                <a:ext uri="{FF2B5EF4-FFF2-40B4-BE49-F238E27FC236}">
                  <a16:creationId xmlns:a16="http://schemas.microsoft.com/office/drawing/2014/main" id="{F51AECC3-4A16-093D-860D-C6292A465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000" y="3671888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44" name="Rectangle 68">
              <a:extLst>
                <a:ext uri="{FF2B5EF4-FFF2-40B4-BE49-F238E27FC236}">
                  <a16:creationId xmlns:a16="http://schemas.microsoft.com/office/drawing/2014/main" id="{65346666-3D1F-476B-6032-F33B10D23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000" y="36576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45" name="Rectangle 69">
              <a:extLst>
                <a:ext uri="{FF2B5EF4-FFF2-40B4-BE49-F238E27FC236}">
                  <a16:creationId xmlns:a16="http://schemas.microsoft.com/office/drawing/2014/main" id="{4FA861AC-DC21-B0EE-3E1E-E1AF4FD66D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6576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46" name="Rectangle 70">
              <a:extLst>
                <a:ext uri="{FF2B5EF4-FFF2-40B4-BE49-F238E27FC236}">
                  <a16:creationId xmlns:a16="http://schemas.microsoft.com/office/drawing/2014/main" id="{C57C8B3B-81DC-91A5-B9F5-0D36B8F2D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6576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47" name="Freeform 71">
              <a:extLst>
                <a:ext uri="{FF2B5EF4-FFF2-40B4-BE49-F238E27FC236}">
                  <a16:creationId xmlns:a16="http://schemas.microsoft.com/office/drawing/2014/main" id="{14B235BD-45D7-7B63-F262-E965726CF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5000" y="3638550"/>
              <a:ext cx="2286000" cy="171450"/>
            </a:xfrm>
            <a:custGeom>
              <a:avLst/>
              <a:gdLst>
                <a:gd name="T0" fmla="*/ 0 w 1440"/>
                <a:gd name="T1" fmla="*/ 2147483646 h 108"/>
                <a:gd name="T2" fmla="*/ 2147483646 w 1440"/>
                <a:gd name="T3" fmla="*/ 0 h 108"/>
                <a:gd name="T4" fmla="*/ 2147483646 w 1440"/>
                <a:gd name="T5" fmla="*/ 2147483646 h 108"/>
                <a:gd name="T6" fmla="*/ 0 60000 65536"/>
                <a:gd name="T7" fmla="*/ 0 60000 65536"/>
                <a:gd name="T8" fmla="*/ 0 60000 65536"/>
                <a:gd name="T9" fmla="*/ 0 w 1440"/>
                <a:gd name="T10" fmla="*/ 0 h 108"/>
                <a:gd name="T11" fmla="*/ 1440 w 1440"/>
                <a:gd name="T12" fmla="*/ 108 h 1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108">
                  <a:moveTo>
                    <a:pt x="0" y="107"/>
                  </a:moveTo>
                  <a:cubicBezTo>
                    <a:pt x="130" y="89"/>
                    <a:pt x="540" y="0"/>
                    <a:pt x="780" y="0"/>
                  </a:cubicBezTo>
                  <a:cubicBezTo>
                    <a:pt x="1020" y="0"/>
                    <a:pt x="1303" y="86"/>
                    <a:pt x="1440" y="10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46148" name="Group 72">
              <a:extLst>
                <a:ext uri="{FF2B5EF4-FFF2-40B4-BE49-F238E27FC236}">
                  <a16:creationId xmlns:a16="http://schemas.microsoft.com/office/drawing/2014/main" id="{106CF9E9-2CD0-84C3-0CAD-77CDFDB582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01000" y="3657600"/>
              <a:ext cx="914400" cy="304800"/>
              <a:chOff x="4224" y="1728"/>
              <a:chExt cx="576" cy="192"/>
            </a:xfrm>
          </p:grpSpPr>
          <p:sp>
            <p:nvSpPr>
              <p:cNvPr id="46174" name="Rectangle 73">
                <a:extLst>
                  <a:ext uri="{FF2B5EF4-FFF2-40B4-BE49-F238E27FC236}">
                    <a16:creationId xmlns:a16="http://schemas.microsoft.com/office/drawing/2014/main" id="{A83AA380-1D85-DB0F-553C-B38B73337A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728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6175" name="Rectangle 74">
                <a:extLst>
                  <a:ext uri="{FF2B5EF4-FFF2-40B4-BE49-F238E27FC236}">
                    <a16:creationId xmlns:a16="http://schemas.microsoft.com/office/drawing/2014/main" id="{5DB49A46-5C57-0D64-8F45-68F3C396DA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728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6176" name="Rectangle 75">
                <a:extLst>
                  <a:ext uri="{FF2B5EF4-FFF2-40B4-BE49-F238E27FC236}">
                    <a16:creationId xmlns:a16="http://schemas.microsoft.com/office/drawing/2014/main" id="{1A6107A8-415D-1CA5-2203-114ED412DC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1728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</p:grpSp>
        <p:sp>
          <p:nvSpPr>
            <p:cNvPr id="46149" name="Freeform 76">
              <a:extLst>
                <a:ext uri="{FF2B5EF4-FFF2-40B4-BE49-F238E27FC236}">
                  <a16:creationId xmlns:a16="http://schemas.microsoft.com/office/drawing/2014/main" id="{345A21E1-34DD-A96C-78B3-4FD424C377A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343400" y="3824288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50" name="Freeform 77">
              <a:extLst>
                <a:ext uri="{FF2B5EF4-FFF2-40B4-BE49-F238E27FC236}">
                  <a16:creationId xmlns:a16="http://schemas.microsoft.com/office/drawing/2014/main" id="{C6BF43B5-492E-511B-CF7D-7D4F2B3C5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5813" y="3810001"/>
              <a:ext cx="2286000" cy="161925"/>
            </a:xfrm>
            <a:custGeom>
              <a:avLst/>
              <a:gdLst>
                <a:gd name="T0" fmla="*/ 2147483646 w 1440"/>
                <a:gd name="T1" fmla="*/ 2147483646 h 102"/>
                <a:gd name="T2" fmla="*/ 2147483646 w 1440"/>
                <a:gd name="T3" fmla="*/ 2147483646 h 102"/>
                <a:gd name="T4" fmla="*/ 0 w 1440"/>
                <a:gd name="T5" fmla="*/ 0 h 102"/>
                <a:gd name="T6" fmla="*/ 0 60000 65536"/>
                <a:gd name="T7" fmla="*/ 0 60000 65536"/>
                <a:gd name="T8" fmla="*/ 0 60000 65536"/>
                <a:gd name="T9" fmla="*/ 0 w 1440"/>
                <a:gd name="T10" fmla="*/ 0 h 102"/>
                <a:gd name="T11" fmla="*/ 1440 w 1440"/>
                <a:gd name="T12" fmla="*/ 102 h 1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102">
                  <a:moveTo>
                    <a:pt x="1440" y="1"/>
                  </a:moveTo>
                  <a:cubicBezTo>
                    <a:pt x="1313" y="18"/>
                    <a:pt x="919" y="102"/>
                    <a:pt x="679" y="102"/>
                  </a:cubicBezTo>
                  <a:cubicBezTo>
                    <a:pt x="439" y="102"/>
                    <a:pt x="141" y="21"/>
                    <a:pt x="0" y="0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51" name="Freeform 78">
              <a:extLst>
                <a:ext uri="{FF2B5EF4-FFF2-40B4-BE49-F238E27FC236}">
                  <a16:creationId xmlns:a16="http://schemas.microsoft.com/office/drawing/2014/main" id="{6641ACB3-571A-53A4-3E88-024A43E1D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176" y="3810000"/>
              <a:ext cx="149225" cy="45720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52" name="Freeform 79">
              <a:extLst>
                <a:ext uri="{FF2B5EF4-FFF2-40B4-BE49-F238E27FC236}">
                  <a16:creationId xmlns:a16="http://schemas.microsoft.com/office/drawing/2014/main" id="{953371DF-DE7D-D2A3-9A59-1EF020AFB3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4001" y="3810000"/>
              <a:ext cx="149225" cy="45720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53" name="Freeform 80">
              <a:extLst>
                <a:ext uri="{FF2B5EF4-FFF2-40B4-BE49-F238E27FC236}">
                  <a16:creationId xmlns:a16="http://schemas.microsoft.com/office/drawing/2014/main" id="{5F544ACB-1CFD-64A6-52FF-25F06EFDB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5651" y="3810000"/>
              <a:ext cx="149225" cy="45720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54" name="Rectangle 81">
              <a:extLst>
                <a:ext uri="{FF2B5EF4-FFF2-40B4-BE49-F238E27FC236}">
                  <a16:creationId xmlns:a16="http://schemas.microsoft.com/office/drawing/2014/main" id="{8EB10A33-24AB-38E1-323A-AEB01E374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5000" y="36576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55" name="Rectangle 82">
              <a:extLst>
                <a:ext uri="{FF2B5EF4-FFF2-40B4-BE49-F238E27FC236}">
                  <a16:creationId xmlns:a16="http://schemas.microsoft.com/office/drawing/2014/main" id="{9C1F6234-C406-F1A4-F2C0-2D5E73733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6576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56" name="Freeform 83">
              <a:extLst>
                <a:ext uri="{FF2B5EF4-FFF2-40B4-BE49-F238E27FC236}">
                  <a16:creationId xmlns:a16="http://schemas.microsoft.com/office/drawing/2014/main" id="{27520102-3B2F-6DA1-4A63-CF5335550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000" y="3657600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57" name="Freeform 84">
              <a:extLst>
                <a:ext uri="{FF2B5EF4-FFF2-40B4-BE49-F238E27FC236}">
                  <a16:creationId xmlns:a16="http://schemas.microsoft.com/office/drawing/2014/main" id="{50D4EAC0-A3F1-F58B-A0E2-EB6A589363FA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915400" y="3810000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58" name="Freeform 85">
              <a:extLst>
                <a:ext uri="{FF2B5EF4-FFF2-40B4-BE49-F238E27FC236}">
                  <a16:creationId xmlns:a16="http://schemas.microsoft.com/office/drawing/2014/main" id="{5076C6A2-F6AF-A7EE-72EC-E8F12B65B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000" y="3657600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59" name="Freeform 86">
              <a:extLst>
                <a:ext uri="{FF2B5EF4-FFF2-40B4-BE49-F238E27FC236}">
                  <a16:creationId xmlns:a16="http://schemas.microsoft.com/office/drawing/2014/main" id="{C63A2837-9A13-2EBA-6751-EE865DFC4FF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819400" y="3810000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60" name="Text Box 87">
              <a:extLst>
                <a:ext uri="{FF2B5EF4-FFF2-40B4-BE49-F238E27FC236}">
                  <a16:creationId xmlns:a16="http://schemas.microsoft.com/office/drawing/2014/main" id="{79C2A2CD-5E2E-A8CB-6A27-4F7A81C254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1" y="4038600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46161" name="Text Box 88">
              <a:extLst>
                <a:ext uri="{FF2B5EF4-FFF2-40B4-BE49-F238E27FC236}">
                  <a16:creationId xmlns:a16="http://schemas.microsoft.com/office/drawing/2014/main" id="{D8253548-106D-4ECD-20DD-E62D541A8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1" y="4038600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46162" name="Text Box 89">
              <a:extLst>
                <a:ext uri="{FF2B5EF4-FFF2-40B4-BE49-F238E27FC236}">
                  <a16:creationId xmlns:a16="http://schemas.microsoft.com/office/drawing/2014/main" id="{82D69FD4-249C-CA15-EAD8-E7116C8ED8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4401" y="4038600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46163" name="Text Box 90">
              <a:extLst>
                <a:ext uri="{FF2B5EF4-FFF2-40B4-BE49-F238E27FC236}">
                  <a16:creationId xmlns:a16="http://schemas.microsoft.com/office/drawing/2014/main" id="{374A6B5A-A43F-99C1-7480-087FB5A154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1" y="3200400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p</a:t>
              </a:r>
            </a:p>
          </p:txBody>
        </p:sp>
        <p:sp>
          <p:nvSpPr>
            <p:cNvPr id="46164" name="Rectangle 91">
              <a:extLst>
                <a:ext uri="{FF2B5EF4-FFF2-40B4-BE49-F238E27FC236}">
                  <a16:creationId xmlns:a16="http://schemas.microsoft.com/office/drawing/2014/main" id="{D6F2D2FF-5FCB-24FF-B30B-EF9EE233C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42672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65" name="Rectangle 92">
              <a:extLst>
                <a:ext uri="{FF2B5EF4-FFF2-40B4-BE49-F238E27FC236}">
                  <a16:creationId xmlns:a16="http://schemas.microsoft.com/office/drawing/2014/main" id="{2AE9AD7C-6374-FA06-EDA9-716B3B7AA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42672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66" name="Rectangle 93">
              <a:extLst>
                <a:ext uri="{FF2B5EF4-FFF2-40B4-BE49-F238E27FC236}">
                  <a16:creationId xmlns:a16="http://schemas.microsoft.com/office/drawing/2014/main" id="{A1B49C36-5BF9-7211-E474-B4A95E43E8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42672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6167" name="Freeform 94">
              <a:extLst>
                <a:ext uri="{FF2B5EF4-FFF2-40B4-BE49-F238E27FC236}">
                  <a16:creationId xmlns:a16="http://schemas.microsoft.com/office/drawing/2014/main" id="{FE448B0F-7051-3DD0-3D39-E5A091EDC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4826" y="4419600"/>
              <a:ext cx="149225" cy="45720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68" name="Text Box 95">
              <a:extLst>
                <a:ext uri="{FF2B5EF4-FFF2-40B4-BE49-F238E27FC236}">
                  <a16:creationId xmlns:a16="http://schemas.microsoft.com/office/drawing/2014/main" id="{6D7C59D8-9E6C-731E-0D01-9CC811437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0401" y="4648200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46169" name="Freeform 96">
              <a:extLst>
                <a:ext uri="{FF2B5EF4-FFF2-40B4-BE49-F238E27FC236}">
                  <a16:creationId xmlns:a16="http://schemas.microsoft.com/office/drawing/2014/main" id="{D7D7D631-4E93-DDC9-09C7-931F60496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5000" y="3962400"/>
              <a:ext cx="914400" cy="457200"/>
            </a:xfrm>
            <a:custGeom>
              <a:avLst/>
              <a:gdLst>
                <a:gd name="T0" fmla="*/ 2147483646 w 497"/>
                <a:gd name="T1" fmla="*/ 2147483646 h 276"/>
                <a:gd name="T2" fmla="*/ 2147483646 w 497"/>
                <a:gd name="T3" fmla="*/ 2147483646 h 276"/>
                <a:gd name="T4" fmla="*/ 0 w 497"/>
                <a:gd name="T5" fmla="*/ 0 h 276"/>
                <a:gd name="T6" fmla="*/ 0 60000 65536"/>
                <a:gd name="T7" fmla="*/ 0 60000 65536"/>
                <a:gd name="T8" fmla="*/ 0 60000 65536"/>
                <a:gd name="T9" fmla="*/ 0 w 497"/>
                <a:gd name="T10" fmla="*/ 0 h 276"/>
                <a:gd name="T11" fmla="*/ 497 w 497"/>
                <a:gd name="T12" fmla="*/ 276 h 2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7" h="276">
                  <a:moveTo>
                    <a:pt x="497" y="276"/>
                  </a:moveTo>
                  <a:cubicBezTo>
                    <a:pt x="451" y="268"/>
                    <a:pt x="305" y="274"/>
                    <a:pt x="222" y="228"/>
                  </a:cubicBezTo>
                  <a:cubicBezTo>
                    <a:pt x="139" y="182"/>
                    <a:pt x="46" y="47"/>
                    <a:pt x="0" y="0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70" name="Freeform 97">
              <a:extLst>
                <a:ext uri="{FF2B5EF4-FFF2-40B4-BE49-F238E27FC236}">
                  <a16:creationId xmlns:a16="http://schemas.microsoft.com/office/drawing/2014/main" id="{75321F62-1C96-97CF-1299-CA565FE15B6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239000" y="3962400"/>
              <a:ext cx="914400" cy="457200"/>
            </a:xfrm>
            <a:custGeom>
              <a:avLst/>
              <a:gdLst>
                <a:gd name="T0" fmla="*/ 2147483646 w 497"/>
                <a:gd name="T1" fmla="*/ 2147483646 h 276"/>
                <a:gd name="T2" fmla="*/ 2147483646 w 497"/>
                <a:gd name="T3" fmla="*/ 2147483646 h 276"/>
                <a:gd name="T4" fmla="*/ 0 w 497"/>
                <a:gd name="T5" fmla="*/ 0 h 276"/>
                <a:gd name="T6" fmla="*/ 0 60000 65536"/>
                <a:gd name="T7" fmla="*/ 0 60000 65536"/>
                <a:gd name="T8" fmla="*/ 0 60000 65536"/>
                <a:gd name="T9" fmla="*/ 0 w 497"/>
                <a:gd name="T10" fmla="*/ 0 h 276"/>
                <a:gd name="T11" fmla="*/ 497 w 497"/>
                <a:gd name="T12" fmla="*/ 276 h 2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7" h="276">
                  <a:moveTo>
                    <a:pt x="497" y="276"/>
                  </a:moveTo>
                  <a:cubicBezTo>
                    <a:pt x="451" y="268"/>
                    <a:pt x="305" y="274"/>
                    <a:pt x="222" y="228"/>
                  </a:cubicBezTo>
                  <a:cubicBezTo>
                    <a:pt x="139" y="182"/>
                    <a:pt x="46" y="47"/>
                    <a:pt x="0" y="0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6171" name="Text Box 98">
              <a:extLst>
                <a:ext uri="{FF2B5EF4-FFF2-40B4-BE49-F238E27FC236}">
                  <a16:creationId xmlns:a16="http://schemas.microsoft.com/office/drawing/2014/main" id="{6F0BED1A-F59C-7015-E61C-BD8DB7869C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1401" y="3962400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q</a:t>
              </a:r>
            </a:p>
          </p:txBody>
        </p:sp>
        <p:sp>
          <p:nvSpPr>
            <p:cNvPr id="46172" name="Text Box 99">
              <a:extLst>
                <a:ext uri="{FF2B5EF4-FFF2-40B4-BE49-F238E27FC236}">
                  <a16:creationId xmlns:a16="http://schemas.microsoft.com/office/drawing/2014/main" id="{AD573A0C-C867-20A6-DB26-07DE9869BA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7801" y="5029200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p</a:t>
              </a:r>
            </a:p>
          </p:txBody>
        </p:sp>
        <p:sp>
          <p:nvSpPr>
            <p:cNvPr id="46173" name="Text Box 100">
              <a:extLst>
                <a:ext uri="{FF2B5EF4-FFF2-40B4-BE49-F238E27FC236}">
                  <a16:creationId xmlns:a16="http://schemas.microsoft.com/office/drawing/2014/main" id="{81990FE8-FF06-D44B-DB07-C986FBD93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1801" y="5029200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q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5BA11E76-AE4C-DF23-5244-25CA6D5F2A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9767" y="157957"/>
            <a:ext cx="2600632" cy="509587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Deletion</a:t>
            </a: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2BF810D5-1CF5-65CD-BFC0-F2C1378473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65584" y="719931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000"/>
              <a:t>We visualize below the </a:t>
            </a:r>
            <a:r>
              <a:rPr lang="en-US" altLang="en-US" sz="2000" b="1">
                <a:solidFill>
                  <a:schemeClr val="tx2"/>
                </a:solidFill>
              </a:rPr>
              <a:t>remove</a:t>
            </a:r>
            <a:r>
              <a:rPr lang="en-US" altLang="en-US" sz="2000"/>
              <a:t>(p), where p = </a:t>
            </a:r>
            <a:r>
              <a:rPr lang="en-US" altLang="en-US" sz="2000">
                <a:solidFill>
                  <a:schemeClr val="tx2"/>
                </a:solidFill>
              </a:rPr>
              <a:t>last</a:t>
            </a:r>
            <a:r>
              <a:rPr lang="en-US" altLang="en-US" sz="2000"/>
              <a:t>()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A1FF7AC-31D8-DFC9-BD7B-A0F6FC6F12E3}"/>
              </a:ext>
            </a:extLst>
          </p:cNvPr>
          <p:cNvGrpSpPr/>
          <p:nvPr/>
        </p:nvGrpSpPr>
        <p:grpSpPr>
          <a:xfrm>
            <a:off x="1622784" y="1447800"/>
            <a:ext cx="7315200" cy="4570413"/>
            <a:chOff x="2514600" y="1752600"/>
            <a:chExt cx="7315200" cy="4570413"/>
          </a:xfrm>
        </p:grpSpPr>
        <p:grpSp>
          <p:nvGrpSpPr>
            <p:cNvPr id="47107" name="Group 4">
              <a:extLst>
                <a:ext uri="{FF2B5EF4-FFF2-40B4-BE49-F238E27FC236}">
                  <a16:creationId xmlns:a16="http://schemas.microsoft.com/office/drawing/2014/main" id="{3C7BFA0A-69FB-DD69-8A27-3443A8331F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4600" y="1752600"/>
              <a:ext cx="7315200" cy="1371600"/>
              <a:chOff x="768" y="1296"/>
              <a:chExt cx="4608" cy="864"/>
            </a:xfrm>
          </p:grpSpPr>
          <p:sp>
            <p:nvSpPr>
              <p:cNvPr id="47167" name="AutoShape 5">
                <a:extLst>
                  <a:ext uri="{FF2B5EF4-FFF2-40B4-BE49-F238E27FC236}">
                    <a16:creationId xmlns:a16="http://schemas.microsoft.com/office/drawing/2014/main" id="{8774D211-FF90-91F9-8E19-56EFA2818F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0" y="1344"/>
                <a:ext cx="1104" cy="816"/>
              </a:xfrm>
              <a:prstGeom prst="roundRect">
                <a:avLst>
                  <a:gd name="adj" fmla="val 30130"/>
                </a:avLst>
              </a:prstGeom>
              <a:solidFill>
                <a:srgbClr val="ECF1FE"/>
              </a:solidFill>
              <a:ln w="19050" cap="rnd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7168" name="Rectangle 6">
                <a:extLst>
                  <a:ext uri="{FF2B5EF4-FFF2-40B4-BE49-F238E27FC236}">
                    <a16:creationId xmlns:a16="http://schemas.microsoft.com/office/drawing/2014/main" id="{D19E0030-9129-71EB-0E60-1E92696C5C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632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7169" name="Rectangle 7">
                <a:extLst>
                  <a:ext uri="{FF2B5EF4-FFF2-40B4-BE49-F238E27FC236}">
                    <a16:creationId xmlns:a16="http://schemas.microsoft.com/office/drawing/2014/main" id="{18B2CF0E-B255-A3D0-9333-324E4577DF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632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7170" name="Rectangle 8">
                <a:extLst>
                  <a:ext uri="{FF2B5EF4-FFF2-40B4-BE49-F238E27FC236}">
                    <a16:creationId xmlns:a16="http://schemas.microsoft.com/office/drawing/2014/main" id="{C37C658C-F596-F45F-639E-5FA7CE7B3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1632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7171" name="Freeform 9">
                <a:extLst>
                  <a:ext uri="{FF2B5EF4-FFF2-40B4-BE49-F238E27FC236}">
                    <a16:creationId xmlns:a16="http://schemas.microsoft.com/office/drawing/2014/main" id="{E580B7E7-D8C6-00E7-6B11-44779CAFF8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4" y="1641"/>
                <a:ext cx="480" cy="88"/>
              </a:xfrm>
              <a:custGeom>
                <a:avLst/>
                <a:gdLst>
                  <a:gd name="T0" fmla="*/ 0 w 480"/>
                  <a:gd name="T1" fmla="*/ 87 h 88"/>
                  <a:gd name="T2" fmla="*/ 237 w 480"/>
                  <a:gd name="T3" fmla="*/ 0 h 88"/>
                  <a:gd name="T4" fmla="*/ 480 w 480"/>
                  <a:gd name="T5" fmla="*/ 88 h 88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88"/>
                  <a:gd name="T11" fmla="*/ 480 w 480"/>
                  <a:gd name="T12" fmla="*/ 88 h 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88">
                    <a:moveTo>
                      <a:pt x="0" y="87"/>
                    </a:moveTo>
                    <a:cubicBezTo>
                      <a:pt x="39" y="73"/>
                      <a:pt x="157" y="0"/>
                      <a:pt x="237" y="0"/>
                    </a:cubicBezTo>
                    <a:cubicBezTo>
                      <a:pt x="317" y="0"/>
                      <a:pt x="430" y="70"/>
                      <a:pt x="480" y="88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oval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7172" name="Rectangle 10">
                <a:extLst>
                  <a:ext uri="{FF2B5EF4-FFF2-40B4-BE49-F238E27FC236}">
                    <a16:creationId xmlns:a16="http://schemas.microsoft.com/office/drawing/2014/main" id="{F13FD876-C4ED-7D7F-7115-85E7C51581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1632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7173" name="Rectangle 11">
                <a:extLst>
                  <a:ext uri="{FF2B5EF4-FFF2-40B4-BE49-F238E27FC236}">
                    <a16:creationId xmlns:a16="http://schemas.microsoft.com/office/drawing/2014/main" id="{DCB829B5-A8EE-CF27-84F8-C8AB2DF96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1632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7174" name="Rectangle 12">
                <a:extLst>
                  <a:ext uri="{FF2B5EF4-FFF2-40B4-BE49-F238E27FC236}">
                    <a16:creationId xmlns:a16="http://schemas.microsoft.com/office/drawing/2014/main" id="{7CF1D059-5488-8215-F5CC-B974B0CFCF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1632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7175" name="Freeform 13">
                <a:extLst>
                  <a:ext uri="{FF2B5EF4-FFF2-40B4-BE49-F238E27FC236}">
                    <a16:creationId xmlns:a16="http://schemas.microsoft.com/office/drawing/2014/main" id="{A4A89240-4817-EA21-3E1A-A3291E7267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4" y="1641"/>
                <a:ext cx="480" cy="88"/>
              </a:xfrm>
              <a:custGeom>
                <a:avLst/>
                <a:gdLst>
                  <a:gd name="T0" fmla="*/ 0 w 480"/>
                  <a:gd name="T1" fmla="*/ 87 h 88"/>
                  <a:gd name="T2" fmla="*/ 237 w 480"/>
                  <a:gd name="T3" fmla="*/ 0 h 88"/>
                  <a:gd name="T4" fmla="*/ 480 w 480"/>
                  <a:gd name="T5" fmla="*/ 88 h 88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88"/>
                  <a:gd name="T11" fmla="*/ 480 w 480"/>
                  <a:gd name="T12" fmla="*/ 88 h 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88">
                    <a:moveTo>
                      <a:pt x="0" y="87"/>
                    </a:moveTo>
                    <a:cubicBezTo>
                      <a:pt x="39" y="73"/>
                      <a:pt x="157" y="0"/>
                      <a:pt x="237" y="0"/>
                    </a:cubicBezTo>
                    <a:cubicBezTo>
                      <a:pt x="317" y="0"/>
                      <a:pt x="430" y="70"/>
                      <a:pt x="480" y="88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oval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7176" name="Rectangle 14">
                <a:extLst>
                  <a:ext uri="{FF2B5EF4-FFF2-40B4-BE49-F238E27FC236}">
                    <a16:creationId xmlns:a16="http://schemas.microsoft.com/office/drawing/2014/main" id="{CA7355FE-B071-630C-40A7-9FAF14AFA4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632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7177" name="Rectangle 15">
                <a:extLst>
                  <a:ext uri="{FF2B5EF4-FFF2-40B4-BE49-F238E27FC236}">
                    <a16:creationId xmlns:a16="http://schemas.microsoft.com/office/drawing/2014/main" id="{5210DC68-4E45-874E-3D4F-7EA6E80AB3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632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7178" name="Rectangle 16">
                <a:extLst>
                  <a:ext uri="{FF2B5EF4-FFF2-40B4-BE49-F238E27FC236}">
                    <a16:creationId xmlns:a16="http://schemas.microsoft.com/office/drawing/2014/main" id="{9F0ECDC8-0451-B734-D5EB-C8008DE785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632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7179" name="Freeform 17">
                <a:extLst>
                  <a:ext uri="{FF2B5EF4-FFF2-40B4-BE49-F238E27FC236}">
                    <a16:creationId xmlns:a16="http://schemas.microsoft.com/office/drawing/2014/main" id="{B26EE1F4-83C4-3C10-F912-8A93DAADF0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4" y="1641"/>
                <a:ext cx="480" cy="88"/>
              </a:xfrm>
              <a:custGeom>
                <a:avLst/>
                <a:gdLst>
                  <a:gd name="T0" fmla="*/ 0 w 480"/>
                  <a:gd name="T1" fmla="*/ 87 h 88"/>
                  <a:gd name="T2" fmla="*/ 237 w 480"/>
                  <a:gd name="T3" fmla="*/ 0 h 88"/>
                  <a:gd name="T4" fmla="*/ 480 w 480"/>
                  <a:gd name="T5" fmla="*/ 88 h 88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88"/>
                  <a:gd name="T11" fmla="*/ 480 w 480"/>
                  <a:gd name="T12" fmla="*/ 88 h 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88">
                    <a:moveTo>
                      <a:pt x="0" y="87"/>
                    </a:moveTo>
                    <a:cubicBezTo>
                      <a:pt x="39" y="73"/>
                      <a:pt x="157" y="0"/>
                      <a:pt x="237" y="0"/>
                    </a:cubicBezTo>
                    <a:cubicBezTo>
                      <a:pt x="317" y="0"/>
                      <a:pt x="430" y="70"/>
                      <a:pt x="480" y="88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oval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7180" name="Rectangle 18">
                <a:extLst>
                  <a:ext uri="{FF2B5EF4-FFF2-40B4-BE49-F238E27FC236}">
                    <a16:creationId xmlns:a16="http://schemas.microsoft.com/office/drawing/2014/main" id="{FD5DC504-AF05-A582-081A-0A0DBE3C23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1632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7181" name="Rectangle 19">
                <a:extLst>
                  <a:ext uri="{FF2B5EF4-FFF2-40B4-BE49-F238E27FC236}">
                    <a16:creationId xmlns:a16="http://schemas.microsoft.com/office/drawing/2014/main" id="{19AC2B5F-37CD-0EE4-BCA1-F7F901303E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632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7182" name="Rectangle 20">
                <a:extLst>
                  <a:ext uri="{FF2B5EF4-FFF2-40B4-BE49-F238E27FC236}">
                    <a16:creationId xmlns:a16="http://schemas.microsoft.com/office/drawing/2014/main" id="{F601F0C7-DDCF-4E4A-3269-CF8429B241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1632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7183" name="Freeform 21">
                <a:extLst>
                  <a:ext uri="{FF2B5EF4-FFF2-40B4-BE49-F238E27FC236}">
                    <a16:creationId xmlns:a16="http://schemas.microsoft.com/office/drawing/2014/main" id="{A70B2A1A-6F33-B444-6C1D-8E9D7A073E21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920" y="1737"/>
                <a:ext cx="480" cy="88"/>
              </a:xfrm>
              <a:custGeom>
                <a:avLst/>
                <a:gdLst>
                  <a:gd name="T0" fmla="*/ 0 w 480"/>
                  <a:gd name="T1" fmla="*/ 87 h 88"/>
                  <a:gd name="T2" fmla="*/ 237 w 480"/>
                  <a:gd name="T3" fmla="*/ 0 h 88"/>
                  <a:gd name="T4" fmla="*/ 480 w 480"/>
                  <a:gd name="T5" fmla="*/ 88 h 88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88"/>
                  <a:gd name="T11" fmla="*/ 480 w 480"/>
                  <a:gd name="T12" fmla="*/ 88 h 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88">
                    <a:moveTo>
                      <a:pt x="0" y="87"/>
                    </a:moveTo>
                    <a:cubicBezTo>
                      <a:pt x="39" y="73"/>
                      <a:pt x="157" y="0"/>
                      <a:pt x="237" y="0"/>
                    </a:cubicBezTo>
                    <a:cubicBezTo>
                      <a:pt x="317" y="0"/>
                      <a:pt x="430" y="70"/>
                      <a:pt x="480" y="88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oval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7184" name="Freeform 22">
                <a:extLst>
                  <a:ext uri="{FF2B5EF4-FFF2-40B4-BE49-F238E27FC236}">
                    <a16:creationId xmlns:a16="http://schemas.microsoft.com/office/drawing/2014/main" id="{86F5EE55-4C08-9931-2145-DBC00CBE4F4A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2880" y="1728"/>
                <a:ext cx="480" cy="88"/>
              </a:xfrm>
              <a:custGeom>
                <a:avLst/>
                <a:gdLst>
                  <a:gd name="T0" fmla="*/ 0 w 480"/>
                  <a:gd name="T1" fmla="*/ 87 h 88"/>
                  <a:gd name="T2" fmla="*/ 237 w 480"/>
                  <a:gd name="T3" fmla="*/ 0 h 88"/>
                  <a:gd name="T4" fmla="*/ 480 w 480"/>
                  <a:gd name="T5" fmla="*/ 88 h 88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88"/>
                  <a:gd name="T11" fmla="*/ 480 w 480"/>
                  <a:gd name="T12" fmla="*/ 88 h 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88">
                    <a:moveTo>
                      <a:pt x="0" y="87"/>
                    </a:moveTo>
                    <a:cubicBezTo>
                      <a:pt x="39" y="73"/>
                      <a:pt x="157" y="0"/>
                      <a:pt x="237" y="0"/>
                    </a:cubicBezTo>
                    <a:cubicBezTo>
                      <a:pt x="317" y="0"/>
                      <a:pt x="430" y="70"/>
                      <a:pt x="480" y="88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oval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7185" name="Freeform 23">
                <a:extLst>
                  <a:ext uri="{FF2B5EF4-FFF2-40B4-BE49-F238E27FC236}">
                    <a16:creationId xmlns:a16="http://schemas.microsoft.com/office/drawing/2014/main" id="{7D896E81-1281-B1F3-D95E-6FDE912CAA21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3840" y="1737"/>
                <a:ext cx="480" cy="88"/>
              </a:xfrm>
              <a:custGeom>
                <a:avLst/>
                <a:gdLst>
                  <a:gd name="T0" fmla="*/ 0 w 480"/>
                  <a:gd name="T1" fmla="*/ 87 h 88"/>
                  <a:gd name="T2" fmla="*/ 237 w 480"/>
                  <a:gd name="T3" fmla="*/ 0 h 88"/>
                  <a:gd name="T4" fmla="*/ 480 w 480"/>
                  <a:gd name="T5" fmla="*/ 88 h 88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88"/>
                  <a:gd name="T11" fmla="*/ 480 w 480"/>
                  <a:gd name="T12" fmla="*/ 88 h 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88">
                    <a:moveTo>
                      <a:pt x="0" y="87"/>
                    </a:moveTo>
                    <a:cubicBezTo>
                      <a:pt x="39" y="73"/>
                      <a:pt x="157" y="0"/>
                      <a:pt x="237" y="0"/>
                    </a:cubicBezTo>
                    <a:cubicBezTo>
                      <a:pt x="317" y="0"/>
                      <a:pt x="430" y="70"/>
                      <a:pt x="480" y="88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oval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7186" name="Freeform 24">
                <a:extLst>
                  <a:ext uri="{FF2B5EF4-FFF2-40B4-BE49-F238E27FC236}">
                    <a16:creationId xmlns:a16="http://schemas.microsoft.com/office/drawing/2014/main" id="{CC134CDB-941F-98C3-6589-DBBE778C9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1728"/>
                <a:ext cx="94" cy="288"/>
              </a:xfrm>
              <a:custGeom>
                <a:avLst/>
                <a:gdLst>
                  <a:gd name="T0" fmla="*/ 28 w 106"/>
                  <a:gd name="T1" fmla="*/ 0 h 348"/>
                  <a:gd name="T2" fmla="*/ 6 w 106"/>
                  <a:gd name="T3" fmla="*/ 87 h 348"/>
                  <a:gd name="T4" fmla="*/ 66 w 106"/>
                  <a:gd name="T5" fmla="*/ 163 h 348"/>
                  <a:gd name="T6" fmla="*/ 0 60000 65536"/>
                  <a:gd name="T7" fmla="*/ 0 60000 65536"/>
                  <a:gd name="T8" fmla="*/ 0 60000 65536"/>
                  <a:gd name="T9" fmla="*/ 0 w 106"/>
                  <a:gd name="T10" fmla="*/ 0 h 348"/>
                  <a:gd name="T11" fmla="*/ 106 w 106"/>
                  <a:gd name="T12" fmla="*/ 348 h 3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6" h="348">
                    <a:moveTo>
                      <a:pt x="46" y="0"/>
                    </a:moveTo>
                    <a:cubicBezTo>
                      <a:pt x="40" y="31"/>
                      <a:pt x="0" y="128"/>
                      <a:pt x="10" y="186"/>
                    </a:cubicBezTo>
                    <a:cubicBezTo>
                      <a:pt x="20" y="244"/>
                      <a:pt x="86" y="314"/>
                      <a:pt x="106" y="348"/>
                    </a:cubicBez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round/>
                <a:headEnd type="oval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7187" name="Freeform 25">
                <a:extLst>
                  <a:ext uri="{FF2B5EF4-FFF2-40B4-BE49-F238E27FC236}">
                    <a16:creationId xmlns:a16="http://schemas.microsoft.com/office/drawing/2014/main" id="{5B2411DF-9444-F2AC-FAE4-686DFE022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4" y="1728"/>
                <a:ext cx="94" cy="288"/>
              </a:xfrm>
              <a:custGeom>
                <a:avLst/>
                <a:gdLst>
                  <a:gd name="T0" fmla="*/ 28 w 106"/>
                  <a:gd name="T1" fmla="*/ 0 h 348"/>
                  <a:gd name="T2" fmla="*/ 6 w 106"/>
                  <a:gd name="T3" fmla="*/ 87 h 348"/>
                  <a:gd name="T4" fmla="*/ 66 w 106"/>
                  <a:gd name="T5" fmla="*/ 163 h 348"/>
                  <a:gd name="T6" fmla="*/ 0 60000 65536"/>
                  <a:gd name="T7" fmla="*/ 0 60000 65536"/>
                  <a:gd name="T8" fmla="*/ 0 60000 65536"/>
                  <a:gd name="T9" fmla="*/ 0 w 106"/>
                  <a:gd name="T10" fmla="*/ 0 h 348"/>
                  <a:gd name="T11" fmla="*/ 106 w 106"/>
                  <a:gd name="T12" fmla="*/ 348 h 3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6" h="348">
                    <a:moveTo>
                      <a:pt x="46" y="0"/>
                    </a:moveTo>
                    <a:cubicBezTo>
                      <a:pt x="40" y="31"/>
                      <a:pt x="0" y="128"/>
                      <a:pt x="10" y="186"/>
                    </a:cubicBezTo>
                    <a:cubicBezTo>
                      <a:pt x="20" y="244"/>
                      <a:pt x="86" y="314"/>
                      <a:pt x="106" y="348"/>
                    </a:cubicBez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round/>
                <a:headEnd type="oval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7188" name="Freeform 26">
                <a:extLst>
                  <a:ext uri="{FF2B5EF4-FFF2-40B4-BE49-F238E27FC236}">
                    <a16:creationId xmlns:a16="http://schemas.microsoft.com/office/drawing/2014/main" id="{6C20449A-7015-2E41-B387-AA6E6280D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2" y="1728"/>
                <a:ext cx="94" cy="288"/>
              </a:xfrm>
              <a:custGeom>
                <a:avLst/>
                <a:gdLst>
                  <a:gd name="T0" fmla="*/ 28 w 106"/>
                  <a:gd name="T1" fmla="*/ 0 h 348"/>
                  <a:gd name="T2" fmla="*/ 6 w 106"/>
                  <a:gd name="T3" fmla="*/ 87 h 348"/>
                  <a:gd name="T4" fmla="*/ 66 w 106"/>
                  <a:gd name="T5" fmla="*/ 163 h 348"/>
                  <a:gd name="T6" fmla="*/ 0 60000 65536"/>
                  <a:gd name="T7" fmla="*/ 0 60000 65536"/>
                  <a:gd name="T8" fmla="*/ 0 60000 65536"/>
                  <a:gd name="T9" fmla="*/ 0 w 106"/>
                  <a:gd name="T10" fmla="*/ 0 h 348"/>
                  <a:gd name="T11" fmla="*/ 106 w 106"/>
                  <a:gd name="T12" fmla="*/ 348 h 3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6" h="348">
                    <a:moveTo>
                      <a:pt x="46" y="0"/>
                    </a:moveTo>
                    <a:cubicBezTo>
                      <a:pt x="40" y="31"/>
                      <a:pt x="0" y="128"/>
                      <a:pt x="10" y="186"/>
                    </a:cubicBezTo>
                    <a:cubicBezTo>
                      <a:pt x="20" y="244"/>
                      <a:pt x="86" y="314"/>
                      <a:pt x="106" y="348"/>
                    </a:cubicBez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round/>
                <a:headEnd type="oval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7189" name="Freeform 27">
                <a:extLst>
                  <a:ext uri="{FF2B5EF4-FFF2-40B4-BE49-F238E27FC236}">
                    <a16:creationId xmlns:a16="http://schemas.microsoft.com/office/drawing/2014/main" id="{94D4F56D-A60A-DDB7-4521-B3762534F4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0" y="1728"/>
                <a:ext cx="94" cy="288"/>
              </a:xfrm>
              <a:custGeom>
                <a:avLst/>
                <a:gdLst>
                  <a:gd name="T0" fmla="*/ 28 w 106"/>
                  <a:gd name="T1" fmla="*/ 0 h 348"/>
                  <a:gd name="T2" fmla="*/ 6 w 106"/>
                  <a:gd name="T3" fmla="*/ 87 h 348"/>
                  <a:gd name="T4" fmla="*/ 66 w 106"/>
                  <a:gd name="T5" fmla="*/ 163 h 348"/>
                  <a:gd name="T6" fmla="*/ 0 60000 65536"/>
                  <a:gd name="T7" fmla="*/ 0 60000 65536"/>
                  <a:gd name="T8" fmla="*/ 0 60000 65536"/>
                  <a:gd name="T9" fmla="*/ 0 w 106"/>
                  <a:gd name="T10" fmla="*/ 0 h 348"/>
                  <a:gd name="T11" fmla="*/ 106 w 106"/>
                  <a:gd name="T12" fmla="*/ 348 h 3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6" h="348">
                    <a:moveTo>
                      <a:pt x="46" y="0"/>
                    </a:moveTo>
                    <a:cubicBezTo>
                      <a:pt x="40" y="31"/>
                      <a:pt x="0" y="128"/>
                      <a:pt x="10" y="186"/>
                    </a:cubicBezTo>
                    <a:cubicBezTo>
                      <a:pt x="20" y="244"/>
                      <a:pt x="86" y="314"/>
                      <a:pt x="106" y="348"/>
                    </a:cubicBez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round/>
                <a:headEnd type="oval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7190" name="Rectangle 28">
                <a:extLst>
                  <a:ext uri="{FF2B5EF4-FFF2-40B4-BE49-F238E27FC236}">
                    <a16:creationId xmlns:a16="http://schemas.microsoft.com/office/drawing/2014/main" id="{685C3EB3-B16F-23A2-2D8C-DF6E7C8021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4" y="1632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7191" name="Rectangle 29">
                <a:extLst>
                  <a:ext uri="{FF2B5EF4-FFF2-40B4-BE49-F238E27FC236}">
                    <a16:creationId xmlns:a16="http://schemas.microsoft.com/office/drawing/2014/main" id="{70F786A9-E0CC-915A-A522-AFF4229A58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632"/>
                <a:ext cx="192" cy="192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47192" name="Freeform 30">
                <a:extLst>
                  <a:ext uri="{FF2B5EF4-FFF2-40B4-BE49-F238E27FC236}">
                    <a16:creationId xmlns:a16="http://schemas.microsoft.com/office/drawing/2014/main" id="{8AC24CE1-CF6B-EA6A-DE22-FAD102801A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04" y="1632"/>
                <a:ext cx="480" cy="88"/>
              </a:xfrm>
              <a:custGeom>
                <a:avLst/>
                <a:gdLst>
                  <a:gd name="T0" fmla="*/ 0 w 480"/>
                  <a:gd name="T1" fmla="*/ 87 h 88"/>
                  <a:gd name="T2" fmla="*/ 237 w 480"/>
                  <a:gd name="T3" fmla="*/ 0 h 88"/>
                  <a:gd name="T4" fmla="*/ 480 w 480"/>
                  <a:gd name="T5" fmla="*/ 88 h 88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88"/>
                  <a:gd name="T11" fmla="*/ 480 w 480"/>
                  <a:gd name="T12" fmla="*/ 88 h 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88">
                    <a:moveTo>
                      <a:pt x="0" y="87"/>
                    </a:moveTo>
                    <a:cubicBezTo>
                      <a:pt x="39" y="73"/>
                      <a:pt x="157" y="0"/>
                      <a:pt x="237" y="0"/>
                    </a:cubicBezTo>
                    <a:cubicBezTo>
                      <a:pt x="317" y="0"/>
                      <a:pt x="430" y="70"/>
                      <a:pt x="480" y="88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oval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7193" name="Freeform 31">
                <a:extLst>
                  <a:ext uri="{FF2B5EF4-FFF2-40B4-BE49-F238E27FC236}">
                    <a16:creationId xmlns:a16="http://schemas.microsoft.com/office/drawing/2014/main" id="{129DAAFD-A005-C503-6FB0-4E5321D51BD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4800" y="1728"/>
                <a:ext cx="480" cy="88"/>
              </a:xfrm>
              <a:custGeom>
                <a:avLst/>
                <a:gdLst>
                  <a:gd name="T0" fmla="*/ 0 w 480"/>
                  <a:gd name="T1" fmla="*/ 87 h 88"/>
                  <a:gd name="T2" fmla="*/ 237 w 480"/>
                  <a:gd name="T3" fmla="*/ 0 h 88"/>
                  <a:gd name="T4" fmla="*/ 480 w 480"/>
                  <a:gd name="T5" fmla="*/ 88 h 88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88"/>
                  <a:gd name="T11" fmla="*/ 480 w 480"/>
                  <a:gd name="T12" fmla="*/ 88 h 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88">
                    <a:moveTo>
                      <a:pt x="0" y="87"/>
                    </a:moveTo>
                    <a:cubicBezTo>
                      <a:pt x="39" y="73"/>
                      <a:pt x="157" y="0"/>
                      <a:pt x="237" y="0"/>
                    </a:cubicBezTo>
                    <a:cubicBezTo>
                      <a:pt x="317" y="0"/>
                      <a:pt x="430" y="70"/>
                      <a:pt x="480" y="88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oval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7194" name="Freeform 32">
                <a:extLst>
                  <a:ext uri="{FF2B5EF4-FFF2-40B4-BE49-F238E27FC236}">
                    <a16:creationId xmlns:a16="http://schemas.microsoft.com/office/drawing/2014/main" id="{CB848940-62AE-8D9A-EDFE-EC7ADC79D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4" y="1632"/>
                <a:ext cx="480" cy="88"/>
              </a:xfrm>
              <a:custGeom>
                <a:avLst/>
                <a:gdLst>
                  <a:gd name="T0" fmla="*/ 0 w 480"/>
                  <a:gd name="T1" fmla="*/ 87 h 88"/>
                  <a:gd name="T2" fmla="*/ 237 w 480"/>
                  <a:gd name="T3" fmla="*/ 0 h 88"/>
                  <a:gd name="T4" fmla="*/ 480 w 480"/>
                  <a:gd name="T5" fmla="*/ 88 h 88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88"/>
                  <a:gd name="T11" fmla="*/ 480 w 480"/>
                  <a:gd name="T12" fmla="*/ 88 h 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88">
                    <a:moveTo>
                      <a:pt x="0" y="87"/>
                    </a:moveTo>
                    <a:cubicBezTo>
                      <a:pt x="39" y="73"/>
                      <a:pt x="157" y="0"/>
                      <a:pt x="237" y="0"/>
                    </a:cubicBezTo>
                    <a:cubicBezTo>
                      <a:pt x="317" y="0"/>
                      <a:pt x="430" y="70"/>
                      <a:pt x="480" y="88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oval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7195" name="Freeform 33">
                <a:extLst>
                  <a:ext uri="{FF2B5EF4-FFF2-40B4-BE49-F238E27FC236}">
                    <a16:creationId xmlns:a16="http://schemas.microsoft.com/office/drawing/2014/main" id="{F4D11D26-D987-01E9-8012-631E3A6B2798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960" y="1728"/>
                <a:ext cx="480" cy="88"/>
              </a:xfrm>
              <a:custGeom>
                <a:avLst/>
                <a:gdLst>
                  <a:gd name="T0" fmla="*/ 0 w 480"/>
                  <a:gd name="T1" fmla="*/ 87 h 88"/>
                  <a:gd name="T2" fmla="*/ 237 w 480"/>
                  <a:gd name="T3" fmla="*/ 0 h 88"/>
                  <a:gd name="T4" fmla="*/ 480 w 480"/>
                  <a:gd name="T5" fmla="*/ 88 h 88"/>
                  <a:gd name="T6" fmla="*/ 0 60000 65536"/>
                  <a:gd name="T7" fmla="*/ 0 60000 65536"/>
                  <a:gd name="T8" fmla="*/ 0 60000 65536"/>
                  <a:gd name="T9" fmla="*/ 0 w 480"/>
                  <a:gd name="T10" fmla="*/ 0 h 88"/>
                  <a:gd name="T11" fmla="*/ 480 w 480"/>
                  <a:gd name="T12" fmla="*/ 88 h 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" h="88">
                    <a:moveTo>
                      <a:pt x="0" y="87"/>
                    </a:moveTo>
                    <a:cubicBezTo>
                      <a:pt x="39" y="73"/>
                      <a:pt x="157" y="0"/>
                      <a:pt x="237" y="0"/>
                    </a:cubicBezTo>
                    <a:cubicBezTo>
                      <a:pt x="317" y="0"/>
                      <a:pt x="430" y="70"/>
                      <a:pt x="480" y="88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oval" w="sm" len="sm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47196" name="Text Box 34">
                <a:extLst>
                  <a:ext uri="{FF2B5EF4-FFF2-40B4-BE49-F238E27FC236}">
                    <a16:creationId xmlns:a16="http://schemas.microsoft.com/office/drawing/2014/main" id="{496C5D13-A40B-EA87-DE94-EC5F8F332F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1872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>
                    <a:solidFill>
                      <a:schemeClr val="tx2"/>
                    </a:solidFill>
                    <a:latin typeface="Tahoma" panose="020B0604030504040204" pitchFamily="34" charset="0"/>
                  </a:rPr>
                  <a:t>A</a:t>
                </a:r>
              </a:p>
            </p:txBody>
          </p:sp>
          <p:sp>
            <p:nvSpPr>
              <p:cNvPr id="47197" name="Text Box 35">
                <a:extLst>
                  <a:ext uri="{FF2B5EF4-FFF2-40B4-BE49-F238E27FC236}">
                    <a16:creationId xmlns:a16="http://schemas.microsoft.com/office/drawing/2014/main" id="{6ADFAB5F-99D3-85F9-4359-3C1297CA3E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1872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>
                    <a:solidFill>
                      <a:schemeClr val="tx2"/>
                    </a:solidFill>
                    <a:latin typeface="Tahoma" panose="020B0604030504040204" pitchFamily="34" charset="0"/>
                  </a:rPr>
                  <a:t>B</a:t>
                </a:r>
              </a:p>
            </p:txBody>
          </p:sp>
          <p:sp>
            <p:nvSpPr>
              <p:cNvPr id="47198" name="Text Box 36">
                <a:extLst>
                  <a:ext uri="{FF2B5EF4-FFF2-40B4-BE49-F238E27FC236}">
                    <a16:creationId xmlns:a16="http://schemas.microsoft.com/office/drawing/2014/main" id="{7F05E1FF-CEF6-DD39-B803-36B85F309C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" y="1872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>
                    <a:solidFill>
                      <a:schemeClr val="tx2"/>
                    </a:solidFill>
                    <a:latin typeface="Tahoma" panose="020B0604030504040204" pitchFamily="34" charset="0"/>
                  </a:rPr>
                  <a:t>C</a:t>
                </a:r>
              </a:p>
            </p:txBody>
          </p:sp>
          <p:sp>
            <p:nvSpPr>
              <p:cNvPr id="47199" name="Text Box 37">
                <a:extLst>
                  <a:ext uri="{FF2B5EF4-FFF2-40B4-BE49-F238E27FC236}">
                    <a16:creationId xmlns:a16="http://schemas.microsoft.com/office/drawing/2014/main" id="{B0CFF125-948A-9AB4-C81A-1501AD85E6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1872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>
                    <a:solidFill>
                      <a:schemeClr val="tx2"/>
                    </a:solidFill>
                    <a:latin typeface="Tahoma" panose="020B0604030504040204" pitchFamily="34" charset="0"/>
                  </a:rPr>
                  <a:t>D</a:t>
                </a:r>
              </a:p>
            </p:txBody>
          </p:sp>
          <p:sp>
            <p:nvSpPr>
              <p:cNvPr id="47200" name="Text Box 38">
                <a:extLst>
                  <a:ext uri="{FF2B5EF4-FFF2-40B4-BE49-F238E27FC236}">
                    <a16:creationId xmlns:a16="http://schemas.microsoft.com/office/drawing/2014/main" id="{E364DA8E-E5AA-9296-0206-DB47DBD3E1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92" y="1296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>
                    <a:latin typeface="Tahoma" panose="020B0604030504040204" pitchFamily="34" charset="0"/>
                  </a:rPr>
                  <a:t>p</a:t>
                </a:r>
              </a:p>
            </p:txBody>
          </p:sp>
        </p:grpSp>
        <p:sp>
          <p:nvSpPr>
            <p:cNvPr id="47108" name="AutoShape 39">
              <a:extLst>
                <a:ext uri="{FF2B5EF4-FFF2-40B4-BE49-F238E27FC236}">
                  <a16:creationId xmlns:a16="http://schemas.microsoft.com/office/drawing/2014/main" id="{7745E806-A71F-4430-0D39-B90FAB165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1900" y="3910013"/>
              <a:ext cx="1752600" cy="1295400"/>
            </a:xfrm>
            <a:prstGeom prst="roundRect">
              <a:avLst>
                <a:gd name="adj" fmla="val 30130"/>
              </a:avLst>
            </a:prstGeom>
            <a:solidFill>
              <a:srgbClr val="ECF1FE"/>
            </a:solidFill>
            <a:ln w="19050" cap="rnd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09" name="Rectangle 40">
              <a:extLst>
                <a:ext uri="{FF2B5EF4-FFF2-40B4-BE49-F238E27FC236}">
                  <a16:creationId xmlns:a16="http://schemas.microsoft.com/office/drawing/2014/main" id="{CECF160C-E9FA-B24D-74B5-31717317C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33766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10" name="Rectangle 41">
              <a:extLst>
                <a:ext uri="{FF2B5EF4-FFF2-40B4-BE49-F238E27FC236}">
                  <a16:creationId xmlns:a16="http://schemas.microsoft.com/office/drawing/2014/main" id="{6530674E-AF1B-DCA5-ACA0-8D26D2357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33766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11" name="Rectangle 42">
              <a:extLst>
                <a:ext uri="{FF2B5EF4-FFF2-40B4-BE49-F238E27FC236}">
                  <a16:creationId xmlns:a16="http://schemas.microsoft.com/office/drawing/2014/main" id="{D617E836-C726-C4B6-E504-625DF77CC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33766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12" name="Freeform 43">
              <a:extLst>
                <a:ext uri="{FF2B5EF4-FFF2-40B4-BE49-F238E27FC236}">
                  <a16:creationId xmlns:a16="http://schemas.microsoft.com/office/drawing/2014/main" id="{4BEB5184-0605-16A5-35C4-F46414F75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000" y="3390900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13" name="Rectangle 44">
              <a:extLst>
                <a:ext uri="{FF2B5EF4-FFF2-40B4-BE49-F238E27FC236}">
                  <a16:creationId xmlns:a16="http://schemas.microsoft.com/office/drawing/2014/main" id="{1A033B0A-116D-9718-7EFC-AD20ED957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000" y="33766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14" name="Rectangle 45">
              <a:extLst>
                <a:ext uri="{FF2B5EF4-FFF2-40B4-BE49-F238E27FC236}">
                  <a16:creationId xmlns:a16="http://schemas.microsoft.com/office/drawing/2014/main" id="{A48C6AB8-1AE0-7C0C-44CF-120E60653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33766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15" name="Rectangle 46">
              <a:extLst>
                <a:ext uri="{FF2B5EF4-FFF2-40B4-BE49-F238E27FC236}">
                  <a16:creationId xmlns:a16="http://schemas.microsoft.com/office/drawing/2014/main" id="{DE0E2C09-AAEC-922C-B9A6-D9512C9D1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33766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16" name="Freeform 47">
              <a:extLst>
                <a:ext uri="{FF2B5EF4-FFF2-40B4-BE49-F238E27FC236}">
                  <a16:creationId xmlns:a16="http://schemas.microsoft.com/office/drawing/2014/main" id="{5FE22FAD-9149-CAA4-879F-ABD4CF0CD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5000" y="3390900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17" name="Rectangle 48">
              <a:extLst>
                <a:ext uri="{FF2B5EF4-FFF2-40B4-BE49-F238E27FC236}">
                  <a16:creationId xmlns:a16="http://schemas.microsoft.com/office/drawing/2014/main" id="{705B39C8-C1EC-4688-EE15-265386E70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33766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18" name="Rectangle 49">
              <a:extLst>
                <a:ext uri="{FF2B5EF4-FFF2-40B4-BE49-F238E27FC236}">
                  <a16:creationId xmlns:a16="http://schemas.microsoft.com/office/drawing/2014/main" id="{8FCE3E73-9ECF-C7CA-8187-7A5BFB88A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33766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19" name="Rectangle 50">
              <a:extLst>
                <a:ext uri="{FF2B5EF4-FFF2-40B4-BE49-F238E27FC236}">
                  <a16:creationId xmlns:a16="http://schemas.microsoft.com/office/drawing/2014/main" id="{3782EE31-096D-AA06-C871-21EFD13D8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33766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20" name="Freeform 51">
              <a:extLst>
                <a:ext uri="{FF2B5EF4-FFF2-40B4-BE49-F238E27FC236}">
                  <a16:creationId xmlns:a16="http://schemas.microsoft.com/office/drawing/2014/main" id="{0CABFE1F-01AF-BABD-0103-2F27FF5B6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9000" y="3340101"/>
              <a:ext cx="2286000" cy="188913"/>
            </a:xfrm>
            <a:custGeom>
              <a:avLst/>
              <a:gdLst>
                <a:gd name="T0" fmla="*/ 0 w 1440"/>
                <a:gd name="T1" fmla="*/ 2147483646 h 119"/>
                <a:gd name="T2" fmla="*/ 2147483646 w 1440"/>
                <a:gd name="T3" fmla="*/ 2147483646 h 119"/>
                <a:gd name="T4" fmla="*/ 2147483646 w 1440"/>
                <a:gd name="T5" fmla="*/ 2147483646 h 119"/>
                <a:gd name="T6" fmla="*/ 0 60000 65536"/>
                <a:gd name="T7" fmla="*/ 0 60000 65536"/>
                <a:gd name="T8" fmla="*/ 0 60000 65536"/>
                <a:gd name="T9" fmla="*/ 0 w 1440"/>
                <a:gd name="T10" fmla="*/ 0 h 119"/>
                <a:gd name="T11" fmla="*/ 1440 w 1440"/>
                <a:gd name="T12" fmla="*/ 119 h 1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119">
                  <a:moveTo>
                    <a:pt x="0" y="119"/>
                  </a:moveTo>
                  <a:cubicBezTo>
                    <a:pt x="129" y="100"/>
                    <a:pt x="536" y="14"/>
                    <a:pt x="776" y="7"/>
                  </a:cubicBezTo>
                  <a:cubicBezTo>
                    <a:pt x="1016" y="0"/>
                    <a:pt x="1302" y="64"/>
                    <a:pt x="1440" y="79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21" name="Rectangle 52">
              <a:extLst>
                <a:ext uri="{FF2B5EF4-FFF2-40B4-BE49-F238E27FC236}">
                  <a16:creationId xmlns:a16="http://schemas.microsoft.com/office/drawing/2014/main" id="{8759E54F-B6C5-5613-8903-752029196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000" y="43672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22" name="Rectangle 53">
              <a:extLst>
                <a:ext uri="{FF2B5EF4-FFF2-40B4-BE49-F238E27FC236}">
                  <a16:creationId xmlns:a16="http://schemas.microsoft.com/office/drawing/2014/main" id="{482F1036-89D8-7C2F-8FAD-DBD800CDD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5800" y="43672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23" name="Rectangle 54">
              <a:extLst>
                <a:ext uri="{FF2B5EF4-FFF2-40B4-BE49-F238E27FC236}">
                  <a16:creationId xmlns:a16="http://schemas.microsoft.com/office/drawing/2014/main" id="{FA01F358-A5D0-8F63-43B0-931C8737E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0600" y="43672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24" name="Freeform 55">
              <a:extLst>
                <a:ext uri="{FF2B5EF4-FFF2-40B4-BE49-F238E27FC236}">
                  <a16:creationId xmlns:a16="http://schemas.microsoft.com/office/drawing/2014/main" id="{4D1EF3FE-1E99-41E4-A940-51C615B8E5E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343400" y="3543300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25" name="Freeform 56">
              <a:extLst>
                <a:ext uri="{FF2B5EF4-FFF2-40B4-BE49-F238E27FC236}">
                  <a16:creationId xmlns:a16="http://schemas.microsoft.com/office/drawing/2014/main" id="{DB320A7E-D5AC-3B87-C3F9-ECEFDD1DC7D3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867400" y="3529013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26" name="Freeform 57">
              <a:extLst>
                <a:ext uri="{FF2B5EF4-FFF2-40B4-BE49-F238E27FC236}">
                  <a16:creationId xmlns:a16="http://schemas.microsoft.com/office/drawing/2014/main" id="{9CD10E69-1E49-E3A4-AE59-C30616398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4100" y="3617913"/>
              <a:ext cx="749300" cy="863600"/>
            </a:xfrm>
            <a:custGeom>
              <a:avLst/>
              <a:gdLst>
                <a:gd name="T0" fmla="*/ 2147483646 w 472"/>
                <a:gd name="T1" fmla="*/ 2147483646 h 544"/>
                <a:gd name="T2" fmla="*/ 2147483646 w 472"/>
                <a:gd name="T3" fmla="*/ 2147483646 h 544"/>
                <a:gd name="T4" fmla="*/ 0 w 472"/>
                <a:gd name="T5" fmla="*/ 0 h 544"/>
                <a:gd name="T6" fmla="*/ 0 60000 65536"/>
                <a:gd name="T7" fmla="*/ 0 60000 65536"/>
                <a:gd name="T8" fmla="*/ 0 60000 65536"/>
                <a:gd name="T9" fmla="*/ 0 w 472"/>
                <a:gd name="T10" fmla="*/ 0 h 544"/>
                <a:gd name="T11" fmla="*/ 472 w 472"/>
                <a:gd name="T12" fmla="*/ 544 h 5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2" h="544">
                  <a:moveTo>
                    <a:pt x="472" y="544"/>
                  </a:moveTo>
                  <a:cubicBezTo>
                    <a:pt x="457" y="479"/>
                    <a:pt x="463" y="243"/>
                    <a:pt x="384" y="152"/>
                  </a:cubicBezTo>
                  <a:cubicBezTo>
                    <a:pt x="305" y="61"/>
                    <a:pt x="80" y="32"/>
                    <a:pt x="0" y="0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27" name="Freeform 58">
              <a:extLst>
                <a:ext uri="{FF2B5EF4-FFF2-40B4-BE49-F238E27FC236}">
                  <a16:creationId xmlns:a16="http://schemas.microsoft.com/office/drawing/2014/main" id="{9B0C3EDD-B86D-91EF-B98A-29BF1303E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176" y="3529013"/>
              <a:ext cx="149225" cy="45720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28" name="Freeform 59">
              <a:extLst>
                <a:ext uri="{FF2B5EF4-FFF2-40B4-BE49-F238E27FC236}">
                  <a16:creationId xmlns:a16="http://schemas.microsoft.com/office/drawing/2014/main" id="{928E63CB-3B48-EBD4-71A3-AE2564A74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4001" y="3529013"/>
              <a:ext cx="149225" cy="45720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29" name="Freeform 60">
              <a:extLst>
                <a:ext uri="{FF2B5EF4-FFF2-40B4-BE49-F238E27FC236}">
                  <a16:creationId xmlns:a16="http://schemas.microsoft.com/office/drawing/2014/main" id="{757E2B49-CF09-BB0D-5243-9F9152C7D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4826" y="3529013"/>
              <a:ext cx="149225" cy="45720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30" name="Freeform 61">
              <a:extLst>
                <a:ext uri="{FF2B5EF4-FFF2-40B4-BE49-F238E27FC236}">
                  <a16:creationId xmlns:a16="http://schemas.microsoft.com/office/drawing/2014/main" id="{F4A08DEE-254A-29CB-0E6D-7606F2372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5651" y="4519613"/>
              <a:ext cx="149225" cy="45720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31" name="Rectangle 62">
              <a:extLst>
                <a:ext uri="{FF2B5EF4-FFF2-40B4-BE49-F238E27FC236}">
                  <a16:creationId xmlns:a16="http://schemas.microsoft.com/office/drawing/2014/main" id="{6C9EA8F3-7D52-3EF6-4A38-06B63B68F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5000" y="33766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32" name="Rectangle 63">
              <a:extLst>
                <a:ext uri="{FF2B5EF4-FFF2-40B4-BE49-F238E27FC236}">
                  <a16:creationId xmlns:a16="http://schemas.microsoft.com/office/drawing/2014/main" id="{8462A48D-A2E8-6DDF-3274-A6C82F8B3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33766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33" name="Freeform 64">
              <a:extLst>
                <a:ext uri="{FF2B5EF4-FFF2-40B4-BE49-F238E27FC236}">
                  <a16:creationId xmlns:a16="http://schemas.microsoft.com/office/drawing/2014/main" id="{691E87DB-36ED-8AD1-6408-C6629371C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5700" y="3654425"/>
              <a:ext cx="736600" cy="852488"/>
            </a:xfrm>
            <a:custGeom>
              <a:avLst/>
              <a:gdLst>
                <a:gd name="T0" fmla="*/ 0 w 464"/>
                <a:gd name="T1" fmla="*/ 2147483646 h 537"/>
                <a:gd name="T2" fmla="*/ 2147483646 w 464"/>
                <a:gd name="T3" fmla="*/ 2147483646 h 537"/>
                <a:gd name="T4" fmla="*/ 2147483646 w 464"/>
                <a:gd name="T5" fmla="*/ 2147483646 h 537"/>
                <a:gd name="T6" fmla="*/ 0 60000 65536"/>
                <a:gd name="T7" fmla="*/ 0 60000 65536"/>
                <a:gd name="T8" fmla="*/ 0 60000 65536"/>
                <a:gd name="T9" fmla="*/ 0 w 464"/>
                <a:gd name="T10" fmla="*/ 0 h 537"/>
                <a:gd name="T11" fmla="*/ 464 w 464"/>
                <a:gd name="T12" fmla="*/ 537 h 5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4" h="537">
                  <a:moveTo>
                    <a:pt x="0" y="537"/>
                  </a:moveTo>
                  <a:cubicBezTo>
                    <a:pt x="16" y="462"/>
                    <a:pt x="19" y="178"/>
                    <a:pt x="96" y="89"/>
                  </a:cubicBezTo>
                  <a:cubicBezTo>
                    <a:pt x="173" y="0"/>
                    <a:pt x="387" y="19"/>
                    <a:pt x="464" y="1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34" name="Freeform 65">
              <a:extLst>
                <a:ext uri="{FF2B5EF4-FFF2-40B4-BE49-F238E27FC236}">
                  <a16:creationId xmlns:a16="http://schemas.microsoft.com/office/drawing/2014/main" id="{2A32C545-F0AC-442A-D5DF-71F92CDEE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4101" y="3529013"/>
              <a:ext cx="2271713" cy="177800"/>
            </a:xfrm>
            <a:custGeom>
              <a:avLst/>
              <a:gdLst>
                <a:gd name="T0" fmla="*/ 2147483646 w 1431"/>
                <a:gd name="T1" fmla="*/ 0 h 112"/>
                <a:gd name="T2" fmla="*/ 2147483646 w 1431"/>
                <a:gd name="T3" fmla="*/ 2147483646 h 112"/>
                <a:gd name="T4" fmla="*/ 0 w 1431"/>
                <a:gd name="T5" fmla="*/ 0 h 112"/>
                <a:gd name="T6" fmla="*/ 0 60000 65536"/>
                <a:gd name="T7" fmla="*/ 0 60000 65536"/>
                <a:gd name="T8" fmla="*/ 0 60000 65536"/>
                <a:gd name="T9" fmla="*/ 0 w 1431"/>
                <a:gd name="T10" fmla="*/ 0 h 112"/>
                <a:gd name="T11" fmla="*/ 1431 w 1431"/>
                <a:gd name="T12" fmla="*/ 112 h 1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31" h="112">
                  <a:moveTo>
                    <a:pt x="1431" y="0"/>
                  </a:moveTo>
                  <a:cubicBezTo>
                    <a:pt x="1306" y="19"/>
                    <a:pt x="918" y="112"/>
                    <a:pt x="680" y="112"/>
                  </a:cubicBezTo>
                  <a:cubicBezTo>
                    <a:pt x="442" y="112"/>
                    <a:pt x="142" y="23"/>
                    <a:pt x="0" y="0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35" name="Freeform 66">
              <a:extLst>
                <a:ext uri="{FF2B5EF4-FFF2-40B4-BE49-F238E27FC236}">
                  <a16:creationId xmlns:a16="http://schemas.microsoft.com/office/drawing/2014/main" id="{1D67350B-2CA7-08EC-07B9-A11D29EC1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000" y="3376613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36" name="Freeform 67">
              <a:extLst>
                <a:ext uri="{FF2B5EF4-FFF2-40B4-BE49-F238E27FC236}">
                  <a16:creationId xmlns:a16="http://schemas.microsoft.com/office/drawing/2014/main" id="{4B94298A-68EE-62A6-B759-A6E4CE39733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819400" y="3529013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37" name="Text Box 68">
              <a:extLst>
                <a:ext uri="{FF2B5EF4-FFF2-40B4-BE49-F238E27FC236}">
                  <a16:creationId xmlns:a16="http://schemas.microsoft.com/office/drawing/2014/main" id="{7CEAA550-DF7E-B3BC-2A2E-E0D4ABFE8D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1" y="3757613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47138" name="Text Box 69">
              <a:extLst>
                <a:ext uri="{FF2B5EF4-FFF2-40B4-BE49-F238E27FC236}">
                  <a16:creationId xmlns:a16="http://schemas.microsoft.com/office/drawing/2014/main" id="{792F2FA2-1C0F-411B-798A-E00E9B2B86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1" y="3757613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47139" name="Text Box 70">
              <a:extLst>
                <a:ext uri="{FF2B5EF4-FFF2-40B4-BE49-F238E27FC236}">
                  <a16:creationId xmlns:a16="http://schemas.microsoft.com/office/drawing/2014/main" id="{6F24DF74-5B78-0944-5052-2201A065F5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0401" y="3757613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47140" name="Text Box 71">
              <a:extLst>
                <a:ext uri="{FF2B5EF4-FFF2-40B4-BE49-F238E27FC236}">
                  <a16:creationId xmlns:a16="http://schemas.microsoft.com/office/drawing/2014/main" id="{C0F18F4D-085B-18F8-0FE4-65BC9DDF96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4401" y="4748213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47141" name="Text Box 72">
              <a:extLst>
                <a:ext uri="{FF2B5EF4-FFF2-40B4-BE49-F238E27FC236}">
                  <a16:creationId xmlns:a16="http://schemas.microsoft.com/office/drawing/2014/main" id="{E4774710-2AC2-6DAD-CB03-9CFD6181EA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7701" y="3833813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ahoma" panose="020B0604030504040204" pitchFamily="34" charset="0"/>
                </a:rPr>
                <a:t>p</a:t>
              </a:r>
            </a:p>
          </p:txBody>
        </p:sp>
        <p:sp>
          <p:nvSpPr>
            <p:cNvPr id="47142" name="Rectangle 73">
              <a:extLst>
                <a:ext uri="{FF2B5EF4-FFF2-40B4-BE49-F238E27FC236}">
                  <a16:creationId xmlns:a16="http://schemas.microsoft.com/office/drawing/2014/main" id="{636A7362-A684-463D-ABC3-63C503862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54848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43" name="Rectangle 74">
              <a:extLst>
                <a:ext uri="{FF2B5EF4-FFF2-40B4-BE49-F238E27FC236}">
                  <a16:creationId xmlns:a16="http://schemas.microsoft.com/office/drawing/2014/main" id="{4816089B-8080-9919-8853-FB33D59CF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54848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44" name="Rectangle 75">
              <a:extLst>
                <a:ext uri="{FF2B5EF4-FFF2-40B4-BE49-F238E27FC236}">
                  <a16:creationId xmlns:a16="http://schemas.microsoft.com/office/drawing/2014/main" id="{7F2BEC4E-C004-C676-FEFE-BEEF45CA6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54848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45" name="Freeform 76">
              <a:extLst>
                <a:ext uri="{FF2B5EF4-FFF2-40B4-BE49-F238E27FC236}">
                  <a16:creationId xmlns:a16="http://schemas.microsoft.com/office/drawing/2014/main" id="{C430E8F7-68FA-4CBC-708D-98C5E2936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000" y="5499100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46" name="Rectangle 77">
              <a:extLst>
                <a:ext uri="{FF2B5EF4-FFF2-40B4-BE49-F238E27FC236}">
                  <a16:creationId xmlns:a16="http://schemas.microsoft.com/office/drawing/2014/main" id="{BD67B9DE-105E-BA89-E132-3F7CB99EB9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000" y="54848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47" name="Rectangle 78">
              <a:extLst>
                <a:ext uri="{FF2B5EF4-FFF2-40B4-BE49-F238E27FC236}">
                  <a16:creationId xmlns:a16="http://schemas.microsoft.com/office/drawing/2014/main" id="{107662A7-D6FB-55C6-0BA8-EE54FE261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54848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48" name="Rectangle 79">
              <a:extLst>
                <a:ext uri="{FF2B5EF4-FFF2-40B4-BE49-F238E27FC236}">
                  <a16:creationId xmlns:a16="http://schemas.microsoft.com/office/drawing/2014/main" id="{9010CDD4-622C-CF88-B302-0774E69CD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54848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49" name="Freeform 80">
              <a:extLst>
                <a:ext uri="{FF2B5EF4-FFF2-40B4-BE49-F238E27FC236}">
                  <a16:creationId xmlns:a16="http://schemas.microsoft.com/office/drawing/2014/main" id="{A8617237-0AAE-4DC4-2714-4C4223155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5000" y="5499100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50" name="Rectangle 81">
              <a:extLst>
                <a:ext uri="{FF2B5EF4-FFF2-40B4-BE49-F238E27FC236}">
                  <a16:creationId xmlns:a16="http://schemas.microsoft.com/office/drawing/2014/main" id="{DF688B61-0B30-8B66-06E7-FE88CEE6A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54848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51" name="Rectangle 82">
              <a:extLst>
                <a:ext uri="{FF2B5EF4-FFF2-40B4-BE49-F238E27FC236}">
                  <a16:creationId xmlns:a16="http://schemas.microsoft.com/office/drawing/2014/main" id="{410DB2A4-DF72-C921-005A-791794D8A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54848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52" name="Rectangle 83">
              <a:extLst>
                <a:ext uri="{FF2B5EF4-FFF2-40B4-BE49-F238E27FC236}">
                  <a16:creationId xmlns:a16="http://schemas.microsoft.com/office/drawing/2014/main" id="{02F3F6D0-5606-274D-2C01-D2340BC23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54848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53" name="Freeform 84">
              <a:extLst>
                <a:ext uri="{FF2B5EF4-FFF2-40B4-BE49-F238E27FC236}">
                  <a16:creationId xmlns:a16="http://schemas.microsoft.com/office/drawing/2014/main" id="{6C37F68A-1E30-B321-602C-B67BDF21530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343400" y="5651500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54" name="Freeform 85">
              <a:extLst>
                <a:ext uri="{FF2B5EF4-FFF2-40B4-BE49-F238E27FC236}">
                  <a16:creationId xmlns:a16="http://schemas.microsoft.com/office/drawing/2014/main" id="{A6AE0264-AB13-EAEF-8B6F-5767522D65A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5867400" y="5637213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55" name="Freeform 86">
              <a:extLst>
                <a:ext uri="{FF2B5EF4-FFF2-40B4-BE49-F238E27FC236}">
                  <a16:creationId xmlns:a16="http://schemas.microsoft.com/office/drawing/2014/main" id="{EBC0F75F-85ED-D0EC-4069-3A408556D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176" y="5637213"/>
              <a:ext cx="149225" cy="45720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56" name="Freeform 87">
              <a:extLst>
                <a:ext uri="{FF2B5EF4-FFF2-40B4-BE49-F238E27FC236}">
                  <a16:creationId xmlns:a16="http://schemas.microsoft.com/office/drawing/2014/main" id="{37AE7566-7468-44A1-1B67-9CA8129FF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4001" y="5637213"/>
              <a:ext cx="149225" cy="45720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57" name="Freeform 88">
              <a:extLst>
                <a:ext uri="{FF2B5EF4-FFF2-40B4-BE49-F238E27FC236}">
                  <a16:creationId xmlns:a16="http://schemas.microsoft.com/office/drawing/2014/main" id="{06E04EC6-0ABB-BC17-CD48-4B25B0F64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4826" y="5637213"/>
              <a:ext cx="149225" cy="457200"/>
            </a:xfrm>
            <a:custGeom>
              <a:avLst/>
              <a:gdLst>
                <a:gd name="T0" fmla="*/ 2147483646 w 106"/>
                <a:gd name="T1" fmla="*/ 0 h 348"/>
                <a:gd name="T2" fmla="*/ 2147483646 w 106"/>
                <a:gd name="T3" fmla="*/ 2147483646 h 348"/>
                <a:gd name="T4" fmla="*/ 2147483646 w 106"/>
                <a:gd name="T5" fmla="*/ 2147483646 h 348"/>
                <a:gd name="T6" fmla="*/ 0 60000 65536"/>
                <a:gd name="T7" fmla="*/ 0 60000 65536"/>
                <a:gd name="T8" fmla="*/ 0 60000 65536"/>
                <a:gd name="T9" fmla="*/ 0 w 106"/>
                <a:gd name="T10" fmla="*/ 0 h 348"/>
                <a:gd name="T11" fmla="*/ 106 w 106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6" h="348">
                  <a:moveTo>
                    <a:pt x="46" y="0"/>
                  </a:moveTo>
                  <a:cubicBezTo>
                    <a:pt x="40" y="31"/>
                    <a:pt x="0" y="128"/>
                    <a:pt x="10" y="186"/>
                  </a:cubicBezTo>
                  <a:cubicBezTo>
                    <a:pt x="20" y="244"/>
                    <a:pt x="86" y="314"/>
                    <a:pt x="106" y="348"/>
                  </a:cubicBezTo>
                </a:path>
              </a:pathLst>
            </a:custGeom>
            <a:noFill/>
            <a:ln w="19050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58" name="Rectangle 89">
              <a:extLst>
                <a:ext uri="{FF2B5EF4-FFF2-40B4-BE49-F238E27FC236}">
                  <a16:creationId xmlns:a16="http://schemas.microsoft.com/office/drawing/2014/main" id="{2F3F2600-95B9-8449-7505-EBECDBBE1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000" y="54991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59" name="Rectangle 90">
              <a:extLst>
                <a:ext uri="{FF2B5EF4-FFF2-40B4-BE49-F238E27FC236}">
                  <a16:creationId xmlns:a16="http://schemas.microsoft.com/office/drawing/2014/main" id="{B3EDA103-5A47-3752-16CE-B65CD2524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600" y="5484813"/>
              <a:ext cx="304800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7160" name="Freeform 91">
              <a:extLst>
                <a:ext uri="{FF2B5EF4-FFF2-40B4-BE49-F238E27FC236}">
                  <a16:creationId xmlns:a16="http://schemas.microsoft.com/office/drawing/2014/main" id="{C56D748B-6294-91F4-043C-4D5BD6218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000" y="5484813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61" name="Freeform 92">
              <a:extLst>
                <a:ext uri="{FF2B5EF4-FFF2-40B4-BE49-F238E27FC236}">
                  <a16:creationId xmlns:a16="http://schemas.microsoft.com/office/drawing/2014/main" id="{3EBB0FD2-2A94-7BCC-94CB-5AA5A7207C1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819400" y="5637213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62" name="Text Box 93">
              <a:extLst>
                <a:ext uri="{FF2B5EF4-FFF2-40B4-BE49-F238E27FC236}">
                  <a16:creationId xmlns:a16="http://schemas.microsoft.com/office/drawing/2014/main" id="{DD2E833E-20D4-4F2E-F777-DCB55592C5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1" y="5865813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47163" name="Text Box 94">
              <a:extLst>
                <a:ext uri="{FF2B5EF4-FFF2-40B4-BE49-F238E27FC236}">
                  <a16:creationId xmlns:a16="http://schemas.microsoft.com/office/drawing/2014/main" id="{8900C715-A421-B308-D93C-A49357C7F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1" y="5865813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47164" name="Text Box 95">
              <a:extLst>
                <a:ext uri="{FF2B5EF4-FFF2-40B4-BE49-F238E27FC236}">
                  <a16:creationId xmlns:a16="http://schemas.microsoft.com/office/drawing/2014/main" id="{2451DA3B-4E68-9EBF-9E70-DCDA885A88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0401" y="5865813"/>
              <a:ext cx="36671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solidFill>
                    <a:schemeClr val="tx2"/>
                  </a:solidFill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47165" name="Freeform 96">
              <a:extLst>
                <a:ext uri="{FF2B5EF4-FFF2-40B4-BE49-F238E27FC236}">
                  <a16:creationId xmlns:a16="http://schemas.microsoft.com/office/drawing/2014/main" id="{C31349C7-F086-1861-4FEA-5D680F4B9A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9000" y="5500688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47166" name="Freeform 97">
              <a:extLst>
                <a:ext uri="{FF2B5EF4-FFF2-40B4-BE49-F238E27FC236}">
                  <a16:creationId xmlns:a16="http://schemas.microsoft.com/office/drawing/2014/main" id="{CE8ADA54-74B7-AF97-A416-D031986B1175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391400" y="5638800"/>
              <a:ext cx="762000" cy="139700"/>
            </a:xfrm>
            <a:custGeom>
              <a:avLst/>
              <a:gdLst>
                <a:gd name="T0" fmla="*/ 0 w 480"/>
                <a:gd name="T1" fmla="*/ 2147483646 h 88"/>
                <a:gd name="T2" fmla="*/ 2147483646 w 480"/>
                <a:gd name="T3" fmla="*/ 0 h 88"/>
                <a:gd name="T4" fmla="*/ 2147483646 w 480"/>
                <a:gd name="T5" fmla="*/ 2147483646 h 88"/>
                <a:gd name="T6" fmla="*/ 0 60000 65536"/>
                <a:gd name="T7" fmla="*/ 0 60000 65536"/>
                <a:gd name="T8" fmla="*/ 0 60000 65536"/>
                <a:gd name="T9" fmla="*/ 0 w 480"/>
                <a:gd name="T10" fmla="*/ 0 h 88"/>
                <a:gd name="T11" fmla="*/ 480 w 48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88">
                  <a:moveTo>
                    <a:pt x="0" y="87"/>
                  </a:moveTo>
                  <a:cubicBezTo>
                    <a:pt x="39" y="73"/>
                    <a:pt x="157" y="0"/>
                    <a:pt x="237" y="0"/>
                  </a:cubicBezTo>
                  <a:cubicBezTo>
                    <a:pt x="317" y="0"/>
                    <a:pt x="430" y="70"/>
                    <a:pt x="480" y="88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C303BF71-41CD-0578-D4A2-6CBF432521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Performance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C167EB2A-5A5A-A938-ECD1-1FE0322C9C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73277" y="1519084"/>
            <a:ext cx="7162800" cy="2667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In the implementation of the List ADT by means of a doubly linked list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The space used by a list with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/>
              <a:t> elements is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The space used by each position of the list is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(1)</a:t>
            </a:r>
            <a:endParaRPr lang="en-US" altLang="en-US" sz="18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dirty="0"/>
              <a:t>All the above-mentioned operations of the List ADT run in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b="1" dirty="0">
                <a:latin typeface="Times New Roman" panose="02020603050405020304" pitchFamily="18" charset="0"/>
              </a:rPr>
              <a:t>(1)</a:t>
            </a:r>
            <a:r>
              <a:rPr lang="en-US" altLang="en-US" sz="1800" b="1" dirty="0"/>
              <a:t> time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0855BF48-7468-381C-A7EA-FC96ABC04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1161" y="235974"/>
            <a:ext cx="2669458" cy="602226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Sequence ADT</a:t>
            </a:r>
          </a:p>
        </p:txBody>
      </p:sp>
      <p:sp>
        <p:nvSpPr>
          <p:cNvPr id="49154" name="Rectangle 3">
            <a:extLst>
              <a:ext uri="{FF2B5EF4-FFF2-40B4-BE49-F238E27FC236}">
                <a16:creationId xmlns:a16="http://schemas.microsoft.com/office/drawing/2014/main" id="{D3BAA31B-9165-0B6A-BDD7-B45BB4EC27B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34180" y="1066800"/>
            <a:ext cx="4191000" cy="47244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The </a:t>
            </a:r>
            <a:r>
              <a:rPr lang="en-US" altLang="en-US" sz="2000" dirty="0">
                <a:solidFill>
                  <a:schemeClr val="tx2"/>
                </a:solidFill>
              </a:rPr>
              <a:t>Sequence</a:t>
            </a:r>
            <a:r>
              <a:rPr lang="en-US" altLang="en-US" sz="2000" dirty="0"/>
              <a:t> ADT is the union of the </a:t>
            </a:r>
            <a:r>
              <a:rPr lang="en-US" altLang="en-US" sz="2000" dirty="0">
                <a:solidFill>
                  <a:srgbClr val="C00000"/>
                </a:solidFill>
              </a:rPr>
              <a:t>Vector</a:t>
            </a:r>
            <a:r>
              <a:rPr lang="en-US" altLang="en-US" sz="2000" dirty="0"/>
              <a:t> and </a:t>
            </a:r>
            <a:r>
              <a:rPr lang="en-US" altLang="en-US" sz="2000" dirty="0">
                <a:solidFill>
                  <a:srgbClr val="C00000"/>
                </a:solidFill>
              </a:rPr>
              <a:t>List</a:t>
            </a:r>
            <a:r>
              <a:rPr lang="en-US" altLang="en-US" sz="2000" dirty="0"/>
              <a:t> ADTs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Elements accessed by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Rank, 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Position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Generic methods: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b="1" dirty="0">
                <a:solidFill>
                  <a:schemeClr val="tx2"/>
                </a:solidFill>
              </a:rPr>
              <a:t>size</a:t>
            </a:r>
            <a:r>
              <a:rPr lang="en-US" altLang="en-US" sz="1600" dirty="0"/>
              <a:t>(), </a:t>
            </a:r>
            <a:r>
              <a:rPr lang="en-US" altLang="en-US" sz="1600" b="1" dirty="0" err="1">
                <a:solidFill>
                  <a:schemeClr val="tx2"/>
                </a:solidFill>
              </a:rPr>
              <a:t>isEmpty</a:t>
            </a:r>
            <a:r>
              <a:rPr lang="en-US" altLang="en-US" sz="1600" dirty="0"/>
              <a:t>()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Vector-based methods (</a:t>
            </a:r>
            <a:r>
              <a:rPr lang="en-US" altLang="en-US" sz="2000" dirty="0">
                <a:solidFill>
                  <a:srgbClr val="C00000"/>
                </a:solidFill>
              </a:rPr>
              <a:t>rank</a:t>
            </a:r>
            <a:r>
              <a:rPr lang="en-US" altLang="en-US" sz="2000" dirty="0"/>
              <a:t>):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dirty="0" err="1">
                <a:solidFill>
                  <a:schemeClr val="tx2"/>
                </a:solidFill>
              </a:rPr>
              <a:t>elemAtRank</a:t>
            </a:r>
            <a:r>
              <a:rPr lang="en-US" altLang="en-US" sz="1800" dirty="0"/>
              <a:t>(r)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dirty="0" err="1">
                <a:solidFill>
                  <a:schemeClr val="tx2"/>
                </a:solidFill>
              </a:rPr>
              <a:t>replaceAtRank</a:t>
            </a:r>
            <a:r>
              <a:rPr lang="en-US" altLang="en-US" sz="1800" dirty="0"/>
              <a:t>(r, o)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dirty="0" err="1">
                <a:solidFill>
                  <a:schemeClr val="tx2"/>
                </a:solidFill>
              </a:rPr>
              <a:t>insertAtRank</a:t>
            </a:r>
            <a:r>
              <a:rPr lang="en-US" altLang="en-US" sz="1800" dirty="0"/>
              <a:t>(r, o)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dirty="0" err="1">
                <a:solidFill>
                  <a:schemeClr val="tx2"/>
                </a:solidFill>
              </a:rPr>
              <a:t>removeAtRank</a:t>
            </a:r>
            <a:r>
              <a:rPr lang="en-US" altLang="en-US" sz="1800" dirty="0"/>
              <a:t>(r)</a:t>
            </a:r>
          </a:p>
        </p:txBody>
      </p:sp>
      <p:sp>
        <p:nvSpPr>
          <p:cNvPr id="49155" name="Rectangle 4">
            <a:extLst>
              <a:ext uri="{FF2B5EF4-FFF2-40B4-BE49-F238E27FC236}">
                <a16:creationId xmlns:a16="http://schemas.microsoft.com/office/drawing/2014/main" id="{2728F936-4512-83F5-BDC4-A7827C8D5FE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063613" y="685800"/>
            <a:ext cx="3962400" cy="51054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sz="2000" dirty="0"/>
              <a:t>List-based methods (</a:t>
            </a:r>
            <a:r>
              <a:rPr lang="en-US" altLang="en-US" sz="2000" dirty="0">
                <a:solidFill>
                  <a:srgbClr val="C00000"/>
                </a:solidFill>
              </a:rPr>
              <a:t>position</a:t>
            </a:r>
            <a:r>
              <a:rPr lang="en-US" altLang="en-US" sz="2000" dirty="0"/>
              <a:t>):</a:t>
            </a:r>
          </a:p>
          <a:p>
            <a:pPr lvl="1" eaLnBrk="1" hangingPunct="1"/>
            <a:r>
              <a:rPr lang="en-US" altLang="en-US" sz="1800" b="1" dirty="0">
                <a:solidFill>
                  <a:schemeClr val="tx2"/>
                </a:solidFill>
              </a:rPr>
              <a:t>first</a:t>
            </a:r>
            <a:r>
              <a:rPr lang="en-US" altLang="en-US" sz="1800" dirty="0"/>
              <a:t>()</a:t>
            </a:r>
          </a:p>
          <a:p>
            <a:pPr lvl="1" eaLnBrk="1" hangingPunct="1"/>
            <a:r>
              <a:rPr lang="en-US" altLang="en-US" sz="1800" b="1" dirty="0">
                <a:solidFill>
                  <a:schemeClr val="tx2"/>
                </a:solidFill>
              </a:rPr>
              <a:t>last</a:t>
            </a:r>
            <a:r>
              <a:rPr lang="en-US" altLang="en-US" sz="1800" dirty="0"/>
              <a:t>()</a:t>
            </a:r>
          </a:p>
          <a:p>
            <a:pPr lvl="1" eaLnBrk="1" hangingPunct="1"/>
            <a:r>
              <a:rPr lang="en-US" altLang="en-US" sz="1800" b="1" dirty="0">
                <a:solidFill>
                  <a:schemeClr val="tx2"/>
                </a:solidFill>
              </a:rPr>
              <a:t>before</a:t>
            </a:r>
            <a:r>
              <a:rPr lang="en-US" altLang="en-US" sz="1800" dirty="0"/>
              <a:t>(p), </a:t>
            </a:r>
            <a:r>
              <a:rPr lang="en-US" altLang="en-US" sz="1800" b="1" dirty="0">
                <a:solidFill>
                  <a:schemeClr val="tx2"/>
                </a:solidFill>
              </a:rPr>
              <a:t>after</a:t>
            </a:r>
            <a:r>
              <a:rPr lang="en-US" altLang="en-US" sz="1800" dirty="0"/>
              <a:t>(p)</a:t>
            </a:r>
          </a:p>
          <a:p>
            <a:pPr lvl="1" eaLnBrk="1" hangingPunct="1"/>
            <a:r>
              <a:rPr lang="en-US" altLang="en-US" sz="1800" b="1" dirty="0" err="1">
                <a:solidFill>
                  <a:schemeClr val="tx2"/>
                </a:solidFill>
              </a:rPr>
              <a:t>replaceElement</a:t>
            </a:r>
            <a:r>
              <a:rPr lang="en-US" altLang="en-US" sz="1800" dirty="0"/>
              <a:t>(p, o)</a:t>
            </a:r>
          </a:p>
          <a:p>
            <a:pPr lvl="1" eaLnBrk="1" hangingPunct="1"/>
            <a:r>
              <a:rPr lang="en-US" altLang="en-US" sz="1800" b="1" dirty="0" err="1">
                <a:solidFill>
                  <a:schemeClr val="tx2"/>
                </a:solidFill>
              </a:rPr>
              <a:t>swapElements</a:t>
            </a:r>
            <a:r>
              <a:rPr lang="en-US" altLang="en-US" sz="1800" dirty="0"/>
              <a:t>(p, q)</a:t>
            </a:r>
          </a:p>
          <a:p>
            <a:pPr lvl="1" eaLnBrk="1" hangingPunct="1"/>
            <a:r>
              <a:rPr lang="en-US" altLang="en-US" sz="1800" b="1" dirty="0" err="1">
                <a:solidFill>
                  <a:schemeClr val="tx2"/>
                </a:solidFill>
              </a:rPr>
              <a:t>insertBefore</a:t>
            </a:r>
            <a:r>
              <a:rPr lang="en-US" altLang="en-US" sz="1800" dirty="0"/>
              <a:t>(p, o)</a:t>
            </a:r>
          </a:p>
          <a:p>
            <a:pPr lvl="1" eaLnBrk="1" hangingPunct="1"/>
            <a:r>
              <a:rPr lang="en-US" altLang="en-US" sz="1800" b="1" dirty="0" err="1">
                <a:solidFill>
                  <a:schemeClr val="tx2"/>
                </a:solidFill>
              </a:rPr>
              <a:t>insertAfter</a:t>
            </a:r>
            <a:r>
              <a:rPr lang="en-US" altLang="en-US" sz="1800" dirty="0"/>
              <a:t>(p, o)</a:t>
            </a:r>
          </a:p>
          <a:p>
            <a:pPr lvl="1" eaLnBrk="1" hangingPunct="1"/>
            <a:r>
              <a:rPr lang="en-US" altLang="en-US" sz="1800" b="1" dirty="0" err="1">
                <a:solidFill>
                  <a:schemeClr val="tx2"/>
                </a:solidFill>
              </a:rPr>
              <a:t>insertFirst</a:t>
            </a:r>
            <a:r>
              <a:rPr lang="en-US" altLang="en-US" sz="1800" dirty="0"/>
              <a:t>(o)</a:t>
            </a:r>
          </a:p>
          <a:p>
            <a:pPr lvl="1" eaLnBrk="1" hangingPunct="1"/>
            <a:r>
              <a:rPr lang="en-US" altLang="en-US" sz="1800" b="1" dirty="0" err="1">
                <a:solidFill>
                  <a:schemeClr val="tx2"/>
                </a:solidFill>
              </a:rPr>
              <a:t>insertLast</a:t>
            </a:r>
            <a:r>
              <a:rPr lang="en-US" altLang="en-US" sz="1800" dirty="0"/>
              <a:t>(o)</a:t>
            </a:r>
          </a:p>
          <a:p>
            <a:pPr lvl="1" eaLnBrk="1" hangingPunct="1"/>
            <a:r>
              <a:rPr lang="en-US" altLang="en-US" sz="1800" b="1" dirty="0">
                <a:solidFill>
                  <a:schemeClr val="tx2"/>
                </a:solidFill>
              </a:rPr>
              <a:t>remove</a:t>
            </a:r>
            <a:r>
              <a:rPr lang="en-US" altLang="en-US" sz="1800" dirty="0"/>
              <a:t>(p)</a:t>
            </a:r>
          </a:p>
          <a:p>
            <a:pPr lvl="1" eaLnBrk="1" hangingPunct="1"/>
            <a:endParaRPr lang="en-US" altLang="en-US" sz="1600" dirty="0"/>
          </a:p>
          <a:p>
            <a:pPr eaLnBrk="1" hangingPunct="1"/>
            <a:r>
              <a:rPr lang="en-US" altLang="en-US" sz="2000" dirty="0"/>
              <a:t>Bridge methods:</a:t>
            </a:r>
          </a:p>
          <a:p>
            <a:pPr lvl="1" eaLnBrk="1" hangingPunct="1"/>
            <a:r>
              <a:rPr lang="en-US" altLang="en-US" sz="1800" b="1" dirty="0" err="1">
                <a:solidFill>
                  <a:schemeClr val="tx2"/>
                </a:solidFill>
              </a:rPr>
              <a:t>atRank</a:t>
            </a:r>
            <a:r>
              <a:rPr lang="en-US" altLang="en-US" sz="1800" dirty="0"/>
              <a:t>(r) (</a:t>
            </a:r>
            <a:r>
              <a:rPr lang="en-US" altLang="en-US" sz="1800" i="1" dirty="0"/>
              <a:t>position of rank</a:t>
            </a:r>
            <a:r>
              <a:rPr lang="en-US" altLang="en-US" sz="1800" dirty="0"/>
              <a:t>)</a:t>
            </a:r>
          </a:p>
          <a:p>
            <a:pPr lvl="1" eaLnBrk="1" hangingPunct="1"/>
            <a:r>
              <a:rPr lang="en-US" altLang="en-US" sz="1800" b="1" dirty="0" err="1">
                <a:solidFill>
                  <a:schemeClr val="tx2"/>
                </a:solidFill>
              </a:rPr>
              <a:t>rankOf</a:t>
            </a:r>
            <a:r>
              <a:rPr lang="en-US" altLang="en-US" sz="1800" dirty="0"/>
              <a:t>(p) (</a:t>
            </a:r>
            <a:r>
              <a:rPr lang="en-US" altLang="en-US" sz="1800" i="1" dirty="0"/>
              <a:t>rank of position</a:t>
            </a:r>
            <a:r>
              <a:rPr lang="en-US" altLang="en-US" sz="1800" dirty="0"/>
              <a:t>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F8E28135-77FA-432B-D6DE-B00EB47E80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Applications of Sequences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5CB5EB63-18AD-7F24-7E30-7F93D13690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56071" y="1450258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The Sequence ADT is a basic, general-purpose, data structure for storing an ordered collection of elements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Direct applications:</a:t>
            </a:r>
          </a:p>
          <a:p>
            <a:pPr lvl="1" eaLnBrk="1" hangingPunct="1"/>
            <a:r>
              <a:rPr lang="en-US" altLang="en-US" sz="1800" dirty="0"/>
              <a:t>Generic replacement for stack, queue, vector, or list</a:t>
            </a:r>
          </a:p>
          <a:p>
            <a:pPr lvl="1" eaLnBrk="1" hangingPunct="1"/>
            <a:r>
              <a:rPr lang="en-US" altLang="en-US" sz="1800" dirty="0"/>
              <a:t>small database (e.g., address book)</a:t>
            </a:r>
          </a:p>
          <a:p>
            <a:pPr lvl="1" eaLnBrk="1" hangingPunct="1"/>
            <a:endParaRPr lang="en-US" altLang="en-US" sz="1800" dirty="0"/>
          </a:p>
          <a:p>
            <a:pPr eaLnBrk="1" hangingPunct="1"/>
            <a:r>
              <a:rPr lang="en-US" altLang="en-US" sz="2000" dirty="0"/>
              <a:t>Indirect applications:</a:t>
            </a:r>
          </a:p>
          <a:p>
            <a:pPr lvl="1" eaLnBrk="1" hangingPunct="1"/>
            <a:r>
              <a:rPr lang="en-US" altLang="en-US" sz="1800" dirty="0"/>
              <a:t>Building blocks of more complex data structures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C0EA855A-2F6D-C346-CF89-9C6A183509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7334" y="303768"/>
            <a:ext cx="6256866" cy="5334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Array-based Implementation</a:t>
            </a:r>
          </a:p>
        </p:txBody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67338E0E-68D6-E3D1-491E-E65C6F4D67C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890948" y="1220232"/>
            <a:ext cx="2819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We use a circular array storing </a:t>
            </a:r>
            <a:r>
              <a:rPr lang="en-US" altLang="en-US" sz="2000" i="1" dirty="0"/>
              <a:t>positions</a:t>
            </a:r>
            <a:r>
              <a:rPr lang="en-US" altLang="en-US" sz="2000" dirty="0"/>
              <a:t> 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 position object stores: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Rank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Element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Indices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f</a:t>
            </a:r>
            <a:r>
              <a:rPr lang="en-US" altLang="en-US" sz="2000" dirty="0"/>
              <a:t>  and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l</a:t>
            </a:r>
            <a:r>
              <a:rPr lang="en-US" altLang="en-US" sz="2000" dirty="0"/>
              <a:t> keep track of first and last positions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353F4F3-7315-F450-5685-7BE0F7BA40E0}"/>
              </a:ext>
            </a:extLst>
          </p:cNvPr>
          <p:cNvGrpSpPr/>
          <p:nvPr/>
        </p:nvGrpSpPr>
        <p:grpSpPr>
          <a:xfrm>
            <a:off x="4254500" y="1059934"/>
            <a:ext cx="5359399" cy="4738132"/>
            <a:chOff x="4927601" y="1549400"/>
            <a:chExt cx="5359399" cy="4738132"/>
          </a:xfrm>
        </p:grpSpPr>
        <p:sp>
          <p:nvSpPr>
            <p:cNvPr id="51203" name="Rectangle 4">
              <a:extLst>
                <a:ext uri="{FF2B5EF4-FFF2-40B4-BE49-F238E27FC236}">
                  <a16:creationId xmlns:a16="http://schemas.microsoft.com/office/drawing/2014/main" id="{1A4B584C-9D93-AAD2-D5BC-6E0A1B5F9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6700" y="5283200"/>
              <a:ext cx="609600" cy="609600"/>
            </a:xfrm>
            <a:prstGeom prst="rect">
              <a:avLst/>
            </a:prstGeom>
            <a:solidFill>
              <a:srgbClr val="F4E9BA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204" name="Rectangle 5">
              <a:extLst>
                <a:ext uri="{FF2B5EF4-FFF2-40B4-BE49-F238E27FC236}">
                  <a16:creationId xmlns:a16="http://schemas.microsoft.com/office/drawing/2014/main" id="{370187E7-A155-0DF8-F3BD-7B51D22D2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6300" y="5283200"/>
              <a:ext cx="609600" cy="6096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205" name="Rectangle 6">
              <a:extLst>
                <a:ext uri="{FF2B5EF4-FFF2-40B4-BE49-F238E27FC236}">
                  <a16:creationId xmlns:a16="http://schemas.microsoft.com/office/drawing/2014/main" id="{9234622C-067D-93AB-2985-8C3CAEBC8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5900" y="5283200"/>
              <a:ext cx="609600" cy="6096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206" name="Rectangle 7">
              <a:extLst>
                <a:ext uri="{FF2B5EF4-FFF2-40B4-BE49-F238E27FC236}">
                  <a16:creationId xmlns:a16="http://schemas.microsoft.com/office/drawing/2014/main" id="{AA6C287A-1954-1528-5154-65EF52F53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5500" y="5283200"/>
              <a:ext cx="609600" cy="6096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207" name="Rectangle 8">
              <a:extLst>
                <a:ext uri="{FF2B5EF4-FFF2-40B4-BE49-F238E27FC236}">
                  <a16:creationId xmlns:a16="http://schemas.microsoft.com/office/drawing/2014/main" id="{C46C468C-40C8-3370-1473-EE6456D1C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5100" y="5283200"/>
              <a:ext cx="609600" cy="6096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208" name="Rectangle 9">
              <a:extLst>
                <a:ext uri="{FF2B5EF4-FFF2-40B4-BE49-F238E27FC236}">
                  <a16:creationId xmlns:a16="http://schemas.microsoft.com/office/drawing/2014/main" id="{F4AAF344-51A7-ED71-76C0-D321EDF94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9100" y="3892550"/>
              <a:ext cx="304800" cy="3048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209" name="Rectangle 10">
              <a:extLst>
                <a:ext uri="{FF2B5EF4-FFF2-40B4-BE49-F238E27FC236}">
                  <a16:creationId xmlns:a16="http://schemas.microsoft.com/office/drawing/2014/main" id="{20DB13FF-83DD-0EE1-74DE-D6DDC2CDA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3900" y="3892550"/>
              <a:ext cx="304800" cy="3048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210" name="Rectangle 11">
              <a:extLst>
                <a:ext uri="{FF2B5EF4-FFF2-40B4-BE49-F238E27FC236}">
                  <a16:creationId xmlns:a16="http://schemas.microsoft.com/office/drawing/2014/main" id="{F3759555-613A-C5D3-42B8-8348F0203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9400" y="3892550"/>
              <a:ext cx="304800" cy="3048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1211" name="Rectangle 12">
              <a:extLst>
                <a:ext uri="{FF2B5EF4-FFF2-40B4-BE49-F238E27FC236}">
                  <a16:creationId xmlns:a16="http://schemas.microsoft.com/office/drawing/2014/main" id="{90177622-B510-66CE-BBFA-81033E58D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3892550"/>
              <a:ext cx="304800" cy="3048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212" name="Rectangle 13">
              <a:extLst>
                <a:ext uri="{FF2B5EF4-FFF2-40B4-BE49-F238E27FC236}">
                  <a16:creationId xmlns:a16="http://schemas.microsoft.com/office/drawing/2014/main" id="{FC471392-F13A-A168-EFED-8B87183B7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3892550"/>
              <a:ext cx="304800" cy="3048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1213" name="Rectangle 14">
              <a:extLst>
                <a:ext uri="{FF2B5EF4-FFF2-40B4-BE49-F238E27FC236}">
                  <a16:creationId xmlns:a16="http://schemas.microsoft.com/office/drawing/2014/main" id="{AFE34EF9-DB21-02D3-4C21-4C4FAA37A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3400" y="3892550"/>
              <a:ext cx="304800" cy="3048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214" name="Rectangle 15">
              <a:extLst>
                <a:ext uri="{FF2B5EF4-FFF2-40B4-BE49-F238E27FC236}">
                  <a16:creationId xmlns:a16="http://schemas.microsoft.com/office/drawing/2014/main" id="{F21F9DB3-AD5A-97D1-082A-F37BFBA4B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3988" y="3892550"/>
              <a:ext cx="304800" cy="3048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1215" name="Rectangle 16">
              <a:extLst>
                <a:ext uri="{FF2B5EF4-FFF2-40B4-BE49-F238E27FC236}">
                  <a16:creationId xmlns:a16="http://schemas.microsoft.com/office/drawing/2014/main" id="{00DF3D6D-4F98-209A-734F-590A5D0D5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8788" y="3892550"/>
              <a:ext cx="304800" cy="3048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216" name="Freeform 17">
              <a:extLst>
                <a:ext uri="{FF2B5EF4-FFF2-40B4-BE49-F238E27FC236}">
                  <a16:creationId xmlns:a16="http://schemas.microsoft.com/office/drawing/2014/main" id="{0BC769BF-D0B8-69B5-CC6A-45CFE3DD3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3900" y="4203700"/>
              <a:ext cx="539750" cy="1358900"/>
            </a:xfrm>
            <a:custGeom>
              <a:avLst/>
              <a:gdLst>
                <a:gd name="T0" fmla="*/ 2147483646 w 340"/>
                <a:gd name="T1" fmla="*/ 2147483646 h 856"/>
                <a:gd name="T2" fmla="*/ 2147483646 w 340"/>
                <a:gd name="T3" fmla="*/ 2147483646 h 856"/>
                <a:gd name="T4" fmla="*/ 2147483646 w 340"/>
                <a:gd name="T5" fmla="*/ 2147483646 h 856"/>
                <a:gd name="T6" fmla="*/ 0 w 340"/>
                <a:gd name="T7" fmla="*/ 0 h 8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0"/>
                <a:gd name="T13" fmla="*/ 0 h 856"/>
                <a:gd name="T14" fmla="*/ 340 w 340"/>
                <a:gd name="T15" fmla="*/ 856 h 8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0" h="856">
                  <a:moveTo>
                    <a:pt x="272" y="856"/>
                  </a:moveTo>
                  <a:cubicBezTo>
                    <a:pt x="277" y="804"/>
                    <a:pt x="340" y="620"/>
                    <a:pt x="304" y="544"/>
                  </a:cubicBezTo>
                  <a:cubicBezTo>
                    <a:pt x="268" y="468"/>
                    <a:pt x="107" y="491"/>
                    <a:pt x="56" y="400"/>
                  </a:cubicBezTo>
                  <a:cubicBezTo>
                    <a:pt x="5" y="309"/>
                    <a:pt x="12" y="83"/>
                    <a:pt x="0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217" name="Freeform 18">
              <a:extLst>
                <a:ext uri="{FF2B5EF4-FFF2-40B4-BE49-F238E27FC236}">
                  <a16:creationId xmlns:a16="http://schemas.microsoft.com/office/drawing/2014/main" id="{F7FB6A39-4092-4362-6B2A-2AD3201E1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3600" y="2692400"/>
              <a:ext cx="152400" cy="1371600"/>
            </a:xfrm>
            <a:custGeom>
              <a:avLst/>
              <a:gdLst>
                <a:gd name="T0" fmla="*/ 0 w 96"/>
                <a:gd name="T1" fmla="*/ 2147483646 h 864"/>
                <a:gd name="T2" fmla="*/ 2147483646 w 96"/>
                <a:gd name="T3" fmla="*/ 2147483646 h 864"/>
                <a:gd name="T4" fmla="*/ 2147483646 w 96"/>
                <a:gd name="T5" fmla="*/ 0 h 864"/>
                <a:gd name="T6" fmla="*/ 0 60000 65536"/>
                <a:gd name="T7" fmla="*/ 0 60000 65536"/>
                <a:gd name="T8" fmla="*/ 0 60000 65536"/>
                <a:gd name="T9" fmla="*/ 0 w 96"/>
                <a:gd name="T10" fmla="*/ 0 h 864"/>
                <a:gd name="T11" fmla="*/ 96 w 96"/>
                <a:gd name="T12" fmla="*/ 864 h 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864">
                  <a:moveTo>
                    <a:pt x="0" y="864"/>
                  </a:moveTo>
                  <a:cubicBezTo>
                    <a:pt x="12" y="784"/>
                    <a:pt x="56" y="528"/>
                    <a:pt x="72" y="384"/>
                  </a:cubicBezTo>
                  <a:cubicBezTo>
                    <a:pt x="88" y="240"/>
                    <a:pt x="91" y="80"/>
                    <a:pt x="96" y="0"/>
                  </a:cubicBezTo>
                </a:path>
              </a:pathLst>
            </a:custGeom>
            <a:noFill/>
            <a:ln w="28575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pic>
          <p:nvPicPr>
            <p:cNvPr id="51218" name="Picture 19">
              <a:extLst>
                <a:ext uri="{FF2B5EF4-FFF2-40B4-BE49-F238E27FC236}">
                  <a16:creationId xmlns:a16="http://schemas.microsoft.com/office/drawing/2014/main" id="{AB51143B-8098-5275-937E-A9F7346956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8175" y="1866901"/>
              <a:ext cx="685800" cy="835025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</p:spPr>
        </p:pic>
        <p:pic>
          <p:nvPicPr>
            <p:cNvPr id="51219" name="Picture 20">
              <a:extLst>
                <a:ext uri="{FF2B5EF4-FFF2-40B4-BE49-F238E27FC236}">
                  <a16:creationId xmlns:a16="http://schemas.microsoft.com/office/drawing/2014/main" id="{8C2DD09F-6FB6-014B-E4A7-FB0CB3294E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1650" y="1898651"/>
              <a:ext cx="685800" cy="803275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</p:spPr>
        </p:pic>
        <p:pic>
          <p:nvPicPr>
            <p:cNvPr id="51220" name="Picture 21">
              <a:extLst>
                <a:ext uri="{FF2B5EF4-FFF2-40B4-BE49-F238E27FC236}">
                  <a16:creationId xmlns:a16="http://schemas.microsoft.com/office/drawing/2014/main" id="{F4D0FD0D-67C8-528C-1A2D-17AAF8231A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72588" y="2089151"/>
              <a:ext cx="685800" cy="612775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</p:spPr>
        </p:pic>
        <p:pic>
          <p:nvPicPr>
            <p:cNvPr id="51221" name="Picture 22">
              <a:extLst>
                <a:ext uri="{FF2B5EF4-FFF2-40B4-BE49-F238E27FC236}">
                  <a16:creationId xmlns:a16="http://schemas.microsoft.com/office/drawing/2014/main" id="{1B40BF88-466D-D50E-4DD6-95B45A46B0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4025" y="2038351"/>
              <a:ext cx="685800" cy="663575"/>
            </a:xfrm>
            <a:prstGeom prst="rect">
              <a:avLst/>
            </a:prstGeom>
            <a:solidFill>
              <a:schemeClr val="folHlink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</p:spPr>
        </p:pic>
        <p:sp>
          <p:nvSpPr>
            <p:cNvPr id="51222" name="AutoShape 23">
              <a:extLst>
                <a:ext uri="{FF2B5EF4-FFF2-40B4-BE49-F238E27FC236}">
                  <a16:creationId xmlns:a16="http://schemas.microsoft.com/office/drawing/2014/main" id="{82F9507B-52E3-0367-18D6-6A120F41F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5900" y="3454400"/>
              <a:ext cx="4991100" cy="1295400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223" name="Text Box 24">
              <a:extLst>
                <a:ext uri="{FF2B5EF4-FFF2-40B4-BE49-F238E27FC236}">
                  <a16:creationId xmlns:a16="http://schemas.microsoft.com/office/drawing/2014/main" id="{0D583015-0B18-E8D9-C26F-D9932A66B0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7800" y="4352926"/>
              <a:ext cx="116998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ahoma" panose="020B0604030504040204" pitchFamily="34" charset="0"/>
                </a:rPr>
                <a:t>positions</a:t>
              </a:r>
            </a:p>
          </p:txBody>
        </p:sp>
        <p:sp>
          <p:nvSpPr>
            <p:cNvPr id="51224" name="AutoShape 25">
              <a:extLst>
                <a:ext uri="{FF2B5EF4-FFF2-40B4-BE49-F238E27FC236}">
                  <a16:creationId xmlns:a16="http://schemas.microsoft.com/office/drawing/2014/main" id="{0B598DA0-EB62-02F1-D94D-81142C88B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1549400"/>
              <a:ext cx="4724400" cy="1524000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tx2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225" name="Text Box 26">
              <a:extLst>
                <a:ext uri="{FF2B5EF4-FFF2-40B4-BE49-F238E27FC236}">
                  <a16:creationId xmlns:a16="http://schemas.microsoft.com/office/drawing/2014/main" id="{DE283968-8CB5-67D7-46F0-99610727B6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15400" y="1587501"/>
              <a:ext cx="119538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solidFill>
                    <a:schemeClr val="tx2"/>
                  </a:solidFill>
                  <a:latin typeface="Tahoma" panose="020B0604030504040204" pitchFamily="34" charset="0"/>
                </a:rPr>
                <a:t>elements</a:t>
              </a:r>
            </a:p>
          </p:txBody>
        </p:sp>
        <p:sp>
          <p:nvSpPr>
            <p:cNvPr id="51226" name="Rectangle 27">
              <a:extLst>
                <a:ext uri="{FF2B5EF4-FFF2-40B4-BE49-F238E27FC236}">
                  <a16:creationId xmlns:a16="http://schemas.microsoft.com/office/drawing/2014/main" id="{B24CA65C-9B57-A2E1-FBBA-706139218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4700" y="5283200"/>
              <a:ext cx="609600" cy="609600"/>
            </a:xfrm>
            <a:prstGeom prst="rect">
              <a:avLst/>
            </a:prstGeom>
            <a:solidFill>
              <a:srgbClr val="F4E9BA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227" name="Rectangle 28">
              <a:extLst>
                <a:ext uri="{FF2B5EF4-FFF2-40B4-BE49-F238E27FC236}">
                  <a16:creationId xmlns:a16="http://schemas.microsoft.com/office/drawing/2014/main" id="{84971AB6-F3B7-FC4D-F2D1-5C66412AC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4300" y="5283200"/>
              <a:ext cx="609600" cy="609600"/>
            </a:xfrm>
            <a:prstGeom prst="rect">
              <a:avLst/>
            </a:prstGeom>
            <a:solidFill>
              <a:srgbClr val="F4E9BA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228" name="Rectangle 29">
              <a:extLst>
                <a:ext uri="{FF2B5EF4-FFF2-40B4-BE49-F238E27FC236}">
                  <a16:creationId xmlns:a16="http://schemas.microsoft.com/office/drawing/2014/main" id="{7E9B2CDC-DA68-B54F-5743-87270AA03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3900" y="5283200"/>
              <a:ext cx="609600" cy="609600"/>
            </a:xfrm>
            <a:prstGeom prst="rect">
              <a:avLst/>
            </a:prstGeom>
            <a:solidFill>
              <a:srgbClr val="F4E9BA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229" name="Freeform 30">
              <a:extLst>
                <a:ext uri="{FF2B5EF4-FFF2-40B4-BE49-F238E27FC236}">
                  <a16:creationId xmlns:a16="http://schemas.microsoft.com/office/drawing/2014/main" id="{BC711335-D6C0-2C56-0211-223131CA7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926" y="4203700"/>
              <a:ext cx="277813" cy="1358900"/>
            </a:xfrm>
            <a:custGeom>
              <a:avLst/>
              <a:gdLst>
                <a:gd name="T0" fmla="*/ 2147483646 w 175"/>
                <a:gd name="T1" fmla="*/ 2147483646 h 856"/>
                <a:gd name="T2" fmla="*/ 2147483646 w 175"/>
                <a:gd name="T3" fmla="*/ 2147483646 h 856"/>
                <a:gd name="T4" fmla="*/ 2147483646 w 175"/>
                <a:gd name="T5" fmla="*/ 2147483646 h 856"/>
                <a:gd name="T6" fmla="*/ 2147483646 w 175"/>
                <a:gd name="T7" fmla="*/ 0 h 8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5"/>
                <a:gd name="T13" fmla="*/ 0 h 856"/>
                <a:gd name="T14" fmla="*/ 175 w 175"/>
                <a:gd name="T15" fmla="*/ 856 h 8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5" h="856">
                  <a:moveTo>
                    <a:pt x="51" y="856"/>
                  </a:moveTo>
                  <a:cubicBezTo>
                    <a:pt x="46" y="803"/>
                    <a:pt x="0" y="628"/>
                    <a:pt x="18" y="536"/>
                  </a:cubicBezTo>
                  <a:cubicBezTo>
                    <a:pt x="36" y="444"/>
                    <a:pt x="149" y="393"/>
                    <a:pt x="162" y="304"/>
                  </a:cubicBezTo>
                  <a:cubicBezTo>
                    <a:pt x="175" y="215"/>
                    <a:pt x="111" y="63"/>
                    <a:pt x="98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230" name="Freeform 31">
              <a:extLst>
                <a:ext uri="{FF2B5EF4-FFF2-40B4-BE49-F238E27FC236}">
                  <a16:creationId xmlns:a16="http://schemas.microsoft.com/office/drawing/2014/main" id="{DA5B9807-4D47-C084-CC6D-F7C8C7CB7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600" y="4216400"/>
              <a:ext cx="685800" cy="1346200"/>
            </a:xfrm>
            <a:custGeom>
              <a:avLst/>
              <a:gdLst>
                <a:gd name="T0" fmla="*/ 0 w 790"/>
                <a:gd name="T1" fmla="*/ 2147483646 h 832"/>
                <a:gd name="T2" fmla="*/ 2147483646 w 790"/>
                <a:gd name="T3" fmla="*/ 2147483646 h 832"/>
                <a:gd name="T4" fmla="*/ 2147483646 w 790"/>
                <a:gd name="T5" fmla="*/ 2147483646 h 832"/>
                <a:gd name="T6" fmla="*/ 2147483646 w 790"/>
                <a:gd name="T7" fmla="*/ 0 h 8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90"/>
                <a:gd name="T13" fmla="*/ 0 h 832"/>
                <a:gd name="T14" fmla="*/ 790 w 790"/>
                <a:gd name="T15" fmla="*/ 832 h 8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90" h="832">
                  <a:moveTo>
                    <a:pt x="0" y="832"/>
                  </a:moveTo>
                  <a:cubicBezTo>
                    <a:pt x="16" y="785"/>
                    <a:pt x="8" y="623"/>
                    <a:pt x="97" y="552"/>
                  </a:cubicBezTo>
                  <a:cubicBezTo>
                    <a:pt x="186" y="481"/>
                    <a:pt x="418" y="500"/>
                    <a:pt x="534" y="408"/>
                  </a:cubicBezTo>
                  <a:cubicBezTo>
                    <a:pt x="650" y="316"/>
                    <a:pt x="737" y="85"/>
                    <a:pt x="790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231" name="Freeform 32">
              <a:extLst>
                <a:ext uri="{FF2B5EF4-FFF2-40B4-BE49-F238E27FC236}">
                  <a16:creationId xmlns:a16="http://schemas.microsoft.com/office/drawing/2014/main" id="{B76E315D-A67C-79CA-653B-51B5CA66B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200" y="4203700"/>
              <a:ext cx="1270000" cy="1358900"/>
            </a:xfrm>
            <a:custGeom>
              <a:avLst/>
              <a:gdLst>
                <a:gd name="T0" fmla="*/ 0 w 1170"/>
                <a:gd name="T1" fmla="*/ 2147483646 h 864"/>
                <a:gd name="T2" fmla="*/ 2147483646 w 1170"/>
                <a:gd name="T3" fmla="*/ 2147483646 h 864"/>
                <a:gd name="T4" fmla="*/ 2147483646 w 1170"/>
                <a:gd name="T5" fmla="*/ 2147483646 h 864"/>
                <a:gd name="T6" fmla="*/ 2147483646 w 1170"/>
                <a:gd name="T7" fmla="*/ 0 h 8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70"/>
                <a:gd name="T13" fmla="*/ 0 h 864"/>
                <a:gd name="T14" fmla="*/ 1170 w 1170"/>
                <a:gd name="T15" fmla="*/ 864 h 8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70" h="864">
                  <a:moveTo>
                    <a:pt x="0" y="864"/>
                  </a:moveTo>
                  <a:cubicBezTo>
                    <a:pt x="51" y="799"/>
                    <a:pt x="158" y="572"/>
                    <a:pt x="306" y="472"/>
                  </a:cubicBezTo>
                  <a:cubicBezTo>
                    <a:pt x="454" y="372"/>
                    <a:pt x="746" y="343"/>
                    <a:pt x="890" y="264"/>
                  </a:cubicBezTo>
                  <a:cubicBezTo>
                    <a:pt x="1034" y="185"/>
                    <a:pt x="1112" y="55"/>
                    <a:pt x="1170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232" name="Freeform 33">
              <a:extLst>
                <a:ext uri="{FF2B5EF4-FFF2-40B4-BE49-F238E27FC236}">
                  <a16:creationId xmlns:a16="http://schemas.microsoft.com/office/drawing/2014/main" id="{9DA019AC-AD55-9BDE-2B2C-EBFBC27E5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6600" y="2692400"/>
              <a:ext cx="152400" cy="1371600"/>
            </a:xfrm>
            <a:custGeom>
              <a:avLst/>
              <a:gdLst>
                <a:gd name="T0" fmla="*/ 0 w 96"/>
                <a:gd name="T1" fmla="*/ 2147483646 h 864"/>
                <a:gd name="T2" fmla="*/ 2147483646 w 96"/>
                <a:gd name="T3" fmla="*/ 2147483646 h 864"/>
                <a:gd name="T4" fmla="*/ 2147483646 w 96"/>
                <a:gd name="T5" fmla="*/ 0 h 864"/>
                <a:gd name="T6" fmla="*/ 0 60000 65536"/>
                <a:gd name="T7" fmla="*/ 0 60000 65536"/>
                <a:gd name="T8" fmla="*/ 0 60000 65536"/>
                <a:gd name="T9" fmla="*/ 0 w 96"/>
                <a:gd name="T10" fmla="*/ 0 h 864"/>
                <a:gd name="T11" fmla="*/ 96 w 96"/>
                <a:gd name="T12" fmla="*/ 864 h 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864">
                  <a:moveTo>
                    <a:pt x="0" y="864"/>
                  </a:moveTo>
                  <a:cubicBezTo>
                    <a:pt x="12" y="784"/>
                    <a:pt x="56" y="528"/>
                    <a:pt x="72" y="384"/>
                  </a:cubicBezTo>
                  <a:cubicBezTo>
                    <a:pt x="88" y="240"/>
                    <a:pt x="91" y="80"/>
                    <a:pt x="96" y="0"/>
                  </a:cubicBezTo>
                </a:path>
              </a:pathLst>
            </a:custGeom>
            <a:noFill/>
            <a:ln w="28575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233" name="Freeform 34">
              <a:extLst>
                <a:ext uri="{FF2B5EF4-FFF2-40B4-BE49-F238E27FC236}">
                  <a16:creationId xmlns:a16="http://schemas.microsoft.com/office/drawing/2014/main" id="{CDB7A0F5-B2A3-781B-8583-D35DC7B71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8305800" y="2692400"/>
              <a:ext cx="152400" cy="1371600"/>
            </a:xfrm>
            <a:custGeom>
              <a:avLst/>
              <a:gdLst>
                <a:gd name="T0" fmla="*/ 0 w 96"/>
                <a:gd name="T1" fmla="*/ 2147483646 h 864"/>
                <a:gd name="T2" fmla="*/ 2147483646 w 96"/>
                <a:gd name="T3" fmla="*/ 2147483646 h 864"/>
                <a:gd name="T4" fmla="*/ 2147483646 w 96"/>
                <a:gd name="T5" fmla="*/ 0 h 864"/>
                <a:gd name="T6" fmla="*/ 0 60000 65536"/>
                <a:gd name="T7" fmla="*/ 0 60000 65536"/>
                <a:gd name="T8" fmla="*/ 0 60000 65536"/>
                <a:gd name="T9" fmla="*/ 0 w 96"/>
                <a:gd name="T10" fmla="*/ 0 h 864"/>
                <a:gd name="T11" fmla="*/ 96 w 96"/>
                <a:gd name="T12" fmla="*/ 864 h 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864">
                  <a:moveTo>
                    <a:pt x="0" y="864"/>
                  </a:moveTo>
                  <a:cubicBezTo>
                    <a:pt x="12" y="784"/>
                    <a:pt x="56" y="528"/>
                    <a:pt x="72" y="384"/>
                  </a:cubicBezTo>
                  <a:cubicBezTo>
                    <a:pt x="88" y="240"/>
                    <a:pt x="91" y="80"/>
                    <a:pt x="96" y="0"/>
                  </a:cubicBezTo>
                </a:path>
              </a:pathLst>
            </a:custGeom>
            <a:noFill/>
            <a:ln w="28575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234" name="Freeform 35">
              <a:extLst>
                <a:ext uri="{FF2B5EF4-FFF2-40B4-BE49-F238E27FC236}">
                  <a16:creationId xmlns:a16="http://schemas.microsoft.com/office/drawing/2014/main" id="{6BE6E8D6-BF03-C6FE-3B20-E11B2CDEB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9600" y="2692400"/>
              <a:ext cx="152400" cy="1371600"/>
            </a:xfrm>
            <a:custGeom>
              <a:avLst/>
              <a:gdLst>
                <a:gd name="T0" fmla="*/ 0 w 96"/>
                <a:gd name="T1" fmla="*/ 2147483646 h 864"/>
                <a:gd name="T2" fmla="*/ 2147483646 w 96"/>
                <a:gd name="T3" fmla="*/ 2147483646 h 864"/>
                <a:gd name="T4" fmla="*/ 2147483646 w 96"/>
                <a:gd name="T5" fmla="*/ 0 h 864"/>
                <a:gd name="T6" fmla="*/ 0 60000 65536"/>
                <a:gd name="T7" fmla="*/ 0 60000 65536"/>
                <a:gd name="T8" fmla="*/ 0 60000 65536"/>
                <a:gd name="T9" fmla="*/ 0 w 96"/>
                <a:gd name="T10" fmla="*/ 0 h 864"/>
                <a:gd name="T11" fmla="*/ 96 w 96"/>
                <a:gd name="T12" fmla="*/ 864 h 8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864">
                  <a:moveTo>
                    <a:pt x="0" y="864"/>
                  </a:moveTo>
                  <a:cubicBezTo>
                    <a:pt x="12" y="784"/>
                    <a:pt x="56" y="528"/>
                    <a:pt x="72" y="384"/>
                  </a:cubicBezTo>
                  <a:cubicBezTo>
                    <a:pt x="88" y="240"/>
                    <a:pt x="91" y="80"/>
                    <a:pt x="96" y="0"/>
                  </a:cubicBezTo>
                </a:path>
              </a:pathLst>
            </a:custGeom>
            <a:noFill/>
            <a:ln w="28575" cmpd="sng">
              <a:solidFill>
                <a:schemeClr val="tx2"/>
              </a:solidFill>
              <a:round/>
              <a:headEnd type="oval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1235" name="Rectangle 36">
              <a:extLst>
                <a:ext uri="{FF2B5EF4-FFF2-40B4-BE49-F238E27FC236}">
                  <a16:creationId xmlns:a16="http://schemas.microsoft.com/office/drawing/2014/main" id="{37F54F83-9788-32D9-D12B-1E520ECEC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601" y="5397500"/>
              <a:ext cx="2968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latin typeface="Times New Roman" panose="02020603050405020304" pitchFamily="18" charset="0"/>
                </a:rPr>
                <a:t>S</a:t>
              </a:r>
              <a:endParaRPr lang="en-US" altLang="en-US" b="1">
                <a:latin typeface="Tahoma" panose="020B0604030504040204" pitchFamily="34" charset="0"/>
              </a:endParaRPr>
            </a:p>
          </p:txBody>
        </p:sp>
        <p:sp>
          <p:nvSpPr>
            <p:cNvPr id="51236" name="Rectangle 37">
              <a:extLst>
                <a:ext uri="{FF2B5EF4-FFF2-40B4-BE49-F238E27FC236}">
                  <a16:creationId xmlns:a16="http://schemas.microsoft.com/office/drawing/2014/main" id="{00B5FFF0-E6EA-6699-2DE2-FA8D106ED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9800" y="5918200"/>
              <a:ext cx="2921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latin typeface="Times New Roman" panose="02020603050405020304" pitchFamily="18" charset="0"/>
                </a:rPr>
                <a:t>l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  <p:sp>
          <p:nvSpPr>
            <p:cNvPr id="51237" name="Rectangle 38">
              <a:extLst>
                <a:ext uri="{FF2B5EF4-FFF2-40B4-BE49-F238E27FC236}">
                  <a16:creationId xmlns:a16="http://schemas.microsoft.com/office/drawing/2014/main" id="{1240CBBF-B3CE-09D6-8708-613A057A8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08700" y="5918200"/>
              <a:ext cx="2921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b="1" i="1">
                  <a:latin typeface="Times New Roman" panose="02020603050405020304" pitchFamily="18" charset="0"/>
                </a:rPr>
                <a:t>f</a:t>
              </a:r>
              <a:endParaRPr lang="en-US" altLang="en-US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3A0E6EC8-D5DD-AFF3-05C3-DD78342DD7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8077200" cy="990600"/>
          </a:xfrm>
        </p:spPr>
        <p:txBody>
          <a:bodyPr/>
          <a:lstStyle/>
          <a:p>
            <a:pPr eaLnBrk="1" hangingPunct="1"/>
            <a:r>
              <a:rPr lang="en-US" altLang="en-US" sz="2400"/>
              <a:t>Sequence Implementations</a:t>
            </a:r>
          </a:p>
        </p:txBody>
      </p:sp>
      <p:graphicFrame>
        <p:nvGraphicFramePr>
          <p:cNvPr id="172035" name="Group 3">
            <a:extLst>
              <a:ext uri="{FF2B5EF4-FFF2-40B4-BE49-F238E27FC236}">
                <a16:creationId xmlns:a16="http://schemas.microsoft.com/office/drawing/2014/main" id="{01D543D3-DF12-2CD2-21CC-8BE827140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18553"/>
              </p:ext>
            </p:extLst>
          </p:nvPr>
        </p:nvGraphicFramePr>
        <p:xfrm>
          <a:off x="1302775" y="1150935"/>
          <a:ext cx="7620000" cy="4556130"/>
        </p:xfrm>
        <a:graphic>
          <a:graphicData uri="http://schemas.openxmlformats.org/drawingml/2006/table">
            <a:tbl>
              <a:tblPr/>
              <a:tblGrid>
                <a:gridCol w="518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Operation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Array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size, isEmpty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atRank, rankOf, elemAtRank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first, last, before, after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replaceElement, swapElements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replaceAtRank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insertAtRank, removeAtRank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insertFirst, insertLast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insertAfter, insertBefore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</a:rPr>
                        <a:t>remove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2272" name="Text Box 49">
            <a:extLst>
              <a:ext uri="{FF2B5EF4-FFF2-40B4-BE49-F238E27FC236}">
                <a16:creationId xmlns:a16="http://schemas.microsoft.com/office/drawing/2014/main" id="{EB3BB803-0425-83F2-2B76-9EFF29FB6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1375" y="5916561"/>
            <a:ext cx="3581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600" dirty="0">
                <a:solidFill>
                  <a:srgbClr val="FF0066"/>
                </a:solidFill>
              </a:rPr>
              <a:t>Space usage is more efficient for lists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81490-75EF-5165-D8C4-6D2586D9B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DB51A-C5CE-C3BA-586B-67D13B614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750F1D-353B-9B91-6B01-7D1AC9728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          </a:t>
            </a:r>
            <a:r>
              <a:rPr lang="en-US" sz="1100"/>
              <a:t>Department of Computer Science                        University of Wisconsin - Milwaukee                     CS535 Fall 2008</a:t>
            </a:r>
          </a:p>
        </p:txBody>
      </p:sp>
    </p:spTree>
    <p:extLst>
      <p:ext uri="{BB962C8B-B14F-4D97-AF65-F5344CB8AC3E}">
        <p14:creationId xmlns:p14="http://schemas.microsoft.com/office/powerpoint/2010/main" val="14949737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EE9206E2-F986-02FA-AFC4-3CF015B800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0323" y="304800"/>
            <a:ext cx="3259393" cy="53094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Iterators</a:t>
            </a:r>
          </a:p>
        </p:txBody>
      </p:sp>
      <p:sp>
        <p:nvSpPr>
          <p:cNvPr id="53250" name="Rectangle 3">
            <a:extLst>
              <a:ext uri="{FF2B5EF4-FFF2-40B4-BE49-F238E27FC236}">
                <a16:creationId xmlns:a16="http://schemas.microsoft.com/office/drawing/2014/main" id="{AB6959C6-CE16-C830-3886-32A9A05D375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741107" y="905797"/>
            <a:ext cx="3886200" cy="51054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An iterator abstracts the process of scanning through a collection of elements</a:t>
            </a:r>
          </a:p>
          <a:p>
            <a:pPr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Methods of the </a:t>
            </a:r>
            <a:r>
              <a:rPr lang="en-US" altLang="en-US" sz="2000" dirty="0" err="1"/>
              <a:t>ObjectIterator</a:t>
            </a:r>
            <a:r>
              <a:rPr lang="en-US" altLang="en-US" sz="2000" dirty="0"/>
              <a:t> ADT: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object </a:t>
            </a:r>
            <a:r>
              <a:rPr lang="en-US" altLang="en-US" sz="1800" dirty="0">
                <a:solidFill>
                  <a:schemeClr val="tx2"/>
                </a:solidFill>
              </a:rPr>
              <a:t>object()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 err="1"/>
              <a:t>boolean</a:t>
            </a:r>
            <a:r>
              <a:rPr lang="en-US" altLang="en-US" sz="1800" dirty="0"/>
              <a:t> </a:t>
            </a:r>
            <a:r>
              <a:rPr lang="en-US" altLang="en-US" sz="1800" dirty="0" err="1">
                <a:solidFill>
                  <a:schemeClr val="tx2"/>
                </a:solidFill>
              </a:rPr>
              <a:t>hasNext</a:t>
            </a:r>
            <a:r>
              <a:rPr lang="en-US" altLang="en-US" sz="1800" dirty="0">
                <a:solidFill>
                  <a:schemeClr val="tx2"/>
                </a:solidFill>
              </a:rPr>
              <a:t>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object </a:t>
            </a:r>
            <a:r>
              <a:rPr lang="en-US" altLang="en-US" sz="1800" dirty="0" err="1">
                <a:solidFill>
                  <a:schemeClr val="tx2"/>
                </a:solidFill>
              </a:rPr>
              <a:t>nextObject</a:t>
            </a:r>
            <a:r>
              <a:rPr lang="en-US" altLang="en-US" sz="1800" dirty="0">
                <a:solidFill>
                  <a:schemeClr val="tx2"/>
                </a:solidFill>
              </a:rPr>
              <a:t>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>
                <a:solidFill>
                  <a:schemeClr val="tx2"/>
                </a:solidFill>
              </a:rPr>
              <a:t>reset()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400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Extends the concept of Position by adding a traversal capability</a:t>
            </a:r>
          </a:p>
          <a:p>
            <a:pPr eaLnBrk="1" hangingPunct="1">
              <a:lnSpc>
                <a:spcPct val="90000"/>
              </a:lnSpc>
            </a:pPr>
            <a:endParaRPr lang="en-US" altLang="en-US" sz="16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Implementation with an array or singly linked list</a:t>
            </a:r>
          </a:p>
        </p:txBody>
      </p:sp>
      <p:sp>
        <p:nvSpPr>
          <p:cNvPr id="53251" name="Rectangle 4">
            <a:extLst>
              <a:ext uri="{FF2B5EF4-FFF2-40B4-BE49-F238E27FC236}">
                <a16:creationId xmlns:a16="http://schemas.microsoft.com/office/drawing/2014/main" id="{F6BC122B-A6D7-8F20-569B-4053067B242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240593" y="835742"/>
            <a:ext cx="3886200" cy="47625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000" dirty="0"/>
              <a:t>An iterator is typically associated with another data structure</a:t>
            </a:r>
          </a:p>
          <a:p>
            <a:pPr eaLnBrk="1" hangingPunct="1"/>
            <a:endParaRPr lang="en-US" altLang="en-US" sz="1600" dirty="0"/>
          </a:p>
          <a:p>
            <a:pPr eaLnBrk="1" hangingPunct="1"/>
            <a:r>
              <a:rPr lang="en-US" altLang="en-US" sz="2000" dirty="0"/>
              <a:t>We can augment the Stack, Queue, Vector, List and Sequence ADTs with method:</a:t>
            </a:r>
          </a:p>
          <a:p>
            <a:pPr lvl="1" eaLnBrk="1" hangingPunct="1"/>
            <a:r>
              <a:rPr lang="en-US" altLang="en-US" sz="1800" dirty="0" err="1"/>
              <a:t>ObjectIterator</a:t>
            </a:r>
            <a:r>
              <a:rPr lang="en-US" altLang="en-US" sz="1800" dirty="0"/>
              <a:t> </a:t>
            </a:r>
            <a:r>
              <a:rPr lang="en-US" altLang="en-US" sz="1800" dirty="0">
                <a:solidFill>
                  <a:schemeClr val="tx2"/>
                </a:solidFill>
              </a:rPr>
              <a:t>elements()</a:t>
            </a:r>
          </a:p>
          <a:p>
            <a:pPr lvl="1" eaLnBrk="1" hangingPunct="1"/>
            <a:endParaRPr lang="en-US" altLang="en-US" sz="1400" dirty="0">
              <a:solidFill>
                <a:schemeClr val="tx2"/>
              </a:solidFill>
            </a:endParaRPr>
          </a:p>
          <a:p>
            <a:pPr eaLnBrk="1" hangingPunct="1"/>
            <a:r>
              <a:rPr lang="en-US" altLang="en-US" sz="2000" dirty="0"/>
              <a:t>Two notions of iterator:</a:t>
            </a:r>
          </a:p>
          <a:p>
            <a:pPr lvl="1" eaLnBrk="1" hangingPunct="1"/>
            <a:r>
              <a:rPr lang="en-US" altLang="en-US" sz="1800" dirty="0">
                <a:solidFill>
                  <a:srgbClr val="C00000"/>
                </a:solidFill>
              </a:rPr>
              <a:t>snapshot</a:t>
            </a:r>
            <a:r>
              <a:rPr lang="en-US" altLang="en-US" sz="1800" dirty="0"/>
              <a:t>: freezes the contents of the data structure at a given time</a:t>
            </a:r>
          </a:p>
          <a:p>
            <a:pPr lvl="1" eaLnBrk="1" hangingPunct="1"/>
            <a:r>
              <a:rPr lang="en-US" altLang="en-US" sz="1800" dirty="0">
                <a:solidFill>
                  <a:srgbClr val="C00000"/>
                </a:solidFill>
              </a:rPr>
              <a:t>dynamic</a:t>
            </a:r>
            <a:r>
              <a:rPr lang="en-US" altLang="en-US" sz="1800" dirty="0"/>
              <a:t>: follows changes to the data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</TotalTime>
  <Words>2678</Words>
  <Application>Microsoft Office PowerPoint</Application>
  <PresentationFormat>Widescreen</PresentationFormat>
  <Paragraphs>574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Aptos</vt:lpstr>
      <vt:lpstr>Arial</vt:lpstr>
      <vt:lpstr>Arial Narrow</vt:lpstr>
      <vt:lpstr>Comic Sans MS</vt:lpstr>
      <vt:lpstr>Symbol</vt:lpstr>
      <vt:lpstr>Tahoma</vt:lpstr>
      <vt:lpstr>Times New Roman</vt:lpstr>
      <vt:lpstr>Trebuchet MS</vt:lpstr>
      <vt:lpstr>Wingdings 3</vt:lpstr>
      <vt:lpstr>Facet</vt:lpstr>
      <vt:lpstr>CS535: Algorithm Design and Analysis  Basic Data Structures</vt:lpstr>
      <vt:lpstr>Outline</vt:lpstr>
      <vt:lpstr>Abstract Data Types (ADTs)</vt:lpstr>
      <vt:lpstr>The Stack ADT</vt:lpstr>
      <vt:lpstr>Array-based Stack</vt:lpstr>
      <vt:lpstr>Array-based Stack (contd.)</vt:lpstr>
      <vt:lpstr>Application: Function Calls</vt:lpstr>
      <vt:lpstr>Performance and Limitations</vt:lpstr>
      <vt:lpstr>Growable Array-based Stack</vt:lpstr>
      <vt:lpstr>Comparison of the Strategies</vt:lpstr>
      <vt:lpstr>Incremental Strategy Analysis </vt:lpstr>
      <vt:lpstr>Doubling Strategy Analysis</vt:lpstr>
      <vt:lpstr>The Queue ADT</vt:lpstr>
      <vt:lpstr>Array-based Queue</vt:lpstr>
      <vt:lpstr>Queue Operations</vt:lpstr>
      <vt:lpstr>Queue Operations (Contd.)</vt:lpstr>
      <vt:lpstr>Queue Operations (Contd.)</vt:lpstr>
      <vt:lpstr>Growable Array-based Queue</vt:lpstr>
      <vt:lpstr>The Vector ADT</vt:lpstr>
      <vt:lpstr>Array-based Vector</vt:lpstr>
      <vt:lpstr>Insertion</vt:lpstr>
      <vt:lpstr>Deletion</vt:lpstr>
      <vt:lpstr>Performance</vt:lpstr>
      <vt:lpstr>List ADT</vt:lpstr>
      <vt:lpstr>Singly Linked List</vt:lpstr>
      <vt:lpstr>Stack with a Singly Linked List</vt:lpstr>
      <vt:lpstr>Queue with a Singly Linked List</vt:lpstr>
      <vt:lpstr>Doubly Linked List</vt:lpstr>
      <vt:lpstr>Insertion</vt:lpstr>
      <vt:lpstr>Deletion</vt:lpstr>
      <vt:lpstr>Performance</vt:lpstr>
      <vt:lpstr>Sequence ADT</vt:lpstr>
      <vt:lpstr>Applications of Sequences</vt:lpstr>
      <vt:lpstr>Array-based Implementation</vt:lpstr>
      <vt:lpstr>Sequence Implementations</vt:lpstr>
      <vt:lpstr>Extra</vt:lpstr>
      <vt:lpstr>Iterators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Rohit (singh2ro)</dc:creator>
  <cp:lastModifiedBy>Singh, Rohit (singh2ro)</cp:lastModifiedBy>
  <cp:revision>9</cp:revision>
  <dcterms:created xsi:type="dcterms:W3CDTF">2024-09-16T03:28:18Z</dcterms:created>
  <dcterms:modified xsi:type="dcterms:W3CDTF">2024-09-24T03:22:50Z</dcterms:modified>
</cp:coreProperties>
</file>