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5"/>
  </p:notesMasterIdLst>
  <p:sldIdLst>
    <p:sldId id="257" r:id="rId2"/>
    <p:sldId id="290" r:id="rId3"/>
    <p:sldId id="259" r:id="rId4"/>
    <p:sldId id="291" r:id="rId5"/>
    <p:sldId id="260" r:id="rId6"/>
    <p:sldId id="261" r:id="rId7"/>
    <p:sldId id="262" r:id="rId8"/>
    <p:sldId id="268" r:id="rId9"/>
    <p:sldId id="269" r:id="rId10"/>
    <p:sldId id="270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3" r:id="rId25"/>
    <p:sldId id="264" r:id="rId26"/>
    <p:sldId id="265" r:id="rId27"/>
    <p:sldId id="266" r:id="rId28"/>
    <p:sldId id="267" r:id="rId29"/>
    <p:sldId id="292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9E01D-354C-4D9F-A60B-6509221E0B3F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E2316-B430-457E-86B7-834FDD311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1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7EAF1534-8F0B-2721-DEDF-722A5BB773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1C7470EF-6C10-EC39-79F1-3178B5BD5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17E3845F-A25F-1724-FD23-85D2BEFC9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E0EEA5-E548-4E7D-80F5-490C4437E81B}" type="slidenum">
              <a:rPr lang="en-US" altLang="en-US" sz="1300" smtClean="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9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3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8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1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7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9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9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1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5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6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6521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77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3872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91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77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75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B018A-C401-57C9-EA70-CDBD3D3A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1A982-8ECF-8E9C-A203-09D51CBC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/>
            </a:lvl1pPr>
          </a:lstStyle>
          <a:p>
            <a:pPr>
              <a:defRPr/>
            </a:pPr>
            <a:r>
              <a:rPr lang="en-US"/>
              <a:t>Minimum Spanning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89FA8-92B0-AE6B-CC3C-461EE24B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/>
            </a:lvl1pPr>
          </a:lstStyle>
          <a:p>
            <a:pPr>
              <a:defRPr/>
            </a:pPr>
            <a:fld id="{42BD2191-7B46-41CB-A214-9C485DE6D0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244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7B511-FFCD-46FC-ADF2-01827A5E4BB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A5C4CD5-F9F7-4683-B7C8-E91E26E3B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6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F192B04A-4E86-BEB6-A633-6608ED6765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sz="2400" dirty="0"/>
              <a:t>Minimum Spanning Tree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C0FAF97B-CFC7-DBF0-AE22-53CE860D5F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December 2 , 20</a:t>
            </a: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24</a:t>
            </a:r>
            <a:endParaRPr lang="en-US" altLang="en-US" sz="1600" b="1" dirty="0">
              <a:solidFill>
                <a:srgbClr val="0000FF"/>
              </a:solidFill>
            </a:endParaRPr>
          </a:p>
        </p:txBody>
      </p:sp>
      <p:sp>
        <p:nvSpPr>
          <p:cNvPr id="16387" name="TextBox 3">
            <a:extLst>
              <a:ext uri="{FF2B5EF4-FFF2-40B4-BE49-F238E27FC236}">
                <a16:creationId xmlns:a16="http://schemas.microsoft.com/office/drawing/2014/main" id="{7A56EB7F-DFE7-C964-F16D-AE4DD6A0B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</a:t>
            </a:r>
            <a:r>
              <a:rPr lang="en-US" altLang="zh-CN" sz="1800">
                <a:ea typeface="宋体" panose="02010600030101010101" pitchFamily="2" charset="-122"/>
              </a:rPr>
              <a:t>7.3</a:t>
            </a:r>
            <a:endParaRPr lang="en-US" altLang="en-US" sz="180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159343EC-D2DD-A05B-43B0-ED6CAD01A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762000"/>
          </a:xfrm>
        </p:spPr>
        <p:txBody>
          <a:bodyPr/>
          <a:lstStyle/>
          <a:p>
            <a:r>
              <a:rPr lang="en-US" altLang="en-US"/>
              <a:t>Single Source Shortest Path</a:t>
            </a:r>
          </a:p>
        </p:txBody>
      </p:sp>
      <p:graphicFrame>
        <p:nvGraphicFramePr>
          <p:cNvPr id="5" name="Group 151">
            <a:extLst>
              <a:ext uri="{FF2B5EF4-FFF2-40B4-BE49-F238E27FC236}">
                <a16:creationId xmlns:a16="http://schemas.microsoft.com/office/drawing/2014/main" id="{2175F95A-F907-C0AB-AA33-9988AABB7CD0}"/>
              </a:ext>
            </a:extLst>
          </p:cNvPr>
          <p:cNvGraphicFramePr>
            <a:graphicFrameLocks/>
          </p:cNvGraphicFramePr>
          <p:nvPr/>
        </p:nvGraphicFramePr>
        <p:xfrm>
          <a:off x="2133600" y="990601"/>
          <a:ext cx="7924800" cy="2838451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vertices, 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edges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Bounds are “big-Oh”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Dijkstra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Bellman-Ford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topol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. ordering)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Graphs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Undirected*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Directed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Directed</a:t>
                      </a:r>
                      <a:endParaRPr kumimoji="0" lang="en-US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log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n+m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No directed cycle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N/A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N/A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No negative cycle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  <a:endParaRPr kumimoji="0" lang="en-US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negative weight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N/A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N/A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47" name="TextBox 4">
            <a:extLst>
              <a:ext uri="{FF2B5EF4-FFF2-40B4-BE49-F238E27FC236}">
                <a16:creationId xmlns:a16="http://schemas.microsoft.com/office/drawing/2014/main" id="{E2036727-2101-2C97-82AA-3266F786C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8862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* Can be extended to directed graphs</a:t>
            </a:r>
          </a:p>
        </p:txBody>
      </p:sp>
      <p:grpSp>
        <p:nvGrpSpPr>
          <p:cNvPr id="17448" name="Group 38">
            <a:extLst>
              <a:ext uri="{FF2B5EF4-FFF2-40B4-BE49-F238E27FC236}">
                <a16:creationId xmlns:a16="http://schemas.microsoft.com/office/drawing/2014/main" id="{70EC7902-BF0D-8E14-B631-878F24A8637E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4320908"/>
            <a:ext cx="7162800" cy="2156092"/>
            <a:chOff x="762000" y="4143639"/>
            <a:chExt cx="7489825" cy="2409561"/>
          </a:xfrm>
        </p:grpSpPr>
        <p:sp>
          <p:nvSpPr>
            <p:cNvPr id="17449" name="Oval 4">
              <a:extLst>
                <a:ext uri="{FF2B5EF4-FFF2-40B4-BE49-F238E27FC236}">
                  <a16:creationId xmlns:a16="http://schemas.microsoft.com/office/drawing/2014/main" id="{9620795E-C891-6EC0-0D30-AF77DD44D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343400"/>
              <a:ext cx="936625" cy="457200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PVD</a:t>
              </a:r>
            </a:p>
          </p:txBody>
        </p:sp>
        <p:sp>
          <p:nvSpPr>
            <p:cNvPr id="17450" name="Oval 5">
              <a:extLst>
                <a:ext uri="{FF2B5EF4-FFF2-40B4-BE49-F238E27FC236}">
                  <a16:creationId xmlns:a16="http://schemas.microsoft.com/office/drawing/2014/main" id="{CD5CC20E-F1C5-7962-DAE6-6680B3A6E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4168775"/>
              <a:ext cx="936625" cy="457200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ORD</a:t>
              </a:r>
            </a:p>
          </p:txBody>
        </p:sp>
        <p:sp>
          <p:nvSpPr>
            <p:cNvPr id="17451" name="Oval 6">
              <a:extLst>
                <a:ext uri="{FF2B5EF4-FFF2-40B4-BE49-F238E27FC236}">
                  <a16:creationId xmlns:a16="http://schemas.microsoft.com/office/drawing/2014/main" id="{E9ABCB55-E5FC-7131-0485-7A413AFEC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4375" y="6096000"/>
              <a:ext cx="936625" cy="457200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MIA</a:t>
              </a:r>
            </a:p>
          </p:txBody>
        </p:sp>
        <p:sp>
          <p:nvSpPr>
            <p:cNvPr id="17452" name="Oval 7">
              <a:extLst>
                <a:ext uri="{FF2B5EF4-FFF2-40B4-BE49-F238E27FC236}">
                  <a16:creationId xmlns:a16="http://schemas.microsoft.com/office/drawing/2014/main" id="{F07E0DBB-8117-4333-5925-167256468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675" y="5857875"/>
              <a:ext cx="936625" cy="457200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DFW</a:t>
              </a:r>
            </a:p>
          </p:txBody>
        </p:sp>
        <p:sp>
          <p:nvSpPr>
            <p:cNvPr id="17453" name="Oval 8">
              <a:extLst>
                <a:ext uri="{FF2B5EF4-FFF2-40B4-BE49-F238E27FC236}">
                  <a16:creationId xmlns:a16="http://schemas.microsoft.com/office/drawing/2014/main" id="{C55BC1E8-D20C-B877-D17E-1A906DED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572000"/>
              <a:ext cx="936625" cy="457200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HNL</a:t>
              </a:r>
            </a:p>
          </p:txBody>
        </p:sp>
        <p:sp>
          <p:nvSpPr>
            <p:cNvPr id="17454" name="Oval 9">
              <a:extLst>
                <a:ext uri="{FF2B5EF4-FFF2-40B4-BE49-F238E27FC236}">
                  <a16:creationId xmlns:a16="http://schemas.microsoft.com/office/drawing/2014/main" id="{935768DC-4058-FA92-EC74-883769B8E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5715000"/>
              <a:ext cx="936625" cy="457200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LAX</a:t>
              </a:r>
            </a:p>
          </p:txBody>
        </p:sp>
        <p:sp>
          <p:nvSpPr>
            <p:cNvPr id="17455" name="Oval 10">
              <a:extLst>
                <a:ext uri="{FF2B5EF4-FFF2-40B4-BE49-F238E27FC236}">
                  <a16:creationId xmlns:a16="http://schemas.microsoft.com/office/drawing/2014/main" id="{C09E88A9-7323-93F7-B457-2BE56D097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8575" y="4953000"/>
              <a:ext cx="936625" cy="457200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LGA</a:t>
              </a:r>
            </a:p>
          </p:txBody>
        </p:sp>
        <p:sp>
          <p:nvSpPr>
            <p:cNvPr id="17456" name="Oval 11">
              <a:extLst>
                <a:ext uri="{FF2B5EF4-FFF2-40B4-BE49-F238E27FC236}">
                  <a16:creationId xmlns:a16="http://schemas.microsoft.com/office/drawing/2014/main" id="{611588A6-9C9A-B228-E6B0-76E1225AD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5486400"/>
              <a:ext cx="936625" cy="457200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SFO</a:t>
              </a:r>
            </a:p>
          </p:txBody>
        </p:sp>
        <p:cxnSp>
          <p:nvCxnSpPr>
            <p:cNvPr id="17457" name="AutoShape 12">
              <a:extLst>
                <a:ext uri="{FF2B5EF4-FFF2-40B4-BE49-F238E27FC236}">
                  <a16:creationId xmlns:a16="http://schemas.microsoft.com/office/drawing/2014/main" id="{CF4C3AB8-9387-DB65-E529-2372C9F2E46E}"/>
                </a:ext>
              </a:extLst>
            </p:cNvPr>
            <p:cNvCxnSpPr>
              <a:cxnSpLocks noChangeShapeType="1"/>
              <a:stCxn id="17453" idx="6"/>
              <a:endCxn id="17449" idx="2"/>
            </p:cNvCxnSpPr>
            <p:nvPr/>
          </p:nvCxnSpPr>
          <p:spPr bwMode="auto">
            <a:xfrm flipV="1">
              <a:off x="3546475" y="4572000"/>
              <a:ext cx="1235075" cy="22860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8" name="AutoShape 13">
              <a:extLst>
                <a:ext uri="{FF2B5EF4-FFF2-40B4-BE49-F238E27FC236}">
                  <a16:creationId xmlns:a16="http://schemas.microsoft.com/office/drawing/2014/main" id="{A5E19FC2-480A-79C3-A25A-6A3DA339ED1C}"/>
                </a:ext>
              </a:extLst>
            </p:cNvPr>
            <p:cNvCxnSpPr>
              <a:cxnSpLocks noChangeShapeType="1"/>
              <a:stCxn id="17452" idx="0"/>
              <a:endCxn id="17449" idx="4"/>
            </p:cNvCxnSpPr>
            <p:nvPr/>
          </p:nvCxnSpPr>
          <p:spPr bwMode="auto">
            <a:xfrm flipV="1">
              <a:off x="4979988" y="4819650"/>
              <a:ext cx="288925" cy="10191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9" name="AutoShape 14">
              <a:extLst>
                <a:ext uri="{FF2B5EF4-FFF2-40B4-BE49-F238E27FC236}">
                  <a16:creationId xmlns:a16="http://schemas.microsoft.com/office/drawing/2014/main" id="{CC60B4AD-2169-1F85-0117-0680C240DE94}"/>
                </a:ext>
              </a:extLst>
            </p:cNvPr>
            <p:cNvCxnSpPr>
              <a:cxnSpLocks noChangeShapeType="1"/>
              <a:stCxn id="17452" idx="7"/>
              <a:endCxn id="17455" idx="3"/>
            </p:cNvCxnSpPr>
            <p:nvPr/>
          </p:nvCxnSpPr>
          <p:spPr bwMode="auto">
            <a:xfrm flipV="1">
              <a:off x="5311775" y="5362575"/>
              <a:ext cx="1203325" cy="542925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0" name="AutoShape 15">
              <a:extLst>
                <a:ext uri="{FF2B5EF4-FFF2-40B4-BE49-F238E27FC236}">
                  <a16:creationId xmlns:a16="http://schemas.microsoft.com/office/drawing/2014/main" id="{A9376B7E-2A89-6B6B-E0B4-659C2C99E160}"/>
                </a:ext>
              </a:extLst>
            </p:cNvPr>
            <p:cNvCxnSpPr>
              <a:cxnSpLocks noChangeShapeType="1"/>
              <a:stCxn id="17455" idx="0"/>
              <a:endCxn id="17450" idx="3"/>
            </p:cNvCxnSpPr>
            <p:nvPr/>
          </p:nvCxnSpPr>
          <p:spPr bwMode="auto">
            <a:xfrm rot="5400000" flipH="1" flipV="1">
              <a:off x="6952637" y="4453271"/>
              <a:ext cx="393980" cy="6054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1" name="AutoShape 16">
              <a:extLst>
                <a:ext uri="{FF2B5EF4-FFF2-40B4-BE49-F238E27FC236}">
                  <a16:creationId xmlns:a16="http://schemas.microsoft.com/office/drawing/2014/main" id="{F15D3357-45D4-106A-BE9C-BBA917012077}"/>
                </a:ext>
              </a:extLst>
            </p:cNvPr>
            <p:cNvCxnSpPr>
              <a:cxnSpLocks noChangeShapeType="1"/>
              <a:stCxn id="17449" idx="6"/>
              <a:endCxn id="17450" idx="2"/>
            </p:cNvCxnSpPr>
            <p:nvPr/>
          </p:nvCxnSpPr>
          <p:spPr bwMode="auto">
            <a:xfrm flipV="1">
              <a:off x="5737225" y="4397375"/>
              <a:ext cx="1577976" cy="174625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2" name="AutoShape 17">
              <a:extLst>
                <a:ext uri="{FF2B5EF4-FFF2-40B4-BE49-F238E27FC236}">
                  <a16:creationId xmlns:a16="http://schemas.microsoft.com/office/drawing/2014/main" id="{B85DF7E1-F58B-9185-8C40-BA634F19A92B}"/>
                </a:ext>
              </a:extLst>
            </p:cNvPr>
            <p:cNvCxnSpPr>
              <a:cxnSpLocks noChangeShapeType="1"/>
              <a:stCxn id="17456" idx="6"/>
              <a:endCxn id="17454" idx="2"/>
            </p:cNvCxnSpPr>
            <p:nvPr/>
          </p:nvCxnSpPr>
          <p:spPr bwMode="auto">
            <a:xfrm>
              <a:off x="1717675" y="5715000"/>
              <a:ext cx="1006475" cy="22860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3" name="AutoShape 18">
              <a:extLst>
                <a:ext uri="{FF2B5EF4-FFF2-40B4-BE49-F238E27FC236}">
                  <a16:creationId xmlns:a16="http://schemas.microsoft.com/office/drawing/2014/main" id="{47674854-D79D-9B61-9210-FC99F421045A}"/>
                </a:ext>
              </a:extLst>
            </p:cNvPr>
            <p:cNvCxnSpPr>
              <a:cxnSpLocks noChangeShapeType="1"/>
              <a:stCxn id="17453" idx="4"/>
              <a:endCxn id="17454" idx="0"/>
            </p:cNvCxnSpPr>
            <p:nvPr/>
          </p:nvCxnSpPr>
          <p:spPr bwMode="auto">
            <a:xfrm>
              <a:off x="3059113" y="5048250"/>
              <a:ext cx="152400" cy="6477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4" name="AutoShape 19">
              <a:extLst>
                <a:ext uri="{FF2B5EF4-FFF2-40B4-BE49-F238E27FC236}">
                  <a16:creationId xmlns:a16="http://schemas.microsoft.com/office/drawing/2014/main" id="{E5ED1FB4-D0CE-9BDD-61D2-FD03DCC920D6}"/>
                </a:ext>
              </a:extLst>
            </p:cNvPr>
            <p:cNvCxnSpPr>
              <a:cxnSpLocks noChangeShapeType="1"/>
              <a:stCxn id="17455" idx="4"/>
              <a:endCxn id="17451" idx="0"/>
            </p:cNvCxnSpPr>
            <p:nvPr/>
          </p:nvCxnSpPr>
          <p:spPr bwMode="auto">
            <a:xfrm>
              <a:off x="6846888" y="5429250"/>
              <a:ext cx="685800" cy="6477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5" name="AutoShape 20">
              <a:extLst>
                <a:ext uri="{FF2B5EF4-FFF2-40B4-BE49-F238E27FC236}">
                  <a16:creationId xmlns:a16="http://schemas.microsoft.com/office/drawing/2014/main" id="{AE31D619-B119-4FC7-40B5-F4D4D2FA8D17}"/>
                </a:ext>
              </a:extLst>
            </p:cNvPr>
            <p:cNvCxnSpPr>
              <a:cxnSpLocks noChangeShapeType="1"/>
              <a:endCxn id="17452" idx="6"/>
            </p:cNvCxnSpPr>
            <p:nvPr/>
          </p:nvCxnSpPr>
          <p:spPr bwMode="auto">
            <a:xfrm flipH="1" flipV="1">
              <a:off x="5467350" y="6086475"/>
              <a:ext cx="1597025" cy="2381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6" name="AutoShape 21">
              <a:extLst>
                <a:ext uri="{FF2B5EF4-FFF2-40B4-BE49-F238E27FC236}">
                  <a16:creationId xmlns:a16="http://schemas.microsoft.com/office/drawing/2014/main" id="{2786EC7B-A020-1936-7A32-6B5EF3063DB3}"/>
                </a:ext>
              </a:extLst>
            </p:cNvPr>
            <p:cNvCxnSpPr>
              <a:cxnSpLocks noChangeShapeType="1"/>
              <a:stCxn id="17454" idx="6"/>
              <a:endCxn id="17452" idx="2"/>
            </p:cNvCxnSpPr>
            <p:nvPr/>
          </p:nvCxnSpPr>
          <p:spPr bwMode="auto">
            <a:xfrm>
              <a:off x="3698875" y="5943600"/>
              <a:ext cx="793750" cy="1428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7" name="AutoShape 22">
              <a:extLst>
                <a:ext uri="{FF2B5EF4-FFF2-40B4-BE49-F238E27FC236}">
                  <a16:creationId xmlns:a16="http://schemas.microsoft.com/office/drawing/2014/main" id="{27FF41CF-002C-CC73-0509-1BB8B892D376}"/>
                </a:ext>
              </a:extLst>
            </p:cNvPr>
            <p:cNvCxnSpPr>
              <a:cxnSpLocks noChangeShapeType="1"/>
              <a:stCxn id="17454" idx="7"/>
              <a:endCxn id="17449" idx="3"/>
            </p:cNvCxnSpPr>
            <p:nvPr/>
          </p:nvCxnSpPr>
          <p:spPr bwMode="auto">
            <a:xfrm flipV="1">
              <a:off x="3543300" y="4752975"/>
              <a:ext cx="1393825" cy="100965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68" name="Text Box 23">
              <a:extLst>
                <a:ext uri="{FF2B5EF4-FFF2-40B4-BE49-F238E27FC236}">
                  <a16:creationId xmlns:a16="http://schemas.microsoft.com/office/drawing/2014/main" id="{FAFB0BE2-617B-B103-7118-9322BF450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52715">
              <a:off x="6060637" y="4143639"/>
              <a:ext cx="640640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849</a:t>
              </a:r>
            </a:p>
          </p:txBody>
        </p:sp>
        <p:sp>
          <p:nvSpPr>
            <p:cNvPr id="17469" name="Text Box 24">
              <a:extLst>
                <a:ext uri="{FF2B5EF4-FFF2-40B4-BE49-F238E27FC236}">
                  <a16:creationId xmlns:a16="http://schemas.microsoft.com/office/drawing/2014/main" id="{41790A37-45E1-0C10-84AC-5F7380FF1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937753">
              <a:off x="4717016" y="4890654"/>
              <a:ext cx="684693" cy="418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802</a:t>
              </a:r>
            </a:p>
          </p:txBody>
        </p:sp>
        <p:sp>
          <p:nvSpPr>
            <p:cNvPr id="17470" name="Text Box 25">
              <a:extLst>
                <a:ext uri="{FF2B5EF4-FFF2-40B4-BE49-F238E27FC236}">
                  <a16:creationId xmlns:a16="http://schemas.microsoft.com/office/drawing/2014/main" id="{178CD492-FBC6-E8D0-19AB-C4D134A2B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055131">
              <a:off x="5408991" y="5292990"/>
              <a:ext cx="789821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1387</a:t>
              </a:r>
            </a:p>
          </p:txBody>
        </p:sp>
        <p:sp>
          <p:nvSpPr>
            <p:cNvPr id="17471" name="Text Box 26">
              <a:extLst>
                <a:ext uri="{FF2B5EF4-FFF2-40B4-BE49-F238E27FC236}">
                  <a16:creationId xmlns:a16="http://schemas.microsoft.com/office/drawing/2014/main" id="{50F7DD21-ADE4-85F1-9081-B1ABFDC8A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463698">
              <a:off x="3596066" y="5054865"/>
              <a:ext cx="789821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1743</a:t>
              </a:r>
            </a:p>
          </p:txBody>
        </p:sp>
        <p:sp>
          <p:nvSpPr>
            <p:cNvPr id="17472" name="Text Box 27">
              <a:extLst>
                <a:ext uri="{FF2B5EF4-FFF2-40B4-BE49-F238E27FC236}">
                  <a16:creationId xmlns:a16="http://schemas.microsoft.com/office/drawing/2014/main" id="{E5933308-19CD-E486-1E5D-CC90B18A0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910655">
              <a:off x="3707191" y="4318265"/>
              <a:ext cx="789821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1843</a:t>
              </a:r>
            </a:p>
          </p:txBody>
        </p:sp>
        <p:sp>
          <p:nvSpPr>
            <p:cNvPr id="17473" name="Text Box 28">
              <a:extLst>
                <a:ext uri="{FF2B5EF4-FFF2-40B4-BE49-F238E27FC236}">
                  <a16:creationId xmlns:a16="http://schemas.microsoft.com/office/drawing/2014/main" id="{A855F68D-383D-1E8B-2711-2A6E860B8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626382">
              <a:off x="7004428" y="5521590"/>
              <a:ext cx="789821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1099</a:t>
              </a:r>
            </a:p>
          </p:txBody>
        </p:sp>
        <p:sp>
          <p:nvSpPr>
            <p:cNvPr id="17474" name="Text Box 29">
              <a:extLst>
                <a:ext uri="{FF2B5EF4-FFF2-40B4-BE49-F238E27FC236}">
                  <a16:creationId xmlns:a16="http://schemas.microsoft.com/office/drawing/2014/main" id="{988EF0FA-AEFE-7AD8-C950-1D86510D1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65849">
              <a:off x="5958696" y="5826390"/>
              <a:ext cx="769908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1120</a:t>
              </a:r>
            </a:p>
          </p:txBody>
        </p:sp>
        <p:sp>
          <p:nvSpPr>
            <p:cNvPr id="17475" name="Text Box 30">
              <a:extLst>
                <a:ext uri="{FF2B5EF4-FFF2-40B4-BE49-F238E27FC236}">
                  <a16:creationId xmlns:a16="http://schemas.microsoft.com/office/drawing/2014/main" id="{23C07416-7DF3-B5D1-BC75-D8F703CD3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95916">
              <a:off x="3748465" y="5645415"/>
              <a:ext cx="789821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1233</a:t>
              </a:r>
            </a:p>
          </p:txBody>
        </p:sp>
        <p:sp>
          <p:nvSpPr>
            <p:cNvPr id="17476" name="Text Box 31">
              <a:extLst>
                <a:ext uri="{FF2B5EF4-FFF2-40B4-BE49-F238E27FC236}">
                  <a16:creationId xmlns:a16="http://schemas.microsoft.com/office/drawing/2014/main" id="{9A31E9B9-96BC-0FFF-F9F7-7F64B611C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4665015">
              <a:off x="2951716" y="5197042"/>
              <a:ext cx="684693" cy="418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/>
                <a:t>337</a:t>
              </a:r>
            </a:p>
          </p:txBody>
        </p:sp>
        <p:sp>
          <p:nvSpPr>
            <p:cNvPr id="17477" name="Text Box 32">
              <a:extLst>
                <a:ext uri="{FF2B5EF4-FFF2-40B4-BE49-F238E27FC236}">
                  <a16:creationId xmlns:a16="http://schemas.microsoft.com/office/drawing/2014/main" id="{DAC14970-765A-046E-4EFB-EA65C9206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832501">
              <a:off x="1900615" y="5461265"/>
              <a:ext cx="789821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2555</a:t>
              </a:r>
            </a:p>
          </p:txBody>
        </p:sp>
        <p:sp>
          <p:nvSpPr>
            <p:cNvPr id="17478" name="Text Box 33">
              <a:extLst>
                <a:ext uri="{FF2B5EF4-FFF2-40B4-BE49-F238E27FC236}">
                  <a16:creationId xmlns:a16="http://schemas.microsoft.com/office/drawing/2014/main" id="{ED47D560-2E30-ECB5-3044-D4B536D24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708333">
              <a:off x="6762312" y="4445265"/>
              <a:ext cx="640640" cy="44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142</a:t>
              </a:r>
            </a:p>
          </p:txBody>
        </p:sp>
        <p:cxnSp>
          <p:nvCxnSpPr>
            <p:cNvPr id="17479" name="AutoShape 34">
              <a:extLst>
                <a:ext uri="{FF2B5EF4-FFF2-40B4-BE49-F238E27FC236}">
                  <a16:creationId xmlns:a16="http://schemas.microsoft.com/office/drawing/2014/main" id="{5D8F5FF3-339F-A1F5-4039-BCF883C23BE3}"/>
                </a:ext>
              </a:extLst>
            </p:cNvPr>
            <p:cNvCxnSpPr>
              <a:cxnSpLocks noChangeShapeType="1"/>
              <a:stCxn id="17450" idx="4"/>
              <a:endCxn id="17451" idx="7"/>
            </p:cNvCxnSpPr>
            <p:nvPr/>
          </p:nvCxnSpPr>
          <p:spPr bwMode="auto">
            <a:xfrm rot="16200000" flipH="1">
              <a:off x="7055183" y="5354305"/>
              <a:ext cx="1536980" cy="8032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80" name="Text Box 35">
              <a:extLst>
                <a:ext uri="{FF2B5EF4-FFF2-40B4-BE49-F238E27FC236}">
                  <a16:creationId xmlns:a16="http://schemas.microsoft.com/office/drawing/2014/main" id="{91F18FC5-8F77-B61B-3AB3-0745F8ADF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207815">
              <a:off x="7609097" y="5045435"/>
              <a:ext cx="844132" cy="418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1205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D5080ABE-8242-18D2-0B03-5A0EAAA52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All-Pairs Shortest Paths</a:t>
            </a:r>
          </a:p>
        </p:txBody>
      </p:sp>
      <p:sp>
        <p:nvSpPr>
          <p:cNvPr id="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760C930-A24D-C2AE-4F6E-B427D688F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00200"/>
            <a:ext cx="8001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kern="0" dirty="0"/>
              <a:t>Find the distance between every pair of vertices in a weighted graph G.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400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kern="0" dirty="0"/>
              <a:t>We can make n calls to </a:t>
            </a:r>
            <a:r>
              <a:rPr lang="en-US" sz="2400" kern="0" dirty="0" err="1"/>
              <a:t>Dijkstra’s</a:t>
            </a:r>
            <a:r>
              <a:rPr lang="en-US" sz="2400" kern="0" dirty="0"/>
              <a:t> algorithm (if no negative edges), which takes O(</a:t>
            </a:r>
            <a:r>
              <a:rPr lang="en-US" sz="2400" kern="0" dirty="0" err="1"/>
              <a:t>nmlog</a:t>
            </a:r>
            <a:r>
              <a:rPr lang="en-US" sz="2400" kern="0" dirty="0"/>
              <a:t> n) time.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400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kern="0" dirty="0"/>
              <a:t>Likewise, n calls to Bellman-Ford would take O(n</a:t>
            </a:r>
            <a:r>
              <a:rPr lang="en-US" sz="2400" kern="0" baseline="30000" dirty="0"/>
              <a:t>2</a:t>
            </a:r>
            <a:r>
              <a:rPr lang="en-US" sz="2400" kern="0" dirty="0"/>
              <a:t>m)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E32AFA70-5215-E691-1A71-53D3DEEAD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All-Pairs Shortest Paths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7636781-DE70-0743-E173-69639DA8B2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371600"/>
            <a:ext cx="3429000" cy="2057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We can achieve O(n</a:t>
            </a:r>
            <a:r>
              <a:rPr lang="en-US" altLang="en-US" sz="2000" baseline="30000"/>
              <a:t>3</a:t>
            </a:r>
            <a:r>
              <a:rPr lang="en-US" altLang="en-US" sz="2000"/>
              <a:t>) time using </a:t>
            </a:r>
            <a:r>
              <a:rPr lang="en-US" altLang="en-US" sz="2000">
                <a:solidFill>
                  <a:srgbClr val="FF0000"/>
                </a:solidFill>
              </a:rPr>
              <a:t>dynamic programming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(similar to the Floyd-Warshall algorithm for transitive closure).</a:t>
            </a:r>
          </a:p>
        </p:txBody>
      </p:sp>
      <p:sp>
        <p:nvSpPr>
          <p:cNvPr id="19459" name="Text Box 4">
            <a:extLst>
              <a:ext uri="{FF2B5EF4-FFF2-40B4-BE49-F238E27FC236}">
                <a16:creationId xmlns:a16="http://schemas.microsoft.com/office/drawing/2014/main" id="{1E772D47-CBC1-6BBC-B31C-220ABD5C9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447800"/>
            <a:ext cx="47244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AllPair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Times New Roman" panose="02020603050405020304" pitchFamily="18" charset="0"/>
              </a:rPr>
              <a:t>{assumes vertices 1,…,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}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vertex pairs (i,j) 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i,i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 if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is an edge in G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weight of edge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   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   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  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   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min{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],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i,k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]}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6F0AEEB3-B56F-9568-3C07-A572D96F4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5021263"/>
            <a:ext cx="11113" cy="476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1" name="Oval 7">
            <a:extLst>
              <a:ext uri="{FF2B5EF4-FFF2-40B4-BE49-F238E27FC236}">
                <a16:creationId xmlns:a16="http://schemas.microsoft.com/office/drawing/2014/main" id="{BB8030EC-09B3-9760-A357-11F3E08D6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1" y="5781675"/>
            <a:ext cx="271463" cy="2413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19462" name="Oval 8">
            <a:extLst>
              <a:ext uri="{FF2B5EF4-FFF2-40B4-BE49-F238E27FC236}">
                <a16:creationId xmlns:a16="http://schemas.microsoft.com/office/drawing/2014/main" id="{F6F543E6-A39B-D740-39B0-9CE4EF85A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4" y="5408613"/>
            <a:ext cx="269875" cy="2413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9463" name="Oval 9">
            <a:extLst>
              <a:ext uri="{FF2B5EF4-FFF2-40B4-BE49-F238E27FC236}">
                <a16:creationId xmlns:a16="http://schemas.microsoft.com/office/drawing/2014/main" id="{8BCB7437-D4C9-63FF-546B-E65155DBB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3" y="4999039"/>
            <a:ext cx="271462" cy="24288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Times New Roman" panose="02020603050405020304" pitchFamily="18" charset="0"/>
              </a:rPr>
              <a:t>i</a:t>
            </a:r>
          </a:p>
        </p:txBody>
      </p:sp>
      <p:cxnSp>
        <p:nvCxnSpPr>
          <p:cNvPr id="19464" name="AutoShape 10">
            <a:extLst>
              <a:ext uri="{FF2B5EF4-FFF2-40B4-BE49-F238E27FC236}">
                <a16:creationId xmlns:a16="http://schemas.microsoft.com/office/drawing/2014/main" id="{99949181-D5EB-78F9-DFF0-BA5A827D8AB3}"/>
              </a:ext>
            </a:extLst>
          </p:cNvPr>
          <p:cNvCxnSpPr>
            <a:cxnSpLocks noChangeShapeType="1"/>
            <a:stCxn id="19463" idx="4"/>
            <a:endCxn id="19461" idx="1"/>
          </p:cNvCxnSpPr>
          <p:nvPr/>
        </p:nvCxnSpPr>
        <p:spPr bwMode="auto">
          <a:xfrm rot="16200000" flipH="1">
            <a:off x="3263901" y="5084763"/>
            <a:ext cx="536575" cy="889000"/>
          </a:xfrm>
          <a:prstGeom prst="curvedConnector3">
            <a:avLst>
              <a:gd name="adj1" fmla="val 46745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5" name="AutoShape 11">
            <a:extLst>
              <a:ext uri="{FF2B5EF4-FFF2-40B4-BE49-F238E27FC236}">
                <a16:creationId xmlns:a16="http://schemas.microsoft.com/office/drawing/2014/main" id="{FF55D164-5238-FB8B-47FC-2610689858B6}"/>
              </a:ext>
            </a:extLst>
          </p:cNvPr>
          <p:cNvCxnSpPr>
            <a:cxnSpLocks noChangeShapeType="1"/>
            <a:stCxn id="19461" idx="7"/>
            <a:endCxn id="19462" idx="3"/>
          </p:cNvCxnSpPr>
          <p:nvPr/>
        </p:nvCxnSpPr>
        <p:spPr bwMode="auto">
          <a:xfrm rot="16200000">
            <a:off x="4426744" y="5364957"/>
            <a:ext cx="185738" cy="701675"/>
          </a:xfrm>
          <a:prstGeom prst="curvedConnector3">
            <a:avLst>
              <a:gd name="adj1" fmla="val 49815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6" name="Text Box 12">
            <a:extLst>
              <a:ext uri="{FF2B5EF4-FFF2-40B4-BE49-F238E27FC236}">
                <a16:creationId xmlns:a16="http://schemas.microsoft.com/office/drawing/2014/main" id="{8441603E-411E-0F65-30B9-80C6EF3AE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6037" y="5591176"/>
            <a:ext cx="18854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Uses only vertices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numbered 1,…,k-1</a:t>
            </a:r>
          </a:p>
        </p:txBody>
      </p:sp>
      <p:sp>
        <p:nvSpPr>
          <p:cNvPr id="19467" name="Text Box 13">
            <a:extLst>
              <a:ext uri="{FF2B5EF4-FFF2-40B4-BE49-F238E27FC236}">
                <a16:creationId xmlns:a16="http://schemas.microsoft.com/office/drawing/2014/main" id="{F47D783B-7DB9-5596-4820-8F5FE65B5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412" y="5819776"/>
            <a:ext cx="18854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Uses only vertices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numbered 1,…,k-1</a:t>
            </a:r>
          </a:p>
        </p:txBody>
      </p:sp>
      <p:cxnSp>
        <p:nvCxnSpPr>
          <p:cNvPr id="19468" name="AutoShape 14">
            <a:extLst>
              <a:ext uri="{FF2B5EF4-FFF2-40B4-BE49-F238E27FC236}">
                <a16:creationId xmlns:a16="http://schemas.microsoft.com/office/drawing/2014/main" id="{45265BF0-9AD6-130A-46A6-09C4DEE6E8BA}"/>
              </a:ext>
            </a:extLst>
          </p:cNvPr>
          <p:cNvCxnSpPr>
            <a:cxnSpLocks noChangeShapeType="1"/>
            <a:stCxn id="19463" idx="5"/>
            <a:endCxn id="19462" idx="2"/>
          </p:cNvCxnSpPr>
          <p:nvPr/>
        </p:nvCxnSpPr>
        <p:spPr bwMode="auto">
          <a:xfrm rot="16200000" flipH="1">
            <a:off x="3845720" y="4563270"/>
            <a:ext cx="303213" cy="1628775"/>
          </a:xfrm>
          <a:prstGeom prst="curvedConnector2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9" name="Text Box 15">
            <a:extLst>
              <a:ext uri="{FF2B5EF4-FFF2-40B4-BE49-F238E27FC236}">
                <a16:creationId xmlns:a16="http://schemas.microsoft.com/office/drawing/2014/main" id="{62C8F8AE-7C38-4E7C-A6F9-85BB348A8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886201"/>
            <a:ext cx="2971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</a:rPr>
              <a:t>Uses only vertices numbered 1,…,k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</a:rPr>
              <a:t>(compute weight of this edge)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CA5C674D-4DD3-6763-9AB2-A4A179460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Minimum Spanning Tree</a:t>
            </a:r>
          </a:p>
        </p:txBody>
      </p:sp>
      <p:sp>
        <p:nvSpPr>
          <p:cNvPr id="2150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E10C78F-4753-AA30-7D8E-BD4DD3A290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1" y="1524000"/>
            <a:ext cx="4086225" cy="47244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Spanning subgraph</a:t>
            </a:r>
          </a:p>
          <a:p>
            <a:pPr lvl="1"/>
            <a:r>
              <a:rPr lang="en-US" altLang="en-US" sz="1800"/>
              <a:t>Subgraph of a graph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containing all the vertices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endParaRPr lang="en-US" altLang="en-US" sz="180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Spanning tree</a:t>
            </a:r>
          </a:p>
          <a:p>
            <a:pPr lvl="1"/>
            <a:r>
              <a:rPr lang="en-US" altLang="en-US" sz="1800"/>
              <a:t>Spanning subgraph that is a (free) tree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Minimum spanning tree (MST)</a:t>
            </a:r>
          </a:p>
          <a:p>
            <a:pPr lvl="1"/>
            <a:r>
              <a:rPr lang="en-US" altLang="en-US" sz="1800"/>
              <a:t>Spanning tree of a weighted graph with minimum total edge weight</a:t>
            </a:r>
          </a:p>
          <a:p>
            <a:r>
              <a:rPr lang="en-US" altLang="en-US" sz="2000"/>
              <a:t>Applications</a:t>
            </a:r>
          </a:p>
          <a:p>
            <a:pPr lvl="1"/>
            <a:r>
              <a:rPr lang="en-US" altLang="en-US" sz="1800"/>
              <a:t>Communications networks</a:t>
            </a:r>
          </a:p>
          <a:p>
            <a:pPr lvl="1"/>
            <a:r>
              <a:rPr lang="en-US" altLang="en-US" sz="1800"/>
              <a:t>Transportation networks</a:t>
            </a:r>
          </a:p>
          <a:p>
            <a:pPr lvl="1"/>
            <a:endParaRPr lang="en-US" altLang="en-US" sz="1800"/>
          </a:p>
        </p:txBody>
      </p:sp>
      <p:sp>
        <p:nvSpPr>
          <p:cNvPr id="21507" name="Oval 12">
            <a:extLst>
              <a:ext uri="{FF2B5EF4-FFF2-40B4-BE49-F238E27FC236}">
                <a16:creationId xmlns:a16="http://schemas.microsoft.com/office/drawing/2014/main" id="{1216F096-9E99-4F41-FC33-A8EBF2F45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3826" y="1905000"/>
            <a:ext cx="936625" cy="457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ORD</a:t>
            </a:r>
          </a:p>
        </p:txBody>
      </p:sp>
      <p:sp>
        <p:nvSpPr>
          <p:cNvPr id="21508" name="Oval 99">
            <a:extLst>
              <a:ext uri="{FF2B5EF4-FFF2-40B4-BE49-F238E27FC236}">
                <a16:creationId xmlns:a16="http://schemas.microsoft.com/office/drawing/2014/main" id="{47612D85-FE0F-EC90-5C57-95CB7D0BD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0851" y="2428875"/>
            <a:ext cx="936625" cy="457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PIT</a:t>
            </a:r>
          </a:p>
        </p:txBody>
      </p:sp>
      <p:sp>
        <p:nvSpPr>
          <p:cNvPr id="21509" name="Oval 100">
            <a:extLst>
              <a:ext uri="{FF2B5EF4-FFF2-40B4-BE49-F238E27FC236}">
                <a16:creationId xmlns:a16="http://schemas.microsoft.com/office/drawing/2014/main" id="{A18ED2A7-0D6D-B96D-15CF-0511F8E3F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8739" y="5200650"/>
            <a:ext cx="936625" cy="457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ATL</a:t>
            </a:r>
          </a:p>
        </p:txBody>
      </p:sp>
      <p:sp>
        <p:nvSpPr>
          <p:cNvPr id="21510" name="Oval 101">
            <a:extLst>
              <a:ext uri="{FF2B5EF4-FFF2-40B4-BE49-F238E27FC236}">
                <a16:creationId xmlns:a16="http://schemas.microsoft.com/office/drawing/2014/main" id="{D7DAE5E0-F992-4831-8F24-CAFE157D0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7301" y="3848100"/>
            <a:ext cx="936625" cy="457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STL</a:t>
            </a:r>
          </a:p>
        </p:txBody>
      </p:sp>
      <p:sp>
        <p:nvSpPr>
          <p:cNvPr id="21511" name="Oval 102">
            <a:extLst>
              <a:ext uri="{FF2B5EF4-FFF2-40B4-BE49-F238E27FC236}">
                <a16:creationId xmlns:a16="http://schemas.microsoft.com/office/drawing/2014/main" id="{9385DB65-B266-758C-F060-BE94BD142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6" y="2895600"/>
            <a:ext cx="936625" cy="457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DEN</a:t>
            </a:r>
          </a:p>
        </p:txBody>
      </p:sp>
      <p:sp>
        <p:nvSpPr>
          <p:cNvPr id="21512" name="Oval 103">
            <a:extLst>
              <a:ext uri="{FF2B5EF4-FFF2-40B4-BE49-F238E27FC236}">
                <a16:creationId xmlns:a16="http://schemas.microsoft.com/office/drawing/2014/main" id="{548B04C2-00A2-AE9C-1695-7503DF24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1" y="5143500"/>
            <a:ext cx="936625" cy="457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DFW</a:t>
            </a:r>
          </a:p>
        </p:txBody>
      </p:sp>
      <p:sp>
        <p:nvSpPr>
          <p:cNvPr id="21513" name="Oval 104">
            <a:extLst>
              <a:ext uri="{FF2B5EF4-FFF2-40B4-BE49-F238E27FC236}">
                <a16:creationId xmlns:a16="http://schemas.microsoft.com/office/drawing/2014/main" id="{55E5911D-B3BC-30BB-DED5-8E44453F7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6576" y="3571875"/>
            <a:ext cx="936625" cy="457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DCA</a:t>
            </a:r>
          </a:p>
        </p:txBody>
      </p:sp>
      <p:cxnSp>
        <p:nvCxnSpPr>
          <p:cNvPr id="21514" name="AutoShape 106">
            <a:extLst>
              <a:ext uri="{FF2B5EF4-FFF2-40B4-BE49-F238E27FC236}">
                <a16:creationId xmlns:a16="http://schemas.microsoft.com/office/drawing/2014/main" id="{97749C79-12AB-F3FB-0584-7231A9432ECD}"/>
              </a:ext>
            </a:extLst>
          </p:cNvPr>
          <p:cNvCxnSpPr>
            <a:cxnSpLocks noChangeShapeType="1"/>
            <a:stCxn id="21511" idx="7"/>
            <a:endCxn id="21507" idx="3"/>
          </p:cNvCxnSpPr>
          <p:nvPr/>
        </p:nvCxnSpPr>
        <p:spPr bwMode="auto">
          <a:xfrm flipV="1">
            <a:off x="6911976" y="2305050"/>
            <a:ext cx="968375" cy="6477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5" name="AutoShape 107">
            <a:extLst>
              <a:ext uri="{FF2B5EF4-FFF2-40B4-BE49-F238E27FC236}">
                <a16:creationId xmlns:a16="http://schemas.microsoft.com/office/drawing/2014/main" id="{A2CEE410-684B-785F-AB20-8DEE66E08D13}"/>
              </a:ext>
            </a:extLst>
          </p:cNvPr>
          <p:cNvCxnSpPr>
            <a:cxnSpLocks noChangeShapeType="1"/>
            <a:stCxn id="21510" idx="0"/>
            <a:endCxn id="21507" idx="4"/>
          </p:cNvCxnSpPr>
          <p:nvPr/>
        </p:nvCxnSpPr>
        <p:spPr bwMode="auto">
          <a:xfrm flipV="1">
            <a:off x="8075614" y="2371725"/>
            <a:ext cx="136525" cy="14668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08">
            <a:extLst>
              <a:ext uri="{FF2B5EF4-FFF2-40B4-BE49-F238E27FC236}">
                <a16:creationId xmlns:a16="http://schemas.microsoft.com/office/drawing/2014/main" id="{CC242316-CC42-EB11-3C52-1AC935F1E57E}"/>
              </a:ext>
            </a:extLst>
          </p:cNvPr>
          <p:cNvCxnSpPr>
            <a:cxnSpLocks noChangeShapeType="1"/>
            <a:stCxn id="21510" idx="6"/>
            <a:endCxn id="21513" idx="2"/>
          </p:cNvCxnSpPr>
          <p:nvPr/>
        </p:nvCxnSpPr>
        <p:spPr bwMode="auto">
          <a:xfrm flipV="1">
            <a:off x="8553450" y="3800476"/>
            <a:ext cx="863600" cy="2762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09">
            <a:extLst>
              <a:ext uri="{FF2B5EF4-FFF2-40B4-BE49-F238E27FC236}">
                <a16:creationId xmlns:a16="http://schemas.microsoft.com/office/drawing/2014/main" id="{423CCFB5-F878-A3E8-3303-7A392BADB1F5}"/>
              </a:ext>
            </a:extLst>
          </p:cNvPr>
          <p:cNvCxnSpPr>
            <a:cxnSpLocks noChangeShapeType="1"/>
            <a:stCxn id="21513" idx="0"/>
            <a:endCxn id="21508" idx="4"/>
          </p:cNvCxnSpPr>
          <p:nvPr/>
        </p:nvCxnSpPr>
        <p:spPr bwMode="auto">
          <a:xfrm flipH="1" flipV="1">
            <a:off x="9809164" y="2895600"/>
            <a:ext cx="85725" cy="6667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10">
            <a:extLst>
              <a:ext uri="{FF2B5EF4-FFF2-40B4-BE49-F238E27FC236}">
                <a16:creationId xmlns:a16="http://schemas.microsoft.com/office/drawing/2014/main" id="{4AA5CFCB-F660-90E8-B594-7181C77FA0B2}"/>
              </a:ext>
            </a:extLst>
          </p:cNvPr>
          <p:cNvCxnSpPr>
            <a:cxnSpLocks noChangeShapeType="1"/>
            <a:stCxn id="21507" idx="5"/>
            <a:endCxn id="21508" idx="1"/>
          </p:cNvCxnSpPr>
          <p:nvPr/>
        </p:nvCxnSpPr>
        <p:spPr bwMode="auto">
          <a:xfrm>
            <a:off x="8543925" y="2305051"/>
            <a:ext cx="933450" cy="18097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12">
            <a:extLst>
              <a:ext uri="{FF2B5EF4-FFF2-40B4-BE49-F238E27FC236}">
                <a16:creationId xmlns:a16="http://schemas.microsoft.com/office/drawing/2014/main" id="{F549BF3E-5750-F731-7E61-13FFC97AF746}"/>
              </a:ext>
            </a:extLst>
          </p:cNvPr>
          <p:cNvCxnSpPr>
            <a:cxnSpLocks noChangeShapeType="1"/>
            <a:stCxn id="21511" idx="4"/>
            <a:endCxn id="21512" idx="0"/>
          </p:cNvCxnSpPr>
          <p:nvPr/>
        </p:nvCxnSpPr>
        <p:spPr bwMode="auto">
          <a:xfrm>
            <a:off x="6580189" y="3362325"/>
            <a:ext cx="136525" cy="17716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13">
            <a:extLst>
              <a:ext uri="{FF2B5EF4-FFF2-40B4-BE49-F238E27FC236}">
                <a16:creationId xmlns:a16="http://schemas.microsoft.com/office/drawing/2014/main" id="{A471D9A2-43ED-E77C-8282-E8DFBB8BDEB0}"/>
              </a:ext>
            </a:extLst>
          </p:cNvPr>
          <p:cNvCxnSpPr>
            <a:cxnSpLocks noChangeShapeType="1"/>
            <a:stCxn id="21513" idx="4"/>
            <a:endCxn id="21509" idx="0"/>
          </p:cNvCxnSpPr>
          <p:nvPr/>
        </p:nvCxnSpPr>
        <p:spPr bwMode="auto">
          <a:xfrm flipH="1">
            <a:off x="9417050" y="4038601"/>
            <a:ext cx="477838" cy="11525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14">
            <a:extLst>
              <a:ext uri="{FF2B5EF4-FFF2-40B4-BE49-F238E27FC236}">
                <a16:creationId xmlns:a16="http://schemas.microsoft.com/office/drawing/2014/main" id="{9D261875-286D-7E5C-C2E3-1619C4205704}"/>
              </a:ext>
            </a:extLst>
          </p:cNvPr>
          <p:cNvCxnSpPr>
            <a:cxnSpLocks noChangeShapeType="1"/>
            <a:stCxn id="21509" idx="1"/>
            <a:endCxn id="21510" idx="5"/>
          </p:cNvCxnSpPr>
          <p:nvPr/>
        </p:nvCxnSpPr>
        <p:spPr bwMode="auto">
          <a:xfrm flipH="1" flipV="1">
            <a:off x="8407401" y="4248150"/>
            <a:ext cx="677863" cy="10096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2" name="AutoShape 115">
            <a:extLst>
              <a:ext uri="{FF2B5EF4-FFF2-40B4-BE49-F238E27FC236}">
                <a16:creationId xmlns:a16="http://schemas.microsoft.com/office/drawing/2014/main" id="{BC222DA0-41DE-DEDA-960F-D58F132B1BC1}"/>
              </a:ext>
            </a:extLst>
          </p:cNvPr>
          <p:cNvCxnSpPr>
            <a:cxnSpLocks noChangeShapeType="1"/>
            <a:stCxn id="21512" idx="7"/>
            <a:endCxn id="21510" idx="3"/>
          </p:cNvCxnSpPr>
          <p:nvPr/>
        </p:nvCxnSpPr>
        <p:spPr bwMode="auto">
          <a:xfrm flipV="1">
            <a:off x="7048501" y="4248150"/>
            <a:ext cx="695325" cy="9525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3" name="AutoShape 116">
            <a:extLst>
              <a:ext uri="{FF2B5EF4-FFF2-40B4-BE49-F238E27FC236}">
                <a16:creationId xmlns:a16="http://schemas.microsoft.com/office/drawing/2014/main" id="{C2CA9131-8AA7-4575-733C-6719FA6A4F14}"/>
              </a:ext>
            </a:extLst>
          </p:cNvPr>
          <p:cNvCxnSpPr>
            <a:cxnSpLocks noChangeShapeType="1"/>
            <a:stCxn id="21511" idx="5"/>
            <a:endCxn id="21510" idx="1"/>
          </p:cNvCxnSpPr>
          <p:nvPr/>
        </p:nvCxnSpPr>
        <p:spPr bwMode="auto">
          <a:xfrm>
            <a:off x="6911975" y="3295650"/>
            <a:ext cx="831850" cy="6096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4" name="Text Box 127">
            <a:extLst>
              <a:ext uri="{FF2B5EF4-FFF2-40B4-BE49-F238E27FC236}">
                <a16:creationId xmlns:a16="http://schemas.microsoft.com/office/drawing/2014/main" id="{0724F602-F180-1D76-4D9D-22E56F665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4863" y="2041525"/>
            <a:ext cx="470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10</a:t>
            </a:r>
          </a:p>
        </p:txBody>
      </p:sp>
      <p:sp>
        <p:nvSpPr>
          <p:cNvPr id="21525" name="Text Box 130">
            <a:extLst>
              <a:ext uri="{FF2B5EF4-FFF2-40B4-BE49-F238E27FC236}">
                <a16:creationId xmlns:a16="http://schemas.microsoft.com/office/drawing/2014/main" id="{94CE5760-4FF0-A5D5-C9A6-9A668C10F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015" y="234632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21526" name="Text Box 131">
            <a:extLst>
              <a:ext uri="{FF2B5EF4-FFF2-40B4-BE49-F238E27FC236}">
                <a16:creationId xmlns:a16="http://schemas.microsoft.com/office/drawing/2014/main" id="{47BE763C-DC24-73F5-0D5C-34BC54482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002" y="326072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9</a:t>
            </a:r>
          </a:p>
        </p:txBody>
      </p:sp>
      <p:sp>
        <p:nvSpPr>
          <p:cNvPr id="21527" name="Text Box 132">
            <a:extLst>
              <a:ext uri="{FF2B5EF4-FFF2-40B4-BE49-F238E27FC236}">
                <a16:creationId xmlns:a16="http://schemas.microsoft.com/office/drawing/2014/main" id="{4A08C5B1-C19F-A502-98B8-AEFD9198E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4065" y="44196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8</a:t>
            </a:r>
          </a:p>
        </p:txBody>
      </p:sp>
      <p:sp>
        <p:nvSpPr>
          <p:cNvPr id="21528" name="Text Box 133">
            <a:extLst>
              <a:ext uri="{FF2B5EF4-FFF2-40B4-BE49-F238E27FC236}">
                <a16:creationId xmlns:a16="http://schemas.microsoft.com/office/drawing/2014/main" id="{729FCA1D-36E9-2B41-5AC9-E9BE076BC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702" y="296545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21529" name="Text Box 134">
            <a:extLst>
              <a:ext uri="{FF2B5EF4-FFF2-40B4-BE49-F238E27FC236}">
                <a16:creationId xmlns:a16="http://schemas.microsoft.com/office/drawing/2014/main" id="{52965F73-FFF9-40E4-9DF3-9C5CEF6E6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4277" y="356235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21530" name="Text Box 135">
            <a:extLst>
              <a:ext uri="{FF2B5EF4-FFF2-40B4-BE49-F238E27FC236}">
                <a16:creationId xmlns:a16="http://schemas.microsoft.com/office/drawing/2014/main" id="{237DF6F2-0C52-C299-D543-51481AB44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5340" y="445928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1531" name="Text Box 136">
            <a:extLst>
              <a:ext uri="{FF2B5EF4-FFF2-40B4-BE49-F238E27FC236}">
                <a16:creationId xmlns:a16="http://schemas.microsoft.com/office/drawing/2014/main" id="{01D31F9E-4EC8-0372-4B16-AD66F5BC3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915" y="441325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5</a:t>
            </a:r>
          </a:p>
        </p:txBody>
      </p:sp>
      <p:sp>
        <p:nvSpPr>
          <p:cNvPr id="21532" name="Text Box 137">
            <a:extLst>
              <a:ext uri="{FF2B5EF4-FFF2-40B4-BE49-F238E27FC236}">
                <a16:creationId xmlns:a16="http://schemas.microsoft.com/office/drawing/2014/main" id="{D9CA54D6-D10A-60A4-83B8-C37468567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5677" y="303212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1533" name="Text Box 138">
            <a:extLst>
              <a:ext uri="{FF2B5EF4-FFF2-40B4-BE49-F238E27FC236}">
                <a16:creationId xmlns:a16="http://schemas.microsoft.com/office/drawing/2014/main" id="{CD15CF8B-3EB8-792F-3C51-7F3B3653A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6865" y="395922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89638F9-040D-7EB8-9B86-01B0C3E08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Cycle Property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F06EE5C-8ACC-3FF5-F5C6-3632B2E90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1447800"/>
            <a:ext cx="4114800" cy="48768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en-US"/>
              <a:t>Let </a:t>
            </a:r>
            <a:r>
              <a:rPr lang="en-US" altLang="en-US" b="1" i="1">
                <a:latin typeface="Times New Roman" panose="02020603050405020304" pitchFamily="18" charset="0"/>
              </a:rPr>
              <a:t>T</a:t>
            </a:r>
            <a:r>
              <a:rPr lang="en-US" altLang="en-US"/>
              <a:t> be a minimum spanning tree of a weighted graph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Let 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/>
              <a:t> be an edge 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 that is not in </a:t>
            </a:r>
            <a:r>
              <a:rPr lang="en-US" altLang="en-US" b="1" i="1">
                <a:latin typeface="Times New Roman" panose="02020603050405020304" pitchFamily="18" charset="0"/>
              </a:rPr>
              <a:t>T </a:t>
            </a:r>
            <a:r>
              <a:rPr lang="en-US" altLang="en-US"/>
              <a:t>and </a:t>
            </a:r>
            <a:r>
              <a:rPr lang="en-US" altLang="en-US" b="1" i="1">
                <a:latin typeface="Times New Roman" panose="02020603050405020304" pitchFamily="18" charset="0"/>
              </a:rPr>
              <a:t>C</a:t>
            </a:r>
            <a:r>
              <a:rPr lang="en-US" altLang="en-US"/>
              <a:t> the cycle formed by 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/>
              <a:t> with </a:t>
            </a:r>
            <a:r>
              <a:rPr lang="en-US" altLang="en-US" b="1" i="1">
                <a:latin typeface="Times New Roman" panose="02020603050405020304" pitchFamily="18" charset="0"/>
              </a:rPr>
              <a:t>T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For every edge </a:t>
            </a:r>
            <a:r>
              <a:rPr lang="en-US" altLang="en-US" b="1" i="1">
                <a:latin typeface="Times New Roman" panose="02020603050405020304" pitchFamily="18" charset="0"/>
              </a:rPr>
              <a:t>f</a:t>
            </a:r>
            <a:r>
              <a:rPr lang="en-US" altLang="en-US"/>
              <a:t> of </a:t>
            </a:r>
            <a:r>
              <a:rPr lang="en-US" altLang="en-US" b="1" i="1">
                <a:latin typeface="Times New Roman" panose="02020603050405020304" pitchFamily="18" charset="0"/>
              </a:rPr>
              <a:t>C,</a:t>
            </a:r>
            <a:r>
              <a:rPr lang="en-US" altLang="en-US"/>
              <a:t> </a:t>
            </a:r>
            <a:r>
              <a:rPr lang="en-US" altLang="en-US" b="1" i="1">
                <a:latin typeface="Times New Roman" panose="02020603050405020304" pitchFamily="18" charset="0"/>
              </a:rPr>
              <a:t>weight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 b="1" i="1">
                <a:latin typeface="Times New Roman" panose="02020603050405020304" pitchFamily="18" charset="0"/>
              </a:rPr>
              <a:t> </a:t>
            </a:r>
            <a:r>
              <a:rPr lang="en-US" altLang="en-US" b="1">
                <a:latin typeface="Symbol" panose="05050102010706020507" pitchFamily="18" charset="2"/>
                <a:sym typeface="Symbol" panose="05050102010706020507" pitchFamily="18" charset="2"/>
              </a:rPr>
              <a:t> </a:t>
            </a:r>
            <a:r>
              <a:rPr lang="en-US" altLang="en-US" b="1" i="1">
                <a:latin typeface="Times New Roman" panose="02020603050405020304" pitchFamily="18" charset="0"/>
              </a:rPr>
              <a:t>weight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 b="1" i="1">
                <a:latin typeface="Times New Roman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Proof: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By contradiction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 b="1" i="1">
                <a:latin typeface="Times New Roman" panose="02020603050405020304" pitchFamily="18" charset="0"/>
              </a:rPr>
              <a:t>weight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 b="1" i="1">
                <a:latin typeface="Times New Roman" panose="02020603050405020304" pitchFamily="18" charset="0"/>
              </a:rPr>
              <a:t> </a:t>
            </a:r>
            <a:r>
              <a:rPr lang="en-US" altLang="en-US" b="1">
                <a:latin typeface="Symbol" panose="05050102010706020507" pitchFamily="18" charset="2"/>
                <a:sym typeface="Symbol" panose="05050102010706020507" pitchFamily="18" charset="2"/>
              </a:rPr>
              <a:t>&gt; </a:t>
            </a:r>
            <a:r>
              <a:rPr lang="en-US" altLang="en-US" b="1" i="1">
                <a:latin typeface="Times New Roman" panose="02020603050405020304" pitchFamily="18" charset="0"/>
              </a:rPr>
              <a:t>weight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>
                <a:latin typeface="Times New Roman" panose="02020603050405020304" pitchFamily="18" charset="0"/>
              </a:rPr>
              <a:t>) </a:t>
            </a:r>
            <a:r>
              <a:rPr lang="en-US" altLang="en-US"/>
              <a:t>we can get a spanning tree of smaller weight by replacing 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/>
              <a:t> with </a:t>
            </a:r>
            <a:r>
              <a:rPr lang="en-US" altLang="en-US" b="1" i="1">
                <a:latin typeface="Times New Roman" panose="02020603050405020304" pitchFamily="18" charset="0"/>
              </a:rPr>
              <a:t>f</a:t>
            </a:r>
            <a:endParaRPr lang="en-US" altLang="en-US"/>
          </a:p>
        </p:txBody>
      </p:sp>
      <p:grpSp>
        <p:nvGrpSpPr>
          <p:cNvPr id="22531" name="Group 91">
            <a:extLst>
              <a:ext uri="{FF2B5EF4-FFF2-40B4-BE49-F238E27FC236}">
                <a16:creationId xmlns:a16="http://schemas.microsoft.com/office/drawing/2014/main" id="{6AF13FF8-2DC2-45F8-B42A-CE0232535056}"/>
              </a:ext>
            </a:extLst>
          </p:cNvPr>
          <p:cNvGrpSpPr>
            <a:grpSpLocks/>
          </p:cNvGrpSpPr>
          <p:nvPr/>
        </p:nvGrpSpPr>
        <p:grpSpPr bwMode="auto">
          <a:xfrm>
            <a:off x="6627814" y="1295400"/>
            <a:ext cx="3346451" cy="2122488"/>
            <a:chOff x="3268" y="969"/>
            <a:chExt cx="2108" cy="1337"/>
          </a:xfrm>
        </p:grpSpPr>
        <p:sp>
          <p:nvSpPr>
            <p:cNvPr id="22562" name="Oval 31">
              <a:extLst>
                <a:ext uri="{FF2B5EF4-FFF2-40B4-BE49-F238E27FC236}">
                  <a16:creationId xmlns:a16="http://schemas.microsoft.com/office/drawing/2014/main" id="{4F1D2BA2-BF40-6C4A-C24C-AD6858183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20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63" name="Oval 32">
              <a:extLst>
                <a:ext uri="{FF2B5EF4-FFF2-40B4-BE49-F238E27FC236}">
                  <a16:creationId xmlns:a16="http://schemas.microsoft.com/office/drawing/2014/main" id="{3790F37D-3858-A8CD-030A-544DD1ABE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00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64" name="Oval 33">
              <a:extLst>
                <a:ext uri="{FF2B5EF4-FFF2-40B4-BE49-F238E27FC236}">
                  <a16:creationId xmlns:a16="http://schemas.microsoft.com/office/drawing/2014/main" id="{0C250686-C466-5CC1-9913-6BD25FFA5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58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65" name="Oval 34">
              <a:extLst>
                <a:ext uri="{FF2B5EF4-FFF2-40B4-BE49-F238E27FC236}">
                  <a16:creationId xmlns:a16="http://schemas.microsoft.com/office/drawing/2014/main" id="{0998AABA-2DEF-C9AD-D45B-11A11BE2F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01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66" name="Oval 35">
              <a:extLst>
                <a:ext uri="{FF2B5EF4-FFF2-40B4-BE49-F238E27FC236}">
                  <a16:creationId xmlns:a16="http://schemas.microsoft.com/office/drawing/2014/main" id="{93EFC5F0-23C7-2BCD-8180-47776D566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48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67" name="Oval 36">
              <a:extLst>
                <a:ext uri="{FF2B5EF4-FFF2-40B4-BE49-F238E27FC236}">
                  <a16:creationId xmlns:a16="http://schemas.microsoft.com/office/drawing/2014/main" id="{0E145CD4-DAF5-AFCD-CBD3-BD50EB7DE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92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2568" name="AutoShape 37">
              <a:extLst>
                <a:ext uri="{FF2B5EF4-FFF2-40B4-BE49-F238E27FC236}">
                  <a16:creationId xmlns:a16="http://schemas.microsoft.com/office/drawing/2014/main" id="{85676E60-BB88-D124-2B64-84BAD4229F3A}"/>
                </a:ext>
              </a:extLst>
            </p:cNvPr>
            <p:cNvCxnSpPr>
              <a:cxnSpLocks noChangeShapeType="1"/>
              <a:stCxn id="22562" idx="5"/>
              <a:endCxn id="22564" idx="1"/>
            </p:cNvCxnSpPr>
            <p:nvPr/>
          </p:nvCxnSpPr>
          <p:spPr bwMode="auto">
            <a:xfrm>
              <a:off x="3668" y="1370"/>
              <a:ext cx="296" cy="236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9" name="AutoShape 38">
              <a:extLst>
                <a:ext uri="{FF2B5EF4-FFF2-40B4-BE49-F238E27FC236}">
                  <a16:creationId xmlns:a16="http://schemas.microsoft.com/office/drawing/2014/main" id="{F083127C-1721-F902-32F6-B55DEA0E43B4}"/>
                </a:ext>
              </a:extLst>
            </p:cNvPr>
            <p:cNvCxnSpPr>
              <a:cxnSpLocks noChangeShapeType="1"/>
              <a:stCxn id="22564" idx="3"/>
              <a:endCxn id="22565" idx="7"/>
            </p:cNvCxnSpPr>
            <p:nvPr/>
          </p:nvCxnSpPr>
          <p:spPr bwMode="auto">
            <a:xfrm flipH="1">
              <a:off x="3476" y="1754"/>
              <a:ext cx="488" cy="2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0" name="AutoShape 39">
              <a:extLst>
                <a:ext uri="{FF2B5EF4-FFF2-40B4-BE49-F238E27FC236}">
                  <a16:creationId xmlns:a16="http://schemas.microsoft.com/office/drawing/2014/main" id="{3116A084-1E07-5F59-AC6E-E069486C1F91}"/>
                </a:ext>
              </a:extLst>
            </p:cNvPr>
            <p:cNvCxnSpPr>
              <a:cxnSpLocks noChangeShapeType="1"/>
              <a:stCxn id="22562" idx="3"/>
              <a:endCxn id="22565" idx="0"/>
            </p:cNvCxnSpPr>
            <p:nvPr/>
          </p:nvCxnSpPr>
          <p:spPr bwMode="auto">
            <a:xfrm flipH="1">
              <a:off x="3408" y="1370"/>
              <a:ext cx="124" cy="640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1" name="AutoShape 40">
              <a:extLst>
                <a:ext uri="{FF2B5EF4-FFF2-40B4-BE49-F238E27FC236}">
                  <a16:creationId xmlns:a16="http://schemas.microsoft.com/office/drawing/2014/main" id="{25E4A6AC-737D-2D35-97AC-665E55052034}"/>
                </a:ext>
              </a:extLst>
            </p:cNvPr>
            <p:cNvCxnSpPr>
              <a:cxnSpLocks noChangeShapeType="1"/>
              <a:stCxn id="22564" idx="6"/>
              <a:endCxn id="22567" idx="1"/>
            </p:cNvCxnSpPr>
            <p:nvPr/>
          </p:nvCxnSpPr>
          <p:spPr bwMode="auto">
            <a:xfrm>
              <a:off x="4134" y="1680"/>
              <a:ext cx="742" cy="26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2" name="AutoShape 41">
              <a:extLst>
                <a:ext uri="{FF2B5EF4-FFF2-40B4-BE49-F238E27FC236}">
                  <a16:creationId xmlns:a16="http://schemas.microsoft.com/office/drawing/2014/main" id="{9F0CE009-6802-96CC-FB90-D63285479844}"/>
                </a:ext>
              </a:extLst>
            </p:cNvPr>
            <p:cNvCxnSpPr>
              <a:cxnSpLocks noChangeShapeType="1"/>
              <a:stCxn id="22565" idx="6"/>
              <a:endCxn id="22567" idx="2"/>
            </p:cNvCxnSpPr>
            <p:nvPr/>
          </p:nvCxnSpPr>
          <p:spPr bwMode="auto">
            <a:xfrm flipV="1">
              <a:off x="3510" y="2016"/>
              <a:ext cx="1332" cy="9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3" name="AutoShape 42">
              <a:extLst>
                <a:ext uri="{FF2B5EF4-FFF2-40B4-BE49-F238E27FC236}">
                  <a16:creationId xmlns:a16="http://schemas.microsoft.com/office/drawing/2014/main" id="{D4782103-F46C-49CC-A787-EE4163C546D6}"/>
                </a:ext>
              </a:extLst>
            </p:cNvPr>
            <p:cNvCxnSpPr>
              <a:cxnSpLocks noChangeShapeType="1"/>
              <a:stCxn id="22562" idx="6"/>
              <a:endCxn id="22563" idx="2"/>
            </p:cNvCxnSpPr>
            <p:nvPr/>
          </p:nvCxnSpPr>
          <p:spPr bwMode="auto">
            <a:xfrm flipV="1">
              <a:off x="3702" y="1104"/>
              <a:ext cx="1044" cy="19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4" name="AutoShape 43">
              <a:extLst>
                <a:ext uri="{FF2B5EF4-FFF2-40B4-BE49-F238E27FC236}">
                  <a16:creationId xmlns:a16="http://schemas.microsoft.com/office/drawing/2014/main" id="{D19E82B5-B1C6-3E3F-3BAA-E291FFCF1EBE}"/>
                </a:ext>
              </a:extLst>
            </p:cNvPr>
            <p:cNvCxnSpPr>
              <a:cxnSpLocks noChangeShapeType="1"/>
              <a:stCxn id="22564" idx="7"/>
              <a:endCxn id="22563" idx="3"/>
            </p:cNvCxnSpPr>
            <p:nvPr/>
          </p:nvCxnSpPr>
          <p:spPr bwMode="auto">
            <a:xfrm flipV="1">
              <a:off x="4100" y="1178"/>
              <a:ext cx="680" cy="4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5" name="AutoShape 44">
              <a:extLst>
                <a:ext uri="{FF2B5EF4-FFF2-40B4-BE49-F238E27FC236}">
                  <a16:creationId xmlns:a16="http://schemas.microsoft.com/office/drawing/2014/main" id="{422B194A-1A9C-7CCE-4712-520EB96AE854}"/>
                </a:ext>
              </a:extLst>
            </p:cNvPr>
            <p:cNvCxnSpPr>
              <a:cxnSpLocks noChangeShapeType="1"/>
              <a:stCxn id="22566" idx="1"/>
              <a:endCxn id="22563" idx="5"/>
            </p:cNvCxnSpPr>
            <p:nvPr/>
          </p:nvCxnSpPr>
          <p:spPr bwMode="auto">
            <a:xfrm flipH="1" flipV="1">
              <a:off x="4916" y="1178"/>
              <a:ext cx="296" cy="33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6" name="AutoShape 45">
              <a:extLst>
                <a:ext uri="{FF2B5EF4-FFF2-40B4-BE49-F238E27FC236}">
                  <a16:creationId xmlns:a16="http://schemas.microsoft.com/office/drawing/2014/main" id="{492A4220-C4DC-A49D-83ED-EBAFBCC2E9B6}"/>
                </a:ext>
              </a:extLst>
            </p:cNvPr>
            <p:cNvCxnSpPr>
              <a:cxnSpLocks noChangeShapeType="1"/>
              <a:stCxn id="22567" idx="7"/>
              <a:endCxn id="22566" idx="3"/>
            </p:cNvCxnSpPr>
            <p:nvPr/>
          </p:nvCxnSpPr>
          <p:spPr bwMode="auto">
            <a:xfrm flipV="1">
              <a:off x="5012" y="1658"/>
              <a:ext cx="200" cy="28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77" name="Text Box 46">
              <a:extLst>
                <a:ext uri="{FF2B5EF4-FFF2-40B4-BE49-F238E27FC236}">
                  <a16:creationId xmlns:a16="http://schemas.microsoft.com/office/drawing/2014/main" id="{359EA4DF-DD0C-6FBA-60F1-0E009F069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96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8</a:t>
              </a:r>
            </a:p>
          </p:txBody>
        </p:sp>
        <p:sp>
          <p:nvSpPr>
            <p:cNvPr id="22578" name="Text Box 47">
              <a:extLst>
                <a:ext uri="{FF2B5EF4-FFF2-40B4-BE49-F238E27FC236}">
                  <a16:creationId xmlns:a16="http://schemas.microsoft.com/office/drawing/2014/main" id="{03D062F0-871F-D8AA-70D5-7E1D98A2F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2" y="115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2579" name="Text Box 48">
              <a:extLst>
                <a:ext uri="{FF2B5EF4-FFF2-40B4-BE49-F238E27FC236}">
                  <a16:creationId xmlns:a16="http://schemas.microsoft.com/office/drawing/2014/main" id="{E949FB67-6BB9-BB89-D058-F7ED1AA05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" y="150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22580" name="Text Box 49">
              <a:extLst>
                <a:ext uri="{FF2B5EF4-FFF2-40B4-BE49-F238E27FC236}">
                  <a16:creationId xmlns:a16="http://schemas.microsoft.com/office/drawing/2014/main" id="{2DE9DD94-D7A4-FA42-2647-BAD4ABEAD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58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2581" name="Text Box 50">
              <a:extLst>
                <a:ext uri="{FF2B5EF4-FFF2-40B4-BE49-F238E27FC236}">
                  <a16:creationId xmlns:a16="http://schemas.microsoft.com/office/drawing/2014/main" id="{810FB71D-4A8F-9E66-1B0E-197E33315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144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22582" name="Text Box 51">
              <a:extLst>
                <a:ext uri="{FF2B5EF4-FFF2-40B4-BE49-F238E27FC236}">
                  <a16:creationId xmlns:a16="http://schemas.microsoft.com/office/drawing/2014/main" id="{A62F741A-8472-695B-9860-5ACE02B4B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2073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22583" name="Text Box 52">
              <a:extLst>
                <a:ext uri="{FF2B5EF4-FFF2-40B4-BE49-F238E27FC236}">
                  <a16:creationId xmlns:a16="http://schemas.microsoft.com/office/drawing/2014/main" id="{A056A165-8743-0BFD-382E-2C4ABB01E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3" y="1746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22584" name="Text Box 53">
              <a:extLst>
                <a:ext uri="{FF2B5EF4-FFF2-40B4-BE49-F238E27FC236}">
                  <a16:creationId xmlns:a16="http://schemas.microsoft.com/office/drawing/2014/main" id="{02FAC026-0FEA-555E-10DD-E46729D48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34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9</a:t>
              </a:r>
            </a:p>
          </p:txBody>
        </p:sp>
        <p:sp>
          <p:nvSpPr>
            <p:cNvPr id="22585" name="Text Box 54">
              <a:extLst>
                <a:ext uri="{FF2B5EF4-FFF2-40B4-BE49-F238E27FC236}">
                  <a16:creationId xmlns:a16="http://schemas.microsoft.com/office/drawing/2014/main" id="{1565557A-2877-14D8-DDD1-D22C5B531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180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8</a:t>
              </a:r>
            </a:p>
          </p:txBody>
        </p:sp>
        <p:sp>
          <p:nvSpPr>
            <p:cNvPr id="22586" name="Text Box 80">
              <a:extLst>
                <a:ext uri="{FF2B5EF4-FFF2-40B4-BE49-F238E27FC236}">
                  <a16:creationId xmlns:a16="http://schemas.microsoft.com/office/drawing/2014/main" id="{580E78FC-9B48-8EBB-B449-BFA468C7A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3" y="1623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2587" name="Text Box 83">
              <a:extLst>
                <a:ext uri="{FF2B5EF4-FFF2-40B4-BE49-F238E27FC236}">
                  <a16:creationId xmlns:a16="http://schemas.microsoft.com/office/drawing/2014/main" id="{E689C1EB-0B47-6371-7B7B-46C1C61BB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1" y="1260"/>
              <a:ext cx="2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2000" b="1" i="1" baseline="-25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8" name="Text Box 85">
              <a:extLst>
                <a:ext uri="{FF2B5EF4-FFF2-40B4-BE49-F238E27FC236}">
                  <a16:creationId xmlns:a16="http://schemas.microsoft.com/office/drawing/2014/main" id="{F31DC466-EE68-077E-AE63-79E84BA73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4" y="10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22532" name="Group 92">
            <a:extLst>
              <a:ext uri="{FF2B5EF4-FFF2-40B4-BE49-F238E27FC236}">
                <a16:creationId xmlns:a16="http://schemas.microsoft.com/office/drawing/2014/main" id="{C05FC90D-F0F4-7E4F-47BB-E9621714296F}"/>
              </a:ext>
            </a:extLst>
          </p:cNvPr>
          <p:cNvGrpSpPr>
            <a:grpSpLocks/>
          </p:cNvGrpSpPr>
          <p:nvPr/>
        </p:nvGrpSpPr>
        <p:grpSpPr bwMode="auto">
          <a:xfrm>
            <a:off x="6627814" y="4205289"/>
            <a:ext cx="3346451" cy="2122487"/>
            <a:chOff x="3268" y="2697"/>
            <a:chExt cx="2108" cy="1337"/>
          </a:xfrm>
        </p:grpSpPr>
        <p:sp>
          <p:nvSpPr>
            <p:cNvPr id="22535" name="Oval 55">
              <a:extLst>
                <a:ext uri="{FF2B5EF4-FFF2-40B4-BE49-F238E27FC236}">
                  <a16:creationId xmlns:a16="http://schemas.microsoft.com/office/drawing/2014/main" id="{AEC8E6DE-6AFC-7E3A-BC77-16082199D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92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6" name="Oval 56">
              <a:extLst>
                <a:ext uri="{FF2B5EF4-FFF2-40B4-BE49-F238E27FC236}">
                  <a16:creationId xmlns:a16="http://schemas.microsoft.com/office/drawing/2014/main" id="{6F4BBDB7-F558-BECA-ED8B-6C104D33C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73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7" name="Oval 57">
              <a:extLst>
                <a:ext uri="{FF2B5EF4-FFF2-40B4-BE49-F238E27FC236}">
                  <a16:creationId xmlns:a16="http://schemas.microsoft.com/office/drawing/2014/main" id="{FCA7E2A5-76A3-AA82-571D-3155BE59D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31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8" name="Oval 58">
              <a:extLst>
                <a:ext uri="{FF2B5EF4-FFF2-40B4-BE49-F238E27FC236}">
                  <a16:creationId xmlns:a16="http://schemas.microsoft.com/office/drawing/2014/main" id="{A35015A1-0203-BAF5-04B8-00B49DA00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74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9" name="Oval 59">
              <a:extLst>
                <a:ext uri="{FF2B5EF4-FFF2-40B4-BE49-F238E27FC236}">
                  <a16:creationId xmlns:a16="http://schemas.microsoft.com/office/drawing/2014/main" id="{26875DA2-88BB-3965-FB60-165ACCA5F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321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40" name="Oval 60">
              <a:extLst>
                <a:ext uri="{FF2B5EF4-FFF2-40B4-BE49-F238E27FC236}">
                  <a16:creationId xmlns:a16="http://schemas.microsoft.com/office/drawing/2014/main" id="{E2482A43-E4D6-E075-5810-85119AAE6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64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2541" name="AutoShape 61">
              <a:extLst>
                <a:ext uri="{FF2B5EF4-FFF2-40B4-BE49-F238E27FC236}">
                  <a16:creationId xmlns:a16="http://schemas.microsoft.com/office/drawing/2014/main" id="{1EF672E2-5C8F-8446-35BC-7C2839BDF78B}"/>
                </a:ext>
              </a:extLst>
            </p:cNvPr>
            <p:cNvCxnSpPr>
              <a:cxnSpLocks noChangeShapeType="1"/>
              <a:stCxn id="22535" idx="5"/>
              <a:endCxn id="22537" idx="1"/>
            </p:cNvCxnSpPr>
            <p:nvPr/>
          </p:nvCxnSpPr>
          <p:spPr bwMode="auto">
            <a:xfrm>
              <a:off x="3668" y="3098"/>
              <a:ext cx="296" cy="236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2" name="AutoShape 62">
              <a:extLst>
                <a:ext uri="{FF2B5EF4-FFF2-40B4-BE49-F238E27FC236}">
                  <a16:creationId xmlns:a16="http://schemas.microsoft.com/office/drawing/2014/main" id="{FBEECA5A-34FB-3A1A-44CE-267D06AC3FB2}"/>
                </a:ext>
              </a:extLst>
            </p:cNvPr>
            <p:cNvCxnSpPr>
              <a:cxnSpLocks noChangeShapeType="1"/>
              <a:stCxn id="22537" idx="3"/>
              <a:endCxn id="22538" idx="7"/>
            </p:cNvCxnSpPr>
            <p:nvPr/>
          </p:nvCxnSpPr>
          <p:spPr bwMode="auto">
            <a:xfrm flipH="1">
              <a:off x="3476" y="3482"/>
              <a:ext cx="488" cy="2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3" name="AutoShape 63">
              <a:extLst>
                <a:ext uri="{FF2B5EF4-FFF2-40B4-BE49-F238E27FC236}">
                  <a16:creationId xmlns:a16="http://schemas.microsoft.com/office/drawing/2014/main" id="{9A8E9AEE-DFC3-B3BD-C571-7047651C55D0}"/>
                </a:ext>
              </a:extLst>
            </p:cNvPr>
            <p:cNvCxnSpPr>
              <a:cxnSpLocks noChangeShapeType="1"/>
              <a:stCxn id="22535" idx="3"/>
              <a:endCxn id="22538" idx="0"/>
            </p:cNvCxnSpPr>
            <p:nvPr/>
          </p:nvCxnSpPr>
          <p:spPr bwMode="auto">
            <a:xfrm flipH="1">
              <a:off x="3408" y="3098"/>
              <a:ext cx="124" cy="640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4" name="AutoShape 64">
              <a:extLst>
                <a:ext uri="{FF2B5EF4-FFF2-40B4-BE49-F238E27FC236}">
                  <a16:creationId xmlns:a16="http://schemas.microsoft.com/office/drawing/2014/main" id="{7F1257C1-7F41-DEE3-9691-01E1794F177A}"/>
                </a:ext>
              </a:extLst>
            </p:cNvPr>
            <p:cNvCxnSpPr>
              <a:cxnSpLocks noChangeShapeType="1"/>
              <a:stCxn id="22537" idx="6"/>
              <a:endCxn id="22540" idx="1"/>
            </p:cNvCxnSpPr>
            <p:nvPr/>
          </p:nvCxnSpPr>
          <p:spPr bwMode="auto">
            <a:xfrm>
              <a:off x="4134" y="3408"/>
              <a:ext cx="742" cy="26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5" name="AutoShape 65">
              <a:extLst>
                <a:ext uri="{FF2B5EF4-FFF2-40B4-BE49-F238E27FC236}">
                  <a16:creationId xmlns:a16="http://schemas.microsoft.com/office/drawing/2014/main" id="{11D7796F-B014-4DF4-DCAB-313EC0A72850}"/>
                </a:ext>
              </a:extLst>
            </p:cNvPr>
            <p:cNvCxnSpPr>
              <a:cxnSpLocks noChangeShapeType="1"/>
              <a:stCxn id="22538" idx="6"/>
              <a:endCxn id="22540" idx="2"/>
            </p:cNvCxnSpPr>
            <p:nvPr/>
          </p:nvCxnSpPr>
          <p:spPr bwMode="auto">
            <a:xfrm flipV="1">
              <a:off x="3510" y="3744"/>
              <a:ext cx="1332" cy="9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6" name="AutoShape 66">
              <a:extLst>
                <a:ext uri="{FF2B5EF4-FFF2-40B4-BE49-F238E27FC236}">
                  <a16:creationId xmlns:a16="http://schemas.microsoft.com/office/drawing/2014/main" id="{646E1B61-F412-FCF8-27DA-60A140F8AA6F}"/>
                </a:ext>
              </a:extLst>
            </p:cNvPr>
            <p:cNvCxnSpPr>
              <a:cxnSpLocks noChangeShapeType="1"/>
              <a:stCxn id="22535" idx="6"/>
              <a:endCxn id="22536" idx="2"/>
            </p:cNvCxnSpPr>
            <p:nvPr/>
          </p:nvCxnSpPr>
          <p:spPr bwMode="auto">
            <a:xfrm flipV="1">
              <a:off x="3702" y="2832"/>
              <a:ext cx="1044" cy="19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7" name="AutoShape 67">
              <a:extLst>
                <a:ext uri="{FF2B5EF4-FFF2-40B4-BE49-F238E27FC236}">
                  <a16:creationId xmlns:a16="http://schemas.microsoft.com/office/drawing/2014/main" id="{E036F607-2701-4B45-D3E7-348171FFBB00}"/>
                </a:ext>
              </a:extLst>
            </p:cNvPr>
            <p:cNvCxnSpPr>
              <a:cxnSpLocks noChangeShapeType="1"/>
              <a:stCxn id="22537" idx="7"/>
              <a:endCxn id="22536" idx="3"/>
            </p:cNvCxnSpPr>
            <p:nvPr/>
          </p:nvCxnSpPr>
          <p:spPr bwMode="auto">
            <a:xfrm flipV="1">
              <a:off x="4100" y="2906"/>
              <a:ext cx="680" cy="4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8" name="AutoShape 68">
              <a:extLst>
                <a:ext uri="{FF2B5EF4-FFF2-40B4-BE49-F238E27FC236}">
                  <a16:creationId xmlns:a16="http://schemas.microsoft.com/office/drawing/2014/main" id="{33D09186-49DB-0C3F-2F83-52CC23548D7C}"/>
                </a:ext>
              </a:extLst>
            </p:cNvPr>
            <p:cNvCxnSpPr>
              <a:cxnSpLocks noChangeShapeType="1"/>
              <a:stCxn id="22539" idx="1"/>
              <a:endCxn id="22536" idx="5"/>
            </p:cNvCxnSpPr>
            <p:nvPr/>
          </p:nvCxnSpPr>
          <p:spPr bwMode="auto">
            <a:xfrm flipH="1" flipV="1">
              <a:off x="4916" y="2906"/>
              <a:ext cx="296" cy="33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9" name="AutoShape 69">
              <a:extLst>
                <a:ext uri="{FF2B5EF4-FFF2-40B4-BE49-F238E27FC236}">
                  <a16:creationId xmlns:a16="http://schemas.microsoft.com/office/drawing/2014/main" id="{1C1FF395-32ED-7923-053B-A6C41000675C}"/>
                </a:ext>
              </a:extLst>
            </p:cNvPr>
            <p:cNvCxnSpPr>
              <a:cxnSpLocks noChangeShapeType="1"/>
              <a:stCxn id="22540" idx="7"/>
              <a:endCxn id="22539" idx="3"/>
            </p:cNvCxnSpPr>
            <p:nvPr/>
          </p:nvCxnSpPr>
          <p:spPr bwMode="auto">
            <a:xfrm flipV="1">
              <a:off x="5012" y="3386"/>
              <a:ext cx="200" cy="284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50" name="Text Box 70">
              <a:extLst>
                <a:ext uri="{FF2B5EF4-FFF2-40B4-BE49-F238E27FC236}">
                  <a16:creationId xmlns:a16="http://schemas.microsoft.com/office/drawing/2014/main" id="{B9E14EA3-14F2-F420-8E4C-9EBFCCDC3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2697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8</a:t>
              </a:r>
            </a:p>
          </p:txBody>
        </p:sp>
        <p:sp>
          <p:nvSpPr>
            <p:cNvPr id="22551" name="Text Box 71">
              <a:extLst>
                <a:ext uri="{FF2B5EF4-FFF2-40B4-BE49-F238E27FC236}">
                  <a16:creationId xmlns:a16="http://schemas.microsoft.com/office/drawing/2014/main" id="{FA3CF18C-B15B-42D1-C892-938DB9E3A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2" y="288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2552" name="Text Box 72">
              <a:extLst>
                <a:ext uri="{FF2B5EF4-FFF2-40B4-BE49-F238E27FC236}">
                  <a16:creationId xmlns:a16="http://schemas.microsoft.com/office/drawing/2014/main" id="{FEFD440B-1CD6-1331-00B2-8D299754E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" y="323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22553" name="Text Box 73">
              <a:extLst>
                <a:ext uri="{FF2B5EF4-FFF2-40B4-BE49-F238E27FC236}">
                  <a16:creationId xmlns:a16="http://schemas.microsoft.com/office/drawing/2014/main" id="{35AB5E1E-05D0-7760-F59C-1DF34BA89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331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2554" name="Text Box 74">
              <a:extLst>
                <a:ext uri="{FF2B5EF4-FFF2-40B4-BE49-F238E27FC236}">
                  <a16:creationId xmlns:a16="http://schemas.microsoft.com/office/drawing/2014/main" id="{AD3883B7-CE9E-17B4-C16B-3E92AB18A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3177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22555" name="Text Box 75">
              <a:extLst>
                <a:ext uri="{FF2B5EF4-FFF2-40B4-BE49-F238E27FC236}">
                  <a16:creationId xmlns:a16="http://schemas.microsoft.com/office/drawing/2014/main" id="{5D0EF13A-23D7-83A4-B6C1-0773E2902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3801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22556" name="Text Box 76">
              <a:extLst>
                <a:ext uri="{FF2B5EF4-FFF2-40B4-BE49-F238E27FC236}">
                  <a16:creationId xmlns:a16="http://schemas.microsoft.com/office/drawing/2014/main" id="{8FF2E320-8586-DC97-0C2F-71A8828B9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3" y="346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22557" name="Text Box 77">
              <a:extLst>
                <a:ext uri="{FF2B5EF4-FFF2-40B4-BE49-F238E27FC236}">
                  <a16:creationId xmlns:a16="http://schemas.microsoft.com/office/drawing/2014/main" id="{842525F0-1310-D526-DA7B-358ADEC75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307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9</a:t>
              </a:r>
            </a:p>
          </p:txBody>
        </p:sp>
        <p:sp>
          <p:nvSpPr>
            <p:cNvPr id="22558" name="Text Box 78">
              <a:extLst>
                <a:ext uri="{FF2B5EF4-FFF2-40B4-BE49-F238E27FC236}">
                  <a16:creationId xmlns:a16="http://schemas.microsoft.com/office/drawing/2014/main" id="{77658025-2FE0-B421-8ED4-756BD4B87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353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8</a:t>
              </a:r>
            </a:p>
          </p:txBody>
        </p:sp>
        <p:sp>
          <p:nvSpPr>
            <p:cNvPr id="22559" name="Text Box 84">
              <a:extLst>
                <a:ext uri="{FF2B5EF4-FFF2-40B4-BE49-F238E27FC236}">
                  <a16:creationId xmlns:a16="http://schemas.microsoft.com/office/drawing/2014/main" id="{A0750B15-CB2E-A695-38AD-B481EAB2B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995"/>
              <a:ext cx="2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2000" b="1" i="1" baseline="-25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60" name="Text Box 87">
              <a:extLst>
                <a:ext uri="{FF2B5EF4-FFF2-40B4-BE49-F238E27FC236}">
                  <a16:creationId xmlns:a16="http://schemas.microsoft.com/office/drawing/2014/main" id="{E0303193-E202-3CB9-702E-353597F88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5" y="3357"/>
              <a:ext cx="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2561" name="Text Box 88">
              <a:extLst>
                <a:ext uri="{FF2B5EF4-FFF2-40B4-BE49-F238E27FC236}">
                  <a16:creationId xmlns:a16="http://schemas.microsoft.com/office/drawing/2014/main" id="{E17FF44A-86C2-D4B0-ACD0-65447B1BF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275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22533" name="AutoShape 79">
            <a:extLst>
              <a:ext uri="{FF2B5EF4-FFF2-40B4-BE49-F238E27FC236}">
                <a16:creationId xmlns:a16="http://schemas.microsoft.com/office/drawing/2014/main" id="{CA2C696A-92D0-6BDC-2205-697CF04D7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3640138"/>
            <a:ext cx="368300" cy="457200"/>
          </a:xfrm>
          <a:prstGeom prst="downArrow">
            <a:avLst>
              <a:gd name="adj1" fmla="val 50000"/>
              <a:gd name="adj2" fmla="val 31034"/>
            </a:avLst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4" name="Text Box 89">
            <a:extLst>
              <a:ext uri="{FF2B5EF4-FFF2-40B4-BE49-F238E27FC236}">
                <a16:creationId xmlns:a16="http://schemas.microsoft.com/office/drawing/2014/main" id="{8EA5F9A4-7B6D-E8A8-F29B-50BD54436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668" y="3487739"/>
            <a:ext cx="26404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Replacing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/>
              <a:t> with </a:t>
            </a:r>
            <a:r>
              <a:rPr lang="en-US" altLang="en-US" sz="1800" b="1" i="1">
                <a:latin typeface="Times New Roman" panose="02020603050405020304" pitchFamily="18" charset="0"/>
              </a:rPr>
              <a:t>e </a:t>
            </a:r>
            <a:r>
              <a:rPr lang="en-US" altLang="en-US" sz="1800"/>
              <a:t>yields</a:t>
            </a:r>
            <a:br>
              <a:rPr lang="en-US" altLang="en-US" sz="1800"/>
            </a:br>
            <a:r>
              <a:rPr lang="en-US" altLang="en-US" sz="1800"/>
              <a:t>a better spanning tree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reeform 150">
            <a:extLst>
              <a:ext uri="{FF2B5EF4-FFF2-40B4-BE49-F238E27FC236}">
                <a16:creationId xmlns:a16="http://schemas.microsoft.com/office/drawing/2014/main" id="{D35F88A7-D3D4-E1AD-1369-B4BBCF9C0943}"/>
              </a:ext>
            </a:extLst>
          </p:cNvPr>
          <p:cNvSpPr>
            <a:spLocks/>
          </p:cNvSpPr>
          <p:nvPr/>
        </p:nvSpPr>
        <p:spPr bwMode="auto">
          <a:xfrm>
            <a:off x="9072563" y="4191000"/>
            <a:ext cx="1293812" cy="2133600"/>
          </a:xfrm>
          <a:custGeom>
            <a:avLst/>
            <a:gdLst>
              <a:gd name="T0" fmla="*/ 2147483646 w 815"/>
              <a:gd name="T1" fmla="*/ 2147483646 h 1344"/>
              <a:gd name="T2" fmla="*/ 2147483646 w 815"/>
              <a:gd name="T3" fmla="*/ 2147483646 h 1344"/>
              <a:gd name="T4" fmla="*/ 2147483646 w 815"/>
              <a:gd name="T5" fmla="*/ 2147483646 h 1344"/>
              <a:gd name="T6" fmla="*/ 2147483646 w 815"/>
              <a:gd name="T7" fmla="*/ 2147483646 h 1344"/>
              <a:gd name="T8" fmla="*/ 2147483646 w 815"/>
              <a:gd name="T9" fmla="*/ 2147483646 h 1344"/>
              <a:gd name="T10" fmla="*/ 2147483646 w 815"/>
              <a:gd name="T11" fmla="*/ 2147483646 h 1344"/>
              <a:gd name="T12" fmla="*/ 2147483646 w 815"/>
              <a:gd name="T13" fmla="*/ 2147483646 h 13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5"/>
              <a:gd name="T22" fmla="*/ 0 h 1344"/>
              <a:gd name="T23" fmla="*/ 815 w 815"/>
              <a:gd name="T24" fmla="*/ 1344 h 134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5" h="1344">
                <a:moveTo>
                  <a:pt x="12" y="747"/>
                </a:moveTo>
                <a:cubicBezTo>
                  <a:pt x="24" y="891"/>
                  <a:pt x="149" y="1218"/>
                  <a:pt x="246" y="1281"/>
                </a:cubicBezTo>
                <a:cubicBezTo>
                  <a:pt x="343" y="1344"/>
                  <a:pt x="500" y="1222"/>
                  <a:pt x="594" y="1125"/>
                </a:cubicBezTo>
                <a:cubicBezTo>
                  <a:pt x="688" y="1028"/>
                  <a:pt x="811" y="840"/>
                  <a:pt x="813" y="696"/>
                </a:cubicBezTo>
                <a:cubicBezTo>
                  <a:pt x="815" y="552"/>
                  <a:pt x="716" y="363"/>
                  <a:pt x="606" y="261"/>
                </a:cubicBezTo>
                <a:cubicBezTo>
                  <a:pt x="496" y="159"/>
                  <a:pt x="249" y="0"/>
                  <a:pt x="150" y="81"/>
                </a:cubicBezTo>
                <a:cubicBezTo>
                  <a:pt x="51" y="162"/>
                  <a:pt x="0" y="603"/>
                  <a:pt x="12" y="74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4" name="Freeform 151">
            <a:extLst>
              <a:ext uri="{FF2B5EF4-FFF2-40B4-BE49-F238E27FC236}">
                <a16:creationId xmlns:a16="http://schemas.microsoft.com/office/drawing/2014/main" id="{001A0D66-5936-E1CB-81F4-89C4EC96AC6A}"/>
              </a:ext>
            </a:extLst>
          </p:cNvPr>
          <p:cNvSpPr>
            <a:spLocks/>
          </p:cNvSpPr>
          <p:nvPr/>
        </p:nvSpPr>
        <p:spPr bwMode="auto">
          <a:xfrm>
            <a:off x="6781801" y="4564063"/>
            <a:ext cx="1685925" cy="1911350"/>
          </a:xfrm>
          <a:custGeom>
            <a:avLst/>
            <a:gdLst>
              <a:gd name="T0" fmla="*/ 2147483646 w 1062"/>
              <a:gd name="T1" fmla="*/ 2147483646 h 1204"/>
              <a:gd name="T2" fmla="*/ 2147483646 w 1062"/>
              <a:gd name="T3" fmla="*/ 2147483646 h 1204"/>
              <a:gd name="T4" fmla="*/ 2147483646 w 1062"/>
              <a:gd name="T5" fmla="*/ 2147483646 h 1204"/>
              <a:gd name="T6" fmla="*/ 2147483646 w 1062"/>
              <a:gd name="T7" fmla="*/ 2147483646 h 1204"/>
              <a:gd name="T8" fmla="*/ 2147483646 w 1062"/>
              <a:gd name="T9" fmla="*/ 2147483646 h 1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62"/>
              <a:gd name="T16" fmla="*/ 0 h 1204"/>
              <a:gd name="T17" fmla="*/ 1062 w 1062"/>
              <a:gd name="T18" fmla="*/ 1204 h 1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62" h="1204">
                <a:moveTo>
                  <a:pt x="33" y="533"/>
                </a:moveTo>
                <a:cubicBezTo>
                  <a:pt x="0" y="730"/>
                  <a:pt x="17" y="1182"/>
                  <a:pt x="183" y="1193"/>
                </a:cubicBezTo>
                <a:cubicBezTo>
                  <a:pt x="349" y="1204"/>
                  <a:pt x="996" y="796"/>
                  <a:pt x="1029" y="599"/>
                </a:cubicBezTo>
                <a:cubicBezTo>
                  <a:pt x="1062" y="402"/>
                  <a:pt x="547" y="22"/>
                  <a:pt x="381" y="11"/>
                </a:cubicBezTo>
                <a:cubicBezTo>
                  <a:pt x="215" y="0"/>
                  <a:pt x="66" y="336"/>
                  <a:pt x="33" y="53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Text Box 152">
            <a:extLst>
              <a:ext uri="{FF2B5EF4-FFF2-40B4-BE49-F238E27FC236}">
                <a16:creationId xmlns:a16="http://schemas.microsoft.com/office/drawing/2014/main" id="{BF57EB01-B53D-22D7-7A30-4C1DA5619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88" y="4191001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3556" name="Text Box 153">
            <a:extLst>
              <a:ext uri="{FF2B5EF4-FFF2-40B4-BE49-F238E27FC236}">
                <a16:creationId xmlns:a16="http://schemas.microsoft.com/office/drawing/2014/main" id="{145FB27F-B092-6354-B540-5819F21DC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988" y="4191001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3557" name="Freeform 149">
            <a:extLst>
              <a:ext uri="{FF2B5EF4-FFF2-40B4-BE49-F238E27FC236}">
                <a16:creationId xmlns:a16="http://schemas.microsoft.com/office/drawing/2014/main" id="{8600876D-B3A3-4FDC-E1B8-8B8550DB6E81}"/>
              </a:ext>
            </a:extLst>
          </p:cNvPr>
          <p:cNvSpPr>
            <a:spLocks/>
          </p:cNvSpPr>
          <p:nvPr/>
        </p:nvSpPr>
        <p:spPr bwMode="auto">
          <a:xfrm>
            <a:off x="9096375" y="1219200"/>
            <a:ext cx="1250950" cy="2133600"/>
          </a:xfrm>
          <a:custGeom>
            <a:avLst/>
            <a:gdLst>
              <a:gd name="T0" fmla="*/ 2147483646 w 788"/>
              <a:gd name="T1" fmla="*/ 2147483646 h 1344"/>
              <a:gd name="T2" fmla="*/ 2147483646 w 788"/>
              <a:gd name="T3" fmla="*/ 2147483646 h 1344"/>
              <a:gd name="T4" fmla="*/ 2147483646 w 788"/>
              <a:gd name="T5" fmla="*/ 2147483646 h 1344"/>
              <a:gd name="T6" fmla="*/ 2147483646 w 788"/>
              <a:gd name="T7" fmla="*/ 2147483646 h 1344"/>
              <a:gd name="T8" fmla="*/ 2147483646 w 788"/>
              <a:gd name="T9" fmla="*/ 2147483646 h 1344"/>
              <a:gd name="T10" fmla="*/ 2147483646 w 788"/>
              <a:gd name="T11" fmla="*/ 2147483646 h 1344"/>
              <a:gd name="T12" fmla="*/ 2147483646 w 788"/>
              <a:gd name="T13" fmla="*/ 2147483646 h 13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88"/>
              <a:gd name="T22" fmla="*/ 0 h 1344"/>
              <a:gd name="T23" fmla="*/ 788 w 788"/>
              <a:gd name="T24" fmla="*/ 1344 h 134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88" h="1344">
                <a:moveTo>
                  <a:pt x="12" y="747"/>
                </a:moveTo>
                <a:cubicBezTo>
                  <a:pt x="24" y="891"/>
                  <a:pt x="149" y="1218"/>
                  <a:pt x="246" y="1281"/>
                </a:cubicBezTo>
                <a:cubicBezTo>
                  <a:pt x="343" y="1344"/>
                  <a:pt x="504" y="1232"/>
                  <a:pt x="594" y="1125"/>
                </a:cubicBezTo>
                <a:cubicBezTo>
                  <a:pt x="684" y="1018"/>
                  <a:pt x="784" y="780"/>
                  <a:pt x="786" y="636"/>
                </a:cubicBezTo>
                <a:cubicBezTo>
                  <a:pt x="788" y="492"/>
                  <a:pt x="712" y="353"/>
                  <a:pt x="606" y="261"/>
                </a:cubicBezTo>
                <a:cubicBezTo>
                  <a:pt x="500" y="169"/>
                  <a:pt x="249" y="0"/>
                  <a:pt x="150" y="81"/>
                </a:cubicBezTo>
                <a:cubicBezTo>
                  <a:pt x="51" y="162"/>
                  <a:pt x="0" y="603"/>
                  <a:pt x="12" y="74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Freeform 148">
            <a:extLst>
              <a:ext uri="{FF2B5EF4-FFF2-40B4-BE49-F238E27FC236}">
                <a16:creationId xmlns:a16="http://schemas.microsoft.com/office/drawing/2014/main" id="{AD60DED6-E04E-5F4B-03C2-839F27B1376B}"/>
              </a:ext>
            </a:extLst>
          </p:cNvPr>
          <p:cNvSpPr>
            <a:spLocks/>
          </p:cNvSpPr>
          <p:nvPr/>
        </p:nvSpPr>
        <p:spPr bwMode="auto">
          <a:xfrm>
            <a:off x="6805614" y="1592263"/>
            <a:ext cx="1685925" cy="1911350"/>
          </a:xfrm>
          <a:custGeom>
            <a:avLst/>
            <a:gdLst>
              <a:gd name="T0" fmla="*/ 2147483646 w 1062"/>
              <a:gd name="T1" fmla="*/ 2147483646 h 1204"/>
              <a:gd name="T2" fmla="*/ 2147483646 w 1062"/>
              <a:gd name="T3" fmla="*/ 2147483646 h 1204"/>
              <a:gd name="T4" fmla="*/ 2147483646 w 1062"/>
              <a:gd name="T5" fmla="*/ 2147483646 h 1204"/>
              <a:gd name="T6" fmla="*/ 2147483646 w 1062"/>
              <a:gd name="T7" fmla="*/ 2147483646 h 1204"/>
              <a:gd name="T8" fmla="*/ 2147483646 w 1062"/>
              <a:gd name="T9" fmla="*/ 2147483646 h 1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62"/>
              <a:gd name="T16" fmla="*/ 0 h 1204"/>
              <a:gd name="T17" fmla="*/ 1062 w 1062"/>
              <a:gd name="T18" fmla="*/ 1204 h 1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62" h="1204">
                <a:moveTo>
                  <a:pt x="33" y="533"/>
                </a:moveTo>
                <a:cubicBezTo>
                  <a:pt x="0" y="730"/>
                  <a:pt x="17" y="1182"/>
                  <a:pt x="183" y="1193"/>
                </a:cubicBezTo>
                <a:cubicBezTo>
                  <a:pt x="349" y="1204"/>
                  <a:pt x="996" y="796"/>
                  <a:pt x="1029" y="599"/>
                </a:cubicBezTo>
                <a:cubicBezTo>
                  <a:pt x="1062" y="402"/>
                  <a:pt x="547" y="22"/>
                  <a:pt x="381" y="11"/>
                </a:cubicBezTo>
                <a:cubicBezTo>
                  <a:pt x="215" y="0"/>
                  <a:pt x="66" y="336"/>
                  <a:pt x="33" y="53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Rectangle 2">
            <a:extLst>
              <a:ext uri="{FF2B5EF4-FFF2-40B4-BE49-F238E27FC236}">
                <a16:creationId xmlns:a16="http://schemas.microsoft.com/office/drawing/2014/main" id="{780480D2-4F36-1864-40F8-BC22D9D8D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r>
              <a:rPr lang="en-US" altLang="en-US"/>
              <a:t>Partition Property</a:t>
            </a:r>
          </a:p>
        </p:txBody>
      </p:sp>
      <p:sp>
        <p:nvSpPr>
          <p:cNvPr id="2356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0C7ED8E-D326-8C54-A8D1-304C2BED8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1219200"/>
            <a:ext cx="5029200" cy="52578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en-US"/>
              <a:t>Consider a partition of the vertices 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 into subsets </a:t>
            </a: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r>
              <a:rPr lang="en-US" altLang="en-US"/>
              <a:t> and </a:t>
            </a:r>
            <a:r>
              <a:rPr lang="en-US" altLang="en-US" b="1" i="1">
                <a:latin typeface="Times New Roman" panose="02020603050405020304" pitchFamily="18" charset="0"/>
              </a:rPr>
              <a:t>V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Let 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/>
              <a:t> be an edge of minimum weight across the partition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There is a minimum spanning tree 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 containing edge 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20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Proof: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Let </a:t>
            </a:r>
            <a:r>
              <a:rPr lang="en-US" altLang="en-US" b="1" i="1">
                <a:latin typeface="Times New Roman" panose="02020603050405020304" pitchFamily="18" charset="0"/>
              </a:rPr>
              <a:t>T</a:t>
            </a:r>
            <a:r>
              <a:rPr lang="en-US" altLang="en-US"/>
              <a:t> be an MST 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 b="1" i="1">
                <a:latin typeface="Times New Roman" panose="02020603050405020304" pitchFamily="18" charset="0"/>
              </a:rPr>
              <a:t>T</a:t>
            </a:r>
            <a:r>
              <a:rPr lang="en-US" altLang="en-US"/>
              <a:t> does not contain </a:t>
            </a:r>
            <a:r>
              <a:rPr lang="en-US" altLang="en-US" b="1" i="1">
                <a:latin typeface="Times New Roman" panose="02020603050405020304" pitchFamily="18" charset="0"/>
              </a:rPr>
              <a:t>e,</a:t>
            </a:r>
            <a:r>
              <a:rPr lang="en-US" altLang="en-US"/>
              <a:t> consider the cycle </a:t>
            </a:r>
            <a:r>
              <a:rPr lang="en-US" altLang="en-US" b="1" i="1">
                <a:latin typeface="Times New Roman" panose="02020603050405020304" pitchFamily="18" charset="0"/>
              </a:rPr>
              <a:t>C</a:t>
            </a:r>
            <a:r>
              <a:rPr lang="en-US" altLang="en-US"/>
              <a:t> containing 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/>
              <a:t> and </a:t>
            </a:r>
            <a:r>
              <a:rPr lang="en-US" altLang="en-US" b="1" i="1">
                <a:latin typeface="Times New Roman" panose="02020603050405020304" pitchFamily="18" charset="0"/>
              </a:rPr>
              <a:t>f</a:t>
            </a:r>
            <a:r>
              <a:rPr lang="en-US" altLang="en-US"/>
              <a:t> , where </a:t>
            </a:r>
            <a:r>
              <a:rPr lang="en-US" altLang="en-US" i="1"/>
              <a:t>f</a:t>
            </a:r>
            <a:r>
              <a:rPr lang="en-US" altLang="en-US"/>
              <a:t> is the edge of </a:t>
            </a:r>
            <a:r>
              <a:rPr lang="en-US" altLang="en-US" b="1" i="1">
                <a:latin typeface="Times New Roman" panose="02020603050405020304" pitchFamily="18" charset="0"/>
              </a:rPr>
              <a:t>T</a:t>
            </a:r>
            <a:r>
              <a:rPr lang="en-US" altLang="en-US"/>
              <a:t> across the partition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By the cycle property,</a:t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 i="1">
                <a:latin typeface="Times New Roman" panose="02020603050405020304" pitchFamily="18" charset="0"/>
              </a:rPr>
              <a:t>weight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 b="1" i="1">
                <a:latin typeface="Times New Roman" panose="02020603050405020304" pitchFamily="18" charset="0"/>
              </a:rPr>
              <a:t> </a:t>
            </a:r>
            <a:r>
              <a:rPr lang="en-US" altLang="en-US" b="1">
                <a:latin typeface="Symbol" panose="05050102010706020507" pitchFamily="18" charset="2"/>
                <a:sym typeface="Symbol" panose="05050102010706020507" pitchFamily="18" charset="2"/>
              </a:rPr>
              <a:t> </a:t>
            </a:r>
            <a:r>
              <a:rPr lang="en-US" altLang="en-US" b="1" i="1">
                <a:latin typeface="Times New Roman" panose="02020603050405020304" pitchFamily="18" charset="0"/>
              </a:rPr>
              <a:t>weight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 b="1" i="1">
                <a:latin typeface="Times New Roman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Thus, </a:t>
            </a:r>
            <a:r>
              <a:rPr lang="en-US" altLang="en-US" b="1" i="1">
                <a:latin typeface="Times New Roman" panose="02020603050405020304" pitchFamily="18" charset="0"/>
              </a:rPr>
              <a:t>weight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 b="1" i="1">
                <a:latin typeface="Times New Roman" panose="02020603050405020304" pitchFamily="18" charset="0"/>
              </a:rPr>
              <a:t> </a:t>
            </a:r>
            <a:r>
              <a:rPr lang="en-US" altLang="en-US" b="1"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b="1" i="1">
                <a:latin typeface="Times New Roman" panose="02020603050405020304" pitchFamily="18" charset="0"/>
              </a:rPr>
              <a:t>weight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We obtain another MST by replacing </a:t>
            </a:r>
            <a:r>
              <a:rPr lang="en-US" altLang="en-US" b="1" i="1">
                <a:latin typeface="Times New Roman" panose="02020603050405020304" pitchFamily="18" charset="0"/>
              </a:rPr>
              <a:t>f  </a:t>
            </a:r>
            <a:r>
              <a:rPr lang="en-US" altLang="en-US"/>
              <a:t>with </a:t>
            </a:r>
            <a:r>
              <a:rPr lang="en-US" altLang="en-US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561" name="Oval 55">
            <a:extLst>
              <a:ext uri="{FF2B5EF4-FFF2-40B4-BE49-F238E27FC236}">
                <a16:creationId xmlns:a16="http://schemas.microsoft.com/office/drawing/2014/main" id="{480FB9A9-75F4-33AC-53F8-D10B635CF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724025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2" name="Oval 56">
            <a:extLst>
              <a:ext uri="{FF2B5EF4-FFF2-40B4-BE49-F238E27FC236}">
                <a16:creationId xmlns:a16="http://schemas.microsoft.com/office/drawing/2014/main" id="{7ADBF752-0FA0-B91B-8B14-1E6283C5B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14192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3" name="Oval 57">
            <a:extLst>
              <a:ext uri="{FF2B5EF4-FFF2-40B4-BE49-F238E27FC236}">
                <a16:creationId xmlns:a16="http://schemas.microsoft.com/office/drawing/2014/main" id="{0280E4C3-38D7-B5D9-5226-3564C1817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2333625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4" name="Oval 58">
            <a:extLst>
              <a:ext uri="{FF2B5EF4-FFF2-40B4-BE49-F238E27FC236}">
                <a16:creationId xmlns:a16="http://schemas.microsoft.com/office/drawing/2014/main" id="{74600232-468E-BD29-A5AD-03BB5281B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019425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5" name="Oval 59">
            <a:extLst>
              <a:ext uri="{FF2B5EF4-FFF2-40B4-BE49-F238E27FC236}">
                <a16:creationId xmlns:a16="http://schemas.microsoft.com/office/drawing/2014/main" id="{CC655C05-1901-09B7-68E8-757DD8C1A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0" y="21812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6" name="Oval 60">
            <a:extLst>
              <a:ext uri="{FF2B5EF4-FFF2-40B4-BE49-F238E27FC236}">
                <a16:creationId xmlns:a16="http://schemas.microsoft.com/office/drawing/2014/main" id="{AE10B2E8-3822-3A85-C004-99BF476E9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0" y="28670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3567" name="AutoShape 61">
            <a:extLst>
              <a:ext uri="{FF2B5EF4-FFF2-40B4-BE49-F238E27FC236}">
                <a16:creationId xmlns:a16="http://schemas.microsoft.com/office/drawing/2014/main" id="{FAD92B42-1311-D2D1-D976-A4322B66E94E}"/>
              </a:ext>
            </a:extLst>
          </p:cNvPr>
          <p:cNvCxnSpPr>
            <a:cxnSpLocks noChangeShapeType="1"/>
            <a:stCxn id="23561" idx="5"/>
            <a:endCxn id="23563" idx="1"/>
          </p:cNvCxnSpPr>
          <p:nvPr/>
        </p:nvCxnSpPr>
        <p:spPr bwMode="auto">
          <a:xfrm>
            <a:off x="7575550" y="1993900"/>
            <a:ext cx="469900" cy="3746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8" name="AutoShape 62">
            <a:extLst>
              <a:ext uri="{FF2B5EF4-FFF2-40B4-BE49-F238E27FC236}">
                <a16:creationId xmlns:a16="http://schemas.microsoft.com/office/drawing/2014/main" id="{724CCE0C-D076-40E5-B82C-41A856B4E0FC}"/>
              </a:ext>
            </a:extLst>
          </p:cNvPr>
          <p:cNvCxnSpPr>
            <a:cxnSpLocks noChangeShapeType="1"/>
            <a:stCxn id="23563" idx="3"/>
            <a:endCxn id="23564" idx="7"/>
          </p:cNvCxnSpPr>
          <p:nvPr/>
        </p:nvCxnSpPr>
        <p:spPr bwMode="auto">
          <a:xfrm flipH="1">
            <a:off x="7270750" y="2603500"/>
            <a:ext cx="7747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9" name="AutoShape 63">
            <a:extLst>
              <a:ext uri="{FF2B5EF4-FFF2-40B4-BE49-F238E27FC236}">
                <a16:creationId xmlns:a16="http://schemas.microsoft.com/office/drawing/2014/main" id="{860F921D-2F62-3CFC-8EFC-5756039C88D4}"/>
              </a:ext>
            </a:extLst>
          </p:cNvPr>
          <p:cNvCxnSpPr>
            <a:cxnSpLocks noChangeShapeType="1"/>
            <a:stCxn id="23561" idx="3"/>
            <a:endCxn id="23564" idx="0"/>
          </p:cNvCxnSpPr>
          <p:nvPr/>
        </p:nvCxnSpPr>
        <p:spPr bwMode="auto">
          <a:xfrm flipH="1">
            <a:off x="7162800" y="1993900"/>
            <a:ext cx="196850" cy="10160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0" name="AutoShape 64">
            <a:extLst>
              <a:ext uri="{FF2B5EF4-FFF2-40B4-BE49-F238E27FC236}">
                <a16:creationId xmlns:a16="http://schemas.microsoft.com/office/drawing/2014/main" id="{F52E1DBE-518D-33B9-D734-24FA8C34DE39}"/>
              </a:ext>
            </a:extLst>
          </p:cNvPr>
          <p:cNvCxnSpPr>
            <a:cxnSpLocks noChangeShapeType="1"/>
            <a:stCxn id="23563" idx="6"/>
            <a:endCxn id="23566" idx="1"/>
          </p:cNvCxnSpPr>
          <p:nvPr/>
        </p:nvCxnSpPr>
        <p:spPr bwMode="auto">
          <a:xfrm>
            <a:off x="8315326" y="2486026"/>
            <a:ext cx="1177925" cy="4159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1" name="AutoShape 65">
            <a:extLst>
              <a:ext uri="{FF2B5EF4-FFF2-40B4-BE49-F238E27FC236}">
                <a16:creationId xmlns:a16="http://schemas.microsoft.com/office/drawing/2014/main" id="{FA5F6DBC-8BAD-034A-1989-CC8782A268B1}"/>
              </a:ext>
            </a:extLst>
          </p:cNvPr>
          <p:cNvCxnSpPr>
            <a:cxnSpLocks noChangeShapeType="1"/>
            <a:stCxn id="23564" idx="6"/>
            <a:endCxn id="23566" idx="2"/>
          </p:cNvCxnSpPr>
          <p:nvPr/>
        </p:nvCxnSpPr>
        <p:spPr bwMode="auto">
          <a:xfrm flipV="1">
            <a:off x="7324725" y="3019425"/>
            <a:ext cx="2114550" cy="1524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2" name="AutoShape 66">
            <a:extLst>
              <a:ext uri="{FF2B5EF4-FFF2-40B4-BE49-F238E27FC236}">
                <a16:creationId xmlns:a16="http://schemas.microsoft.com/office/drawing/2014/main" id="{71B15B90-BBEC-2C4C-0576-B19D4E75A521}"/>
              </a:ext>
            </a:extLst>
          </p:cNvPr>
          <p:cNvCxnSpPr>
            <a:cxnSpLocks noChangeShapeType="1"/>
            <a:stCxn id="23561" idx="6"/>
            <a:endCxn id="23562" idx="2"/>
          </p:cNvCxnSpPr>
          <p:nvPr/>
        </p:nvCxnSpPr>
        <p:spPr bwMode="auto">
          <a:xfrm flipV="1">
            <a:off x="7629525" y="1571625"/>
            <a:ext cx="165735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3" name="AutoShape 67">
            <a:extLst>
              <a:ext uri="{FF2B5EF4-FFF2-40B4-BE49-F238E27FC236}">
                <a16:creationId xmlns:a16="http://schemas.microsoft.com/office/drawing/2014/main" id="{3C04A132-0848-0770-9F45-48E3A23CBA56}"/>
              </a:ext>
            </a:extLst>
          </p:cNvPr>
          <p:cNvCxnSpPr>
            <a:cxnSpLocks noChangeShapeType="1"/>
            <a:stCxn id="23563" idx="7"/>
            <a:endCxn id="23562" idx="3"/>
          </p:cNvCxnSpPr>
          <p:nvPr/>
        </p:nvCxnSpPr>
        <p:spPr bwMode="auto">
          <a:xfrm flipV="1">
            <a:off x="8261350" y="1689100"/>
            <a:ext cx="1079500" cy="67945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4" name="AutoShape 68">
            <a:extLst>
              <a:ext uri="{FF2B5EF4-FFF2-40B4-BE49-F238E27FC236}">
                <a16:creationId xmlns:a16="http://schemas.microsoft.com/office/drawing/2014/main" id="{ED0565B5-AD26-9DA4-206F-2317AAF182A6}"/>
              </a:ext>
            </a:extLst>
          </p:cNvPr>
          <p:cNvCxnSpPr>
            <a:cxnSpLocks noChangeShapeType="1"/>
            <a:stCxn id="23565" idx="1"/>
            <a:endCxn id="23562" idx="5"/>
          </p:cNvCxnSpPr>
          <p:nvPr/>
        </p:nvCxnSpPr>
        <p:spPr bwMode="auto">
          <a:xfrm flipH="1" flipV="1">
            <a:off x="9556750" y="1689100"/>
            <a:ext cx="469900" cy="5270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5" name="AutoShape 69">
            <a:extLst>
              <a:ext uri="{FF2B5EF4-FFF2-40B4-BE49-F238E27FC236}">
                <a16:creationId xmlns:a16="http://schemas.microsoft.com/office/drawing/2014/main" id="{24ED103D-91ED-FFCC-0BF8-83DFE34BA7B7}"/>
              </a:ext>
            </a:extLst>
          </p:cNvPr>
          <p:cNvCxnSpPr>
            <a:cxnSpLocks noChangeShapeType="1"/>
            <a:stCxn id="23566" idx="7"/>
            <a:endCxn id="23565" idx="3"/>
          </p:cNvCxnSpPr>
          <p:nvPr/>
        </p:nvCxnSpPr>
        <p:spPr bwMode="auto">
          <a:xfrm flipV="1">
            <a:off x="9709150" y="2451100"/>
            <a:ext cx="317500" cy="4508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6" name="Text Box 70">
            <a:extLst>
              <a:ext uri="{FF2B5EF4-FFF2-40B4-BE49-F238E27FC236}">
                <a16:creationId xmlns:a16="http://schemas.microsoft.com/office/drawing/2014/main" id="{D6E87023-BA7F-159F-7DC2-24E02AA88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9841" y="13573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3577" name="Text Box 71">
            <a:extLst>
              <a:ext uri="{FF2B5EF4-FFF2-40B4-BE49-F238E27FC236}">
                <a16:creationId xmlns:a16="http://schemas.microsoft.com/office/drawing/2014/main" id="{E09BEA27-D2E2-F789-D4B7-16F84A00D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6066" y="16478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23578" name="Text Box 72">
            <a:extLst>
              <a:ext uri="{FF2B5EF4-FFF2-40B4-BE49-F238E27FC236}">
                <a16:creationId xmlns:a16="http://schemas.microsoft.com/office/drawing/2014/main" id="{4D4467DB-88EC-FEAD-7DC3-EDC24A412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466" y="22066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3579" name="Text Box 73">
            <a:extLst>
              <a:ext uri="{FF2B5EF4-FFF2-40B4-BE49-F238E27FC236}">
                <a16:creationId xmlns:a16="http://schemas.microsoft.com/office/drawing/2014/main" id="{D0BABDFA-6746-9080-40D7-B4FBE9F6E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466" y="23336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23580" name="Text Box 74">
            <a:extLst>
              <a:ext uri="{FF2B5EF4-FFF2-40B4-BE49-F238E27FC236}">
                <a16:creationId xmlns:a16="http://schemas.microsoft.com/office/drawing/2014/main" id="{C92E2A77-FB71-50DB-08A5-6CFCB098D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841" y="21193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23581" name="Text Box 75">
            <a:extLst>
              <a:ext uri="{FF2B5EF4-FFF2-40B4-BE49-F238E27FC236}">
                <a16:creationId xmlns:a16="http://schemas.microsoft.com/office/drawing/2014/main" id="{F435F8C9-346F-41FB-FBA3-1443CECCD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604" y="31099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23582" name="Text Box 76">
            <a:extLst>
              <a:ext uri="{FF2B5EF4-FFF2-40B4-BE49-F238E27FC236}">
                <a16:creationId xmlns:a16="http://schemas.microsoft.com/office/drawing/2014/main" id="{0A0DA17B-1962-BC24-4493-88B099466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8129" y="26670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23583" name="Text Box 77">
            <a:extLst>
              <a:ext uri="{FF2B5EF4-FFF2-40B4-BE49-F238E27FC236}">
                <a16:creationId xmlns:a16="http://schemas.microsoft.com/office/drawing/2014/main" id="{ECBD8712-B125-425E-74D6-2FCD101A5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466" y="19526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23584" name="Text Box 78">
            <a:extLst>
              <a:ext uri="{FF2B5EF4-FFF2-40B4-BE49-F238E27FC236}">
                <a16:creationId xmlns:a16="http://schemas.microsoft.com/office/drawing/2014/main" id="{1BBF33DE-3311-50A2-044D-F57D957B6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4216" y="268287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23585" name="Text Box 79">
            <a:extLst>
              <a:ext uri="{FF2B5EF4-FFF2-40B4-BE49-F238E27FC236}">
                <a16:creationId xmlns:a16="http://schemas.microsoft.com/office/drawing/2014/main" id="{16A780B0-C0FC-85AB-CC3A-629D37C8C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1075" y="2762251"/>
            <a:ext cx="285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586" name="Text Box 81">
            <a:extLst>
              <a:ext uri="{FF2B5EF4-FFF2-40B4-BE49-F238E27FC236}">
                <a16:creationId xmlns:a16="http://schemas.microsoft.com/office/drawing/2014/main" id="{5FE93BCB-DD66-5677-7B45-397425A01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08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3587" name="AutoShape 110">
            <a:extLst>
              <a:ext uri="{FF2B5EF4-FFF2-40B4-BE49-F238E27FC236}">
                <a16:creationId xmlns:a16="http://schemas.microsoft.com/office/drawing/2014/main" id="{661A0763-09DB-6640-DBA6-52699805F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0300" y="3657600"/>
            <a:ext cx="368300" cy="457200"/>
          </a:xfrm>
          <a:prstGeom prst="downArrow">
            <a:avLst>
              <a:gd name="adj1" fmla="val 50000"/>
              <a:gd name="adj2" fmla="val 31034"/>
            </a:avLst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88" name="Oval 114">
            <a:extLst>
              <a:ext uri="{FF2B5EF4-FFF2-40B4-BE49-F238E27FC236}">
                <a16:creationId xmlns:a16="http://schemas.microsoft.com/office/drawing/2014/main" id="{0EA15BE6-9CB8-A881-91F1-E330491FF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710113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89" name="Oval 115">
            <a:extLst>
              <a:ext uri="{FF2B5EF4-FFF2-40B4-BE49-F238E27FC236}">
                <a16:creationId xmlns:a16="http://schemas.microsoft.com/office/drawing/2014/main" id="{767402AE-279F-1392-AD41-CE8C19B51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405313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90" name="Oval 116">
            <a:extLst>
              <a:ext uri="{FF2B5EF4-FFF2-40B4-BE49-F238E27FC236}">
                <a16:creationId xmlns:a16="http://schemas.microsoft.com/office/drawing/2014/main" id="{BEE7449C-BB3C-3B2C-34A7-42E5BB786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319713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91" name="Oval 117">
            <a:extLst>
              <a:ext uri="{FF2B5EF4-FFF2-40B4-BE49-F238E27FC236}">
                <a16:creationId xmlns:a16="http://schemas.microsoft.com/office/drawing/2014/main" id="{D089CD63-B749-80FA-F581-AFF918418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6005513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92" name="Oval 118">
            <a:extLst>
              <a:ext uri="{FF2B5EF4-FFF2-40B4-BE49-F238E27FC236}">
                <a16:creationId xmlns:a16="http://schemas.microsoft.com/office/drawing/2014/main" id="{945C2785-705D-85F7-1833-971E97A30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0" y="5167313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93" name="Oval 119">
            <a:extLst>
              <a:ext uri="{FF2B5EF4-FFF2-40B4-BE49-F238E27FC236}">
                <a16:creationId xmlns:a16="http://schemas.microsoft.com/office/drawing/2014/main" id="{910BD3E3-6AD0-842E-CA6B-91AB867D4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0" y="5853113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3594" name="AutoShape 120">
            <a:extLst>
              <a:ext uri="{FF2B5EF4-FFF2-40B4-BE49-F238E27FC236}">
                <a16:creationId xmlns:a16="http://schemas.microsoft.com/office/drawing/2014/main" id="{9497A666-8F46-4B1E-AE11-EDBE91611E21}"/>
              </a:ext>
            </a:extLst>
          </p:cNvPr>
          <p:cNvCxnSpPr>
            <a:cxnSpLocks noChangeShapeType="1"/>
            <a:stCxn id="23588" idx="5"/>
            <a:endCxn id="23590" idx="1"/>
          </p:cNvCxnSpPr>
          <p:nvPr/>
        </p:nvCxnSpPr>
        <p:spPr bwMode="auto">
          <a:xfrm>
            <a:off x="7575550" y="4979988"/>
            <a:ext cx="469900" cy="3746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5" name="AutoShape 121">
            <a:extLst>
              <a:ext uri="{FF2B5EF4-FFF2-40B4-BE49-F238E27FC236}">
                <a16:creationId xmlns:a16="http://schemas.microsoft.com/office/drawing/2014/main" id="{417708D0-6821-AEF9-D08F-6486F9435E8B}"/>
              </a:ext>
            </a:extLst>
          </p:cNvPr>
          <p:cNvCxnSpPr>
            <a:cxnSpLocks noChangeShapeType="1"/>
            <a:stCxn id="23590" idx="3"/>
            <a:endCxn id="23591" idx="7"/>
          </p:cNvCxnSpPr>
          <p:nvPr/>
        </p:nvCxnSpPr>
        <p:spPr bwMode="auto">
          <a:xfrm flipH="1">
            <a:off x="7270750" y="5589588"/>
            <a:ext cx="7747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6" name="AutoShape 122">
            <a:extLst>
              <a:ext uri="{FF2B5EF4-FFF2-40B4-BE49-F238E27FC236}">
                <a16:creationId xmlns:a16="http://schemas.microsoft.com/office/drawing/2014/main" id="{4383154B-577C-134F-04FE-EA295918B015}"/>
              </a:ext>
            </a:extLst>
          </p:cNvPr>
          <p:cNvCxnSpPr>
            <a:cxnSpLocks noChangeShapeType="1"/>
            <a:stCxn id="23588" idx="3"/>
            <a:endCxn id="23591" idx="0"/>
          </p:cNvCxnSpPr>
          <p:nvPr/>
        </p:nvCxnSpPr>
        <p:spPr bwMode="auto">
          <a:xfrm flipH="1">
            <a:off x="7162800" y="4979988"/>
            <a:ext cx="196850" cy="10160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7" name="AutoShape 123">
            <a:extLst>
              <a:ext uri="{FF2B5EF4-FFF2-40B4-BE49-F238E27FC236}">
                <a16:creationId xmlns:a16="http://schemas.microsoft.com/office/drawing/2014/main" id="{84D96B05-FEB2-F0E0-3F9D-031558D62EB0}"/>
              </a:ext>
            </a:extLst>
          </p:cNvPr>
          <p:cNvCxnSpPr>
            <a:cxnSpLocks noChangeShapeType="1"/>
            <a:stCxn id="23590" idx="6"/>
            <a:endCxn id="23593" idx="1"/>
          </p:cNvCxnSpPr>
          <p:nvPr/>
        </p:nvCxnSpPr>
        <p:spPr bwMode="auto">
          <a:xfrm>
            <a:off x="8315326" y="5472114"/>
            <a:ext cx="1177925" cy="4159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8" name="AutoShape 124">
            <a:extLst>
              <a:ext uri="{FF2B5EF4-FFF2-40B4-BE49-F238E27FC236}">
                <a16:creationId xmlns:a16="http://schemas.microsoft.com/office/drawing/2014/main" id="{7653BE9E-D410-6A02-0E3A-D55164301EF9}"/>
              </a:ext>
            </a:extLst>
          </p:cNvPr>
          <p:cNvCxnSpPr>
            <a:cxnSpLocks noChangeShapeType="1"/>
            <a:stCxn id="23591" idx="6"/>
            <a:endCxn id="23593" idx="2"/>
          </p:cNvCxnSpPr>
          <p:nvPr/>
        </p:nvCxnSpPr>
        <p:spPr bwMode="auto">
          <a:xfrm flipV="1">
            <a:off x="7324725" y="6005513"/>
            <a:ext cx="2114550" cy="1524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9" name="AutoShape 125">
            <a:extLst>
              <a:ext uri="{FF2B5EF4-FFF2-40B4-BE49-F238E27FC236}">
                <a16:creationId xmlns:a16="http://schemas.microsoft.com/office/drawing/2014/main" id="{83C306A7-F85B-BD68-2693-AE5E73A8A75C}"/>
              </a:ext>
            </a:extLst>
          </p:cNvPr>
          <p:cNvCxnSpPr>
            <a:cxnSpLocks noChangeShapeType="1"/>
            <a:stCxn id="23588" idx="6"/>
            <a:endCxn id="23589" idx="2"/>
          </p:cNvCxnSpPr>
          <p:nvPr/>
        </p:nvCxnSpPr>
        <p:spPr bwMode="auto">
          <a:xfrm flipV="1">
            <a:off x="7629525" y="4557713"/>
            <a:ext cx="1657350" cy="3048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0" name="AutoShape 126">
            <a:extLst>
              <a:ext uri="{FF2B5EF4-FFF2-40B4-BE49-F238E27FC236}">
                <a16:creationId xmlns:a16="http://schemas.microsoft.com/office/drawing/2014/main" id="{9F52E675-99D2-95F6-25B8-2AEF66F9191F}"/>
              </a:ext>
            </a:extLst>
          </p:cNvPr>
          <p:cNvCxnSpPr>
            <a:cxnSpLocks noChangeShapeType="1"/>
            <a:stCxn id="23590" idx="7"/>
            <a:endCxn id="23589" idx="3"/>
          </p:cNvCxnSpPr>
          <p:nvPr/>
        </p:nvCxnSpPr>
        <p:spPr bwMode="auto">
          <a:xfrm flipV="1">
            <a:off x="8261350" y="4675188"/>
            <a:ext cx="1079500" cy="67945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1" name="AutoShape 127">
            <a:extLst>
              <a:ext uri="{FF2B5EF4-FFF2-40B4-BE49-F238E27FC236}">
                <a16:creationId xmlns:a16="http://schemas.microsoft.com/office/drawing/2014/main" id="{A946C16E-6CE1-F7A4-3D95-6470ED1D4C17}"/>
              </a:ext>
            </a:extLst>
          </p:cNvPr>
          <p:cNvCxnSpPr>
            <a:cxnSpLocks noChangeShapeType="1"/>
            <a:stCxn id="23592" idx="1"/>
            <a:endCxn id="23589" idx="5"/>
          </p:cNvCxnSpPr>
          <p:nvPr/>
        </p:nvCxnSpPr>
        <p:spPr bwMode="auto">
          <a:xfrm flipH="1" flipV="1">
            <a:off x="9556750" y="4675188"/>
            <a:ext cx="469900" cy="5270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2" name="AutoShape 128">
            <a:extLst>
              <a:ext uri="{FF2B5EF4-FFF2-40B4-BE49-F238E27FC236}">
                <a16:creationId xmlns:a16="http://schemas.microsoft.com/office/drawing/2014/main" id="{C9005809-3D89-DA0F-2B9C-561EADAE1DB7}"/>
              </a:ext>
            </a:extLst>
          </p:cNvPr>
          <p:cNvCxnSpPr>
            <a:cxnSpLocks noChangeShapeType="1"/>
            <a:stCxn id="23593" idx="7"/>
            <a:endCxn id="23592" idx="3"/>
          </p:cNvCxnSpPr>
          <p:nvPr/>
        </p:nvCxnSpPr>
        <p:spPr bwMode="auto">
          <a:xfrm flipV="1">
            <a:off x="9709150" y="5437188"/>
            <a:ext cx="317500" cy="4508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03" name="Text Box 129">
            <a:extLst>
              <a:ext uri="{FF2B5EF4-FFF2-40B4-BE49-F238E27FC236}">
                <a16:creationId xmlns:a16="http://schemas.microsoft.com/office/drawing/2014/main" id="{7DFCABA1-0074-45A6-F138-E57BADD62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9841" y="4343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23604" name="Text Box 130">
            <a:extLst>
              <a:ext uri="{FF2B5EF4-FFF2-40B4-BE49-F238E27FC236}">
                <a16:creationId xmlns:a16="http://schemas.microsoft.com/office/drawing/2014/main" id="{77E9AC25-DD03-91C9-B911-F008F7245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6066" y="46339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23605" name="Text Box 131">
            <a:extLst>
              <a:ext uri="{FF2B5EF4-FFF2-40B4-BE49-F238E27FC236}">
                <a16:creationId xmlns:a16="http://schemas.microsoft.com/office/drawing/2014/main" id="{D0BF7880-7E40-9043-40B3-603910AB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466" y="51927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3606" name="Text Box 132">
            <a:extLst>
              <a:ext uri="{FF2B5EF4-FFF2-40B4-BE49-F238E27FC236}">
                <a16:creationId xmlns:a16="http://schemas.microsoft.com/office/drawing/2014/main" id="{A93C39D4-91A0-C052-B3AC-E37F62CAA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466" y="53197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23607" name="Text Box 133">
            <a:extLst>
              <a:ext uri="{FF2B5EF4-FFF2-40B4-BE49-F238E27FC236}">
                <a16:creationId xmlns:a16="http://schemas.microsoft.com/office/drawing/2014/main" id="{83E71AF6-3F00-4F68-72EC-F3095B7BF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841" y="5105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23608" name="Text Box 134">
            <a:extLst>
              <a:ext uri="{FF2B5EF4-FFF2-40B4-BE49-F238E27FC236}">
                <a16:creationId xmlns:a16="http://schemas.microsoft.com/office/drawing/2014/main" id="{56B2181B-B8BD-EB92-ED67-F0D1A605F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7604" y="60960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3609" name="Text Box 135">
            <a:extLst>
              <a:ext uri="{FF2B5EF4-FFF2-40B4-BE49-F238E27FC236}">
                <a16:creationId xmlns:a16="http://schemas.microsoft.com/office/drawing/2014/main" id="{4678C7C9-B863-FA5C-574E-9B31CFAD5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8129" y="5653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23610" name="Text Box 136">
            <a:extLst>
              <a:ext uri="{FF2B5EF4-FFF2-40B4-BE49-F238E27FC236}">
                <a16:creationId xmlns:a16="http://schemas.microsoft.com/office/drawing/2014/main" id="{ED47338F-084D-1253-54D1-C1D08B092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466" y="49387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23611" name="Text Box 137">
            <a:extLst>
              <a:ext uri="{FF2B5EF4-FFF2-40B4-BE49-F238E27FC236}">
                <a16:creationId xmlns:a16="http://schemas.microsoft.com/office/drawing/2014/main" id="{50A8F814-25B5-7D2F-6953-45E74C324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4216" y="566896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23612" name="Text Box 138">
            <a:extLst>
              <a:ext uri="{FF2B5EF4-FFF2-40B4-BE49-F238E27FC236}">
                <a16:creationId xmlns:a16="http://schemas.microsoft.com/office/drawing/2014/main" id="{1718F2D1-D8E8-73C3-4E7D-4683A314B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1075" y="5748338"/>
            <a:ext cx="285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613" name="Text Box 139">
            <a:extLst>
              <a:ext uri="{FF2B5EF4-FFF2-40B4-BE49-F238E27FC236}">
                <a16:creationId xmlns:a16="http://schemas.microsoft.com/office/drawing/2014/main" id="{84893A28-E4CE-259A-7007-B3F8D7D64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0825" y="4419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3614" name="Text Box 141">
            <a:extLst>
              <a:ext uri="{FF2B5EF4-FFF2-40B4-BE49-F238E27FC236}">
                <a16:creationId xmlns:a16="http://schemas.microsoft.com/office/drawing/2014/main" id="{8D6FA951-77F8-1634-ED49-47A03ED15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805" y="3505201"/>
            <a:ext cx="26404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Replacing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/>
              <a:t> with </a:t>
            </a:r>
            <a:r>
              <a:rPr lang="en-US" altLang="en-US" sz="1800" b="1" i="1">
                <a:latin typeface="Times New Roman" panose="02020603050405020304" pitchFamily="18" charset="0"/>
              </a:rPr>
              <a:t>e </a:t>
            </a:r>
            <a:r>
              <a:rPr lang="en-US" altLang="en-US" sz="1800"/>
              <a:t>yields</a:t>
            </a:r>
            <a:br>
              <a:rPr lang="en-US" altLang="en-US" sz="1800"/>
            </a:br>
            <a:r>
              <a:rPr lang="en-US" altLang="en-US" sz="1800"/>
              <a:t>another MST</a:t>
            </a:r>
          </a:p>
        </p:txBody>
      </p:sp>
      <p:sp>
        <p:nvSpPr>
          <p:cNvPr id="23615" name="Text Box 142">
            <a:extLst>
              <a:ext uri="{FF2B5EF4-FFF2-40B4-BE49-F238E27FC236}">
                <a16:creationId xmlns:a16="http://schemas.microsoft.com/office/drawing/2014/main" id="{65A981AD-9D05-F059-6490-53C750CB1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219201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3616" name="Text Box 143">
            <a:extLst>
              <a:ext uri="{FF2B5EF4-FFF2-40B4-BE49-F238E27FC236}">
                <a16:creationId xmlns:a16="http://schemas.microsoft.com/office/drawing/2014/main" id="{6358E721-2A8B-D0F0-7AF4-D38D3B7C2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0" y="1219201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81458F03-D5CD-0341-1B37-1775F4756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800" b="1" dirty="0" err="1">
                <a:solidFill>
                  <a:srgbClr val="0000FF"/>
                </a:solidFill>
                <a:latin typeface="+mj-lt"/>
                <a:cs typeface="Arial" charset="0"/>
              </a:rPr>
              <a:t>Kruskal’s</a:t>
            </a:r>
            <a:r>
              <a:rPr lang="en-US" sz="2800" b="1" dirty="0">
                <a:solidFill>
                  <a:srgbClr val="0000FF"/>
                </a:solidFill>
                <a:latin typeface="+mj-lt"/>
                <a:cs typeface="Arial" charset="0"/>
              </a:rPr>
              <a:t> Algorithm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E08A936-846C-795A-EC78-0C9379983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76400"/>
            <a:ext cx="37528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</a:pPr>
            <a:r>
              <a:rPr lang="en-US" altLang="en-US"/>
              <a:t>A priority queue stores the edges outside the cloud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Key: weight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Element: edge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</a:pPr>
            <a:r>
              <a:rPr lang="en-US" altLang="en-US"/>
              <a:t>At the end of the algorithm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We are left with one cloud that encompasses the MST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A tree </a:t>
            </a:r>
            <a:r>
              <a:rPr lang="en-US" altLang="en-US" i="1"/>
              <a:t>T</a:t>
            </a:r>
            <a:r>
              <a:rPr lang="en-US" altLang="en-US"/>
              <a:t> which is our MST</a:t>
            </a:r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46BE0B54-2B6D-AE84-E95A-1D4125701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752600"/>
            <a:ext cx="4572000" cy="44259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200">
                <a:latin typeface="Times New Roman" panose="02020603050405020304" pitchFamily="18" charset="0"/>
              </a:rPr>
              <a:t> </a:t>
            </a:r>
            <a:r>
              <a:rPr lang="en-US" altLang="en-US" sz="2200" b="1" i="1">
                <a:solidFill>
                  <a:schemeClr val="tx2"/>
                </a:solidFill>
                <a:latin typeface="Times New Roman" panose="02020603050405020304" pitchFamily="18" charset="0"/>
              </a:rPr>
              <a:t>KruskalMST</a:t>
            </a:r>
            <a:r>
              <a:rPr lang="en-US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2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</a:rPr>
              <a:t> each vertex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</a:rPr>
              <a:t> in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</a:rPr>
              <a:t>		define a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Cloud(v)</a:t>
            </a:r>
            <a:r>
              <a:rPr lang="en-US" altLang="en-US" sz="22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</a:rPr>
              <a:t>of 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 {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let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Q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be a priority queue.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	Insert all edges into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Q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using their 	weights as the key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2200">
              <a:solidFill>
                <a:schemeClr val="accent2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2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 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	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while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has fewer than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 edges 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(u, v) =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Q.removeMin()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Let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C(v) 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 cloud containing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and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C(u) 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 cloud containing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endParaRPr lang="en-US" altLang="en-US" sz="2200" i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C(v)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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C(u)</a:t>
            </a:r>
            <a:r>
              <a:rPr lang="en-US" altLang="en-US" sz="22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Add edge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to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Merge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C(v)</a:t>
            </a:r>
            <a:r>
              <a:rPr lang="en-US" altLang="en-US" sz="22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and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C(u)</a:t>
            </a:r>
            <a:endParaRPr lang="en-US" altLang="en-US" sz="22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2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return </a:t>
            </a:r>
            <a:r>
              <a:rPr lang="en-US" altLang="en-US" sz="22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endParaRPr lang="en-US" altLang="en-US" sz="22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CCF2175-7E0D-BF46-06BE-2659B456E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76200"/>
            <a:ext cx="7924800" cy="1066800"/>
          </a:xfrm>
        </p:spPr>
        <p:txBody>
          <a:bodyPr>
            <a:normAutofit/>
          </a:bodyPr>
          <a:lstStyle/>
          <a:p>
            <a:r>
              <a:rPr lang="en-US" altLang="en-US"/>
              <a:t>Data Structure for Kruskal Algortihm</a:t>
            </a:r>
          </a:p>
        </p:txBody>
      </p:sp>
      <p:sp>
        <p:nvSpPr>
          <p:cNvPr id="24064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8187A54-D434-7820-E9D8-36F70FA3B7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295400"/>
            <a:ext cx="7848600" cy="2819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The algorithm maintains a forest of trees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An edge is accepted if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en-US"/>
              <a:t>it connects distinct trees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We need a data structure that maintains a </a:t>
            </a:r>
            <a:r>
              <a:rPr lang="en-US" altLang="en-US" b="1">
                <a:solidFill>
                  <a:schemeClr val="accent2"/>
                </a:solidFill>
              </a:rPr>
              <a:t>partition</a:t>
            </a:r>
            <a:r>
              <a:rPr lang="en-US" altLang="en-US"/>
              <a:t>, i.e., a collection of disjoint sets, with the operations: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 - </a:t>
            </a:r>
            <a:r>
              <a:rPr lang="en-US" altLang="en-US" b="1">
                <a:solidFill>
                  <a:srgbClr val="C52D2D"/>
                </a:solidFill>
              </a:rPr>
              <a:t>find</a:t>
            </a:r>
            <a:r>
              <a:rPr lang="en-US" altLang="en-US"/>
              <a:t>(u): return the set storing u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 - </a:t>
            </a:r>
            <a:r>
              <a:rPr lang="en-US" altLang="en-US" b="1">
                <a:solidFill>
                  <a:srgbClr val="C52D2D"/>
                </a:solidFill>
              </a:rPr>
              <a:t>union</a:t>
            </a:r>
            <a:r>
              <a:rPr lang="en-US" altLang="en-US"/>
              <a:t>(u,v): replace the sets storing u and v with their union</a:t>
            </a:r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id="{37F97F70-8E06-96F2-C8FB-3AF5D9F6954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4600" y="3810001"/>
            <a:ext cx="3429000" cy="2632075"/>
          </a:xfr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D199722E-E1E5-7566-347D-34C635A45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8001000" cy="838200"/>
          </a:xfrm>
        </p:spPr>
        <p:txBody>
          <a:bodyPr/>
          <a:lstStyle/>
          <a:p>
            <a:r>
              <a:rPr lang="en-US" altLang="en-US"/>
              <a:t>Analysis</a:t>
            </a:r>
          </a:p>
        </p:txBody>
      </p:sp>
      <p:sp>
        <p:nvSpPr>
          <p:cNvPr id="24166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5E571D-F31B-7BDB-AA8E-8A9CD7286E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066800"/>
            <a:ext cx="7391400" cy="5334000"/>
          </a:xfrm>
        </p:spPr>
        <p:txBody>
          <a:bodyPr>
            <a:normAutofit/>
          </a:bodyPr>
          <a:lstStyle/>
          <a:p>
            <a:r>
              <a:rPr lang="en-US" altLang="en-US"/>
              <a:t>Each set is stored in a sequence</a:t>
            </a:r>
          </a:p>
          <a:p>
            <a:r>
              <a:rPr lang="en-US" altLang="en-US"/>
              <a:t>Each element has a reference back to the set</a:t>
            </a:r>
          </a:p>
          <a:p>
            <a:pPr lvl="1"/>
            <a:r>
              <a:rPr lang="en-US" altLang="en-US"/>
              <a:t>operation</a:t>
            </a:r>
            <a:r>
              <a:rPr lang="en-US" altLang="en-US">
                <a:solidFill>
                  <a:srgbClr val="C52D2D"/>
                </a:solidFill>
              </a:rPr>
              <a:t> find</a:t>
            </a:r>
            <a:r>
              <a:rPr lang="en-US" altLang="en-US"/>
              <a:t>(u) takes O(1) time, and returns the set of which u is a member.</a:t>
            </a:r>
          </a:p>
          <a:p>
            <a:pPr lvl="1"/>
            <a:r>
              <a:rPr lang="en-US" altLang="en-US"/>
              <a:t>in operation </a:t>
            </a:r>
            <a:r>
              <a:rPr lang="en-US" altLang="en-US">
                <a:solidFill>
                  <a:srgbClr val="C52D2D"/>
                </a:solidFill>
              </a:rPr>
              <a:t>union</a:t>
            </a:r>
            <a:r>
              <a:rPr lang="en-US" altLang="en-US"/>
              <a:t>(u,v), we move the elements of the smaller set to the sequence of the larger set and update their references</a:t>
            </a:r>
          </a:p>
          <a:p>
            <a:pPr lvl="1"/>
            <a:r>
              <a:rPr lang="en-US" altLang="en-US"/>
              <a:t>the time for operation </a:t>
            </a:r>
            <a:r>
              <a:rPr lang="en-US" altLang="en-US">
                <a:solidFill>
                  <a:srgbClr val="C52D2D"/>
                </a:solidFill>
              </a:rPr>
              <a:t>union</a:t>
            </a:r>
            <a:r>
              <a:rPr lang="en-US" altLang="en-US"/>
              <a:t>(u,v) is min(n</a:t>
            </a:r>
            <a:r>
              <a:rPr lang="en-US" altLang="en-US" baseline="-25000"/>
              <a:t>u</a:t>
            </a:r>
            <a:r>
              <a:rPr lang="en-US" altLang="en-US"/>
              <a:t>,n</a:t>
            </a:r>
            <a:r>
              <a:rPr lang="en-US" altLang="en-US" baseline="-25000"/>
              <a:t>v</a:t>
            </a:r>
            <a:r>
              <a:rPr lang="en-US" altLang="en-US"/>
              <a:t>), where n</a:t>
            </a:r>
            <a:r>
              <a:rPr lang="en-US" altLang="en-US" baseline="-25000"/>
              <a:t>u</a:t>
            </a:r>
            <a:r>
              <a:rPr lang="en-US" altLang="en-US"/>
              <a:t> and n</a:t>
            </a:r>
            <a:r>
              <a:rPr lang="en-US" altLang="en-US" baseline="-25000"/>
              <a:t>v</a:t>
            </a:r>
            <a:r>
              <a:rPr lang="en-US" altLang="en-US"/>
              <a:t> are the sizes of the sets storing u and v</a:t>
            </a:r>
          </a:p>
          <a:p>
            <a:r>
              <a:rPr lang="en-US" altLang="en-US"/>
              <a:t>Whenever an element is processed, it goes into a set of size at least double, hence each element is processed at most </a:t>
            </a:r>
            <a:r>
              <a:rPr lang="en-US" altLang="en-US" i="1"/>
              <a:t>logn</a:t>
            </a:r>
            <a:r>
              <a:rPr lang="en-US" altLang="en-US"/>
              <a:t> times</a:t>
            </a:r>
          </a:p>
          <a:p>
            <a:r>
              <a:rPr lang="en-US" altLang="en-US"/>
              <a:t>Total time: O(mlogm + nlogm + nlogn) or O((n+m)logm) or O(mlogm).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3">
            <a:extLst>
              <a:ext uri="{FF2B5EF4-FFF2-40B4-BE49-F238E27FC236}">
                <a16:creationId xmlns:a16="http://schemas.microsoft.com/office/drawing/2014/main" id="{B657C416-3B25-15E5-B1A4-E7974BE31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25" y="31750"/>
            <a:ext cx="8007350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Rectangle 2">
            <a:extLst>
              <a:ext uri="{FF2B5EF4-FFF2-40B4-BE49-F238E27FC236}">
                <a16:creationId xmlns:a16="http://schemas.microsoft.com/office/drawing/2014/main" id="{A5E35E0E-0FC4-7134-9AE7-04FF74614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3">
            <a:extLst>
              <a:ext uri="{FF2B5EF4-FFF2-40B4-BE49-F238E27FC236}">
                <a16:creationId xmlns:a16="http://schemas.microsoft.com/office/drawing/2014/main" id="{0193608D-FC01-2415-1554-162933EC9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25" y="31750"/>
            <a:ext cx="8007350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4" name="Rectangle 2">
            <a:extLst>
              <a:ext uri="{FF2B5EF4-FFF2-40B4-BE49-F238E27FC236}">
                <a16:creationId xmlns:a16="http://schemas.microsoft.com/office/drawing/2014/main" id="{5C3C8FC0-A4E2-9F15-5F86-13326BEB7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FA7E9581-FB0D-93C5-540D-8530A36C7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29698" name="Picture 3">
            <a:extLst>
              <a:ext uri="{FF2B5EF4-FFF2-40B4-BE49-F238E27FC236}">
                <a16:creationId xmlns:a16="http://schemas.microsoft.com/office/drawing/2014/main" id="{21805CEE-26CB-875F-052A-8BED0761C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25" y="31750"/>
            <a:ext cx="8007350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D5E5F784-912D-6881-0F64-0B89E00F3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0722" name="Picture 3">
            <a:extLst>
              <a:ext uri="{FF2B5EF4-FFF2-40B4-BE49-F238E27FC236}">
                <a16:creationId xmlns:a16="http://schemas.microsoft.com/office/drawing/2014/main" id="{E5A56074-453E-F021-D212-5DA181C4B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B467F4BD-F3A5-CBDA-D2E5-5D90FC36E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1746" name="Picture 3">
            <a:extLst>
              <a:ext uri="{FF2B5EF4-FFF2-40B4-BE49-F238E27FC236}">
                <a16:creationId xmlns:a16="http://schemas.microsoft.com/office/drawing/2014/main" id="{ABEE33AF-AD1A-9E19-3D90-A7F3CD3A4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7A4B4A84-22B1-9AB7-3AD5-82DE98B15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2770" name="Picture 3">
            <a:extLst>
              <a:ext uri="{FF2B5EF4-FFF2-40B4-BE49-F238E27FC236}">
                <a16:creationId xmlns:a16="http://schemas.microsoft.com/office/drawing/2014/main" id="{444313C9-3C39-7F6E-53FE-3FDBFD626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57F850DF-836F-6AD5-8A8B-4EF9788C4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3794" name="Picture 3">
            <a:extLst>
              <a:ext uri="{FF2B5EF4-FFF2-40B4-BE49-F238E27FC236}">
                <a16:creationId xmlns:a16="http://schemas.microsoft.com/office/drawing/2014/main" id="{1D6F61ED-C958-0C86-E72B-B0121A1D9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2CE477FF-447D-DEF8-57AF-BF703CFF2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4818" name="Picture 3">
            <a:extLst>
              <a:ext uri="{FF2B5EF4-FFF2-40B4-BE49-F238E27FC236}">
                <a16:creationId xmlns:a16="http://schemas.microsoft.com/office/drawing/2014/main" id="{B93CED51-9AAF-27AC-78BA-DFE4524D5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59070D47-617D-DAAE-DE38-4A809A91E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5842" name="Picture 3">
            <a:extLst>
              <a:ext uri="{FF2B5EF4-FFF2-40B4-BE49-F238E27FC236}">
                <a16:creationId xmlns:a16="http://schemas.microsoft.com/office/drawing/2014/main" id="{4BF09BDE-8EE7-268F-72C5-876728B4A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077035F9-F41A-401D-42F8-26BA97DDF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6866" name="Picture 3">
            <a:extLst>
              <a:ext uri="{FF2B5EF4-FFF2-40B4-BE49-F238E27FC236}">
                <a16:creationId xmlns:a16="http://schemas.microsoft.com/office/drawing/2014/main" id="{1BAE3A3D-1BA8-9C44-A082-AAA0D9F17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26949F74-A888-1FDD-D811-AB382757C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7890" name="Picture 3">
            <a:extLst>
              <a:ext uri="{FF2B5EF4-FFF2-40B4-BE49-F238E27FC236}">
                <a16:creationId xmlns:a16="http://schemas.microsoft.com/office/drawing/2014/main" id="{0C94547C-0D9D-67C6-017B-83AC86FA7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FF3F8760-FBF3-813E-BD5A-0FA14022A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38914" name="Picture 3">
            <a:extLst>
              <a:ext uri="{FF2B5EF4-FFF2-40B4-BE49-F238E27FC236}">
                <a16:creationId xmlns:a16="http://schemas.microsoft.com/office/drawing/2014/main" id="{47CBB19F-49AD-B609-D83D-4AA3E1BD2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9" y="31750"/>
            <a:ext cx="800893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02F9C0B5-CBA5-6B00-74BA-CFCFD6AA5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39938" name="Freeform 3">
            <a:extLst>
              <a:ext uri="{FF2B5EF4-FFF2-40B4-BE49-F238E27FC236}">
                <a16:creationId xmlns:a16="http://schemas.microsoft.com/office/drawing/2014/main" id="{289AC392-67D9-732E-D59D-9188A2E35BBD}"/>
              </a:ext>
            </a:extLst>
          </p:cNvPr>
          <p:cNvSpPr>
            <a:spLocks/>
          </p:cNvSpPr>
          <p:nvPr/>
        </p:nvSpPr>
        <p:spPr bwMode="auto">
          <a:xfrm>
            <a:off x="2500314" y="879476"/>
            <a:ext cx="7329487" cy="5521325"/>
          </a:xfrm>
          <a:custGeom>
            <a:avLst/>
            <a:gdLst>
              <a:gd name="T0" fmla="*/ 2147483646 w 4617"/>
              <a:gd name="T1" fmla="*/ 2147483646 h 3755"/>
              <a:gd name="T2" fmla="*/ 2147483646 w 4617"/>
              <a:gd name="T3" fmla="*/ 2147483646 h 3755"/>
              <a:gd name="T4" fmla="*/ 2147483646 w 4617"/>
              <a:gd name="T5" fmla="*/ 2147483646 h 3755"/>
              <a:gd name="T6" fmla="*/ 2147483646 w 4617"/>
              <a:gd name="T7" fmla="*/ 2147483646 h 3755"/>
              <a:gd name="T8" fmla="*/ 2147483646 w 4617"/>
              <a:gd name="T9" fmla="*/ 2147483646 h 3755"/>
              <a:gd name="T10" fmla="*/ 2147483646 w 4617"/>
              <a:gd name="T11" fmla="*/ 2147483646 h 3755"/>
              <a:gd name="T12" fmla="*/ 2147483646 w 4617"/>
              <a:gd name="T13" fmla="*/ 2147483646 h 3755"/>
              <a:gd name="T14" fmla="*/ 2147483646 w 4617"/>
              <a:gd name="T15" fmla="*/ 2147483646 h 3755"/>
              <a:gd name="T16" fmla="*/ 2147483646 w 4617"/>
              <a:gd name="T17" fmla="*/ 2147483646 h 3755"/>
              <a:gd name="T18" fmla="*/ 2147483646 w 4617"/>
              <a:gd name="T19" fmla="*/ 2147483646 h 3755"/>
              <a:gd name="T20" fmla="*/ 2147483646 w 4617"/>
              <a:gd name="T21" fmla="*/ 2147483646 h 3755"/>
              <a:gd name="T22" fmla="*/ 2147483646 w 4617"/>
              <a:gd name="T23" fmla="*/ 2147483646 h 3755"/>
              <a:gd name="T24" fmla="*/ 2147483646 w 4617"/>
              <a:gd name="T25" fmla="*/ 2147483646 h 3755"/>
              <a:gd name="T26" fmla="*/ 2147483646 w 4617"/>
              <a:gd name="T27" fmla="*/ 2147483646 h 3755"/>
              <a:gd name="T28" fmla="*/ 2147483646 w 4617"/>
              <a:gd name="T29" fmla="*/ 2147483646 h 3755"/>
              <a:gd name="T30" fmla="*/ 2147483646 w 4617"/>
              <a:gd name="T31" fmla="*/ 0 h 3755"/>
              <a:gd name="T32" fmla="*/ 2147483646 w 4617"/>
              <a:gd name="T33" fmla="*/ 2147483646 h 3755"/>
              <a:gd name="T34" fmla="*/ 2147483646 w 4617"/>
              <a:gd name="T35" fmla="*/ 2147483646 h 3755"/>
              <a:gd name="T36" fmla="*/ 2147483646 w 4617"/>
              <a:gd name="T37" fmla="*/ 2147483646 h 3755"/>
              <a:gd name="T38" fmla="*/ 2147483646 w 4617"/>
              <a:gd name="T39" fmla="*/ 2147483646 h 3755"/>
              <a:gd name="T40" fmla="*/ 2147483646 w 4617"/>
              <a:gd name="T41" fmla="*/ 2147483646 h 3755"/>
              <a:gd name="T42" fmla="*/ 2147483646 w 4617"/>
              <a:gd name="T43" fmla="*/ 2147483646 h 3755"/>
              <a:gd name="T44" fmla="*/ 2147483646 w 4617"/>
              <a:gd name="T45" fmla="*/ 2147483646 h 3755"/>
              <a:gd name="T46" fmla="*/ 2147483646 w 4617"/>
              <a:gd name="T47" fmla="*/ 2147483646 h 3755"/>
              <a:gd name="T48" fmla="*/ 2147483646 w 4617"/>
              <a:gd name="T49" fmla="*/ 2147483646 h 3755"/>
              <a:gd name="T50" fmla="*/ 2147483646 w 4617"/>
              <a:gd name="T51" fmla="*/ 2147483646 h 3755"/>
              <a:gd name="T52" fmla="*/ 2147483646 w 4617"/>
              <a:gd name="T53" fmla="*/ 2147483646 h 3755"/>
              <a:gd name="T54" fmla="*/ 2147483646 w 4617"/>
              <a:gd name="T55" fmla="*/ 2147483646 h 3755"/>
              <a:gd name="T56" fmla="*/ 2147483646 w 4617"/>
              <a:gd name="T57" fmla="*/ 2147483646 h 3755"/>
              <a:gd name="T58" fmla="*/ 0 w 4617"/>
              <a:gd name="T59" fmla="*/ 2147483646 h 3755"/>
              <a:gd name="T60" fmla="*/ 2147483646 w 4617"/>
              <a:gd name="T61" fmla="*/ 2147483646 h 3755"/>
              <a:gd name="T62" fmla="*/ 2147483646 w 4617"/>
              <a:gd name="T63" fmla="*/ 2147483646 h 3755"/>
              <a:gd name="T64" fmla="*/ 2147483646 w 4617"/>
              <a:gd name="T65" fmla="*/ 2147483646 h 3755"/>
              <a:gd name="T66" fmla="*/ 2147483646 w 4617"/>
              <a:gd name="T67" fmla="*/ 2147483646 h 3755"/>
              <a:gd name="T68" fmla="*/ 2147483646 w 4617"/>
              <a:gd name="T69" fmla="*/ 2147483646 h 3755"/>
              <a:gd name="T70" fmla="*/ 2147483646 w 4617"/>
              <a:gd name="T71" fmla="*/ 2147483646 h 3755"/>
              <a:gd name="T72" fmla="*/ 2147483646 w 4617"/>
              <a:gd name="T73" fmla="*/ 2147483646 h 3755"/>
              <a:gd name="T74" fmla="*/ 2147483646 w 4617"/>
              <a:gd name="T75" fmla="*/ 2147483646 h 3755"/>
              <a:gd name="T76" fmla="*/ 2147483646 w 4617"/>
              <a:gd name="T77" fmla="*/ 2147483646 h 3755"/>
              <a:gd name="T78" fmla="*/ 2147483646 w 4617"/>
              <a:gd name="T79" fmla="*/ 2147483646 h 3755"/>
              <a:gd name="T80" fmla="*/ 2147483646 w 4617"/>
              <a:gd name="T81" fmla="*/ 2147483646 h 3755"/>
              <a:gd name="T82" fmla="*/ 2147483646 w 4617"/>
              <a:gd name="T83" fmla="*/ 2147483646 h 3755"/>
              <a:gd name="T84" fmla="*/ 2147483646 w 4617"/>
              <a:gd name="T85" fmla="*/ 2147483646 h 3755"/>
              <a:gd name="T86" fmla="*/ 2147483646 w 4617"/>
              <a:gd name="T87" fmla="*/ 2147483646 h 3755"/>
              <a:gd name="T88" fmla="*/ 2147483646 w 4617"/>
              <a:gd name="T89" fmla="*/ 2147483646 h 3755"/>
              <a:gd name="T90" fmla="*/ 2147483646 w 4617"/>
              <a:gd name="T91" fmla="*/ 2147483646 h 3755"/>
              <a:gd name="T92" fmla="*/ 2147483646 w 4617"/>
              <a:gd name="T93" fmla="*/ 2147483646 h 3755"/>
              <a:gd name="T94" fmla="*/ 2147483646 w 4617"/>
              <a:gd name="T95" fmla="*/ 2147483646 h 3755"/>
              <a:gd name="T96" fmla="*/ 2147483646 w 4617"/>
              <a:gd name="T97" fmla="*/ 2147483646 h 3755"/>
              <a:gd name="T98" fmla="*/ 2147483646 w 4617"/>
              <a:gd name="T99" fmla="*/ 2147483646 h 3755"/>
              <a:gd name="T100" fmla="*/ 2147483646 w 4617"/>
              <a:gd name="T101" fmla="*/ 2147483646 h 3755"/>
              <a:gd name="T102" fmla="*/ 2147483646 w 4617"/>
              <a:gd name="T103" fmla="*/ 2147483646 h 3755"/>
              <a:gd name="T104" fmla="*/ 2147483646 w 4617"/>
              <a:gd name="T105" fmla="*/ 2147483646 h 3755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4617"/>
              <a:gd name="T160" fmla="*/ 0 h 3755"/>
              <a:gd name="T161" fmla="*/ 4617 w 4617"/>
              <a:gd name="T162" fmla="*/ 3755 h 3755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4617" h="3755">
                <a:moveTo>
                  <a:pt x="4401" y="2594"/>
                </a:moveTo>
                <a:lnTo>
                  <a:pt x="4473" y="2418"/>
                </a:lnTo>
                <a:lnTo>
                  <a:pt x="4529" y="2234"/>
                </a:lnTo>
                <a:lnTo>
                  <a:pt x="4593" y="1858"/>
                </a:lnTo>
                <a:lnTo>
                  <a:pt x="4617" y="1481"/>
                </a:lnTo>
                <a:lnTo>
                  <a:pt x="4585" y="1129"/>
                </a:lnTo>
                <a:lnTo>
                  <a:pt x="4521" y="809"/>
                </a:lnTo>
                <a:lnTo>
                  <a:pt x="4409" y="545"/>
                </a:lnTo>
                <a:lnTo>
                  <a:pt x="4345" y="441"/>
                </a:lnTo>
                <a:lnTo>
                  <a:pt x="4273" y="353"/>
                </a:lnTo>
                <a:lnTo>
                  <a:pt x="4193" y="288"/>
                </a:lnTo>
                <a:lnTo>
                  <a:pt x="4105" y="248"/>
                </a:lnTo>
                <a:lnTo>
                  <a:pt x="3729" y="144"/>
                </a:lnTo>
                <a:lnTo>
                  <a:pt x="3353" y="64"/>
                </a:lnTo>
                <a:lnTo>
                  <a:pt x="2969" y="16"/>
                </a:lnTo>
                <a:lnTo>
                  <a:pt x="2601" y="0"/>
                </a:lnTo>
                <a:lnTo>
                  <a:pt x="2240" y="8"/>
                </a:lnTo>
                <a:lnTo>
                  <a:pt x="1896" y="48"/>
                </a:lnTo>
                <a:lnTo>
                  <a:pt x="1568" y="120"/>
                </a:lnTo>
                <a:lnTo>
                  <a:pt x="1264" y="224"/>
                </a:lnTo>
                <a:lnTo>
                  <a:pt x="976" y="369"/>
                </a:lnTo>
                <a:lnTo>
                  <a:pt x="728" y="545"/>
                </a:lnTo>
                <a:lnTo>
                  <a:pt x="608" y="641"/>
                </a:lnTo>
                <a:lnTo>
                  <a:pt x="504" y="753"/>
                </a:lnTo>
                <a:lnTo>
                  <a:pt x="408" y="873"/>
                </a:lnTo>
                <a:lnTo>
                  <a:pt x="320" y="1001"/>
                </a:lnTo>
                <a:lnTo>
                  <a:pt x="168" y="1289"/>
                </a:lnTo>
                <a:lnTo>
                  <a:pt x="64" y="1609"/>
                </a:lnTo>
                <a:lnTo>
                  <a:pt x="8" y="1970"/>
                </a:lnTo>
                <a:lnTo>
                  <a:pt x="0" y="2378"/>
                </a:lnTo>
                <a:lnTo>
                  <a:pt x="32" y="2610"/>
                </a:lnTo>
                <a:lnTo>
                  <a:pt x="96" y="2818"/>
                </a:lnTo>
                <a:lnTo>
                  <a:pt x="192" y="3002"/>
                </a:lnTo>
                <a:lnTo>
                  <a:pt x="312" y="3170"/>
                </a:lnTo>
                <a:lnTo>
                  <a:pt x="464" y="3315"/>
                </a:lnTo>
                <a:lnTo>
                  <a:pt x="640" y="3435"/>
                </a:lnTo>
                <a:lnTo>
                  <a:pt x="840" y="3539"/>
                </a:lnTo>
                <a:lnTo>
                  <a:pt x="1048" y="3619"/>
                </a:lnTo>
                <a:lnTo>
                  <a:pt x="1280" y="3683"/>
                </a:lnTo>
                <a:lnTo>
                  <a:pt x="1520" y="3731"/>
                </a:lnTo>
                <a:lnTo>
                  <a:pt x="1760" y="3755"/>
                </a:lnTo>
                <a:lnTo>
                  <a:pt x="2016" y="3755"/>
                </a:lnTo>
                <a:lnTo>
                  <a:pt x="2272" y="3747"/>
                </a:lnTo>
                <a:lnTo>
                  <a:pt x="2529" y="3715"/>
                </a:lnTo>
                <a:lnTo>
                  <a:pt x="2777" y="3667"/>
                </a:lnTo>
                <a:lnTo>
                  <a:pt x="3025" y="3603"/>
                </a:lnTo>
                <a:lnTo>
                  <a:pt x="3473" y="3467"/>
                </a:lnTo>
                <a:lnTo>
                  <a:pt x="3649" y="3403"/>
                </a:lnTo>
                <a:lnTo>
                  <a:pt x="3801" y="3323"/>
                </a:lnTo>
                <a:lnTo>
                  <a:pt x="3937" y="3210"/>
                </a:lnTo>
                <a:lnTo>
                  <a:pt x="4073" y="3066"/>
                </a:lnTo>
                <a:lnTo>
                  <a:pt x="4225" y="2858"/>
                </a:lnTo>
                <a:lnTo>
                  <a:pt x="4401" y="2594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39" name="Freeform 4">
            <a:extLst>
              <a:ext uri="{FF2B5EF4-FFF2-40B4-BE49-F238E27FC236}">
                <a16:creationId xmlns:a16="http://schemas.microsoft.com/office/drawing/2014/main" id="{6E8490A5-83DA-2878-24C0-B5944AFB1502}"/>
              </a:ext>
            </a:extLst>
          </p:cNvPr>
          <p:cNvSpPr>
            <a:spLocks/>
          </p:cNvSpPr>
          <p:nvPr/>
        </p:nvSpPr>
        <p:spPr bwMode="auto">
          <a:xfrm>
            <a:off x="3465513" y="4689475"/>
            <a:ext cx="762000" cy="533400"/>
          </a:xfrm>
          <a:custGeom>
            <a:avLst/>
            <a:gdLst>
              <a:gd name="T0" fmla="*/ 2147483646 w 480"/>
              <a:gd name="T1" fmla="*/ 2147483646 h 336"/>
              <a:gd name="T2" fmla="*/ 2147483646 w 480"/>
              <a:gd name="T3" fmla="*/ 2147483646 h 336"/>
              <a:gd name="T4" fmla="*/ 2147483646 w 480"/>
              <a:gd name="T5" fmla="*/ 2147483646 h 336"/>
              <a:gd name="T6" fmla="*/ 2147483646 w 480"/>
              <a:gd name="T7" fmla="*/ 2147483646 h 336"/>
              <a:gd name="T8" fmla="*/ 2147483646 w 480"/>
              <a:gd name="T9" fmla="*/ 2147483646 h 336"/>
              <a:gd name="T10" fmla="*/ 2147483646 w 480"/>
              <a:gd name="T11" fmla="*/ 2147483646 h 336"/>
              <a:gd name="T12" fmla="*/ 2147483646 w 480"/>
              <a:gd name="T13" fmla="*/ 2147483646 h 336"/>
              <a:gd name="T14" fmla="*/ 2147483646 w 480"/>
              <a:gd name="T15" fmla="*/ 2147483646 h 336"/>
              <a:gd name="T16" fmla="*/ 2147483646 w 480"/>
              <a:gd name="T17" fmla="*/ 2147483646 h 336"/>
              <a:gd name="T18" fmla="*/ 0 w 480"/>
              <a:gd name="T19" fmla="*/ 2147483646 h 336"/>
              <a:gd name="T20" fmla="*/ 2147483646 w 480"/>
              <a:gd name="T21" fmla="*/ 2147483646 h 336"/>
              <a:gd name="T22" fmla="*/ 0 w 480"/>
              <a:gd name="T23" fmla="*/ 2147483646 h 336"/>
              <a:gd name="T24" fmla="*/ 2147483646 w 480"/>
              <a:gd name="T25" fmla="*/ 2147483646 h 336"/>
              <a:gd name="T26" fmla="*/ 2147483646 w 480"/>
              <a:gd name="T27" fmla="*/ 0 h 336"/>
              <a:gd name="T28" fmla="*/ 2147483646 w 480"/>
              <a:gd name="T29" fmla="*/ 2147483646 h 3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480"/>
              <a:gd name="T46" fmla="*/ 0 h 336"/>
              <a:gd name="T47" fmla="*/ 480 w 480"/>
              <a:gd name="T48" fmla="*/ 336 h 3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480" h="336">
                <a:moveTo>
                  <a:pt x="288" y="88"/>
                </a:moveTo>
                <a:lnTo>
                  <a:pt x="376" y="16"/>
                </a:lnTo>
                <a:lnTo>
                  <a:pt x="376" y="104"/>
                </a:lnTo>
                <a:lnTo>
                  <a:pt x="480" y="136"/>
                </a:lnTo>
                <a:lnTo>
                  <a:pt x="416" y="200"/>
                </a:lnTo>
                <a:lnTo>
                  <a:pt x="472" y="272"/>
                </a:lnTo>
                <a:lnTo>
                  <a:pt x="336" y="272"/>
                </a:lnTo>
                <a:lnTo>
                  <a:pt x="240" y="336"/>
                </a:lnTo>
                <a:lnTo>
                  <a:pt x="144" y="280"/>
                </a:lnTo>
                <a:lnTo>
                  <a:pt x="0" y="304"/>
                </a:lnTo>
                <a:lnTo>
                  <a:pt x="56" y="192"/>
                </a:lnTo>
                <a:lnTo>
                  <a:pt x="0" y="96"/>
                </a:lnTo>
                <a:lnTo>
                  <a:pt x="160" y="120"/>
                </a:lnTo>
                <a:lnTo>
                  <a:pt x="160" y="0"/>
                </a:lnTo>
                <a:lnTo>
                  <a:pt x="288" y="8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0" name="Freeform 5">
            <a:extLst>
              <a:ext uri="{FF2B5EF4-FFF2-40B4-BE49-F238E27FC236}">
                <a16:creationId xmlns:a16="http://schemas.microsoft.com/office/drawing/2014/main" id="{50709532-4CDF-8470-EE49-823946DE9789}"/>
              </a:ext>
            </a:extLst>
          </p:cNvPr>
          <p:cNvSpPr>
            <a:spLocks/>
          </p:cNvSpPr>
          <p:nvPr/>
        </p:nvSpPr>
        <p:spPr bwMode="auto">
          <a:xfrm>
            <a:off x="8559800" y="21097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2147483646 h 24"/>
              <a:gd name="T4" fmla="*/ 0 w 32"/>
              <a:gd name="T5" fmla="*/ 0 h 24"/>
              <a:gd name="T6" fmla="*/ 0 w 32"/>
              <a:gd name="T7" fmla="*/ 2147483646 h 24"/>
              <a:gd name="T8" fmla="*/ 2147483646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32" y="24"/>
                </a:moveTo>
                <a:lnTo>
                  <a:pt x="32" y="8"/>
                </a:lnTo>
                <a:lnTo>
                  <a:pt x="0" y="0"/>
                </a:lnTo>
                <a:lnTo>
                  <a:pt x="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1" name="Freeform 6">
            <a:extLst>
              <a:ext uri="{FF2B5EF4-FFF2-40B4-BE49-F238E27FC236}">
                <a16:creationId xmlns:a16="http://schemas.microsoft.com/office/drawing/2014/main" id="{9D523867-386D-FAC8-FC5D-408AA0F6ADA3}"/>
              </a:ext>
            </a:extLst>
          </p:cNvPr>
          <p:cNvSpPr>
            <a:spLocks/>
          </p:cNvSpPr>
          <p:nvPr/>
        </p:nvSpPr>
        <p:spPr bwMode="auto">
          <a:xfrm>
            <a:off x="8115300" y="2135188"/>
            <a:ext cx="495300" cy="723900"/>
          </a:xfrm>
          <a:custGeom>
            <a:avLst/>
            <a:gdLst>
              <a:gd name="T0" fmla="*/ 2147483646 w 312"/>
              <a:gd name="T1" fmla="*/ 2147483646 h 456"/>
              <a:gd name="T2" fmla="*/ 2147483646 w 312"/>
              <a:gd name="T3" fmla="*/ 2147483646 h 456"/>
              <a:gd name="T4" fmla="*/ 2147483646 w 312"/>
              <a:gd name="T5" fmla="*/ 2147483646 h 456"/>
              <a:gd name="T6" fmla="*/ 2147483646 w 312"/>
              <a:gd name="T7" fmla="*/ 2147483646 h 456"/>
              <a:gd name="T8" fmla="*/ 2147483646 w 312"/>
              <a:gd name="T9" fmla="*/ 2147483646 h 456"/>
              <a:gd name="T10" fmla="*/ 2147483646 w 312"/>
              <a:gd name="T11" fmla="*/ 2147483646 h 456"/>
              <a:gd name="T12" fmla="*/ 2147483646 w 312"/>
              <a:gd name="T13" fmla="*/ 2147483646 h 456"/>
              <a:gd name="T14" fmla="*/ 2147483646 w 312"/>
              <a:gd name="T15" fmla="*/ 2147483646 h 456"/>
              <a:gd name="T16" fmla="*/ 2147483646 w 312"/>
              <a:gd name="T17" fmla="*/ 2147483646 h 456"/>
              <a:gd name="T18" fmla="*/ 2147483646 w 312"/>
              <a:gd name="T19" fmla="*/ 2147483646 h 456"/>
              <a:gd name="T20" fmla="*/ 2147483646 w 312"/>
              <a:gd name="T21" fmla="*/ 2147483646 h 456"/>
              <a:gd name="T22" fmla="*/ 2147483646 w 312"/>
              <a:gd name="T23" fmla="*/ 2147483646 h 456"/>
              <a:gd name="T24" fmla="*/ 2147483646 w 312"/>
              <a:gd name="T25" fmla="*/ 2147483646 h 456"/>
              <a:gd name="T26" fmla="*/ 2147483646 w 312"/>
              <a:gd name="T27" fmla="*/ 2147483646 h 456"/>
              <a:gd name="T28" fmla="*/ 2147483646 w 312"/>
              <a:gd name="T29" fmla="*/ 2147483646 h 456"/>
              <a:gd name="T30" fmla="*/ 0 w 312"/>
              <a:gd name="T31" fmla="*/ 2147483646 h 456"/>
              <a:gd name="T32" fmla="*/ 0 w 312"/>
              <a:gd name="T33" fmla="*/ 2147483646 h 456"/>
              <a:gd name="T34" fmla="*/ 2147483646 w 312"/>
              <a:gd name="T35" fmla="*/ 2147483646 h 456"/>
              <a:gd name="T36" fmla="*/ 2147483646 w 312"/>
              <a:gd name="T37" fmla="*/ 2147483646 h 456"/>
              <a:gd name="T38" fmla="*/ 2147483646 w 312"/>
              <a:gd name="T39" fmla="*/ 2147483646 h 456"/>
              <a:gd name="T40" fmla="*/ 2147483646 w 312"/>
              <a:gd name="T41" fmla="*/ 2147483646 h 456"/>
              <a:gd name="T42" fmla="*/ 2147483646 w 312"/>
              <a:gd name="T43" fmla="*/ 2147483646 h 456"/>
              <a:gd name="T44" fmla="*/ 2147483646 w 312"/>
              <a:gd name="T45" fmla="*/ 2147483646 h 456"/>
              <a:gd name="T46" fmla="*/ 2147483646 w 312"/>
              <a:gd name="T47" fmla="*/ 2147483646 h 456"/>
              <a:gd name="T48" fmla="*/ 2147483646 w 312"/>
              <a:gd name="T49" fmla="*/ 2147483646 h 456"/>
              <a:gd name="T50" fmla="*/ 2147483646 w 312"/>
              <a:gd name="T51" fmla="*/ 2147483646 h 456"/>
              <a:gd name="T52" fmla="*/ 2147483646 w 312"/>
              <a:gd name="T53" fmla="*/ 2147483646 h 456"/>
              <a:gd name="T54" fmla="*/ 2147483646 w 312"/>
              <a:gd name="T55" fmla="*/ 2147483646 h 456"/>
              <a:gd name="T56" fmla="*/ 2147483646 w 312"/>
              <a:gd name="T57" fmla="*/ 2147483646 h 456"/>
              <a:gd name="T58" fmla="*/ 2147483646 w 312"/>
              <a:gd name="T59" fmla="*/ 0 h 456"/>
              <a:gd name="T60" fmla="*/ 2147483646 w 312"/>
              <a:gd name="T61" fmla="*/ 2147483646 h 45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312"/>
              <a:gd name="T94" fmla="*/ 0 h 456"/>
              <a:gd name="T95" fmla="*/ 312 w 312"/>
              <a:gd name="T96" fmla="*/ 456 h 45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312" h="456">
                <a:moveTo>
                  <a:pt x="312" y="8"/>
                </a:moveTo>
                <a:lnTo>
                  <a:pt x="272" y="176"/>
                </a:lnTo>
                <a:lnTo>
                  <a:pt x="232" y="256"/>
                </a:lnTo>
                <a:lnTo>
                  <a:pt x="176" y="328"/>
                </a:lnTo>
                <a:lnTo>
                  <a:pt x="176" y="336"/>
                </a:lnTo>
                <a:lnTo>
                  <a:pt x="104" y="408"/>
                </a:lnTo>
                <a:lnTo>
                  <a:pt x="96" y="408"/>
                </a:lnTo>
                <a:lnTo>
                  <a:pt x="16" y="456"/>
                </a:lnTo>
                <a:lnTo>
                  <a:pt x="0" y="424"/>
                </a:lnTo>
                <a:lnTo>
                  <a:pt x="0" y="432"/>
                </a:lnTo>
                <a:lnTo>
                  <a:pt x="80" y="384"/>
                </a:lnTo>
                <a:lnTo>
                  <a:pt x="152" y="312"/>
                </a:lnTo>
                <a:lnTo>
                  <a:pt x="208" y="240"/>
                </a:lnTo>
                <a:lnTo>
                  <a:pt x="200" y="240"/>
                </a:lnTo>
                <a:lnTo>
                  <a:pt x="240" y="160"/>
                </a:lnTo>
                <a:lnTo>
                  <a:pt x="240" y="168"/>
                </a:lnTo>
                <a:lnTo>
                  <a:pt x="280" y="0"/>
                </a:lnTo>
                <a:lnTo>
                  <a:pt x="312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2" name="Freeform 7">
            <a:extLst>
              <a:ext uri="{FF2B5EF4-FFF2-40B4-BE49-F238E27FC236}">
                <a16:creationId xmlns:a16="http://schemas.microsoft.com/office/drawing/2014/main" id="{BAF60BF6-DBB4-56C9-D223-49B7945308E3}"/>
              </a:ext>
            </a:extLst>
          </p:cNvPr>
          <p:cNvSpPr>
            <a:spLocks/>
          </p:cNvSpPr>
          <p:nvPr/>
        </p:nvSpPr>
        <p:spPr bwMode="auto">
          <a:xfrm>
            <a:off x="7962900" y="2808288"/>
            <a:ext cx="177800" cy="114300"/>
          </a:xfrm>
          <a:custGeom>
            <a:avLst/>
            <a:gdLst>
              <a:gd name="T0" fmla="*/ 2147483646 w 112"/>
              <a:gd name="T1" fmla="*/ 2147483646 h 72"/>
              <a:gd name="T2" fmla="*/ 2147483646 w 112"/>
              <a:gd name="T3" fmla="*/ 2147483646 h 72"/>
              <a:gd name="T4" fmla="*/ 2147483646 w 112"/>
              <a:gd name="T5" fmla="*/ 2147483646 h 72"/>
              <a:gd name="T6" fmla="*/ 2147483646 w 112"/>
              <a:gd name="T7" fmla="*/ 2147483646 h 72"/>
              <a:gd name="T8" fmla="*/ 0 w 112"/>
              <a:gd name="T9" fmla="*/ 2147483646 h 72"/>
              <a:gd name="T10" fmla="*/ 2147483646 w 112"/>
              <a:gd name="T11" fmla="*/ 0 h 72"/>
              <a:gd name="T12" fmla="*/ 2147483646 w 112"/>
              <a:gd name="T13" fmla="*/ 2147483646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"/>
              <a:gd name="T22" fmla="*/ 0 h 72"/>
              <a:gd name="T23" fmla="*/ 112 w 112"/>
              <a:gd name="T24" fmla="*/ 72 h 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" h="72">
                <a:moveTo>
                  <a:pt x="112" y="32"/>
                </a:moveTo>
                <a:lnTo>
                  <a:pt x="16" y="72"/>
                </a:lnTo>
                <a:lnTo>
                  <a:pt x="8" y="40"/>
                </a:lnTo>
                <a:lnTo>
                  <a:pt x="0" y="40"/>
                </a:lnTo>
                <a:lnTo>
                  <a:pt x="96" y="0"/>
                </a:lnTo>
                <a:lnTo>
                  <a:pt x="112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3" name="Freeform 8">
            <a:extLst>
              <a:ext uri="{FF2B5EF4-FFF2-40B4-BE49-F238E27FC236}">
                <a16:creationId xmlns:a16="http://schemas.microsoft.com/office/drawing/2014/main" id="{85B8DBCC-A34B-3F40-BB01-33B75FCCDAD6}"/>
              </a:ext>
            </a:extLst>
          </p:cNvPr>
          <p:cNvSpPr>
            <a:spLocks/>
          </p:cNvSpPr>
          <p:nvPr/>
        </p:nvSpPr>
        <p:spPr bwMode="auto">
          <a:xfrm>
            <a:off x="7785100" y="2909888"/>
            <a:ext cx="38100" cy="50800"/>
          </a:xfrm>
          <a:custGeom>
            <a:avLst/>
            <a:gdLst>
              <a:gd name="T0" fmla="*/ 2147483646 w 24"/>
              <a:gd name="T1" fmla="*/ 2147483646 h 32"/>
              <a:gd name="T2" fmla="*/ 2147483646 w 24"/>
              <a:gd name="T3" fmla="*/ 2147483646 h 32"/>
              <a:gd name="T4" fmla="*/ 0 w 24"/>
              <a:gd name="T5" fmla="*/ 0 h 32"/>
              <a:gd name="T6" fmla="*/ 2147483646 w 24"/>
              <a:gd name="T7" fmla="*/ 0 h 32"/>
              <a:gd name="T8" fmla="*/ 2147483646 w 2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32"/>
              <a:gd name="T17" fmla="*/ 24 w 2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32">
                <a:moveTo>
                  <a:pt x="24" y="32"/>
                </a:moveTo>
                <a:lnTo>
                  <a:pt x="8" y="32"/>
                </a:lnTo>
                <a:lnTo>
                  <a:pt x="0" y="0"/>
                </a:lnTo>
                <a:lnTo>
                  <a:pt x="16" y="0"/>
                </a:lnTo>
                <a:lnTo>
                  <a:pt x="24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4" name="Freeform 9">
            <a:extLst>
              <a:ext uri="{FF2B5EF4-FFF2-40B4-BE49-F238E27FC236}">
                <a16:creationId xmlns:a16="http://schemas.microsoft.com/office/drawing/2014/main" id="{ED96AD47-703D-EC52-F8FF-494CABC08009}"/>
              </a:ext>
            </a:extLst>
          </p:cNvPr>
          <p:cNvSpPr>
            <a:spLocks/>
          </p:cNvSpPr>
          <p:nvPr/>
        </p:nvSpPr>
        <p:spPr bwMode="auto">
          <a:xfrm>
            <a:off x="7810500" y="2871788"/>
            <a:ext cx="177800" cy="88900"/>
          </a:xfrm>
          <a:custGeom>
            <a:avLst/>
            <a:gdLst>
              <a:gd name="T0" fmla="*/ 2147483646 w 112"/>
              <a:gd name="T1" fmla="*/ 2147483646 h 56"/>
              <a:gd name="T2" fmla="*/ 2147483646 w 112"/>
              <a:gd name="T3" fmla="*/ 0 h 56"/>
              <a:gd name="T4" fmla="*/ 0 w 112"/>
              <a:gd name="T5" fmla="*/ 2147483646 h 56"/>
              <a:gd name="T6" fmla="*/ 2147483646 w 112"/>
              <a:gd name="T7" fmla="*/ 2147483646 h 56"/>
              <a:gd name="T8" fmla="*/ 2147483646 w 112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"/>
              <a:gd name="T16" fmla="*/ 0 h 56"/>
              <a:gd name="T17" fmla="*/ 112 w 112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" h="56">
                <a:moveTo>
                  <a:pt x="112" y="32"/>
                </a:moveTo>
                <a:lnTo>
                  <a:pt x="104" y="0"/>
                </a:lnTo>
                <a:lnTo>
                  <a:pt x="0" y="24"/>
                </a:lnTo>
                <a:lnTo>
                  <a:pt x="8" y="56"/>
                </a:lnTo>
                <a:lnTo>
                  <a:pt x="112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5" name="Freeform 10">
            <a:extLst>
              <a:ext uri="{FF2B5EF4-FFF2-40B4-BE49-F238E27FC236}">
                <a16:creationId xmlns:a16="http://schemas.microsoft.com/office/drawing/2014/main" id="{9F26701B-CF4A-8FA9-C504-837EDC4BDF47}"/>
              </a:ext>
            </a:extLst>
          </p:cNvPr>
          <p:cNvSpPr>
            <a:spLocks/>
          </p:cNvSpPr>
          <p:nvPr/>
        </p:nvSpPr>
        <p:spPr bwMode="auto">
          <a:xfrm>
            <a:off x="7759700" y="2897188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2147483646 h 32"/>
              <a:gd name="T4" fmla="*/ 2147483646 w 40"/>
              <a:gd name="T5" fmla="*/ 0 h 32"/>
              <a:gd name="T6" fmla="*/ 0 w 40"/>
              <a:gd name="T7" fmla="*/ 2147483646 h 32"/>
              <a:gd name="T8" fmla="*/ 2147483646 w 40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2"/>
              <a:gd name="T17" fmla="*/ 40 w 40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2">
                <a:moveTo>
                  <a:pt x="32" y="32"/>
                </a:moveTo>
                <a:lnTo>
                  <a:pt x="40" y="16"/>
                </a:lnTo>
                <a:lnTo>
                  <a:pt x="8" y="0"/>
                </a:lnTo>
                <a:lnTo>
                  <a:pt x="0" y="16"/>
                </a:lnTo>
                <a:lnTo>
                  <a:pt x="32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6" name="Freeform 11">
            <a:extLst>
              <a:ext uri="{FF2B5EF4-FFF2-40B4-BE49-F238E27FC236}">
                <a16:creationId xmlns:a16="http://schemas.microsoft.com/office/drawing/2014/main" id="{A2D9B539-0809-163D-DE80-FD4F080B8B26}"/>
              </a:ext>
            </a:extLst>
          </p:cNvPr>
          <p:cNvSpPr>
            <a:spLocks/>
          </p:cNvSpPr>
          <p:nvPr/>
        </p:nvSpPr>
        <p:spPr bwMode="auto">
          <a:xfrm>
            <a:off x="7620000" y="2795588"/>
            <a:ext cx="88900" cy="76200"/>
          </a:xfrm>
          <a:custGeom>
            <a:avLst/>
            <a:gdLst>
              <a:gd name="T0" fmla="*/ 2147483646 w 56"/>
              <a:gd name="T1" fmla="*/ 2147483646 h 48"/>
              <a:gd name="T2" fmla="*/ 2147483646 w 56"/>
              <a:gd name="T3" fmla="*/ 2147483646 h 48"/>
              <a:gd name="T4" fmla="*/ 2147483646 w 56"/>
              <a:gd name="T5" fmla="*/ 0 h 48"/>
              <a:gd name="T6" fmla="*/ 0 w 56"/>
              <a:gd name="T7" fmla="*/ 2147483646 h 48"/>
              <a:gd name="T8" fmla="*/ 2147483646 w 56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8"/>
              <a:gd name="T17" fmla="*/ 56 w 56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8">
                <a:moveTo>
                  <a:pt x="48" y="48"/>
                </a:moveTo>
                <a:lnTo>
                  <a:pt x="56" y="32"/>
                </a:lnTo>
                <a:lnTo>
                  <a:pt x="8" y="0"/>
                </a:lnTo>
                <a:lnTo>
                  <a:pt x="0" y="16"/>
                </a:lnTo>
                <a:lnTo>
                  <a:pt x="48" y="4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7" name="Freeform 12">
            <a:extLst>
              <a:ext uri="{FF2B5EF4-FFF2-40B4-BE49-F238E27FC236}">
                <a16:creationId xmlns:a16="http://schemas.microsoft.com/office/drawing/2014/main" id="{6C0E1181-07D4-C19B-358F-AFB19F48AA0E}"/>
              </a:ext>
            </a:extLst>
          </p:cNvPr>
          <p:cNvSpPr>
            <a:spLocks/>
          </p:cNvSpPr>
          <p:nvPr/>
        </p:nvSpPr>
        <p:spPr bwMode="auto">
          <a:xfrm>
            <a:off x="7518400" y="27193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32"/>
              <a:gd name="T23" fmla="*/ 32 w 32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32">
                <a:moveTo>
                  <a:pt x="24" y="32"/>
                </a:moveTo>
                <a:lnTo>
                  <a:pt x="32" y="16"/>
                </a:lnTo>
                <a:lnTo>
                  <a:pt x="8" y="0"/>
                </a:lnTo>
                <a:lnTo>
                  <a:pt x="0" y="0"/>
                </a:lnTo>
                <a:lnTo>
                  <a:pt x="0" y="16"/>
                </a:lnTo>
                <a:lnTo>
                  <a:pt x="24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8" name="Freeform 13">
            <a:extLst>
              <a:ext uri="{FF2B5EF4-FFF2-40B4-BE49-F238E27FC236}">
                <a16:creationId xmlns:a16="http://schemas.microsoft.com/office/drawing/2014/main" id="{A3C5AB74-5C19-6C94-B135-FE28FCB37AFF}"/>
              </a:ext>
            </a:extLst>
          </p:cNvPr>
          <p:cNvSpPr>
            <a:spLocks/>
          </p:cNvSpPr>
          <p:nvPr/>
        </p:nvSpPr>
        <p:spPr bwMode="auto">
          <a:xfrm>
            <a:off x="7467600" y="27066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2147483646 h 24"/>
              <a:gd name="T4" fmla="*/ 0 w 32"/>
              <a:gd name="T5" fmla="*/ 0 h 24"/>
              <a:gd name="T6" fmla="*/ 0 w 32"/>
              <a:gd name="T7" fmla="*/ 2147483646 h 24"/>
              <a:gd name="T8" fmla="*/ 2147483646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32" y="24"/>
                </a:moveTo>
                <a:lnTo>
                  <a:pt x="32" y="8"/>
                </a:lnTo>
                <a:lnTo>
                  <a:pt x="0" y="0"/>
                </a:lnTo>
                <a:lnTo>
                  <a:pt x="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9" name="Freeform 14">
            <a:extLst>
              <a:ext uri="{FF2B5EF4-FFF2-40B4-BE49-F238E27FC236}">
                <a16:creationId xmlns:a16="http://schemas.microsoft.com/office/drawing/2014/main" id="{39A5235C-B999-1A61-70B9-DDDD8B513D90}"/>
              </a:ext>
            </a:extLst>
          </p:cNvPr>
          <p:cNvSpPr>
            <a:spLocks/>
          </p:cNvSpPr>
          <p:nvPr/>
        </p:nvSpPr>
        <p:spPr bwMode="auto">
          <a:xfrm>
            <a:off x="7289800" y="2630488"/>
            <a:ext cx="114300" cy="63500"/>
          </a:xfrm>
          <a:custGeom>
            <a:avLst/>
            <a:gdLst>
              <a:gd name="T0" fmla="*/ 2147483646 w 72"/>
              <a:gd name="T1" fmla="*/ 2147483646 h 40"/>
              <a:gd name="T2" fmla="*/ 2147483646 w 72"/>
              <a:gd name="T3" fmla="*/ 2147483646 h 40"/>
              <a:gd name="T4" fmla="*/ 2147483646 w 72"/>
              <a:gd name="T5" fmla="*/ 0 h 40"/>
              <a:gd name="T6" fmla="*/ 0 w 72"/>
              <a:gd name="T7" fmla="*/ 2147483646 h 40"/>
              <a:gd name="T8" fmla="*/ 2147483646 w 72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64" y="40"/>
                </a:moveTo>
                <a:lnTo>
                  <a:pt x="72" y="24"/>
                </a:lnTo>
                <a:lnTo>
                  <a:pt x="8" y="0"/>
                </a:lnTo>
                <a:lnTo>
                  <a:pt x="0" y="16"/>
                </a:lnTo>
                <a:lnTo>
                  <a:pt x="64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0" name="Freeform 15">
            <a:extLst>
              <a:ext uri="{FF2B5EF4-FFF2-40B4-BE49-F238E27FC236}">
                <a16:creationId xmlns:a16="http://schemas.microsoft.com/office/drawing/2014/main" id="{F81594FA-8F88-C2CC-4E7F-C219F76B3854}"/>
              </a:ext>
            </a:extLst>
          </p:cNvPr>
          <p:cNvSpPr>
            <a:spLocks/>
          </p:cNvSpPr>
          <p:nvPr/>
        </p:nvSpPr>
        <p:spPr bwMode="auto">
          <a:xfrm>
            <a:off x="7150100" y="2579688"/>
            <a:ext cx="88900" cy="50800"/>
          </a:xfrm>
          <a:custGeom>
            <a:avLst/>
            <a:gdLst>
              <a:gd name="T0" fmla="*/ 2147483646 w 56"/>
              <a:gd name="T1" fmla="*/ 2147483646 h 32"/>
              <a:gd name="T2" fmla="*/ 2147483646 w 56"/>
              <a:gd name="T3" fmla="*/ 2147483646 h 32"/>
              <a:gd name="T4" fmla="*/ 2147483646 w 56"/>
              <a:gd name="T5" fmla="*/ 0 h 32"/>
              <a:gd name="T6" fmla="*/ 0 w 56"/>
              <a:gd name="T7" fmla="*/ 0 h 32"/>
              <a:gd name="T8" fmla="*/ 0 w 56"/>
              <a:gd name="T9" fmla="*/ 2147483646 h 32"/>
              <a:gd name="T10" fmla="*/ 0 w 56"/>
              <a:gd name="T11" fmla="*/ 2147483646 h 32"/>
              <a:gd name="T12" fmla="*/ 2147483646 w 56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6"/>
              <a:gd name="T22" fmla="*/ 0 h 32"/>
              <a:gd name="T23" fmla="*/ 56 w 56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6" h="32">
                <a:moveTo>
                  <a:pt x="48" y="32"/>
                </a:moveTo>
                <a:lnTo>
                  <a:pt x="56" y="16"/>
                </a:lnTo>
                <a:lnTo>
                  <a:pt x="8" y="0"/>
                </a:lnTo>
                <a:lnTo>
                  <a:pt x="0" y="0"/>
                </a:lnTo>
                <a:lnTo>
                  <a:pt x="0" y="16"/>
                </a:lnTo>
                <a:lnTo>
                  <a:pt x="48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1" name="Rectangle 16">
            <a:extLst>
              <a:ext uri="{FF2B5EF4-FFF2-40B4-BE49-F238E27FC236}">
                <a16:creationId xmlns:a16="http://schemas.microsoft.com/office/drawing/2014/main" id="{79146B9F-4F85-E4C3-AC5B-8810CD984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700" y="2579688"/>
            <a:ext cx="254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9952" name="Freeform 17">
            <a:extLst>
              <a:ext uri="{FF2B5EF4-FFF2-40B4-BE49-F238E27FC236}">
                <a16:creationId xmlns:a16="http://schemas.microsoft.com/office/drawing/2014/main" id="{020BF041-27E5-2773-307F-BB5FA9658BC7}"/>
              </a:ext>
            </a:extLst>
          </p:cNvPr>
          <p:cNvSpPr>
            <a:spLocks/>
          </p:cNvSpPr>
          <p:nvPr/>
        </p:nvSpPr>
        <p:spPr bwMode="auto">
          <a:xfrm>
            <a:off x="6946900" y="25415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3" name="Freeform 18">
            <a:extLst>
              <a:ext uri="{FF2B5EF4-FFF2-40B4-BE49-F238E27FC236}">
                <a16:creationId xmlns:a16="http://schemas.microsoft.com/office/drawing/2014/main" id="{386B70F1-CBCA-550C-C405-FF00C74866F7}"/>
              </a:ext>
            </a:extLst>
          </p:cNvPr>
          <p:cNvSpPr>
            <a:spLocks/>
          </p:cNvSpPr>
          <p:nvPr/>
        </p:nvSpPr>
        <p:spPr bwMode="auto">
          <a:xfrm>
            <a:off x="6769100" y="25034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2147483646 h 32"/>
              <a:gd name="T4" fmla="*/ 0 w 64"/>
              <a:gd name="T5" fmla="*/ 0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32"/>
                </a:moveTo>
                <a:lnTo>
                  <a:pt x="64" y="16"/>
                </a:lnTo>
                <a:lnTo>
                  <a:pt x="0" y="0"/>
                </a:lnTo>
                <a:lnTo>
                  <a:pt x="0" y="16"/>
                </a:lnTo>
                <a:lnTo>
                  <a:pt x="64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4" name="Freeform 19">
            <a:extLst>
              <a:ext uri="{FF2B5EF4-FFF2-40B4-BE49-F238E27FC236}">
                <a16:creationId xmlns:a16="http://schemas.microsoft.com/office/drawing/2014/main" id="{B6CA7AC8-3296-55CA-CE87-4CE3EE144D86}"/>
              </a:ext>
            </a:extLst>
          </p:cNvPr>
          <p:cNvSpPr>
            <a:spLocks/>
          </p:cNvSpPr>
          <p:nvPr/>
        </p:nvSpPr>
        <p:spPr bwMode="auto">
          <a:xfrm>
            <a:off x="6642100" y="24780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2147483646 h 24"/>
              <a:gd name="T4" fmla="*/ 0 w 32"/>
              <a:gd name="T5" fmla="*/ 0 h 24"/>
              <a:gd name="T6" fmla="*/ 0 w 32"/>
              <a:gd name="T7" fmla="*/ 0 h 24"/>
              <a:gd name="T8" fmla="*/ 0 w 32"/>
              <a:gd name="T9" fmla="*/ 2147483646 h 24"/>
              <a:gd name="T10" fmla="*/ 0 w 32"/>
              <a:gd name="T11" fmla="*/ 2147483646 h 24"/>
              <a:gd name="T12" fmla="*/ 2147483646 w 32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24"/>
              <a:gd name="T23" fmla="*/ 32 w 32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24">
                <a:moveTo>
                  <a:pt x="32" y="24"/>
                </a:moveTo>
                <a:lnTo>
                  <a:pt x="32" y="8"/>
                </a:lnTo>
                <a:lnTo>
                  <a:pt x="0" y="0"/>
                </a:lnTo>
                <a:lnTo>
                  <a:pt x="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5" name="Rectangle 20">
            <a:extLst>
              <a:ext uri="{FF2B5EF4-FFF2-40B4-BE49-F238E27FC236}">
                <a16:creationId xmlns:a16="http://schemas.microsoft.com/office/drawing/2014/main" id="{AED5DDE1-2FD0-7A7D-50FA-310950EDB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2478088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9956" name="Rectangle 21">
            <a:extLst>
              <a:ext uri="{FF2B5EF4-FFF2-40B4-BE49-F238E27FC236}">
                <a16:creationId xmlns:a16="http://schemas.microsoft.com/office/drawing/2014/main" id="{2F35A37B-2825-A365-C218-606AADE52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2465388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9957" name="Freeform 22">
            <a:extLst>
              <a:ext uri="{FF2B5EF4-FFF2-40B4-BE49-F238E27FC236}">
                <a16:creationId xmlns:a16="http://schemas.microsoft.com/office/drawing/2014/main" id="{45F36437-2C86-B5B7-B728-C015AA92C45D}"/>
              </a:ext>
            </a:extLst>
          </p:cNvPr>
          <p:cNvSpPr>
            <a:spLocks/>
          </p:cNvSpPr>
          <p:nvPr/>
        </p:nvSpPr>
        <p:spPr bwMode="auto">
          <a:xfrm>
            <a:off x="6235700" y="24399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8" name="Freeform 23">
            <a:extLst>
              <a:ext uri="{FF2B5EF4-FFF2-40B4-BE49-F238E27FC236}">
                <a16:creationId xmlns:a16="http://schemas.microsoft.com/office/drawing/2014/main" id="{089B3630-C4E8-F9EC-CA95-29A0937CD2AF}"/>
              </a:ext>
            </a:extLst>
          </p:cNvPr>
          <p:cNvSpPr>
            <a:spLocks/>
          </p:cNvSpPr>
          <p:nvPr/>
        </p:nvSpPr>
        <p:spPr bwMode="auto">
          <a:xfrm>
            <a:off x="6056314" y="2427288"/>
            <a:ext cx="103187" cy="38100"/>
          </a:xfrm>
          <a:custGeom>
            <a:avLst/>
            <a:gdLst>
              <a:gd name="T0" fmla="*/ 2147483646 w 65"/>
              <a:gd name="T1" fmla="*/ 2147483646 h 24"/>
              <a:gd name="T2" fmla="*/ 2147483646 w 65"/>
              <a:gd name="T3" fmla="*/ 2147483646 h 24"/>
              <a:gd name="T4" fmla="*/ 0 w 65"/>
              <a:gd name="T5" fmla="*/ 0 h 24"/>
              <a:gd name="T6" fmla="*/ 0 w 65"/>
              <a:gd name="T7" fmla="*/ 2147483646 h 24"/>
              <a:gd name="T8" fmla="*/ 2147483646 w 65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"/>
              <a:gd name="T16" fmla="*/ 0 h 24"/>
              <a:gd name="T17" fmla="*/ 65 w 65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" h="24">
                <a:moveTo>
                  <a:pt x="65" y="24"/>
                </a:moveTo>
                <a:lnTo>
                  <a:pt x="65" y="8"/>
                </a:lnTo>
                <a:lnTo>
                  <a:pt x="0" y="0"/>
                </a:lnTo>
                <a:lnTo>
                  <a:pt x="0" y="16"/>
                </a:lnTo>
                <a:lnTo>
                  <a:pt x="65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9" name="Freeform 24">
            <a:extLst>
              <a:ext uri="{FF2B5EF4-FFF2-40B4-BE49-F238E27FC236}">
                <a16:creationId xmlns:a16="http://schemas.microsoft.com/office/drawing/2014/main" id="{CB52C77F-0A4F-7449-35B0-73F1C382E02C}"/>
              </a:ext>
            </a:extLst>
          </p:cNvPr>
          <p:cNvSpPr>
            <a:spLocks/>
          </p:cNvSpPr>
          <p:nvPr/>
        </p:nvSpPr>
        <p:spPr bwMode="auto">
          <a:xfrm>
            <a:off x="5929313" y="24145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2147483646 h 24"/>
              <a:gd name="T4" fmla="*/ 0 w 32"/>
              <a:gd name="T5" fmla="*/ 0 h 24"/>
              <a:gd name="T6" fmla="*/ 0 w 32"/>
              <a:gd name="T7" fmla="*/ 2147483646 h 24"/>
              <a:gd name="T8" fmla="*/ 2147483646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32" y="24"/>
                </a:moveTo>
                <a:lnTo>
                  <a:pt x="32" y="8"/>
                </a:lnTo>
                <a:lnTo>
                  <a:pt x="0" y="0"/>
                </a:lnTo>
                <a:lnTo>
                  <a:pt x="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0" name="Rectangle 25">
            <a:extLst>
              <a:ext uri="{FF2B5EF4-FFF2-40B4-BE49-F238E27FC236}">
                <a16:creationId xmlns:a16="http://schemas.microsoft.com/office/drawing/2014/main" id="{7594E79A-C414-8127-5E38-53D4FF872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513" y="2414588"/>
            <a:ext cx="50800" cy="25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9961" name="Rectangle 26">
            <a:extLst>
              <a:ext uri="{FF2B5EF4-FFF2-40B4-BE49-F238E27FC236}">
                <a16:creationId xmlns:a16="http://schemas.microsoft.com/office/drawing/2014/main" id="{2AD7A120-836F-1470-5822-465AFE646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2414588"/>
            <a:ext cx="101600" cy="25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9962" name="Freeform 27">
            <a:extLst>
              <a:ext uri="{FF2B5EF4-FFF2-40B4-BE49-F238E27FC236}">
                <a16:creationId xmlns:a16="http://schemas.microsoft.com/office/drawing/2014/main" id="{742D4DEB-E991-53E5-F286-0F2BA5C42CD0}"/>
              </a:ext>
            </a:extLst>
          </p:cNvPr>
          <p:cNvSpPr>
            <a:spLocks/>
          </p:cNvSpPr>
          <p:nvPr/>
        </p:nvSpPr>
        <p:spPr bwMode="auto">
          <a:xfrm>
            <a:off x="5573713" y="2414588"/>
            <a:ext cx="50800" cy="25400"/>
          </a:xfrm>
          <a:custGeom>
            <a:avLst/>
            <a:gdLst>
              <a:gd name="T0" fmla="*/ 2147483646 w 32"/>
              <a:gd name="T1" fmla="*/ 2147483646 h 16"/>
              <a:gd name="T2" fmla="*/ 2147483646 w 32"/>
              <a:gd name="T3" fmla="*/ 0 h 16"/>
              <a:gd name="T4" fmla="*/ 0 w 32"/>
              <a:gd name="T5" fmla="*/ 0 h 16"/>
              <a:gd name="T6" fmla="*/ 0 w 32"/>
              <a:gd name="T7" fmla="*/ 0 h 16"/>
              <a:gd name="T8" fmla="*/ 0 w 32"/>
              <a:gd name="T9" fmla="*/ 2147483646 h 16"/>
              <a:gd name="T10" fmla="*/ 0 w 32"/>
              <a:gd name="T11" fmla="*/ 2147483646 h 16"/>
              <a:gd name="T12" fmla="*/ 2147483646 w 32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16"/>
              <a:gd name="T23" fmla="*/ 32 w 32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16">
                <a:moveTo>
                  <a:pt x="32" y="16"/>
                </a:moveTo>
                <a:lnTo>
                  <a:pt x="32" y="0"/>
                </a:lnTo>
                <a:lnTo>
                  <a:pt x="0" y="0"/>
                </a:lnTo>
                <a:lnTo>
                  <a:pt x="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3" name="Rectangle 28">
            <a:extLst>
              <a:ext uri="{FF2B5EF4-FFF2-40B4-BE49-F238E27FC236}">
                <a16:creationId xmlns:a16="http://schemas.microsoft.com/office/drawing/2014/main" id="{6A7C8064-E96A-1840-301C-BAC56D3F3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2414588"/>
            <a:ext cx="50800" cy="25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9964" name="Freeform 29">
            <a:extLst>
              <a:ext uri="{FF2B5EF4-FFF2-40B4-BE49-F238E27FC236}">
                <a16:creationId xmlns:a16="http://schemas.microsoft.com/office/drawing/2014/main" id="{1FB7C1E1-C3C6-2B8A-49F6-E5A68B49A13B}"/>
              </a:ext>
            </a:extLst>
          </p:cNvPr>
          <p:cNvSpPr>
            <a:spLocks/>
          </p:cNvSpPr>
          <p:nvPr/>
        </p:nvSpPr>
        <p:spPr bwMode="auto">
          <a:xfrm>
            <a:off x="5345113" y="24272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0 h 24"/>
              <a:gd name="T4" fmla="*/ 0 w 64"/>
              <a:gd name="T5" fmla="*/ 2147483646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16"/>
                </a:moveTo>
                <a:lnTo>
                  <a:pt x="64" y="0"/>
                </a:lnTo>
                <a:lnTo>
                  <a:pt x="0" y="8"/>
                </a:lnTo>
                <a:lnTo>
                  <a:pt x="0" y="24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5" name="Freeform 30">
            <a:extLst>
              <a:ext uri="{FF2B5EF4-FFF2-40B4-BE49-F238E27FC236}">
                <a16:creationId xmlns:a16="http://schemas.microsoft.com/office/drawing/2014/main" id="{6AD219BF-8162-B3A8-3E57-4DFCF1AD3AD7}"/>
              </a:ext>
            </a:extLst>
          </p:cNvPr>
          <p:cNvSpPr>
            <a:spLocks/>
          </p:cNvSpPr>
          <p:nvPr/>
        </p:nvSpPr>
        <p:spPr bwMode="auto">
          <a:xfrm>
            <a:off x="5205413" y="2452688"/>
            <a:ext cx="63500" cy="25400"/>
          </a:xfrm>
          <a:custGeom>
            <a:avLst/>
            <a:gdLst>
              <a:gd name="T0" fmla="*/ 2147483646 w 40"/>
              <a:gd name="T1" fmla="*/ 2147483646 h 16"/>
              <a:gd name="T2" fmla="*/ 2147483646 w 40"/>
              <a:gd name="T3" fmla="*/ 0 h 16"/>
              <a:gd name="T4" fmla="*/ 0 w 40"/>
              <a:gd name="T5" fmla="*/ 0 h 16"/>
              <a:gd name="T6" fmla="*/ 0 w 40"/>
              <a:gd name="T7" fmla="*/ 0 h 16"/>
              <a:gd name="T8" fmla="*/ 2147483646 w 40"/>
              <a:gd name="T9" fmla="*/ 2147483646 h 16"/>
              <a:gd name="T10" fmla="*/ 0 w 40"/>
              <a:gd name="T11" fmla="*/ 2147483646 h 16"/>
              <a:gd name="T12" fmla="*/ 2147483646 w 40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16"/>
              <a:gd name="T23" fmla="*/ 40 w 40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16">
                <a:moveTo>
                  <a:pt x="40" y="16"/>
                </a:moveTo>
                <a:lnTo>
                  <a:pt x="40" y="0"/>
                </a:lnTo>
                <a:lnTo>
                  <a:pt x="0" y="0"/>
                </a:lnTo>
                <a:lnTo>
                  <a:pt x="8" y="16"/>
                </a:lnTo>
                <a:lnTo>
                  <a:pt x="0" y="16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6" name="Freeform 31">
            <a:extLst>
              <a:ext uri="{FF2B5EF4-FFF2-40B4-BE49-F238E27FC236}">
                <a16:creationId xmlns:a16="http://schemas.microsoft.com/office/drawing/2014/main" id="{6CA76748-F65A-0B4A-13D3-48A7921A20CD}"/>
              </a:ext>
            </a:extLst>
          </p:cNvPr>
          <p:cNvSpPr>
            <a:spLocks/>
          </p:cNvSpPr>
          <p:nvPr/>
        </p:nvSpPr>
        <p:spPr bwMode="auto">
          <a:xfrm>
            <a:off x="5167313" y="24526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0 w 32"/>
              <a:gd name="T5" fmla="*/ 2147483646 h 24"/>
              <a:gd name="T6" fmla="*/ 2147483646 w 32"/>
              <a:gd name="T7" fmla="*/ 2147483646 h 24"/>
              <a:gd name="T8" fmla="*/ 2147483646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0" y="8"/>
                </a:lnTo>
                <a:lnTo>
                  <a:pt x="8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7" name="Freeform 32">
            <a:extLst>
              <a:ext uri="{FF2B5EF4-FFF2-40B4-BE49-F238E27FC236}">
                <a16:creationId xmlns:a16="http://schemas.microsoft.com/office/drawing/2014/main" id="{3A1244B1-B7C5-A54E-50D9-32D0D1352207}"/>
              </a:ext>
            </a:extLst>
          </p:cNvPr>
          <p:cNvSpPr>
            <a:spLocks/>
          </p:cNvSpPr>
          <p:nvPr/>
        </p:nvSpPr>
        <p:spPr bwMode="auto">
          <a:xfrm>
            <a:off x="5002213" y="24780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2147483646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56" y="0"/>
                </a:lnTo>
                <a:lnTo>
                  <a:pt x="0" y="16"/>
                </a:lnTo>
                <a:lnTo>
                  <a:pt x="8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8" name="Freeform 33">
            <a:extLst>
              <a:ext uri="{FF2B5EF4-FFF2-40B4-BE49-F238E27FC236}">
                <a16:creationId xmlns:a16="http://schemas.microsoft.com/office/drawing/2014/main" id="{22899B59-C0A7-F9E4-C3ED-BE9B8181BB1F}"/>
              </a:ext>
            </a:extLst>
          </p:cNvPr>
          <p:cNvSpPr>
            <a:spLocks/>
          </p:cNvSpPr>
          <p:nvPr/>
        </p:nvSpPr>
        <p:spPr bwMode="auto">
          <a:xfrm>
            <a:off x="4824413" y="25161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64" y="0"/>
                </a:lnTo>
                <a:lnTo>
                  <a:pt x="0" y="16"/>
                </a:lnTo>
                <a:lnTo>
                  <a:pt x="0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9" name="Freeform 34">
            <a:extLst>
              <a:ext uri="{FF2B5EF4-FFF2-40B4-BE49-F238E27FC236}">
                <a16:creationId xmlns:a16="http://schemas.microsoft.com/office/drawing/2014/main" id="{628E71C7-BAB6-6483-7410-AEEB688ADC29}"/>
              </a:ext>
            </a:extLst>
          </p:cNvPr>
          <p:cNvSpPr>
            <a:spLocks/>
          </p:cNvSpPr>
          <p:nvPr/>
        </p:nvSpPr>
        <p:spPr bwMode="auto">
          <a:xfrm>
            <a:off x="4659313" y="25669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0" name="Freeform 35">
            <a:extLst>
              <a:ext uri="{FF2B5EF4-FFF2-40B4-BE49-F238E27FC236}">
                <a16:creationId xmlns:a16="http://schemas.microsoft.com/office/drawing/2014/main" id="{0E7E8B49-4F21-F20C-129F-BABBFD1A5019}"/>
              </a:ext>
            </a:extLst>
          </p:cNvPr>
          <p:cNvSpPr>
            <a:spLocks/>
          </p:cNvSpPr>
          <p:nvPr/>
        </p:nvSpPr>
        <p:spPr bwMode="auto">
          <a:xfrm>
            <a:off x="4494213" y="26304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2147483646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56" y="0"/>
                </a:lnTo>
                <a:lnTo>
                  <a:pt x="0" y="16"/>
                </a:lnTo>
                <a:lnTo>
                  <a:pt x="8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1" name="Freeform 36">
            <a:extLst>
              <a:ext uri="{FF2B5EF4-FFF2-40B4-BE49-F238E27FC236}">
                <a16:creationId xmlns:a16="http://schemas.microsoft.com/office/drawing/2014/main" id="{F073376A-FF8A-EE0F-BF7F-6A754D0B5F76}"/>
              </a:ext>
            </a:extLst>
          </p:cNvPr>
          <p:cNvSpPr>
            <a:spLocks/>
          </p:cNvSpPr>
          <p:nvPr/>
        </p:nvSpPr>
        <p:spPr bwMode="auto">
          <a:xfrm>
            <a:off x="4405313" y="2681288"/>
            <a:ext cx="12700" cy="25400"/>
          </a:xfrm>
          <a:custGeom>
            <a:avLst/>
            <a:gdLst>
              <a:gd name="T0" fmla="*/ 2147483646 w 8"/>
              <a:gd name="T1" fmla="*/ 2147483646 h 16"/>
              <a:gd name="T2" fmla="*/ 2147483646 w 8"/>
              <a:gd name="T3" fmla="*/ 0 h 16"/>
              <a:gd name="T4" fmla="*/ 0 w 8"/>
              <a:gd name="T5" fmla="*/ 0 h 16"/>
              <a:gd name="T6" fmla="*/ 0 w 8"/>
              <a:gd name="T7" fmla="*/ 0 h 16"/>
              <a:gd name="T8" fmla="*/ 2147483646 w 8"/>
              <a:gd name="T9" fmla="*/ 2147483646 h 16"/>
              <a:gd name="T10" fmla="*/ 0 w 8"/>
              <a:gd name="T11" fmla="*/ 2147483646 h 16"/>
              <a:gd name="T12" fmla="*/ 2147483646 w 8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6"/>
              <a:gd name="T23" fmla="*/ 8 w 8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6">
                <a:moveTo>
                  <a:pt x="8" y="16"/>
                </a:moveTo>
                <a:lnTo>
                  <a:pt x="8" y="0"/>
                </a:lnTo>
                <a:lnTo>
                  <a:pt x="0" y="0"/>
                </a:lnTo>
                <a:lnTo>
                  <a:pt x="8" y="16"/>
                </a:lnTo>
                <a:lnTo>
                  <a:pt x="0" y="16"/>
                </a:lnTo>
                <a:lnTo>
                  <a:pt x="8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2" name="Freeform 37">
            <a:extLst>
              <a:ext uri="{FF2B5EF4-FFF2-40B4-BE49-F238E27FC236}">
                <a16:creationId xmlns:a16="http://schemas.microsoft.com/office/drawing/2014/main" id="{CEEC6FA7-DAC7-491B-2F10-F39F8FE1E502}"/>
              </a:ext>
            </a:extLst>
          </p:cNvPr>
          <p:cNvSpPr>
            <a:spLocks/>
          </p:cNvSpPr>
          <p:nvPr/>
        </p:nvSpPr>
        <p:spPr bwMode="auto">
          <a:xfrm>
            <a:off x="4329113" y="2681288"/>
            <a:ext cx="88900" cy="63500"/>
          </a:xfrm>
          <a:custGeom>
            <a:avLst/>
            <a:gdLst>
              <a:gd name="T0" fmla="*/ 2147483646 w 56"/>
              <a:gd name="T1" fmla="*/ 2147483646 h 40"/>
              <a:gd name="T2" fmla="*/ 2147483646 w 56"/>
              <a:gd name="T3" fmla="*/ 0 h 40"/>
              <a:gd name="T4" fmla="*/ 0 w 56"/>
              <a:gd name="T5" fmla="*/ 2147483646 h 40"/>
              <a:gd name="T6" fmla="*/ 2147483646 w 56"/>
              <a:gd name="T7" fmla="*/ 2147483646 h 40"/>
              <a:gd name="T8" fmla="*/ 2147483646 w 56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0"/>
              <a:gd name="T17" fmla="*/ 56 w 56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0">
                <a:moveTo>
                  <a:pt x="56" y="16"/>
                </a:moveTo>
                <a:lnTo>
                  <a:pt x="48" y="0"/>
                </a:lnTo>
                <a:lnTo>
                  <a:pt x="0" y="24"/>
                </a:lnTo>
                <a:lnTo>
                  <a:pt x="8" y="40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3" name="Freeform 38">
            <a:extLst>
              <a:ext uri="{FF2B5EF4-FFF2-40B4-BE49-F238E27FC236}">
                <a16:creationId xmlns:a16="http://schemas.microsoft.com/office/drawing/2014/main" id="{4F744611-6A55-024C-D40F-C4F4007ED159}"/>
              </a:ext>
            </a:extLst>
          </p:cNvPr>
          <p:cNvSpPr>
            <a:spLocks/>
          </p:cNvSpPr>
          <p:nvPr/>
        </p:nvSpPr>
        <p:spPr bwMode="auto">
          <a:xfrm>
            <a:off x="4164013" y="27574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4" name="Freeform 39">
            <a:extLst>
              <a:ext uri="{FF2B5EF4-FFF2-40B4-BE49-F238E27FC236}">
                <a16:creationId xmlns:a16="http://schemas.microsoft.com/office/drawing/2014/main" id="{4597FC7D-9980-6488-CC80-B82305111398}"/>
              </a:ext>
            </a:extLst>
          </p:cNvPr>
          <p:cNvSpPr>
            <a:spLocks/>
          </p:cNvSpPr>
          <p:nvPr/>
        </p:nvSpPr>
        <p:spPr bwMode="auto">
          <a:xfrm>
            <a:off x="3998913" y="28209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5" name="Freeform 40">
            <a:extLst>
              <a:ext uri="{FF2B5EF4-FFF2-40B4-BE49-F238E27FC236}">
                <a16:creationId xmlns:a16="http://schemas.microsoft.com/office/drawing/2014/main" id="{071A8307-B823-2503-2D0D-C9E5AA5B0D48}"/>
              </a:ext>
            </a:extLst>
          </p:cNvPr>
          <p:cNvSpPr>
            <a:spLocks/>
          </p:cNvSpPr>
          <p:nvPr/>
        </p:nvSpPr>
        <p:spPr bwMode="auto">
          <a:xfrm>
            <a:off x="3846513" y="29098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6" name="Freeform 41">
            <a:extLst>
              <a:ext uri="{FF2B5EF4-FFF2-40B4-BE49-F238E27FC236}">
                <a16:creationId xmlns:a16="http://schemas.microsoft.com/office/drawing/2014/main" id="{12EA54A3-34CD-EA30-F613-D35BACCEB568}"/>
              </a:ext>
            </a:extLst>
          </p:cNvPr>
          <p:cNvSpPr>
            <a:spLocks/>
          </p:cNvSpPr>
          <p:nvPr/>
        </p:nvSpPr>
        <p:spPr bwMode="auto">
          <a:xfrm>
            <a:off x="3694113" y="29860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7" name="Freeform 42">
            <a:extLst>
              <a:ext uri="{FF2B5EF4-FFF2-40B4-BE49-F238E27FC236}">
                <a16:creationId xmlns:a16="http://schemas.microsoft.com/office/drawing/2014/main" id="{D32ED476-AED5-227D-BC60-F07F483B7701}"/>
              </a:ext>
            </a:extLst>
          </p:cNvPr>
          <p:cNvSpPr>
            <a:spLocks/>
          </p:cNvSpPr>
          <p:nvPr/>
        </p:nvSpPr>
        <p:spPr bwMode="auto">
          <a:xfrm>
            <a:off x="3567113" y="3074988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0 w 40"/>
              <a:gd name="T5" fmla="*/ 2147483646 h 32"/>
              <a:gd name="T6" fmla="*/ 0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32"/>
              <a:gd name="T23" fmla="*/ 40 w 40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32">
                <a:moveTo>
                  <a:pt x="40" y="16"/>
                </a:moveTo>
                <a:lnTo>
                  <a:pt x="32" y="0"/>
                </a:lnTo>
                <a:lnTo>
                  <a:pt x="0" y="16"/>
                </a:lnTo>
                <a:lnTo>
                  <a:pt x="8" y="32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8" name="Freeform 43">
            <a:extLst>
              <a:ext uri="{FF2B5EF4-FFF2-40B4-BE49-F238E27FC236}">
                <a16:creationId xmlns:a16="http://schemas.microsoft.com/office/drawing/2014/main" id="{C1527AAE-6D98-817D-CE3D-E8004229E53F}"/>
              </a:ext>
            </a:extLst>
          </p:cNvPr>
          <p:cNvSpPr>
            <a:spLocks/>
          </p:cNvSpPr>
          <p:nvPr/>
        </p:nvSpPr>
        <p:spPr bwMode="auto">
          <a:xfrm>
            <a:off x="3529013" y="31003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0" y="16"/>
                </a:lnTo>
                <a:lnTo>
                  <a:pt x="8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9" name="Freeform 44">
            <a:extLst>
              <a:ext uri="{FF2B5EF4-FFF2-40B4-BE49-F238E27FC236}">
                <a16:creationId xmlns:a16="http://schemas.microsoft.com/office/drawing/2014/main" id="{A6E48CAA-514F-50AD-BEAF-79A19A29C832}"/>
              </a:ext>
            </a:extLst>
          </p:cNvPr>
          <p:cNvSpPr>
            <a:spLocks/>
          </p:cNvSpPr>
          <p:nvPr/>
        </p:nvSpPr>
        <p:spPr bwMode="auto">
          <a:xfrm>
            <a:off x="3389313" y="3163888"/>
            <a:ext cx="88900" cy="76200"/>
          </a:xfrm>
          <a:custGeom>
            <a:avLst/>
            <a:gdLst>
              <a:gd name="T0" fmla="*/ 2147483646 w 56"/>
              <a:gd name="T1" fmla="*/ 2147483646 h 48"/>
              <a:gd name="T2" fmla="*/ 2147483646 w 56"/>
              <a:gd name="T3" fmla="*/ 0 h 48"/>
              <a:gd name="T4" fmla="*/ 0 w 56"/>
              <a:gd name="T5" fmla="*/ 2147483646 h 48"/>
              <a:gd name="T6" fmla="*/ 2147483646 w 56"/>
              <a:gd name="T7" fmla="*/ 2147483646 h 48"/>
              <a:gd name="T8" fmla="*/ 2147483646 w 56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8"/>
              <a:gd name="T17" fmla="*/ 56 w 56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8">
                <a:moveTo>
                  <a:pt x="56" y="16"/>
                </a:moveTo>
                <a:lnTo>
                  <a:pt x="48" y="0"/>
                </a:lnTo>
                <a:lnTo>
                  <a:pt x="0" y="32"/>
                </a:lnTo>
                <a:lnTo>
                  <a:pt x="8" y="48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0" name="Freeform 45">
            <a:extLst>
              <a:ext uri="{FF2B5EF4-FFF2-40B4-BE49-F238E27FC236}">
                <a16:creationId xmlns:a16="http://schemas.microsoft.com/office/drawing/2014/main" id="{345A94C1-0E93-E93B-ADD4-21C57492AA97}"/>
              </a:ext>
            </a:extLst>
          </p:cNvPr>
          <p:cNvSpPr>
            <a:spLocks/>
          </p:cNvSpPr>
          <p:nvPr/>
        </p:nvSpPr>
        <p:spPr bwMode="auto">
          <a:xfrm>
            <a:off x="3236913" y="32654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1" name="Freeform 46">
            <a:extLst>
              <a:ext uri="{FF2B5EF4-FFF2-40B4-BE49-F238E27FC236}">
                <a16:creationId xmlns:a16="http://schemas.microsoft.com/office/drawing/2014/main" id="{71E4DF49-3EB0-FD92-F915-431EEB9ACFF5}"/>
              </a:ext>
            </a:extLst>
          </p:cNvPr>
          <p:cNvSpPr>
            <a:spLocks/>
          </p:cNvSpPr>
          <p:nvPr/>
        </p:nvSpPr>
        <p:spPr bwMode="auto">
          <a:xfrm>
            <a:off x="3135313" y="33543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0 w 32"/>
              <a:gd name="T7" fmla="*/ 2147483646 h 32"/>
              <a:gd name="T8" fmla="*/ 2147483646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32"/>
              <a:gd name="T23" fmla="*/ 32 w 32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0" y="16"/>
                </a:lnTo>
                <a:lnTo>
                  <a:pt x="8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2" name="Freeform 47">
            <a:extLst>
              <a:ext uri="{FF2B5EF4-FFF2-40B4-BE49-F238E27FC236}">
                <a16:creationId xmlns:a16="http://schemas.microsoft.com/office/drawing/2014/main" id="{FCFDF5D8-6613-A2C0-C30D-BDFBBBF8AD5D}"/>
              </a:ext>
            </a:extLst>
          </p:cNvPr>
          <p:cNvSpPr>
            <a:spLocks/>
          </p:cNvSpPr>
          <p:nvPr/>
        </p:nvSpPr>
        <p:spPr bwMode="auto">
          <a:xfrm>
            <a:off x="3084513" y="3379788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40"/>
              <a:gd name="T17" fmla="*/ 40 w 40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40">
                <a:moveTo>
                  <a:pt x="40" y="16"/>
                </a:moveTo>
                <a:lnTo>
                  <a:pt x="32" y="0"/>
                </a:lnTo>
                <a:lnTo>
                  <a:pt x="0" y="24"/>
                </a:lnTo>
                <a:lnTo>
                  <a:pt x="8" y="40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3" name="Freeform 48">
            <a:extLst>
              <a:ext uri="{FF2B5EF4-FFF2-40B4-BE49-F238E27FC236}">
                <a16:creationId xmlns:a16="http://schemas.microsoft.com/office/drawing/2014/main" id="{ADF817DB-1D76-3640-32B5-8CC6F154F718}"/>
              </a:ext>
            </a:extLst>
          </p:cNvPr>
          <p:cNvSpPr>
            <a:spLocks/>
          </p:cNvSpPr>
          <p:nvPr/>
        </p:nvSpPr>
        <p:spPr bwMode="auto">
          <a:xfrm>
            <a:off x="2944813" y="3455989"/>
            <a:ext cx="88900" cy="90487"/>
          </a:xfrm>
          <a:custGeom>
            <a:avLst/>
            <a:gdLst>
              <a:gd name="T0" fmla="*/ 2147483646 w 56"/>
              <a:gd name="T1" fmla="*/ 2147483646 h 57"/>
              <a:gd name="T2" fmla="*/ 2147483646 w 56"/>
              <a:gd name="T3" fmla="*/ 0 h 57"/>
              <a:gd name="T4" fmla="*/ 0 w 56"/>
              <a:gd name="T5" fmla="*/ 2147483646 h 57"/>
              <a:gd name="T6" fmla="*/ 2147483646 w 56"/>
              <a:gd name="T7" fmla="*/ 2147483646 h 57"/>
              <a:gd name="T8" fmla="*/ 2147483646 w 56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7"/>
              <a:gd name="T17" fmla="*/ 56 w 56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7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7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4" name="Freeform 49">
            <a:extLst>
              <a:ext uri="{FF2B5EF4-FFF2-40B4-BE49-F238E27FC236}">
                <a16:creationId xmlns:a16="http://schemas.microsoft.com/office/drawing/2014/main" id="{B2D5C583-33D9-EAD5-28BA-723AEB12A6FB}"/>
              </a:ext>
            </a:extLst>
          </p:cNvPr>
          <p:cNvSpPr>
            <a:spLocks/>
          </p:cNvSpPr>
          <p:nvPr/>
        </p:nvSpPr>
        <p:spPr bwMode="auto">
          <a:xfrm>
            <a:off x="2805113" y="3571875"/>
            <a:ext cx="88900" cy="76200"/>
          </a:xfrm>
          <a:custGeom>
            <a:avLst/>
            <a:gdLst>
              <a:gd name="T0" fmla="*/ 2147483646 w 56"/>
              <a:gd name="T1" fmla="*/ 2147483646 h 48"/>
              <a:gd name="T2" fmla="*/ 2147483646 w 56"/>
              <a:gd name="T3" fmla="*/ 0 h 48"/>
              <a:gd name="T4" fmla="*/ 0 w 56"/>
              <a:gd name="T5" fmla="*/ 2147483646 h 48"/>
              <a:gd name="T6" fmla="*/ 2147483646 w 56"/>
              <a:gd name="T7" fmla="*/ 2147483646 h 48"/>
              <a:gd name="T8" fmla="*/ 2147483646 w 56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8"/>
              <a:gd name="T17" fmla="*/ 56 w 56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8">
                <a:moveTo>
                  <a:pt x="56" y="16"/>
                </a:moveTo>
                <a:lnTo>
                  <a:pt x="48" y="0"/>
                </a:lnTo>
                <a:lnTo>
                  <a:pt x="0" y="32"/>
                </a:lnTo>
                <a:lnTo>
                  <a:pt x="8" y="48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5" name="Freeform 50">
            <a:extLst>
              <a:ext uri="{FF2B5EF4-FFF2-40B4-BE49-F238E27FC236}">
                <a16:creationId xmlns:a16="http://schemas.microsoft.com/office/drawing/2014/main" id="{0FFAA243-5FF7-5D3A-2C54-8683927A9AA6}"/>
              </a:ext>
            </a:extLst>
          </p:cNvPr>
          <p:cNvSpPr>
            <a:spLocks/>
          </p:cNvSpPr>
          <p:nvPr/>
        </p:nvSpPr>
        <p:spPr bwMode="auto">
          <a:xfrm>
            <a:off x="2703513" y="367347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0" y="16"/>
                </a:lnTo>
                <a:lnTo>
                  <a:pt x="8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6" name="Freeform 51">
            <a:extLst>
              <a:ext uri="{FF2B5EF4-FFF2-40B4-BE49-F238E27FC236}">
                <a16:creationId xmlns:a16="http://schemas.microsoft.com/office/drawing/2014/main" id="{3A794667-067D-DDAC-4E0C-A4B952603294}"/>
              </a:ext>
            </a:extLst>
          </p:cNvPr>
          <p:cNvSpPr>
            <a:spLocks/>
          </p:cNvSpPr>
          <p:nvPr/>
        </p:nvSpPr>
        <p:spPr bwMode="auto">
          <a:xfrm>
            <a:off x="2678113" y="3673475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2147483646 h 32"/>
              <a:gd name="T4" fmla="*/ 2147483646 w 40"/>
              <a:gd name="T5" fmla="*/ 0 h 32"/>
              <a:gd name="T6" fmla="*/ 0 w 40"/>
              <a:gd name="T7" fmla="*/ 2147483646 h 32"/>
              <a:gd name="T8" fmla="*/ 2147483646 w 40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2"/>
              <a:gd name="T17" fmla="*/ 40 w 40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2">
                <a:moveTo>
                  <a:pt x="32" y="32"/>
                </a:moveTo>
                <a:lnTo>
                  <a:pt x="40" y="16"/>
                </a:lnTo>
                <a:lnTo>
                  <a:pt x="8" y="0"/>
                </a:lnTo>
                <a:lnTo>
                  <a:pt x="0" y="16"/>
                </a:lnTo>
                <a:lnTo>
                  <a:pt x="32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7" name="Freeform 52">
            <a:extLst>
              <a:ext uri="{FF2B5EF4-FFF2-40B4-BE49-F238E27FC236}">
                <a16:creationId xmlns:a16="http://schemas.microsoft.com/office/drawing/2014/main" id="{4CC8F08A-B91B-D4BE-6607-9F1D60A852DB}"/>
              </a:ext>
            </a:extLst>
          </p:cNvPr>
          <p:cNvSpPr>
            <a:spLocks/>
          </p:cNvSpPr>
          <p:nvPr/>
        </p:nvSpPr>
        <p:spPr bwMode="auto">
          <a:xfrm>
            <a:off x="2525713" y="3698875"/>
            <a:ext cx="203200" cy="1016000"/>
          </a:xfrm>
          <a:custGeom>
            <a:avLst/>
            <a:gdLst>
              <a:gd name="T0" fmla="*/ 2147483646 w 128"/>
              <a:gd name="T1" fmla="*/ 2147483646 h 640"/>
              <a:gd name="T2" fmla="*/ 2147483646 w 128"/>
              <a:gd name="T3" fmla="*/ 2147483646 h 640"/>
              <a:gd name="T4" fmla="*/ 2147483646 w 128"/>
              <a:gd name="T5" fmla="*/ 2147483646 h 640"/>
              <a:gd name="T6" fmla="*/ 2147483646 w 128"/>
              <a:gd name="T7" fmla="*/ 2147483646 h 640"/>
              <a:gd name="T8" fmla="*/ 2147483646 w 128"/>
              <a:gd name="T9" fmla="*/ 2147483646 h 640"/>
              <a:gd name="T10" fmla="*/ 2147483646 w 128"/>
              <a:gd name="T11" fmla="*/ 2147483646 h 640"/>
              <a:gd name="T12" fmla="*/ 2147483646 w 128"/>
              <a:gd name="T13" fmla="*/ 2147483646 h 640"/>
              <a:gd name="T14" fmla="*/ 2147483646 w 128"/>
              <a:gd name="T15" fmla="*/ 2147483646 h 640"/>
              <a:gd name="T16" fmla="*/ 2147483646 w 128"/>
              <a:gd name="T17" fmla="*/ 2147483646 h 640"/>
              <a:gd name="T18" fmla="*/ 2147483646 w 128"/>
              <a:gd name="T19" fmla="*/ 2147483646 h 640"/>
              <a:gd name="T20" fmla="*/ 2147483646 w 128"/>
              <a:gd name="T21" fmla="*/ 2147483646 h 640"/>
              <a:gd name="T22" fmla="*/ 2147483646 w 128"/>
              <a:gd name="T23" fmla="*/ 2147483646 h 640"/>
              <a:gd name="T24" fmla="*/ 2147483646 w 128"/>
              <a:gd name="T25" fmla="*/ 2147483646 h 640"/>
              <a:gd name="T26" fmla="*/ 2147483646 w 128"/>
              <a:gd name="T27" fmla="*/ 2147483646 h 640"/>
              <a:gd name="T28" fmla="*/ 2147483646 w 128"/>
              <a:gd name="T29" fmla="*/ 2147483646 h 640"/>
              <a:gd name="T30" fmla="*/ 2147483646 w 128"/>
              <a:gd name="T31" fmla="*/ 2147483646 h 640"/>
              <a:gd name="T32" fmla="*/ 2147483646 w 128"/>
              <a:gd name="T33" fmla="*/ 2147483646 h 640"/>
              <a:gd name="T34" fmla="*/ 2147483646 w 128"/>
              <a:gd name="T35" fmla="*/ 2147483646 h 640"/>
              <a:gd name="T36" fmla="*/ 2147483646 w 128"/>
              <a:gd name="T37" fmla="*/ 2147483646 h 640"/>
              <a:gd name="T38" fmla="*/ 2147483646 w 128"/>
              <a:gd name="T39" fmla="*/ 2147483646 h 640"/>
              <a:gd name="T40" fmla="*/ 2147483646 w 128"/>
              <a:gd name="T41" fmla="*/ 2147483646 h 640"/>
              <a:gd name="T42" fmla="*/ 2147483646 w 128"/>
              <a:gd name="T43" fmla="*/ 2147483646 h 640"/>
              <a:gd name="T44" fmla="*/ 2147483646 w 128"/>
              <a:gd name="T45" fmla="*/ 2147483646 h 640"/>
              <a:gd name="T46" fmla="*/ 0 w 128"/>
              <a:gd name="T47" fmla="*/ 2147483646 h 640"/>
              <a:gd name="T48" fmla="*/ 0 w 128"/>
              <a:gd name="T49" fmla="*/ 2147483646 h 640"/>
              <a:gd name="T50" fmla="*/ 0 w 128"/>
              <a:gd name="T51" fmla="*/ 2147483646 h 640"/>
              <a:gd name="T52" fmla="*/ 0 w 128"/>
              <a:gd name="T53" fmla="*/ 2147483646 h 640"/>
              <a:gd name="T54" fmla="*/ 0 w 128"/>
              <a:gd name="T55" fmla="*/ 2147483646 h 640"/>
              <a:gd name="T56" fmla="*/ 0 w 128"/>
              <a:gd name="T57" fmla="*/ 2147483646 h 640"/>
              <a:gd name="T58" fmla="*/ 2147483646 w 128"/>
              <a:gd name="T59" fmla="*/ 2147483646 h 640"/>
              <a:gd name="T60" fmla="*/ 2147483646 w 128"/>
              <a:gd name="T61" fmla="*/ 2147483646 h 640"/>
              <a:gd name="T62" fmla="*/ 2147483646 w 128"/>
              <a:gd name="T63" fmla="*/ 2147483646 h 640"/>
              <a:gd name="T64" fmla="*/ 2147483646 w 128"/>
              <a:gd name="T65" fmla="*/ 2147483646 h 640"/>
              <a:gd name="T66" fmla="*/ 2147483646 w 128"/>
              <a:gd name="T67" fmla="*/ 2147483646 h 640"/>
              <a:gd name="T68" fmla="*/ 2147483646 w 128"/>
              <a:gd name="T69" fmla="*/ 2147483646 h 640"/>
              <a:gd name="T70" fmla="*/ 2147483646 w 128"/>
              <a:gd name="T71" fmla="*/ 0 h 640"/>
              <a:gd name="T72" fmla="*/ 2147483646 w 128"/>
              <a:gd name="T73" fmla="*/ 2147483646 h 64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128"/>
              <a:gd name="T112" fmla="*/ 0 h 640"/>
              <a:gd name="T113" fmla="*/ 128 w 128"/>
              <a:gd name="T114" fmla="*/ 640 h 640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128" h="640">
                <a:moveTo>
                  <a:pt x="128" y="16"/>
                </a:moveTo>
                <a:lnTo>
                  <a:pt x="80" y="128"/>
                </a:lnTo>
                <a:lnTo>
                  <a:pt x="40" y="232"/>
                </a:lnTo>
                <a:lnTo>
                  <a:pt x="40" y="224"/>
                </a:lnTo>
                <a:lnTo>
                  <a:pt x="32" y="336"/>
                </a:lnTo>
                <a:lnTo>
                  <a:pt x="32" y="440"/>
                </a:lnTo>
                <a:lnTo>
                  <a:pt x="48" y="536"/>
                </a:lnTo>
                <a:lnTo>
                  <a:pt x="48" y="528"/>
                </a:lnTo>
                <a:lnTo>
                  <a:pt x="88" y="624"/>
                </a:lnTo>
                <a:lnTo>
                  <a:pt x="56" y="640"/>
                </a:lnTo>
                <a:lnTo>
                  <a:pt x="16" y="544"/>
                </a:lnTo>
                <a:lnTo>
                  <a:pt x="0" y="448"/>
                </a:lnTo>
                <a:lnTo>
                  <a:pt x="0" y="440"/>
                </a:lnTo>
                <a:lnTo>
                  <a:pt x="0" y="336"/>
                </a:lnTo>
                <a:lnTo>
                  <a:pt x="8" y="224"/>
                </a:lnTo>
                <a:lnTo>
                  <a:pt x="48" y="120"/>
                </a:lnTo>
                <a:lnTo>
                  <a:pt x="48" y="112"/>
                </a:lnTo>
                <a:lnTo>
                  <a:pt x="96" y="0"/>
                </a:lnTo>
                <a:lnTo>
                  <a:pt x="128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8" name="Freeform 53">
            <a:extLst>
              <a:ext uri="{FF2B5EF4-FFF2-40B4-BE49-F238E27FC236}">
                <a16:creationId xmlns:a16="http://schemas.microsoft.com/office/drawing/2014/main" id="{4EA91327-749E-E228-DB08-2C5FF3AB45A8}"/>
              </a:ext>
            </a:extLst>
          </p:cNvPr>
          <p:cNvSpPr>
            <a:spLocks/>
          </p:cNvSpPr>
          <p:nvPr/>
        </p:nvSpPr>
        <p:spPr bwMode="auto">
          <a:xfrm>
            <a:off x="2614613" y="4689475"/>
            <a:ext cx="127000" cy="177800"/>
          </a:xfrm>
          <a:custGeom>
            <a:avLst/>
            <a:gdLst>
              <a:gd name="T0" fmla="*/ 2147483646 w 80"/>
              <a:gd name="T1" fmla="*/ 0 h 112"/>
              <a:gd name="T2" fmla="*/ 2147483646 w 80"/>
              <a:gd name="T3" fmla="*/ 2147483646 h 112"/>
              <a:gd name="T4" fmla="*/ 2147483646 w 80"/>
              <a:gd name="T5" fmla="*/ 2147483646 h 112"/>
              <a:gd name="T6" fmla="*/ 2147483646 w 80"/>
              <a:gd name="T7" fmla="*/ 2147483646 h 112"/>
              <a:gd name="T8" fmla="*/ 2147483646 w 80"/>
              <a:gd name="T9" fmla="*/ 2147483646 h 112"/>
              <a:gd name="T10" fmla="*/ 0 w 80"/>
              <a:gd name="T11" fmla="*/ 2147483646 h 112"/>
              <a:gd name="T12" fmla="*/ 2147483646 w 80"/>
              <a:gd name="T13" fmla="*/ 0 h 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0"/>
              <a:gd name="T22" fmla="*/ 0 h 112"/>
              <a:gd name="T23" fmla="*/ 80 w 80"/>
              <a:gd name="T24" fmla="*/ 112 h 11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0" h="112">
                <a:moveTo>
                  <a:pt x="32" y="0"/>
                </a:moveTo>
                <a:lnTo>
                  <a:pt x="80" y="96"/>
                </a:lnTo>
                <a:lnTo>
                  <a:pt x="56" y="112"/>
                </a:lnTo>
                <a:lnTo>
                  <a:pt x="48" y="112"/>
                </a:lnTo>
                <a:lnTo>
                  <a:pt x="0" y="16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9" name="Freeform 54">
            <a:extLst>
              <a:ext uri="{FF2B5EF4-FFF2-40B4-BE49-F238E27FC236}">
                <a16:creationId xmlns:a16="http://schemas.microsoft.com/office/drawing/2014/main" id="{E944E1FA-C920-497B-E823-A4792FB76BE0}"/>
              </a:ext>
            </a:extLst>
          </p:cNvPr>
          <p:cNvSpPr>
            <a:spLocks/>
          </p:cNvSpPr>
          <p:nvPr/>
        </p:nvSpPr>
        <p:spPr bwMode="auto">
          <a:xfrm>
            <a:off x="2805113" y="4981575"/>
            <a:ext cx="50800" cy="38100"/>
          </a:xfrm>
          <a:custGeom>
            <a:avLst/>
            <a:gdLst>
              <a:gd name="T0" fmla="*/ 2147483646 w 32"/>
              <a:gd name="T1" fmla="*/ 0 h 24"/>
              <a:gd name="T2" fmla="*/ 2147483646 w 32"/>
              <a:gd name="T3" fmla="*/ 2147483646 h 24"/>
              <a:gd name="T4" fmla="*/ 2147483646 w 32"/>
              <a:gd name="T5" fmla="*/ 2147483646 h 24"/>
              <a:gd name="T6" fmla="*/ 0 w 32"/>
              <a:gd name="T7" fmla="*/ 2147483646 h 24"/>
              <a:gd name="T8" fmla="*/ 2147483646 w 32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24" y="0"/>
                </a:moveTo>
                <a:lnTo>
                  <a:pt x="32" y="8"/>
                </a:lnTo>
                <a:lnTo>
                  <a:pt x="8" y="24"/>
                </a:lnTo>
                <a:lnTo>
                  <a:pt x="0" y="16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0" name="Freeform 55">
            <a:extLst>
              <a:ext uri="{FF2B5EF4-FFF2-40B4-BE49-F238E27FC236}">
                <a16:creationId xmlns:a16="http://schemas.microsoft.com/office/drawing/2014/main" id="{170BF969-FACD-F065-3BDF-0DBC274E6838}"/>
              </a:ext>
            </a:extLst>
          </p:cNvPr>
          <p:cNvSpPr>
            <a:spLocks/>
          </p:cNvSpPr>
          <p:nvPr/>
        </p:nvSpPr>
        <p:spPr bwMode="auto">
          <a:xfrm>
            <a:off x="2703513" y="4841875"/>
            <a:ext cx="139700" cy="165100"/>
          </a:xfrm>
          <a:custGeom>
            <a:avLst/>
            <a:gdLst>
              <a:gd name="T0" fmla="*/ 2147483646 w 88"/>
              <a:gd name="T1" fmla="*/ 0 h 104"/>
              <a:gd name="T2" fmla="*/ 0 w 88"/>
              <a:gd name="T3" fmla="*/ 2147483646 h 104"/>
              <a:gd name="T4" fmla="*/ 2147483646 w 88"/>
              <a:gd name="T5" fmla="*/ 2147483646 h 104"/>
              <a:gd name="T6" fmla="*/ 2147483646 w 88"/>
              <a:gd name="T7" fmla="*/ 2147483646 h 104"/>
              <a:gd name="T8" fmla="*/ 2147483646 w 88"/>
              <a:gd name="T9" fmla="*/ 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8"/>
              <a:gd name="T16" fmla="*/ 0 h 104"/>
              <a:gd name="T17" fmla="*/ 88 w 88"/>
              <a:gd name="T18" fmla="*/ 104 h 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8" h="104">
                <a:moveTo>
                  <a:pt x="24" y="0"/>
                </a:moveTo>
                <a:lnTo>
                  <a:pt x="0" y="16"/>
                </a:lnTo>
                <a:lnTo>
                  <a:pt x="64" y="104"/>
                </a:lnTo>
                <a:lnTo>
                  <a:pt x="88" y="88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1" name="Freeform 56">
            <a:extLst>
              <a:ext uri="{FF2B5EF4-FFF2-40B4-BE49-F238E27FC236}">
                <a16:creationId xmlns:a16="http://schemas.microsoft.com/office/drawing/2014/main" id="{C48E0FAD-6995-070C-3E12-9365B46CD340}"/>
              </a:ext>
            </a:extLst>
          </p:cNvPr>
          <p:cNvSpPr>
            <a:spLocks/>
          </p:cNvSpPr>
          <p:nvPr/>
        </p:nvSpPr>
        <p:spPr bwMode="auto">
          <a:xfrm>
            <a:off x="2779713" y="4956175"/>
            <a:ext cx="50800" cy="63500"/>
          </a:xfrm>
          <a:custGeom>
            <a:avLst/>
            <a:gdLst>
              <a:gd name="T0" fmla="*/ 2147483646 w 32"/>
              <a:gd name="T1" fmla="*/ 2147483646 h 40"/>
              <a:gd name="T2" fmla="*/ 2147483646 w 32"/>
              <a:gd name="T3" fmla="*/ 0 h 40"/>
              <a:gd name="T4" fmla="*/ 0 w 32"/>
              <a:gd name="T5" fmla="*/ 2147483646 h 40"/>
              <a:gd name="T6" fmla="*/ 2147483646 w 32"/>
              <a:gd name="T7" fmla="*/ 2147483646 h 40"/>
              <a:gd name="T8" fmla="*/ 2147483646 w 32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40"/>
              <a:gd name="T17" fmla="*/ 32 w 3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40">
                <a:moveTo>
                  <a:pt x="32" y="8"/>
                </a:moveTo>
                <a:lnTo>
                  <a:pt x="16" y="0"/>
                </a:lnTo>
                <a:lnTo>
                  <a:pt x="0" y="32"/>
                </a:lnTo>
                <a:lnTo>
                  <a:pt x="16" y="40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2" name="Freeform 57">
            <a:extLst>
              <a:ext uri="{FF2B5EF4-FFF2-40B4-BE49-F238E27FC236}">
                <a16:creationId xmlns:a16="http://schemas.microsoft.com/office/drawing/2014/main" id="{BAC36DF3-0C7D-8087-2C7D-5B86E99BD305}"/>
              </a:ext>
            </a:extLst>
          </p:cNvPr>
          <p:cNvSpPr>
            <a:spLocks/>
          </p:cNvSpPr>
          <p:nvPr/>
        </p:nvSpPr>
        <p:spPr bwMode="auto">
          <a:xfrm>
            <a:off x="2805113" y="4968875"/>
            <a:ext cx="1689100" cy="304800"/>
          </a:xfrm>
          <a:custGeom>
            <a:avLst/>
            <a:gdLst>
              <a:gd name="T0" fmla="*/ 2147483646 w 1064"/>
              <a:gd name="T1" fmla="*/ 0 h 192"/>
              <a:gd name="T2" fmla="*/ 2147483646 w 1064"/>
              <a:gd name="T3" fmla="*/ 2147483646 h 192"/>
              <a:gd name="T4" fmla="*/ 2147483646 w 1064"/>
              <a:gd name="T5" fmla="*/ 2147483646 h 192"/>
              <a:gd name="T6" fmla="*/ 2147483646 w 1064"/>
              <a:gd name="T7" fmla="*/ 2147483646 h 192"/>
              <a:gd name="T8" fmla="*/ 2147483646 w 1064"/>
              <a:gd name="T9" fmla="*/ 2147483646 h 192"/>
              <a:gd name="T10" fmla="*/ 2147483646 w 1064"/>
              <a:gd name="T11" fmla="*/ 2147483646 h 192"/>
              <a:gd name="T12" fmla="*/ 2147483646 w 1064"/>
              <a:gd name="T13" fmla="*/ 2147483646 h 192"/>
              <a:gd name="T14" fmla="*/ 2147483646 w 1064"/>
              <a:gd name="T15" fmla="*/ 2147483646 h 192"/>
              <a:gd name="T16" fmla="*/ 2147483646 w 1064"/>
              <a:gd name="T17" fmla="*/ 2147483646 h 192"/>
              <a:gd name="T18" fmla="*/ 2147483646 w 1064"/>
              <a:gd name="T19" fmla="*/ 2147483646 h 192"/>
              <a:gd name="T20" fmla="*/ 2147483646 w 1064"/>
              <a:gd name="T21" fmla="*/ 2147483646 h 192"/>
              <a:gd name="T22" fmla="*/ 2147483646 w 1064"/>
              <a:gd name="T23" fmla="*/ 2147483646 h 192"/>
              <a:gd name="T24" fmla="*/ 2147483646 w 1064"/>
              <a:gd name="T25" fmla="*/ 2147483646 h 192"/>
              <a:gd name="T26" fmla="*/ 2147483646 w 1064"/>
              <a:gd name="T27" fmla="*/ 2147483646 h 192"/>
              <a:gd name="T28" fmla="*/ 2147483646 w 1064"/>
              <a:gd name="T29" fmla="*/ 2147483646 h 192"/>
              <a:gd name="T30" fmla="*/ 2147483646 w 1064"/>
              <a:gd name="T31" fmla="*/ 2147483646 h 192"/>
              <a:gd name="T32" fmla="*/ 2147483646 w 1064"/>
              <a:gd name="T33" fmla="*/ 2147483646 h 192"/>
              <a:gd name="T34" fmla="*/ 2147483646 w 1064"/>
              <a:gd name="T35" fmla="*/ 2147483646 h 192"/>
              <a:gd name="T36" fmla="*/ 2147483646 w 1064"/>
              <a:gd name="T37" fmla="*/ 2147483646 h 192"/>
              <a:gd name="T38" fmla="*/ 2147483646 w 1064"/>
              <a:gd name="T39" fmla="*/ 2147483646 h 192"/>
              <a:gd name="T40" fmla="*/ 2147483646 w 1064"/>
              <a:gd name="T41" fmla="*/ 2147483646 h 192"/>
              <a:gd name="T42" fmla="*/ 2147483646 w 1064"/>
              <a:gd name="T43" fmla="*/ 2147483646 h 192"/>
              <a:gd name="T44" fmla="*/ 2147483646 w 1064"/>
              <a:gd name="T45" fmla="*/ 2147483646 h 192"/>
              <a:gd name="T46" fmla="*/ 2147483646 w 1064"/>
              <a:gd name="T47" fmla="*/ 2147483646 h 192"/>
              <a:gd name="T48" fmla="*/ 2147483646 w 1064"/>
              <a:gd name="T49" fmla="*/ 2147483646 h 192"/>
              <a:gd name="T50" fmla="*/ 2147483646 w 1064"/>
              <a:gd name="T51" fmla="*/ 2147483646 h 192"/>
              <a:gd name="T52" fmla="*/ 2147483646 w 1064"/>
              <a:gd name="T53" fmla="*/ 2147483646 h 192"/>
              <a:gd name="T54" fmla="*/ 2147483646 w 1064"/>
              <a:gd name="T55" fmla="*/ 2147483646 h 192"/>
              <a:gd name="T56" fmla="*/ 2147483646 w 1064"/>
              <a:gd name="T57" fmla="*/ 2147483646 h 192"/>
              <a:gd name="T58" fmla="*/ 2147483646 w 1064"/>
              <a:gd name="T59" fmla="*/ 2147483646 h 192"/>
              <a:gd name="T60" fmla="*/ 2147483646 w 1064"/>
              <a:gd name="T61" fmla="*/ 2147483646 h 192"/>
              <a:gd name="T62" fmla="*/ 2147483646 w 1064"/>
              <a:gd name="T63" fmla="*/ 2147483646 h 192"/>
              <a:gd name="T64" fmla="*/ 2147483646 w 1064"/>
              <a:gd name="T65" fmla="*/ 2147483646 h 192"/>
              <a:gd name="T66" fmla="*/ 2147483646 w 1064"/>
              <a:gd name="T67" fmla="*/ 2147483646 h 192"/>
              <a:gd name="T68" fmla="*/ 2147483646 w 1064"/>
              <a:gd name="T69" fmla="*/ 2147483646 h 192"/>
              <a:gd name="T70" fmla="*/ 0 w 1064"/>
              <a:gd name="T71" fmla="*/ 2147483646 h 192"/>
              <a:gd name="T72" fmla="*/ 2147483646 w 1064"/>
              <a:gd name="T73" fmla="*/ 0 h 19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1064"/>
              <a:gd name="T112" fmla="*/ 0 h 192"/>
              <a:gd name="T113" fmla="*/ 1064 w 1064"/>
              <a:gd name="T114" fmla="*/ 192 h 19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1064" h="192">
                <a:moveTo>
                  <a:pt x="16" y="0"/>
                </a:moveTo>
                <a:lnTo>
                  <a:pt x="192" y="80"/>
                </a:lnTo>
                <a:lnTo>
                  <a:pt x="360" y="136"/>
                </a:lnTo>
                <a:lnTo>
                  <a:pt x="536" y="160"/>
                </a:lnTo>
                <a:lnTo>
                  <a:pt x="528" y="160"/>
                </a:lnTo>
                <a:lnTo>
                  <a:pt x="704" y="160"/>
                </a:lnTo>
                <a:lnTo>
                  <a:pt x="872" y="128"/>
                </a:lnTo>
                <a:lnTo>
                  <a:pt x="1056" y="72"/>
                </a:lnTo>
                <a:lnTo>
                  <a:pt x="1048" y="72"/>
                </a:lnTo>
                <a:lnTo>
                  <a:pt x="1064" y="104"/>
                </a:lnTo>
                <a:lnTo>
                  <a:pt x="880" y="160"/>
                </a:lnTo>
                <a:lnTo>
                  <a:pt x="712" y="192"/>
                </a:lnTo>
                <a:lnTo>
                  <a:pt x="704" y="192"/>
                </a:lnTo>
                <a:lnTo>
                  <a:pt x="528" y="192"/>
                </a:lnTo>
                <a:lnTo>
                  <a:pt x="352" y="168"/>
                </a:lnTo>
                <a:lnTo>
                  <a:pt x="184" y="112"/>
                </a:lnTo>
                <a:lnTo>
                  <a:pt x="176" y="112"/>
                </a:lnTo>
                <a:lnTo>
                  <a:pt x="0" y="32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3" name="Freeform 58">
            <a:extLst>
              <a:ext uri="{FF2B5EF4-FFF2-40B4-BE49-F238E27FC236}">
                <a16:creationId xmlns:a16="http://schemas.microsoft.com/office/drawing/2014/main" id="{917E7C92-866B-0621-0C6A-3184FD6656DA}"/>
              </a:ext>
            </a:extLst>
          </p:cNvPr>
          <p:cNvSpPr>
            <a:spLocks/>
          </p:cNvSpPr>
          <p:nvPr/>
        </p:nvSpPr>
        <p:spPr bwMode="auto">
          <a:xfrm>
            <a:off x="4468813" y="4930775"/>
            <a:ext cx="304800" cy="203200"/>
          </a:xfrm>
          <a:custGeom>
            <a:avLst/>
            <a:gdLst>
              <a:gd name="T0" fmla="*/ 0 w 192"/>
              <a:gd name="T1" fmla="*/ 2147483646 h 128"/>
              <a:gd name="T2" fmla="*/ 2147483646 w 192"/>
              <a:gd name="T3" fmla="*/ 0 h 128"/>
              <a:gd name="T4" fmla="*/ 2147483646 w 192"/>
              <a:gd name="T5" fmla="*/ 2147483646 h 128"/>
              <a:gd name="T6" fmla="*/ 2147483646 w 192"/>
              <a:gd name="T7" fmla="*/ 2147483646 h 128"/>
              <a:gd name="T8" fmla="*/ 2147483646 w 192"/>
              <a:gd name="T9" fmla="*/ 2147483646 h 128"/>
              <a:gd name="T10" fmla="*/ 2147483646 w 192"/>
              <a:gd name="T11" fmla="*/ 2147483646 h 128"/>
              <a:gd name="T12" fmla="*/ 0 w 192"/>
              <a:gd name="T13" fmla="*/ 2147483646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2"/>
              <a:gd name="T22" fmla="*/ 0 h 128"/>
              <a:gd name="T23" fmla="*/ 192 w 192"/>
              <a:gd name="T24" fmla="*/ 128 h 1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2" h="128">
                <a:moveTo>
                  <a:pt x="0" y="96"/>
                </a:moveTo>
                <a:lnTo>
                  <a:pt x="176" y="0"/>
                </a:lnTo>
                <a:lnTo>
                  <a:pt x="176" y="8"/>
                </a:lnTo>
                <a:lnTo>
                  <a:pt x="192" y="32"/>
                </a:lnTo>
                <a:lnTo>
                  <a:pt x="16" y="128"/>
                </a:lnTo>
                <a:lnTo>
                  <a:pt x="0" y="9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4" name="Freeform 59">
            <a:extLst>
              <a:ext uri="{FF2B5EF4-FFF2-40B4-BE49-F238E27FC236}">
                <a16:creationId xmlns:a16="http://schemas.microsoft.com/office/drawing/2014/main" id="{8A5CC76A-3178-130C-F0AF-73711021D52F}"/>
              </a:ext>
            </a:extLst>
          </p:cNvPr>
          <p:cNvSpPr>
            <a:spLocks/>
          </p:cNvSpPr>
          <p:nvPr/>
        </p:nvSpPr>
        <p:spPr bwMode="auto">
          <a:xfrm>
            <a:off x="5053013" y="4727575"/>
            <a:ext cx="38100" cy="50800"/>
          </a:xfrm>
          <a:custGeom>
            <a:avLst/>
            <a:gdLst>
              <a:gd name="T0" fmla="*/ 0 w 24"/>
              <a:gd name="T1" fmla="*/ 2147483646 h 32"/>
              <a:gd name="T2" fmla="*/ 2147483646 w 24"/>
              <a:gd name="T3" fmla="*/ 0 h 32"/>
              <a:gd name="T4" fmla="*/ 2147483646 w 24"/>
              <a:gd name="T5" fmla="*/ 2147483646 h 32"/>
              <a:gd name="T6" fmla="*/ 2147483646 w 24"/>
              <a:gd name="T7" fmla="*/ 2147483646 h 32"/>
              <a:gd name="T8" fmla="*/ 0 w 2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32"/>
              <a:gd name="T17" fmla="*/ 24 w 2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32">
                <a:moveTo>
                  <a:pt x="0" y="8"/>
                </a:moveTo>
                <a:lnTo>
                  <a:pt x="8" y="0"/>
                </a:lnTo>
                <a:lnTo>
                  <a:pt x="24" y="24"/>
                </a:lnTo>
                <a:lnTo>
                  <a:pt x="16" y="32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5" name="Freeform 60">
            <a:extLst>
              <a:ext uri="{FF2B5EF4-FFF2-40B4-BE49-F238E27FC236}">
                <a16:creationId xmlns:a16="http://schemas.microsoft.com/office/drawing/2014/main" id="{CACC4148-6636-9077-00CE-5A3840959F7C}"/>
              </a:ext>
            </a:extLst>
          </p:cNvPr>
          <p:cNvSpPr>
            <a:spLocks/>
          </p:cNvSpPr>
          <p:nvPr/>
        </p:nvSpPr>
        <p:spPr bwMode="auto">
          <a:xfrm>
            <a:off x="4748213" y="4740275"/>
            <a:ext cx="330200" cy="241300"/>
          </a:xfrm>
          <a:custGeom>
            <a:avLst/>
            <a:gdLst>
              <a:gd name="T0" fmla="*/ 0 w 208"/>
              <a:gd name="T1" fmla="*/ 2147483646 h 152"/>
              <a:gd name="T2" fmla="*/ 2147483646 w 208"/>
              <a:gd name="T3" fmla="*/ 2147483646 h 152"/>
              <a:gd name="T4" fmla="*/ 2147483646 w 208"/>
              <a:gd name="T5" fmla="*/ 2147483646 h 152"/>
              <a:gd name="T6" fmla="*/ 2147483646 w 208"/>
              <a:gd name="T7" fmla="*/ 0 h 152"/>
              <a:gd name="T8" fmla="*/ 0 w 208"/>
              <a:gd name="T9" fmla="*/ 2147483646 h 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8"/>
              <a:gd name="T16" fmla="*/ 0 h 152"/>
              <a:gd name="T17" fmla="*/ 208 w 208"/>
              <a:gd name="T18" fmla="*/ 152 h 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8" h="152">
                <a:moveTo>
                  <a:pt x="0" y="128"/>
                </a:moveTo>
                <a:lnTo>
                  <a:pt x="16" y="152"/>
                </a:lnTo>
                <a:lnTo>
                  <a:pt x="208" y="24"/>
                </a:lnTo>
                <a:lnTo>
                  <a:pt x="192" y="0"/>
                </a:lnTo>
                <a:lnTo>
                  <a:pt x="0" y="12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6" name="Freeform 61">
            <a:extLst>
              <a:ext uri="{FF2B5EF4-FFF2-40B4-BE49-F238E27FC236}">
                <a16:creationId xmlns:a16="http://schemas.microsoft.com/office/drawing/2014/main" id="{10D1DCA9-B602-38E7-B545-534D49940E3A}"/>
              </a:ext>
            </a:extLst>
          </p:cNvPr>
          <p:cNvSpPr>
            <a:spLocks/>
          </p:cNvSpPr>
          <p:nvPr/>
        </p:nvSpPr>
        <p:spPr bwMode="auto">
          <a:xfrm>
            <a:off x="5053013" y="4752975"/>
            <a:ext cx="50800" cy="63500"/>
          </a:xfrm>
          <a:custGeom>
            <a:avLst/>
            <a:gdLst>
              <a:gd name="T0" fmla="*/ 2147483646 w 32"/>
              <a:gd name="T1" fmla="*/ 0 h 40"/>
              <a:gd name="T2" fmla="*/ 0 w 32"/>
              <a:gd name="T3" fmla="*/ 2147483646 h 40"/>
              <a:gd name="T4" fmla="*/ 2147483646 w 32"/>
              <a:gd name="T5" fmla="*/ 2147483646 h 40"/>
              <a:gd name="T6" fmla="*/ 2147483646 w 32"/>
              <a:gd name="T7" fmla="*/ 2147483646 h 40"/>
              <a:gd name="T8" fmla="*/ 2147483646 w 32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40"/>
              <a:gd name="T17" fmla="*/ 32 w 3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40">
                <a:moveTo>
                  <a:pt x="16" y="0"/>
                </a:moveTo>
                <a:lnTo>
                  <a:pt x="0" y="8"/>
                </a:lnTo>
                <a:lnTo>
                  <a:pt x="16" y="40"/>
                </a:lnTo>
                <a:lnTo>
                  <a:pt x="32" y="32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7" name="Freeform 62">
            <a:extLst>
              <a:ext uri="{FF2B5EF4-FFF2-40B4-BE49-F238E27FC236}">
                <a16:creationId xmlns:a16="http://schemas.microsoft.com/office/drawing/2014/main" id="{08AC1881-DE75-38C8-1A0D-FA7463A8ACED}"/>
              </a:ext>
            </a:extLst>
          </p:cNvPr>
          <p:cNvSpPr>
            <a:spLocks/>
          </p:cNvSpPr>
          <p:nvPr/>
        </p:nvSpPr>
        <p:spPr bwMode="auto">
          <a:xfrm>
            <a:off x="5103813" y="4867275"/>
            <a:ext cx="76200" cy="114300"/>
          </a:xfrm>
          <a:custGeom>
            <a:avLst/>
            <a:gdLst>
              <a:gd name="T0" fmla="*/ 2147483646 w 48"/>
              <a:gd name="T1" fmla="*/ 0 h 72"/>
              <a:gd name="T2" fmla="*/ 0 w 48"/>
              <a:gd name="T3" fmla="*/ 2147483646 h 72"/>
              <a:gd name="T4" fmla="*/ 2147483646 w 48"/>
              <a:gd name="T5" fmla="*/ 2147483646 h 72"/>
              <a:gd name="T6" fmla="*/ 2147483646 w 48"/>
              <a:gd name="T7" fmla="*/ 2147483646 h 72"/>
              <a:gd name="T8" fmla="*/ 2147483646 w 48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2"/>
              <a:gd name="T17" fmla="*/ 48 w 4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2">
                <a:moveTo>
                  <a:pt x="16" y="0"/>
                </a:moveTo>
                <a:lnTo>
                  <a:pt x="0" y="8"/>
                </a:lnTo>
                <a:lnTo>
                  <a:pt x="32" y="72"/>
                </a:lnTo>
                <a:lnTo>
                  <a:pt x="48" y="64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8" name="Freeform 63">
            <a:extLst>
              <a:ext uri="{FF2B5EF4-FFF2-40B4-BE49-F238E27FC236}">
                <a16:creationId xmlns:a16="http://schemas.microsoft.com/office/drawing/2014/main" id="{6CE1543E-9D8A-AC74-5B73-B548EBB122E2}"/>
              </a:ext>
            </a:extLst>
          </p:cNvPr>
          <p:cNvSpPr>
            <a:spLocks/>
          </p:cNvSpPr>
          <p:nvPr/>
        </p:nvSpPr>
        <p:spPr bwMode="auto">
          <a:xfrm>
            <a:off x="5192713" y="5032375"/>
            <a:ext cx="25400" cy="38100"/>
          </a:xfrm>
          <a:custGeom>
            <a:avLst/>
            <a:gdLst>
              <a:gd name="T0" fmla="*/ 2147483646 w 16"/>
              <a:gd name="T1" fmla="*/ 0 h 24"/>
              <a:gd name="T2" fmla="*/ 0 w 16"/>
              <a:gd name="T3" fmla="*/ 0 h 24"/>
              <a:gd name="T4" fmla="*/ 0 w 16"/>
              <a:gd name="T5" fmla="*/ 2147483646 h 24"/>
              <a:gd name="T6" fmla="*/ 0 w 16"/>
              <a:gd name="T7" fmla="*/ 2147483646 h 24"/>
              <a:gd name="T8" fmla="*/ 2147483646 w 16"/>
              <a:gd name="T9" fmla="*/ 2147483646 h 24"/>
              <a:gd name="T10" fmla="*/ 2147483646 w 16"/>
              <a:gd name="T11" fmla="*/ 2147483646 h 24"/>
              <a:gd name="T12" fmla="*/ 2147483646 w 16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24"/>
              <a:gd name="T23" fmla="*/ 16 w 16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24">
                <a:moveTo>
                  <a:pt x="16" y="0"/>
                </a:move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16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9" name="Freeform 64">
            <a:extLst>
              <a:ext uri="{FF2B5EF4-FFF2-40B4-BE49-F238E27FC236}">
                <a16:creationId xmlns:a16="http://schemas.microsoft.com/office/drawing/2014/main" id="{465F9C37-87D9-9057-D78C-74AFDC4356C2}"/>
              </a:ext>
            </a:extLst>
          </p:cNvPr>
          <p:cNvSpPr>
            <a:spLocks/>
          </p:cNvSpPr>
          <p:nvPr/>
        </p:nvSpPr>
        <p:spPr bwMode="auto">
          <a:xfrm>
            <a:off x="5192713" y="5057775"/>
            <a:ext cx="76200" cy="76200"/>
          </a:xfrm>
          <a:custGeom>
            <a:avLst/>
            <a:gdLst>
              <a:gd name="T0" fmla="*/ 2147483646 w 48"/>
              <a:gd name="T1" fmla="*/ 0 h 48"/>
              <a:gd name="T2" fmla="*/ 0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48"/>
              <a:gd name="T17" fmla="*/ 48 w 48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48">
                <a:moveTo>
                  <a:pt x="16" y="0"/>
                </a:moveTo>
                <a:lnTo>
                  <a:pt x="0" y="8"/>
                </a:lnTo>
                <a:lnTo>
                  <a:pt x="32" y="48"/>
                </a:lnTo>
                <a:lnTo>
                  <a:pt x="48" y="4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0" name="Freeform 65">
            <a:extLst>
              <a:ext uri="{FF2B5EF4-FFF2-40B4-BE49-F238E27FC236}">
                <a16:creationId xmlns:a16="http://schemas.microsoft.com/office/drawing/2014/main" id="{05BB4814-9243-8D11-626F-133A59BB4311}"/>
              </a:ext>
            </a:extLst>
          </p:cNvPr>
          <p:cNvSpPr>
            <a:spLocks/>
          </p:cNvSpPr>
          <p:nvPr/>
        </p:nvSpPr>
        <p:spPr bwMode="auto">
          <a:xfrm>
            <a:off x="5294313" y="5172075"/>
            <a:ext cx="88900" cy="101600"/>
          </a:xfrm>
          <a:custGeom>
            <a:avLst/>
            <a:gdLst>
              <a:gd name="T0" fmla="*/ 2147483646 w 56"/>
              <a:gd name="T1" fmla="*/ 0 h 64"/>
              <a:gd name="T2" fmla="*/ 0 w 56"/>
              <a:gd name="T3" fmla="*/ 2147483646 h 64"/>
              <a:gd name="T4" fmla="*/ 2147483646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0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16" y="0"/>
                </a:moveTo>
                <a:lnTo>
                  <a:pt x="0" y="8"/>
                </a:lnTo>
                <a:lnTo>
                  <a:pt x="40" y="64"/>
                </a:lnTo>
                <a:lnTo>
                  <a:pt x="56" y="56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1" name="Freeform 66">
            <a:extLst>
              <a:ext uri="{FF2B5EF4-FFF2-40B4-BE49-F238E27FC236}">
                <a16:creationId xmlns:a16="http://schemas.microsoft.com/office/drawing/2014/main" id="{135DAE89-33E5-D278-3D3D-DFC13685A247}"/>
              </a:ext>
            </a:extLst>
          </p:cNvPr>
          <p:cNvSpPr>
            <a:spLocks/>
          </p:cNvSpPr>
          <p:nvPr/>
        </p:nvSpPr>
        <p:spPr bwMode="auto">
          <a:xfrm>
            <a:off x="5421313" y="5299075"/>
            <a:ext cx="88900" cy="88900"/>
          </a:xfrm>
          <a:custGeom>
            <a:avLst/>
            <a:gdLst>
              <a:gd name="T0" fmla="*/ 2147483646 w 56"/>
              <a:gd name="T1" fmla="*/ 0 h 56"/>
              <a:gd name="T2" fmla="*/ 0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8" y="0"/>
                </a:moveTo>
                <a:lnTo>
                  <a:pt x="0" y="16"/>
                </a:lnTo>
                <a:lnTo>
                  <a:pt x="48" y="56"/>
                </a:lnTo>
                <a:lnTo>
                  <a:pt x="56" y="4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2" name="Freeform 67">
            <a:extLst>
              <a:ext uri="{FF2B5EF4-FFF2-40B4-BE49-F238E27FC236}">
                <a16:creationId xmlns:a16="http://schemas.microsoft.com/office/drawing/2014/main" id="{2B2F661E-B263-218B-E247-56705854A5DE}"/>
              </a:ext>
            </a:extLst>
          </p:cNvPr>
          <p:cNvSpPr>
            <a:spLocks/>
          </p:cNvSpPr>
          <p:nvPr/>
        </p:nvSpPr>
        <p:spPr bwMode="auto">
          <a:xfrm>
            <a:off x="5548313" y="5413375"/>
            <a:ext cx="101600" cy="88900"/>
          </a:xfrm>
          <a:custGeom>
            <a:avLst/>
            <a:gdLst>
              <a:gd name="T0" fmla="*/ 2147483646 w 64"/>
              <a:gd name="T1" fmla="*/ 0 h 56"/>
              <a:gd name="T2" fmla="*/ 0 w 64"/>
              <a:gd name="T3" fmla="*/ 2147483646 h 56"/>
              <a:gd name="T4" fmla="*/ 2147483646 w 64"/>
              <a:gd name="T5" fmla="*/ 2147483646 h 56"/>
              <a:gd name="T6" fmla="*/ 2147483646 w 64"/>
              <a:gd name="T7" fmla="*/ 2147483646 h 56"/>
              <a:gd name="T8" fmla="*/ 2147483646 w 64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8" y="0"/>
                </a:moveTo>
                <a:lnTo>
                  <a:pt x="0" y="16"/>
                </a:lnTo>
                <a:lnTo>
                  <a:pt x="56" y="56"/>
                </a:lnTo>
                <a:lnTo>
                  <a:pt x="64" y="4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3" name="Freeform 68">
            <a:extLst>
              <a:ext uri="{FF2B5EF4-FFF2-40B4-BE49-F238E27FC236}">
                <a16:creationId xmlns:a16="http://schemas.microsoft.com/office/drawing/2014/main" id="{49D48722-0996-5491-0EC5-D7D41CD978F3}"/>
              </a:ext>
            </a:extLst>
          </p:cNvPr>
          <p:cNvSpPr>
            <a:spLocks/>
          </p:cNvSpPr>
          <p:nvPr/>
        </p:nvSpPr>
        <p:spPr bwMode="auto">
          <a:xfrm>
            <a:off x="5700713" y="5514975"/>
            <a:ext cx="101600" cy="76200"/>
          </a:xfrm>
          <a:custGeom>
            <a:avLst/>
            <a:gdLst>
              <a:gd name="T0" fmla="*/ 2147483646 w 64"/>
              <a:gd name="T1" fmla="*/ 0 h 48"/>
              <a:gd name="T2" fmla="*/ 0 w 64"/>
              <a:gd name="T3" fmla="*/ 2147483646 h 48"/>
              <a:gd name="T4" fmla="*/ 2147483646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8" y="0"/>
                </a:moveTo>
                <a:lnTo>
                  <a:pt x="0" y="16"/>
                </a:lnTo>
                <a:lnTo>
                  <a:pt x="56" y="48"/>
                </a:lnTo>
                <a:lnTo>
                  <a:pt x="64" y="32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4" name="Freeform 69">
            <a:extLst>
              <a:ext uri="{FF2B5EF4-FFF2-40B4-BE49-F238E27FC236}">
                <a16:creationId xmlns:a16="http://schemas.microsoft.com/office/drawing/2014/main" id="{B303DE98-17DC-83DB-8F75-57D0B2D04257}"/>
              </a:ext>
            </a:extLst>
          </p:cNvPr>
          <p:cNvSpPr>
            <a:spLocks/>
          </p:cNvSpPr>
          <p:nvPr/>
        </p:nvSpPr>
        <p:spPr bwMode="auto">
          <a:xfrm>
            <a:off x="5853113" y="5603875"/>
            <a:ext cx="88900" cy="50800"/>
          </a:xfrm>
          <a:custGeom>
            <a:avLst/>
            <a:gdLst>
              <a:gd name="T0" fmla="*/ 2147483646 w 56"/>
              <a:gd name="T1" fmla="*/ 0 h 32"/>
              <a:gd name="T2" fmla="*/ 0 w 56"/>
              <a:gd name="T3" fmla="*/ 2147483646 h 32"/>
              <a:gd name="T4" fmla="*/ 2147483646 w 56"/>
              <a:gd name="T5" fmla="*/ 2147483646 h 32"/>
              <a:gd name="T6" fmla="*/ 2147483646 w 56"/>
              <a:gd name="T7" fmla="*/ 2147483646 h 32"/>
              <a:gd name="T8" fmla="*/ 2147483646 w 56"/>
              <a:gd name="T9" fmla="*/ 2147483646 h 32"/>
              <a:gd name="T10" fmla="*/ 2147483646 w 56"/>
              <a:gd name="T11" fmla="*/ 2147483646 h 32"/>
              <a:gd name="T12" fmla="*/ 2147483646 w 56"/>
              <a:gd name="T13" fmla="*/ 0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6"/>
              <a:gd name="T22" fmla="*/ 0 h 32"/>
              <a:gd name="T23" fmla="*/ 56 w 56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6" h="32">
                <a:moveTo>
                  <a:pt x="8" y="0"/>
                </a:moveTo>
                <a:lnTo>
                  <a:pt x="0" y="16"/>
                </a:lnTo>
                <a:lnTo>
                  <a:pt x="48" y="32"/>
                </a:lnTo>
                <a:lnTo>
                  <a:pt x="56" y="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5" name="Freeform 70">
            <a:extLst>
              <a:ext uri="{FF2B5EF4-FFF2-40B4-BE49-F238E27FC236}">
                <a16:creationId xmlns:a16="http://schemas.microsoft.com/office/drawing/2014/main" id="{1984B5D5-2F47-BB03-226A-402545467CCE}"/>
              </a:ext>
            </a:extLst>
          </p:cNvPr>
          <p:cNvSpPr>
            <a:spLocks/>
          </p:cNvSpPr>
          <p:nvPr/>
        </p:nvSpPr>
        <p:spPr bwMode="auto">
          <a:xfrm>
            <a:off x="5929313" y="5629275"/>
            <a:ext cx="38100" cy="38100"/>
          </a:xfrm>
          <a:custGeom>
            <a:avLst/>
            <a:gdLst>
              <a:gd name="T0" fmla="*/ 2147483646 w 24"/>
              <a:gd name="T1" fmla="*/ 0 h 24"/>
              <a:gd name="T2" fmla="*/ 0 w 24"/>
              <a:gd name="T3" fmla="*/ 2147483646 h 24"/>
              <a:gd name="T4" fmla="*/ 2147483646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8" y="0"/>
                </a:moveTo>
                <a:lnTo>
                  <a:pt x="0" y="16"/>
                </a:lnTo>
                <a:lnTo>
                  <a:pt x="16" y="24"/>
                </a:lnTo>
                <a:lnTo>
                  <a:pt x="24" y="8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6" name="Freeform 71">
            <a:extLst>
              <a:ext uri="{FF2B5EF4-FFF2-40B4-BE49-F238E27FC236}">
                <a16:creationId xmlns:a16="http://schemas.microsoft.com/office/drawing/2014/main" id="{D910A73E-446B-F0F6-11C4-B06E7E33E87B}"/>
              </a:ext>
            </a:extLst>
          </p:cNvPr>
          <p:cNvSpPr>
            <a:spLocks/>
          </p:cNvSpPr>
          <p:nvPr/>
        </p:nvSpPr>
        <p:spPr bwMode="auto">
          <a:xfrm>
            <a:off x="6018214" y="5667375"/>
            <a:ext cx="103187" cy="50800"/>
          </a:xfrm>
          <a:custGeom>
            <a:avLst/>
            <a:gdLst>
              <a:gd name="T0" fmla="*/ 0 w 65"/>
              <a:gd name="T1" fmla="*/ 0 h 32"/>
              <a:gd name="T2" fmla="*/ 0 w 65"/>
              <a:gd name="T3" fmla="*/ 2147483646 h 32"/>
              <a:gd name="T4" fmla="*/ 2147483646 w 65"/>
              <a:gd name="T5" fmla="*/ 2147483646 h 32"/>
              <a:gd name="T6" fmla="*/ 2147483646 w 65"/>
              <a:gd name="T7" fmla="*/ 2147483646 h 32"/>
              <a:gd name="T8" fmla="*/ 0 w 65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"/>
              <a:gd name="T16" fmla="*/ 0 h 32"/>
              <a:gd name="T17" fmla="*/ 65 w 65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" h="32">
                <a:moveTo>
                  <a:pt x="0" y="0"/>
                </a:moveTo>
                <a:lnTo>
                  <a:pt x="0" y="16"/>
                </a:lnTo>
                <a:lnTo>
                  <a:pt x="65" y="32"/>
                </a:lnTo>
                <a:lnTo>
                  <a:pt x="65" y="1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7" name="Freeform 72">
            <a:extLst>
              <a:ext uri="{FF2B5EF4-FFF2-40B4-BE49-F238E27FC236}">
                <a16:creationId xmlns:a16="http://schemas.microsoft.com/office/drawing/2014/main" id="{484177D7-70F8-6001-C9EB-2F7992343DED}"/>
              </a:ext>
            </a:extLst>
          </p:cNvPr>
          <p:cNvSpPr>
            <a:spLocks/>
          </p:cNvSpPr>
          <p:nvPr/>
        </p:nvSpPr>
        <p:spPr bwMode="auto">
          <a:xfrm>
            <a:off x="6197600" y="5705475"/>
            <a:ext cx="76200" cy="50800"/>
          </a:xfrm>
          <a:custGeom>
            <a:avLst/>
            <a:gdLst>
              <a:gd name="T0" fmla="*/ 2147483646 w 48"/>
              <a:gd name="T1" fmla="*/ 0 h 32"/>
              <a:gd name="T2" fmla="*/ 0 w 48"/>
              <a:gd name="T3" fmla="*/ 2147483646 h 32"/>
              <a:gd name="T4" fmla="*/ 2147483646 w 48"/>
              <a:gd name="T5" fmla="*/ 2147483646 h 32"/>
              <a:gd name="T6" fmla="*/ 2147483646 w 48"/>
              <a:gd name="T7" fmla="*/ 2147483646 h 32"/>
              <a:gd name="T8" fmla="*/ 2147483646 w 48"/>
              <a:gd name="T9" fmla="*/ 2147483646 h 32"/>
              <a:gd name="T10" fmla="*/ 2147483646 w 48"/>
              <a:gd name="T11" fmla="*/ 2147483646 h 32"/>
              <a:gd name="T12" fmla="*/ 2147483646 w 48"/>
              <a:gd name="T13" fmla="*/ 0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32"/>
              <a:gd name="T23" fmla="*/ 48 w 48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32">
                <a:moveTo>
                  <a:pt x="8" y="0"/>
                </a:moveTo>
                <a:lnTo>
                  <a:pt x="0" y="16"/>
                </a:lnTo>
                <a:lnTo>
                  <a:pt x="40" y="32"/>
                </a:lnTo>
                <a:lnTo>
                  <a:pt x="40" y="16"/>
                </a:lnTo>
                <a:lnTo>
                  <a:pt x="48" y="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8" name="Rectangle 73">
            <a:extLst>
              <a:ext uri="{FF2B5EF4-FFF2-40B4-BE49-F238E27FC236}">
                <a16:creationId xmlns:a16="http://schemas.microsoft.com/office/drawing/2014/main" id="{DD6B1E98-BB6A-8956-8697-DFB32172C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5730875"/>
            <a:ext cx="381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09" name="Freeform 74">
            <a:extLst>
              <a:ext uri="{FF2B5EF4-FFF2-40B4-BE49-F238E27FC236}">
                <a16:creationId xmlns:a16="http://schemas.microsoft.com/office/drawing/2014/main" id="{02C211AD-6FB6-DCDC-1429-886F2F218081}"/>
              </a:ext>
            </a:extLst>
          </p:cNvPr>
          <p:cNvSpPr>
            <a:spLocks/>
          </p:cNvSpPr>
          <p:nvPr/>
        </p:nvSpPr>
        <p:spPr bwMode="auto">
          <a:xfrm>
            <a:off x="6375400" y="5743575"/>
            <a:ext cx="101600" cy="38100"/>
          </a:xfrm>
          <a:custGeom>
            <a:avLst/>
            <a:gdLst>
              <a:gd name="T0" fmla="*/ 0 w 64"/>
              <a:gd name="T1" fmla="*/ 0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2147483646 h 24"/>
              <a:gd name="T8" fmla="*/ 0 w 6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0"/>
                </a:moveTo>
                <a:lnTo>
                  <a:pt x="0" y="16"/>
                </a:lnTo>
                <a:lnTo>
                  <a:pt x="64" y="24"/>
                </a:lnTo>
                <a:lnTo>
                  <a:pt x="64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0" name="Freeform 75">
            <a:extLst>
              <a:ext uri="{FF2B5EF4-FFF2-40B4-BE49-F238E27FC236}">
                <a16:creationId xmlns:a16="http://schemas.microsoft.com/office/drawing/2014/main" id="{FDC30458-3818-F80E-DA12-A7BDD627711F}"/>
              </a:ext>
            </a:extLst>
          </p:cNvPr>
          <p:cNvSpPr>
            <a:spLocks/>
          </p:cNvSpPr>
          <p:nvPr/>
        </p:nvSpPr>
        <p:spPr bwMode="auto">
          <a:xfrm>
            <a:off x="6553200" y="5768975"/>
            <a:ext cx="101600" cy="38100"/>
          </a:xfrm>
          <a:custGeom>
            <a:avLst/>
            <a:gdLst>
              <a:gd name="T0" fmla="*/ 0 w 64"/>
              <a:gd name="T1" fmla="*/ 0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2147483646 h 24"/>
              <a:gd name="T8" fmla="*/ 0 w 6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0"/>
                </a:moveTo>
                <a:lnTo>
                  <a:pt x="0" y="16"/>
                </a:lnTo>
                <a:lnTo>
                  <a:pt x="64" y="24"/>
                </a:lnTo>
                <a:lnTo>
                  <a:pt x="64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1" name="Rectangle 76">
            <a:extLst>
              <a:ext uri="{FF2B5EF4-FFF2-40B4-BE49-F238E27FC236}">
                <a16:creationId xmlns:a16="http://schemas.microsoft.com/office/drawing/2014/main" id="{343AD7AB-D107-EF33-F4AF-667EFF5C7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5781675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12" name="Rectangle 77">
            <a:extLst>
              <a:ext uri="{FF2B5EF4-FFF2-40B4-BE49-F238E27FC236}">
                <a16:creationId xmlns:a16="http://schemas.microsoft.com/office/drawing/2014/main" id="{A266C027-DDEC-45CC-0A61-F3579D4EB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8800" y="5781675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13" name="Freeform 78">
            <a:extLst>
              <a:ext uri="{FF2B5EF4-FFF2-40B4-BE49-F238E27FC236}">
                <a16:creationId xmlns:a16="http://schemas.microsoft.com/office/drawing/2014/main" id="{9B261BB8-C6CE-C215-491E-4F553E64B475}"/>
              </a:ext>
            </a:extLst>
          </p:cNvPr>
          <p:cNvSpPr>
            <a:spLocks/>
          </p:cNvSpPr>
          <p:nvPr/>
        </p:nvSpPr>
        <p:spPr bwMode="auto">
          <a:xfrm>
            <a:off x="7086600" y="5781675"/>
            <a:ext cx="50800" cy="25400"/>
          </a:xfrm>
          <a:custGeom>
            <a:avLst/>
            <a:gdLst>
              <a:gd name="T0" fmla="*/ 0 w 32"/>
              <a:gd name="T1" fmla="*/ 0 h 16"/>
              <a:gd name="T2" fmla="*/ 0 w 32"/>
              <a:gd name="T3" fmla="*/ 2147483646 h 16"/>
              <a:gd name="T4" fmla="*/ 2147483646 w 32"/>
              <a:gd name="T5" fmla="*/ 2147483646 h 16"/>
              <a:gd name="T6" fmla="*/ 2147483646 w 32"/>
              <a:gd name="T7" fmla="*/ 2147483646 h 16"/>
              <a:gd name="T8" fmla="*/ 2147483646 w 32"/>
              <a:gd name="T9" fmla="*/ 0 h 16"/>
              <a:gd name="T10" fmla="*/ 2147483646 w 32"/>
              <a:gd name="T11" fmla="*/ 0 h 16"/>
              <a:gd name="T12" fmla="*/ 0 w 32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16"/>
              <a:gd name="T23" fmla="*/ 32 w 32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16">
                <a:moveTo>
                  <a:pt x="0" y="0"/>
                </a:moveTo>
                <a:lnTo>
                  <a:pt x="0" y="16"/>
                </a:lnTo>
                <a:lnTo>
                  <a:pt x="32" y="16"/>
                </a:lnTo>
                <a:lnTo>
                  <a:pt x="32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4" name="Rectangle 79">
            <a:extLst>
              <a:ext uri="{FF2B5EF4-FFF2-40B4-BE49-F238E27FC236}">
                <a16:creationId xmlns:a16="http://schemas.microsoft.com/office/drawing/2014/main" id="{3814E284-2AC1-352C-2942-8B252F8F1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00" y="5781675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15" name="Freeform 80">
            <a:extLst>
              <a:ext uri="{FF2B5EF4-FFF2-40B4-BE49-F238E27FC236}">
                <a16:creationId xmlns:a16="http://schemas.microsoft.com/office/drawing/2014/main" id="{1DBB41C0-237D-0C4D-BB86-0B3066A14931}"/>
              </a:ext>
            </a:extLst>
          </p:cNvPr>
          <p:cNvSpPr>
            <a:spLocks/>
          </p:cNvSpPr>
          <p:nvPr/>
        </p:nvSpPr>
        <p:spPr bwMode="auto">
          <a:xfrm>
            <a:off x="7264400" y="5756275"/>
            <a:ext cx="101600" cy="38100"/>
          </a:xfrm>
          <a:custGeom>
            <a:avLst/>
            <a:gdLst>
              <a:gd name="T0" fmla="*/ 0 w 64"/>
              <a:gd name="T1" fmla="*/ 2147483646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0 h 24"/>
              <a:gd name="T8" fmla="*/ 0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8"/>
                </a:moveTo>
                <a:lnTo>
                  <a:pt x="0" y="24"/>
                </a:lnTo>
                <a:lnTo>
                  <a:pt x="64" y="16"/>
                </a:lnTo>
                <a:lnTo>
                  <a:pt x="64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6" name="Freeform 81">
            <a:extLst>
              <a:ext uri="{FF2B5EF4-FFF2-40B4-BE49-F238E27FC236}">
                <a16:creationId xmlns:a16="http://schemas.microsoft.com/office/drawing/2014/main" id="{C744527D-0163-1CA7-ECF0-CBEFA9CAE99A}"/>
              </a:ext>
            </a:extLst>
          </p:cNvPr>
          <p:cNvSpPr>
            <a:spLocks/>
          </p:cNvSpPr>
          <p:nvPr/>
        </p:nvSpPr>
        <p:spPr bwMode="auto">
          <a:xfrm>
            <a:off x="7442200" y="5743575"/>
            <a:ext cx="101600" cy="38100"/>
          </a:xfrm>
          <a:custGeom>
            <a:avLst/>
            <a:gdLst>
              <a:gd name="T0" fmla="*/ 0 w 64"/>
              <a:gd name="T1" fmla="*/ 2147483646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0 h 24"/>
              <a:gd name="T8" fmla="*/ 0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8"/>
                </a:moveTo>
                <a:lnTo>
                  <a:pt x="0" y="24"/>
                </a:lnTo>
                <a:lnTo>
                  <a:pt x="64" y="16"/>
                </a:lnTo>
                <a:lnTo>
                  <a:pt x="64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7" name="Freeform 82">
            <a:extLst>
              <a:ext uri="{FF2B5EF4-FFF2-40B4-BE49-F238E27FC236}">
                <a16:creationId xmlns:a16="http://schemas.microsoft.com/office/drawing/2014/main" id="{6F185BDE-E97F-FBDB-03EC-C34B50C89862}"/>
              </a:ext>
            </a:extLst>
          </p:cNvPr>
          <p:cNvSpPr>
            <a:spLocks/>
          </p:cNvSpPr>
          <p:nvPr/>
        </p:nvSpPr>
        <p:spPr bwMode="auto">
          <a:xfrm>
            <a:off x="7620000" y="5730875"/>
            <a:ext cx="50800" cy="38100"/>
          </a:xfrm>
          <a:custGeom>
            <a:avLst/>
            <a:gdLst>
              <a:gd name="T0" fmla="*/ 0 w 32"/>
              <a:gd name="T1" fmla="*/ 2147483646 h 24"/>
              <a:gd name="T2" fmla="*/ 0 w 32"/>
              <a:gd name="T3" fmla="*/ 2147483646 h 24"/>
              <a:gd name="T4" fmla="*/ 2147483646 w 32"/>
              <a:gd name="T5" fmla="*/ 2147483646 h 24"/>
              <a:gd name="T6" fmla="*/ 2147483646 w 32"/>
              <a:gd name="T7" fmla="*/ 0 h 24"/>
              <a:gd name="T8" fmla="*/ 0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0" y="8"/>
                </a:moveTo>
                <a:lnTo>
                  <a:pt x="0" y="24"/>
                </a:lnTo>
                <a:lnTo>
                  <a:pt x="32" y="16"/>
                </a:lnTo>
                <a:lnTo>
                  <a:pt x="32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8" name="Freeform 83">
            <a:extLst>
              <a:ext uri="{FF2B5EF4-FFF2-40B4-BE49-F238E27FC236}">
                <a16:creationId xmlns:a16="http://schemas.microsoft.com/office/drawing/2014/main" id="{933837C3-5985-FBC2-CC27-D866C8AA3642}"/>
              </a:ext>
            </a:extLst>
          </p:cNvPr>
          <p:cNvSpPr>
            <a:spLocks/>
          </p:cNvSpPr>
          <p:nvPr/>
        </p:nvSpPr>
        <p:spPr bwMode="auto">
          <a:xfrm>
            <a:off x="7670800" y="5705475"/>
            <a:ext cx="50800" cy="50800"/>
          </a:xfrm>
          <a:custGeom>
            <a:avLst/>
            <a:gdLst>
              <a:gd name="T0" fmla="*/ 0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2147483646 h 32"/>
              <a:gd name="T6" fmla="*/ 2147483646 w 32"/>
              <a:gd name="T7" fmla="*/ 0 h 32"/>
              <a:gd name="T8" fmla="*/ 0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0" y="16"/>
                </a:moveTo>
                <a:lnTo>
                  <a:pt x="8" y="32"/>
                </a:lnTo>
                <a:lnTo>
                  <a:pt x="32" y="16"/>
                </a:lnTo>
                <a:lnTo>
                  <a:pt x="24" y="0"/>
                </a:lnTo>
                <a:lnTo>
                  <a:pt x="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9" name="Freeform 84">
            <a:extLst>
              <a:ext uri="{FF2B5EF4-FFF2-40B4-BE49-F238E27FC236}">
                <a16:creationId xmlns:a16="http://schemas.microsoft.com/office/drawing/2014/main" id="{53FE7003-4DCA-F0D5-9821-0C9A730A8E57}"/>
              </a:ext>
            </a:extLst>
          </p:cNvPr>
          <p:cNvSpPr>
            <a:spLocks/>
          </p:cNvSpPr>
          <p:nvPr/>
        </p:nvSpPr>
        <p:spPr bwMode="auto">
          <a:xfrm>
            <a:off x="7772400" y="5591175"/>
            <a:ext cx="88900" cy="88900"/>
          </a:xfrm>
          <a:custGeom>
            <a:avLst/>
            <a:gdLst>
              <a:gd name="T0" fmla="*/ 0 w 56"/>
              <a:gd name="T1" fmla="*/ 2147483646 h 56"/>
              <a:gd name="T2" fmla="*/ 2147483646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0 h 56"/>
              <a:gd name="T8" fmla="*/ 0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0" y="40"/>
                </a:moveTo>
                <a:lnTo>
                  <a:pt x="8" y="56"/>
                </a:lnTo>
                <a:lnTo>
                  <a:pt x="56" y="16"/>
                </a:lnTo>
                <a:lnTo>
                  <a:pt x="48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0" name="Freeform 85">
            <a:extLst>
              <a:ext uri="{FF2B5EF4-FFF2-40B4-BE49-F238E27FC236}">
                <a16:creationId xmlns:a16="http://schemas.microsoft.com/office/drawing/2014/main" id="{BB095044-BFF1-25B8-18A7-54A33F04C05A}"/>
              </a:ext>
            </a:extLst>
          </p:cNvPr>
          <p:cNvSpPr>
            <a:spLocks/>
          </p:cNvSpPr>
          <p:nvPr/>
        </p:nvSpPr>
        <p:spPr bwMode="auto">
          <a:xfrm>
            <a:off x="7899400" y="5464175"/>
            <a:ext cx="88900" cy="88900"/>
          </a:xfrm>
          <a:custGeom>
            <a:avLst/>
            <a:gdLst>
              <a:gd name="T0" fmla="*/ 0 w 56"/>
              <a:gd name="T1" fmla="*/ 2147483646 h 56"/>
              <a:gd name="T2" fmla="*/ 2147483646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0 h 56"/>
              <a:gd name="T8" fmla="*/ 0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0" y="40"/>
                </a:moveTo>
                <a:lnTo>
                  <a:pt x="8" y="56"/>
                </a:lnTo>
                <a:lnTo>
                  <a:pt x="56" y="16"/>
                </a:lnTo>
                <a:lnTo>
                  <a:pt x="48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1" name="Freeform 86">
            <a:extLst>
              <a:ext uri="{FF2B5EF4-FFF2-40B4-BE49-F238E27FC236}">
                <a16:creationId xmlns:a16="http://schemas.microsoft.com/office/drawing/2014/main" id="{79BDEAB1-88E9-7478-0DCD-4145FC5A3E89}"/>
              </a:ext>
            </a:extLst>
          </p:cNvPr>
          <p:cNvSpPr>
            <a:spLocks/>
          </p:cNvSpPr>
          <p:nvPr/>
        </p:nvSpPr>
        <p:spPr bwMode="auto">
          <a:xfrm>
            <a:off x="8039100" y="5400675"/>
            <a:ext cx="25400" cy="25400"/>
          </a:xfrm>
          <a:custGeom>
            <a:avLst/>
            <a:gdLst>
              <a:gd name="T0" fmla="*/ 0 w 16"/>
              <a:gd name="T1" fmla="*/ 2147483646 h 16"/>
              <a:gd name="T2" fmla="*/ 2147483646 w 16"/>
              <a:gd name="T3" fmla="*/ 2147483646 h 16"/>
              <a:gd name="T4" fmla="*/ 2147483646 w 16"/>
              <a:gd name="T5" fmla="*/ 2147483646 h 16"/>
              <a:gd name="T6" fmla="*/ 2147483646 w 16"/>
              <a:gd name="T7" fmla="*/ 2147483646 h 16"/>
              <a:gd name="T8" fmla="*/ 0 w 16"/>
              <a:gd name="T9" fmla="*/ 0 h 16"/>
              <a:gd name="T10" fmla="*/ 2147483646 w 16"/>
              <a:gd name="T11" fmla="*/ 0 h 16"/>
              <a:gd name="T12" fmla="*/ 0 w 16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16"/>
              <a:gd name="T23" fmla="*/ 16 w 16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16">
                <a:moveTo>
                  <a:pt x="0" y="8"/>
                </a:moveTo>
                <a:lnTo>
                  <a:pt x="8" y="16"/>
                </a:lnTo>
                <a:lnTo>
                  <a:pt x="16" y="8"/>
                </a:lnTo>
                <a:lnTo>
                  <a:pt x="0" y="0"/>
                </a:lnTo>
                <a:lnTo>
                  <a:pt x="8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2" name="Freeform 87">
            <a:extLst>
              <a:ext uri="{FF2B5EF4-FFF2-40B4-BE49-F238E27FC236}">
                <a16:creationId xmlns:a16="http://schemas.microsoft.com/office/drawing/2014/main" id="{2A85C845-B27C-E49A-FF02-A9894DA4F5EF}"/>
              </a:ext>
            </a:extLst>
          </p:cNvPr>
          <p:cNvSpPr>
            <a:spLocks/>
          </p:cNvSpPr>
          <p:nvPr/>
        </p:nvSpPr>
        <p:spPr bwMode="auto">
          <a:xfrm>
            <a:off x="8039100" y="5337175"/>
            <a:ext cx="76200" cy="762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0 h 48"/>
              <a:gd name="T8" fmla="*/ 0 w 48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48"/>
              <a:gd name="T17" fmla="*/ 48 w 48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48">
                <a:moveTo>
                  <a:pt x="0" y="40"/>
                </a:moveTo>
                <a:lnTo>
                  <a:pt x="16" y="48"/>
                </a:lnTo>
                <a:lnTo>
                  <a:pt x="48" y="8"/>
                </a:lnTo>
                <a:lnTo>
                  <a:pt x="32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3" name="Freeform 88">
            <a:extLst>
              <a:ext uri="{FF2B5EF4-FFF2-40B4-BE49-F238E27FC236}">
                <a16:creationId xmlns:a16="http://schemas.microsoft.com/office/drawing/2014/main" id="{DCE53192-2612-F800-FEDF-AC184003C546}"/>
              </a:ext>
            </a:extLst>
          </p:cNvPr>
          <p:cNvSpPr>
            <a:spLocks/>
          </p:cNvSpPr>
          <p:nvPr/>
        </p:nvSpPr>
        <p:spPr bwMode="auto">
          <a:xfrm>
            <a:off x="8140700" y="5210175"/>
            <a:ext cx="76200" cy="762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0 h 48"/>
              <a:gd name="T10" fmla="*/ 2147483646 w 48"/>
              <a:gd name="T11" fmla="*/ 0 h 48"/>
              <a:gd name="T12" fmla="*/ 0 w 48"/>
              <a:gd name="T13" fmla="*/ 2147483646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48"/>
              <a:gd name="T23" fmla="*/ 48 w 48"/>
              <a:gd name="T24" fmla="*/ 48 h 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48">
                <a:moveTo>
                  <a:pt x="0" y="40"/>
                </a:moveTo>
                <a:lnTo>
                  <a:pt x="16" y="48"/>
                </a:lnTo>
                <a:lnTo>
                  <a:pt x="48" y="8"/>
                </a:lnTo>
                <a:lnTo>
                  <a:pt x="40" y="0"/>
                </a:lnTo>
                <a:lnTo>
                  <a:pt x="32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4" name="Freeform 89">
            <a:extLst>
              <a:ext uri="{FF2B5EF4-FFF2-40B4-BE49-F238E27FC236}">
                <a16:creationId xmlns:a16="http://schemas.microsoft.com/office/drawing/2014/main" id="{98E164BA-FF6C-D159-968C-1CD579E2B65E}"/>
              </a:ext>
            </a:extLst>
          </p:cNvPr>
          <p:cNvSpPr>
            <a:spLocks/>
          </p:cNvSpPr>
          <p:nvPr/>
        </p:nvSpPr>
        <p:spPr bwMode="auto">
          <a:xfrm>
            <a:off x="8204200" y="5197475"/>
            <a:ext cx="25400" cy="25400"/>
          </a:xfrm>
          <a:custGeom>
            <a:avLst/>
            <a:gdLst>
              <a:gd name="T0" fmla="*/ 0 w 16"/>
              <a:gd name="T1" fmla="*/ 2147483646 h 16"/>
              <a:gd name="T2" fmla="*/ 2147483646 w 16"/>
              <a:gd name="T3" fmla="*/ 2147483646 h 16"/>
              <a:gd name="T4" fmla="*/ 2147483646 w 16"/>
              <a:gd name="T5" fmla="*/ 2147483646 h 16"/>
              <a:gd name="T6" fmla="*/ 2147483646 w 16"/>
              <a:gd name="T7" fmla="*/ 0 h 16"/>
              <a:gd name="T8" fmla="*/ 0 w 16"/>
              <a:gd name="T9" fmla="*/ 2147483646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16"/>
              <a:gd name="T17" fmla="*/ 16 w 16"/>
              <a:gd name="T18" fmla="*/ 16 h 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16">
                <a:moveTo>
                  <a:pt x="0" y="8"/>
                </a:moveTo>
                <a:lnTo>
                  <a:pt x="8" y="16"/>
                </a:lnTo>
                <a:lnTo>
                  <a:pt x="16" y="8"/>
                </a:lnTo>
                <a:lnTo>
                  <a:pt x="8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5" name="Freeform 90">
            <a:extLst>
              <a:ext uri="{FF2B5EF4-FFF2-40B4-BE49-F238E27FC236}">
                <a16:creationId xmlns:a16="http://schemas.microsoft.com/office/drawing/2014/main" id="{61EB5782-1E35-38CC-27C7-FD7051540BFA}"/>
              </a:ext>
            </a:extLst>
          </p:cNvPr>
          <p:cNvSpPr>
            <a:spLocks/>
          </p:cNvSpPr>
          <p:nvPr/>
        </p:nvSpPr>
        <p:spPr bwMode="auto">
          <a:xfrm>
            <a:off x="8242300" y="5045075"/>
            <a:ext cx="88900" cy="101600"/>
          </a:xfrm>
          <a:custGeom>
            <a:avLst/>
            <a:gdLst>
              <a:gd name="T0" fmla="*/ 0 w 56"/>
              <a:gd name="T1" fmla="*/ 2147483646 h 64"/>
              <a:gd name="T2" fmla="*/ 2147483646 w 56"/>
              <a:gd name="T3" fmla="*/ 2147483646 h 64"/>
              <a:gd name="T4" fmla="*/ 2147483646 w 56"/>
              <a:gd name="T5" fmla="*/ 2147483646 h 64"/>
              <a:gd name="T6" fmla="*/ 2147483646 w 56"/>
              <a:gd name="T7" fmla="*/ 0 h 64"/>
              <a:gd name="T8" fmla="*/ 0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0" y="56"/>
                </a:moveTo>
                <a:lnTo>
                  <a:pt x="16" y="64"/>
                </a:lnTo>
                <a:lnTo>
                  <a:pt x="56" y="8"/>
                </a:lnTo>
                <a:lnTo>
                  <a:pt x="40" y="0"/>
                </a:lnTo>
                <a:lnTo>
                  <a:pt x="0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6" name="Freeform 91">
            <a:extLst>
              <a:ext uri="{FF2B5EF4-FFF2-40B4-BE49-F238E27FC236}">
                <a16:creationId xmlns:a16="http://schemas.microsoft.com/office/drawing/2014/main" id="{8A8F09DC-9BB2-FFD6-DEA5-370F20D9781E}"/>
              </a:ext>
            </a:extLst>
          </p:cNvPr>
          <p:cNvSpPr>
            <a:spLocks/>
          </p:cNvSpPr>
          <p:nvPr/>
        </p:nvSpPr>
        <p:spPr bwMode="auto">
          <a:xfrm>
            <a:off x="8343900" y="4892675"/>
            <a:ext cx="76200" cy="101600"/>
          </a:xfrm>
          <a:custGeom>
            <a:avLst/>
            <a:gdLst>
              <a:gd name="T0" fmla="*/ 0 w 48"/>
              <a:gd name="T1" fmla="*/ 2147483646 h 64"/>
              <a:gd name="T2" fmla="*/ 2147483646 w 48"/>
              <a:gd name="T3" fmla="*/ 2147483646 h 64"/>
              <a:gd name="T4" fmla="*/ 2147483646 w 48"/>
              <a:gd name="T5" fmla="*/ 2147483646 h 64"/>
              <a:gd name="T6" fmla="*/ 2147483646 w 48"/>
              <a:gd name="T7" fmla="*/ 0 h 64"/>
              <a:gd name="T8" fmla="*/ 0 w 48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64"/>
              <a:gd name="T17" fmla="*/ 48 w 48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64">
                <a:moveTo>
                  <a:pt x="0" y="56"/>
                </a:moveTo>
                <a:lnTo>
                  <a:pt x="16" y="64"/>
                </a:lnTo>
                <a:lnTo>
                  <a:pt x="48" y="8"/>
                </a:lnTo>
                <a:lnTo>
                  <a:pt x="32" y="0"/>
                </a:lnTo>
                <a:lnTo>
                  <a:pt x="0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7" name="Freeform 92">
            <a:extLst>
              <a:ext uri="{FF2B5EF4-FFF2-40B4-BE49-F238E27FC236}">
                <a16:creationId xmlns:a16="http://schemas.microsoft.com/office/drawing/2014/main" id="{6878ED39-8985-804B-E5CB-45F6B0C93216}"/>
              </a:ext>
            </a:extLst>
          </p:cNvPr>
          <p:cNvSpPr>
            <a:spLocks/>
          </p:cNvSpPr>
          <p:nvPr/>
        </p:nvSpPr>
        <p:spPr bwMode="auto">
          <a:xfrm>
            <a:off x="8432800" y="4816475"/>
            <a:ext cx="25400" cy="12700"/>
          </a:xfrm>
          <a:custGeom>
            <a:avLst/>
            <a:gdLst>
              <a:gd name="T0" fmla="*/ 2147483646 w 16"/>
              <a:gd name="T1" fmla="*/ 0 h 8"/>
              <a:gd name="T2" fmla="*/ 0 w 16"/>
              <a:gd name="T3" fmla="*/ 0 h 8"/>
              <a:gd name="T4" fmla="*/ 0 w 16"/>
              <a:gd name="T5" fmla="*/ 0 h 8"/>
              <a:gd name="T6" fmla="*/ 2147483646 w 16"/>
              <a:gd name="T7" fmla="*/ 2147483646 h 8"/>
              <a:gd name="T8" fmla="*/ 0 w 16"/>
              <a:gd name="T9" fmla="*/ 0 h 8"/>
              <a:gd name="T10" fmla="*/ 2147483646 w 16"/>
              <a:gd name="T11" fmla="*/ 0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"/>
              <a:gd name="T19" fmla="*/ 0 h 8"/>
              <a:gd name="T20" fmla="*/ 16 w 16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" h="8">
                <a:moveTo>
                  <a:pt x="16" y="0"/>
                </a:moveTo>
                <a:lnTo>
                  <a:pt x="0" y="0"/>
                </a:lnTo>
                <a:lnTo>
                  <a:pt x="16" y="8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8" name="Freeform 93">
            <a:extLst>
              <a:ext uri="{FF2B5EF4-FFF2-40B4-BE49-F238E27FC236}">
                <a16:creationId xmlns:a16="http://schemas.microsoft.com/office/drawing/2014/main" id="{01F6B312-824A-AC0B-0487-C53DFDF29202}"/>
              </a:ext>
            </a:extLst>
          </p:cNvPr>
          <p:cNvSpPr>
            <a:spLocks/>
          </p:cNvSpPr>
          <p:nvPr/>
        </p:nvSpPr>
        <p:spPr bwMode="auto">
          <a:xfrm>
            <a:off x="8432800" y="4727575"/>
            <a:ext cx="63500" cy="101600"/>
          </a:xfrm>
          <a:custGeom>
            <a:avLst/>
            <a:gdLst>
              <a:gd name="T0" fmla="*/ 0 w 40"/>
              <a:gd name="T1" fmla="*/ 2147483646 h 64"/>
              <a:gd name="T2" fmla="*/ 2147483646 w 40"/>
              <a:gd name="T3" fmla="*/ 2147483646 h 64"/>
              <a:gd name="T4" fmla="*/ 2147483646 w 40"/>
              <a:gd name="T5" fmla="*/ 2147483646 h 64"/>
              <a:gd name="T6" fmla="*/ 2147483646 w 40"/>
              <a:gd name="T7" fmla="*/ 0 h 64"/>
              <a:gd name="T8" fmla="*/ 0 w 40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64"/>
              <a:gd name="T17" fmla="*/ 40 w 40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64">
                <a:moveTo>
                  <a:pt x="0" y="56"/>
                </a:moveTo>
                <a:lnTo>
                  <a:pt x="16" y="64"/>
                </a:lnTo>
                <a:lnTo>
                  <a:pt x="40" y="8"/>
                </a:lnTo>
                <a:lnTo>
                  <a:pt x="24" y="0"/>
                </a:lnTo>
                <a:lnTo>
                  <a:pt x="0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9" name="Freeform 94">
            <a:extLst>
              <a:ext uri="{FF2B5EF4-FFF2-40B4-BE49-F238E27FC236}">
                <a16:creationId xmlns:a16="http://schemas.microsoft.com/office/drawing/2014/main" id="{B878CA97-B257-749C-C5E7-321BC047614E}"/>
              </a:ext>
            </a:extLst>
          </p:cNvPr>
          <p:cNvSpPr>
            <a:spLocks/>
          </p:cNvSpPr>
          <p:nvPr/>
        </p:nvSpPr>
        <p:spPr bwMode="auto">
          <a:xfrm>
            <a:off x="8496300" y="4625975"/>
            <a:ext cx="38100" cy="38100"/>
          </a:xfrm>
          <a:custGeom>
            <a:avLst/>
            <a:gdLst>
              <a:gd name="T0" fmla="*/ 0 w 24"/>
              <a:gd name="T1" fmla="*/ 2147483646 h 24"/>
              <a:gd name="T2" fmla="*/ 2147483646 w 24"/>
              <a:gd name="T3" fmla="*/ 2147483646 h 24"/>
              <a:gd name="T4" fmla="*/ 2147483646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0 h 24"/>
              <a:gd name="T10" fmla="*/ 2147483646 w 24"/>
              <a:gd name="T11" fmla="*/ 0 h 24"/>
              <a:gd name="T12" fmla="*/ 0 w 24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24"/>
              <a:gd name="T23" fmla="*/ 24 w 24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24">
                <a:moveTo>
                  <a:pt x="0" y="16"/>
                </a:moveTo>
                <a:lnTo>
                  <a:pt x="16" y="24"/>
                </a:lnTo>
                <a:lnTo>
                  <a:pt x="24" y="8"/>
                </a:lnTo>
                <a:lnTo>
                  <a:pt x="8" y="0"/>
                </a:lnTo>
                <a:lnTo>
                  <a:pt x="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0" name="Freeform 95">
            <a:extLst>
              <a:ext uri="{FF2B5EF4-FFF2-40B4-BE49-F238E27FC236}">
                <a16:creationId xmlns:a16="http://schemas.microsoft.com/office/drawing/2014/main" id="{4CAF0553-D0A3-CD34-634F-874137825A8A}"/>
              </a:ext>
            </a:extLst>
          </p:cNvPr>
          <p:cNvSpPr>
            <a:spLocks/>
          </p:cNvSpPr>
          <p:nvPr/>
        </p:nvSpPr>
        <p:spPr bwMode="auto">
          <a:xfrm>
            <a:off x="8509000" y="4549775"/>
            <a:ext cx="50800" cy="88900"/>
          </a:xfrm>
          <a:custGeom>
            <a:avLst/>
            <a:gdLst>
              <a:gd name="T0" fmla="*/ 0 w 32"/>
              <a:gd name="T1" fmla="*/ 2147483646 h 56"/>
              <a:gd name="T2" fmla="*/ 2147483646 w 32"/>
              <a:gd name="T3" fmla="*/ 2147483646 h 56"/>
              <a:gd name="T4" fmla="*/ 2147483646 w 32"/>
              <a:gd name="T5" fmla="*/ 2147483646 h 56"/>
              <a:gd name="T6" fmla="*/ 2147483646 w 32"/>
              <a:gd name="T7" fmla="*/ 0 h 56"/>
              <a:gd name="T8" fmla="*/ 0 w 32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56"/>
              <a:gd name="T17" fmla="*/ 32 w 32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56">
                <a:moveTo>
                  <a:pt x="0" y="48"/>
                </a:moveTo>
                <a:lnTo>
                  <a:pt x="16" y="56"/>
                </a:lnTo>
                <a:lnTo>
                  <a:pt x="32" y="8"/>
                </a:lnTo>
                <a:lnTo>
                  <a:pt x="16" y="0"/>
                </a:lnTo>
                <a:lnTo>
                  <a:pt x="0" y="4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1" name="Freeform 96">
            <a:extLst>
              <a:ext uri="{FF2B5EF4-FFF2-40B4-BE49-F238E27FC236}">
                <a16:creationId xmlns:a16="http://schemas.microsoft.com/office/drawing/2014/main" id="{CE9E34A5-ECA7-780F-809E-853F66CEB5E8}"/>
              </a:ext>
            </a:extLst>
          </p:cNvPr>
          <p:cNvSpPr>
            <a:spLocks/>
          </p:cNvSpPr>
          <p:nvPr/>
        </p:nvSpPr>
        <p:spPr bwMode="auto">
          <a:xfrm>
            <a:off x="8547100" y="4422775"/>
            <a:ext cx="50800" cy="63500"/>
          </a:xfrm>
          <a:custGeom>
            <a:avLst/>
            <a:gdLst>
              <a:gd name="T0" fmla="*/ 0 w 32"/>
              <a:gd name="T1" fmla="*/ 2147483646 h 40"/>
              <a:gd name="T2" fmla="*/ 2147483646 w 32"/>
              <a:gd name="T3" fmla="*/ 2147483646 h 40"/>
              <a:gd name="T4" fmla="*/ 2147483646 w 32"/>
              <a:gd name="T5" fmla="*/ 2147483646 h 40"/>
              <a:gd name="T6" fmla="*/ 2147483646 w 32"/>
              <a:gd name="T7" fmla="*/ 0 h 40"/>
              <a:gd name="T8" fmla="*/ 2147483646 w 32"/>
              <a:gd name="T9" fmla="*/ 0 h 40"/>
              <a:gd name="T10" fmla="*/ 2147483646 w 32"/>
              <a:gd name="T11" fmla="*/ 0 h 40"/>
              <a:gd name="T12" fmla="*/ 0 w 32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40"/>
              <a:gd name="T23" fmla="*/ 32 w 32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40">
                <a:moveTo>
                  <a:pt x="0" y="32"/>
                </a:moveTo>
                <a:lnTo>
                  <a:pt x="16" y="40"/>
                </a:lnTo>
                <a:lnTo>
                  <a:pt x="32" y="8"/>
                </a:lnTo>
                <a:lnTo>
                  <a:pt x="32" y="0"/>
                </a:lnTo>
                <a:lnTo>
                  <a:pt x="16" y="0"/>
                </a:lnTo>
                <a:lnTo>
                  <a:pt x="0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2" name="Rectangle 97">
            <a:extLst>
              <a:ext uri="{FF2B5EF4-FFF2-40B4-BE49-F238E27FC236}">
                <a16:creationId xmlns:a16="http://schemas.microsoft.com/office/drawing/2014/main" id="{0F1F0E7B-C3E3-ED58-93A8-4777CF542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0" y="4371975"/>
            <a:ext cx="25400" cy="508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33" name="Freeform 98">
            <a:extLst>
              <a:ext uri="{FF2B5EF4-FFF2-40B4-BE49-F238E27FC236}">
                <a16:creationId xmlns:a16="http://schemas.microsoft.com/office/drawing/2014/main" id="{2CA996E4-BDA0-3760-B3FD-DF330C78D3C0}"/>
              </a:ext>
            </a:extLst>
          </p:cNvPr>
          <p:cNvSpPr>
            <a:spLocks/>
          </p:cNvSpPr>
          <p:nvPr/>
        </p:nvSpPr>
        <p:spPr bwMode="auto">
          <a:xfrm>
            <a:off x="8585200" y="4232275"/>
            <a:ext cx="38100" cy="63500"/>
          </a:xfrm>
          <a:custGeom>
            <a:avLst/>
            <a:gdLst>
              <a:gd name="T0" fmla="*/ 0 w 24"/>
              <a:gd name="T1" fmla="*/ 2147483646 h 40"/>
              <a:gd name="T2" fmla="*/ 2147483646 w 24"/>
              <a:gd name="T3" fmla="*/ 2147483646 h 40"/>
              <a:gd name="T4" fmla="*/ 2147483646 w 24"/>
              <a:gd name="T5" fmla="*/ 0 h 40"/>
              <a:gd name="T6" fmla="*/ 2147483646 w 24"/>
              <a:gd name="T7" fmla="*/ 0 h 40"/>
              <a:gd name="T8" fmla="*/ 2147483646 w 24"/>
              <a:gd name="T9" fmla="*/ 0 h 40"/>
              <a:gd name="T10" fmla="*/ 2147483646 w 24"/>
              <a:gd name="T11" fmla="*/ 0 h 40"/>
              <a:gd name="T12" fmla="*/ 0 w 24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40"/>
              <a:gd name="T23" fmla="*/ 24 w 24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40">
                <a:moveTo>
                  <a:pt x="0" y="40"/>
                </a:moveTo>
                <a:lnTo>
                  <a:pt x="16" y="40"/>
                </a:lnTo>
                <a:lnTo>
                  <a:pt x="24" y="0"/>
                </a:lnTo>
                <a:lnTo>
                  <a:pt x="8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4" name="Rectangle 99">
            <a:extLst>
              <a:ext uri="{FF2B5EF4-FFF2-40B4-BE49-F238E27FC236}">
                <a16:creationId xmlns:a16="http://schemas.microsoft.com/office/drawing/2014/main" id="{3A4D7A33-6C2E-60B8-1BF1-C967C94DD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900" y="4194175"/>
            <a:ext cx="25400" cy="381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35" name="Freeform 100">
            <a:extLst>
              <a:ext uri="{FF2B5EF4-FFF2-40B4-BE49-F238E27FC236}">
                <a16:creationId xmlns:a16="http://schemas.microsoft.com/office/drawing/2014/main" id="{A260A48D-7608-C135-D84A-2E1CD403584E}"/>
              </a:ext>
            </a:extLst>
          </p:cNvPr>
          <p:cNvSpPr>
            <a:spLocks/>
          </p:cNvSpPr>
          <p:nvPr/>
        </p:nvSpPr>
        <p:spPr bwMode="auto">
          <a:xfrm>
            <a:off x="8597900" y="4041775"/>
            <a:ext cx="25400" cy="76200"/>
          </a:xfrm>
          <a:custGeom>
            <a:avLst/>
            <a:gdLst>
              <a:gd name="T0" fmla="*/ 0 w 16"/>
              <a:gd name="T1" fmla="*/ 2147483646 h 48"/>
              <a:gd name="T2" fmla="*/ 2147483646 w 16"/>
              <a:gd name="T3" fmla="*/ 2147483646 h 48"/>
              <a:gd name="T4" fmla="*/ 2147483646 w 16"/>
              <a:gd name="T5" fmla="*/ 0 h 48"/>
              <a:gd name="T6" fmla="*/ 2147483646 w 16"/>
              <a:gd name="T7" fmla="*/ 0 h 48"/>
              <a:gd name="T8" fmla="*/ 0 w 16"/>
              <a:gd name="T9" fmla="*/ 2147483646 h 48"/>
              <a:gd name="T10" fmla="*/ 0 w 16"/>
              <a:gd name="T11" fmla="*/ 0 h 48"/>
              <a:gd name="T12" fmla="*/ 0 w 16"/>
              <a:gd name="T13" fmla="*/ 2147483646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48"/>
              <a:gd name="T23" fmla="*/ 16 w 16"/>
              <a:gd name="T24" fmla="*/ 48 h 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48">
                <a:moveTo>
                  <a:pt x="0" y="48"/>
                </a:moveTo>
                <a:lnTo>
                  <a:pt x="16" y="48"/>
                </a:lnTo>
                <a:lnTo>
                  <a:pt x="16" y="0"/>
                </a:lnTo>
                <a:lnTo>
                  <a:pt x="0" y="8"/>
                </a:lnTo>
                <a:lnTo>
                  <a:pt x="0" y="0"/>
                </a:lnTo>
                <a:lnTo>
                  <a:pt x="0" y="4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6" name="Freeform 101">
            <a:extLst>
              <a:ext uri="{FF2B5EF4-FFF2-40B4-BE49-F238E27FC236}">
                <a16:creationId xmlns:a16="http://schemas.microsoft.com/office/drawing/2014/main" id="{201D94FD-9699-AC9C-FAD3-F03C83196FA6}"/>
              </a:ext>
            </a:extLst>
          </p:cNvPr>
          <p:cNvSpPr>
            <a:spLocks/>
          </p:cNvSpPr>
          <p:nvPr/>
        </p:nvSpPr>
        <p:spPr bwMode="auto">
          <a:xfrm>
            <a:off x="8585200" y="4016375"/>
            <a:ext cx="38100" cy="38100"/>
          </a:xfrm>
          <a:custGeom>
            <a:avLst/>
            <a:gdLst>
              <a:gd name="T0" fmla="*/ 2147483646 w 24"/>
              <a:gd name="T1" fmla="*/ 2147483646 h 24"/>
              <a:gd name="T2" fmla="*/ 2147483646 w 24"/>
              <a:gd name="T3" fmla="*/ 2147483646 h 24"/>
              <a:gd name="T4" fmla="*/ 2147483646 w 24"/>
              <a:gd name="T5" fmla="*/ 0 h 24"/>
              <a:gd name="T6" fmla="*/ 0 w 24"/>
              <a:gd name="T7" fmla="*/ 2147483646 h 24"/>
              <a:gd name="T8" fmla="*/ 2147483646 w 2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8" y="24"/>
                </a:moveTo>
                <a:lnTo>
                  <a:pt x="24" y="16"/>
                </a:lnTo>
                <a:lnTo>
                  <a:pt x="16" y="0"/>
                </a:lnTo>
                <a:lnTo>
                  <a:pt x="0" y="8"/>
                </a:lnTo>
                <a:lnTo>
                  <a:pt x="8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7" name="Freeform 102">
            <a:extLst>
              <a:ext uri="{FF2B5EF4-FFF2-40B4-BE49-F238E27FC236}">
                <a16:creationId xmlns:a16="http://schemas.microsoft.com/office/drawing/2014/main" id="{34DB4428-453F-82DA-E89F-E303D0207A6C}"/>
              </a:ext>
            </a:extLst>
          </p:cNvPr>
          <p:cNvSpPr>
            <a:spLocks/>
          </p:cNvSpPr>
          <p:nvPr/>
        </p:nvSpPr>
        <p:spPr bwMode="auto">
          <a:xfrm>
            <a:off x="8559800" y="3851275"/>
            <a:ext cx="38100" cy="88900"/>
          </a:xfrm>
          <a:custGeom>
            <a:avLst/>
            <a:gdLst>
              <a:gd name="T0" fmla="*/ 2147483646 w 24"/>
              <a:gd name="T1" fmla="*/ 2147483646 h 56"/>
              <a:gd name="T2" fmla="*/ 2147483646 w 24"/>
              <a:gd name="T3" fmla="*/ 2147483646 h 56"/>
              <a:gd name="T4" fmla="*/ 2147483646 w 24"/>
              <a:gd name="T5" fmla="*/ 0 h 56"/>
              <a:gd name="T6" fmla="*/ 2147483646 w 24"/>
              <a:gd name="T7" fmla="*/ 0 h 56"/>
              <a:gd name="T8" fmla="*/ 0 w 24"/>
              <a:gd name="T9" fmla="*/ 0 h 56"/>
              <a:gd name="T10" fmla="*/ 0 w 24"/>
              <a:gd name="T11" fmla="*/ 0 h 56"/>
              <a:gd name="T12" fmla="*/ 2147483646 w 24"/>
              <a:gd name="T13" fmla="*/ 2147483646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56"/>
              <a:gd name="T23" fmla="*/ 24 w 24"/>
              <a:gd name="T24" fmla="*/ 56 h 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56">
                <a:moveTo>
                  <a:pt x="8" y="56"/>
                </a:moveTo>
                <a:lnTo>
                  <a:pt x="24" y="56"/>
                </a:lnTo>
                <a:lnTo>
                  <a:pt x="16" y="0"/>
                </a:lnTo>
                <a:lnTo>
                  <a:pt x="0" y="0"/>
                </a:lnTo>
                <a:lnTo>
                  <a:pt x="8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8" name="Rectangle 103">
            <a:extLst>
              <a:ext uri="{FF2B5EF4-FFF2-40B4-BE49-F238E27FC236}">
                <a16:creationId xmlns:a16="http://schemas.microsoft.com/office/drawing/2014/main" id="{5C9C1558-536F-98A6-1BC7-60B2E7020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9800" y="3838575"/>
            <a:ext cx="25400" cy="127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39" name="Freeform 104">
            <a:extLst>
              <a:ext uri="{FF2B5EF4-FFF2-40B4-BE49-F238E27FC236}">
                <a16:creationId xmlns:a16="http://schemas.microsoft.com/office/drawing/2014/main" id="{230B7ED3-07EC-AC5D-B835-F6D6C0F1357E}"/>
              </a:ext>
            </a:extLst>
          </p:cNvPr>
          <p:cNvSpPr>
            <a:spLocks/>
          </p:cNvSpPr>
          <p:nvPr/>
        </p:nvSpPr>
        <p:spPr bwMode="auto">
          <a:xfrm>
            <a:off x="8509000" y="3673475"/>
            <a:ext cx="50800" cy="101600"/>
          </a:xfrm>
          <a:custGeom>
            <a:avLst/>
            <a:gdLst>
              <a:gd name="T0" fmla="*/ 2147483646 w 32"/>
              <a:gd name="T1" fmla="*/ 2147483646 h 64"/>
              <a:gd name="T2" fmla="*/ 2147483646 w 32"/>
              <a:gd name="T3" fmla="*/ 2147483646 h 64"/>
              <a:gd name="T4" fmla="*/ 2147483646 w 32"/>
              <a:gd name="T5" fmla="*/ 0 h 64"/>
              <a:gd name="T6" fmla="*/ 2147483646 w 32"/>
              <a:gd name="T7" fmla="*/ 0 h 64"/>
              <a:gd name="T8" fmla="*/ 0 w 32"/>
              <a:gd name="T9" fmla="*/ 0 h 64"/>
              <a:gd name="T10" fmla="*/ 0 w 32"/>
              <a:gd name="T11" fmla="*/ 2147483646 h 64"/>
              <a:gd name="T12" fmla="*/ 2147483646 w 32"/>
              <a:gd name="T13" fmla="*/ 2147483646 h 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64"/>
              <a:gd name="T23" fmla="*/ 32 w 32"/>
              <a:gd name="T24" fmla="*/ 64 h 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64">
                <a:moveTo>
                  <a:pt x="16" y="64"/>
                </a:moveTo>
                <a:lnTo>
                  <a:pt x="32" y="56"/>
                </a:lnTo>
                <a:lnTo>
                  <a:pt x="16" y="0"/>
                </a:lnTo>
                <a:lnTo>
                  <a:pt x="0" y="0"/>
                </a:lnTo>
                <a:lnTo>
                  <a:pt x="0" y="8"/>
                </a:lnTo>
                <a:lnTo>
                  <a:pt x="16" y="6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0" name="Rectangle 105">
            <a:extLst>
              <a:ext uri="{FF2B5EF4-FFF2-40B4-BE49-F238E27FC236}">
                <a16:creationId xmlns:a16="http://schemas.microsoft.com/office/drawing/2014/main" id="{05D7A539-0D2E-E20C-A926-1894EC7B8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0" y="3660775"/>
            <a:ext cx="25400" cy="127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41" name="Freeform 106">
            <a:extLst>
              <a:ext uri="{FF2B5EF4-FFF2-40B4-BE49-F238E27FC236}">
                <a16:creationId xmlns:a16="http://schemas.microsoft.com/office/drawing/2014/main" id="{25894ECF-1C7E-B602-74A8-C6B2DC8DB4C4}"/>
              </a:ext>
            </a:extLst>
          </p:cNvPr>
          <p:cNvSpPr>
            <a:spLocks/>
          </p:cNvSpPr>
          <p:nvPr/>
        </p:nvSpPr>
        <p:spPr bwMode="auto">
          <a:xfrm>
            <a:off x="8420100" y="3494089"/>
            <a:ext cx="76200" cy="115887"/>
          </a:xfrm>
          <a:custGeom>
            <a:avLst/>
            <a:gdLst>
              <a:gd name="T0" fmla="*/ 2147483646 w 48"/>
              <a:gd name="T1" fmla="*/ 2147483646 h 73"/>
              <a:gd name="T2" fmla="*/ 2147483646 w 48"/>
              <a:gd name="T3" fmla="*/ 2147483646 h 73"/>
              <a:gd name="T4" fmla="*/ 2147483646 w 48"/>
              <a:gd name="T5" fmla="*/ 0 h 73"/>
              <a:gd name="T6" fmla="*/ 2147483646 w 48"/>
              <a:gd name="T7" fmla="*/ 0 h 73"/>
              <a:gd name="T8" fmla="*/ 0 w 48"/>
              <a:gd name="T9" fmla="*/ 2147483646 h 73"/>
              <a:gd name="T10" fmla="*/ 0 w 48"/>
              <a:gd name="T11" fmla="*/ 2147483646 h 73"/>
              <a:gd name="T12" fmla="*/ 2147483646 w 48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73"/>
              <a:gd name="T23" fmla="*/ 48 w 48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73">
                <a:moveTo>
                  <a:pt x="32" y="73"/>
                </a:moveTo>
                <a:lnTo>
                  <a:pt x="48" y="65"/>
                </a:lnTo>
                <a:lnTo>
                  <a:pt x="16" y="0"/>
                </a:lnTo>
                <a:lnTo>
                  <a:pt x="0" y="8"/>
                </a:lnTo>
                <a:lnTo>
                  <a:pt x="32" y="7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2" name="Freeform 107">
            <a:extLst>
              <a:ext uri="{FF2B5EF4-FFF2-40B4-BE49-F238E27FC236}">
                <a16:creationId xmlns:a16="http://schemas.microsoft.com/office/drawing/2014/main" id="{E3716022-BB65-A1EE-D99C-A86A5C19B3DA}"/>
              </a:ext>
            </a:extLst>
          </p:cNvPr>
          <p:cNvSpPr>
            <a:spLocks/>
          </p:cNvSpPr>
          <p:nvPr/>
        </p:nvSpPr>
        <p:spPr bwMode="auto">
          <a:xfrm>
            <a:off x="8420100" y="3494088"/>
            <a:ext cx="25400" cy="12700"/>
          </a:xfrm>
          <a:custGeom>
            <a:avLst/>
            <a:gdLst>
              <a:gd name="T0" fmla="*/ 0 w 16"/>
              <a:gd name="T1" fmla="*/ 2147483646 h 8"/>
              <a:gd name="T2" fmla="*/ 2147483646 w 16"/>
              <a:gd name="T3" fmla="*/ 0 h 8"/>
              <a:gd name="T4" fmla="*/ 2147483646 w 16"/>
              <a:gd name="T5" fmla="*/ 0 h 8"/>
              <a:gd name="T6" fmla="*/ 0 w 16"/>
              <a:gd name="T7" fmla="*/ 2147483646 h 8"/>
              <a:gd name="T8" fmla="*/ 0 60000 65536"/>
              <a:gd name="T9" fmla="*/ 0 60000 65536"/>
              <a:gd name="T10" fmla="*/ 0 60000 65536"/>
              <a:gd name="T11" fmla="*/ 0 60000 65536"/>
              <a:gd name="T12" fmla="*/ 0 w 16"/>
              <a:gd name="T13" fmla="*/ 0 h 8"/>
              <a:gd name="T14" fmla="*/ 16 w 16"/>
              <a:gd name="T15" fmla="*/ 8 h 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" h="8">
                <a:moveTo>
                  <a:pt x="0" y="8"/>
                </a:moveTo>
                <a:lnTo>
                  <a:pt x="16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3" name="Freeform 108">
            <a:extLst>
              <a:ext uri="{FF2B5EF4-FFF2-40B4-BE49-F238E27FC236}">
                <a16:creationId xmlns:a16="http://schemas.microsoft.com/office/drawing/2014/main" id="{2B9E344F-76EB-FE7A-DAAD-112FA0208B36}"/>
              </a:ext>
            </a:extLst>
          </p:cNvPr>
          <p:cNvSpPr>
            <a:spLocks/>
          </p:cNvSpPr>
          <p:nvPr/>
        </p:nvSpPr>
        <p:spPr bwMode="auto">
          <a:xfrm>
            <a:off x="8318500" y="3341688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2147483646 h 64"/>
              <a:gd name="T4" fmla="*/ 2147483646 w 56"/>
              <a:gd name="T5" fmla="*/ 0 h 64"/>
              <a:gd name="T6" fmla="*/ 0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40" y="64"/>
                </a:moveTo>
                <a:lnTo>
                  <a:pt x="56" y="56"/>
                </a:lnTo>
                <a:lnTo>
                  <a:pt x="16" y="0"/>
                </a:lnTo>
                <a:lnTo>
                  <a:pt x="0" y="8"/>
                </a:lnTo>
                <a:lnTo>
                  <a:pt x="40" y="6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4" name="Freeform 109">
            <a:extLst>
              <a:ext uri="{FF2B5EF4-FFF2-40B4-BE49-F238E27FC236}">
                <a16:creationId xmlns:a16="http://schemas.microsoft.com/office/drawing/2014/main" id="{1BD426F5-8DFD-6ED9-21E4-BCF75C29D424}"/>
              </a:ext>
            </a:extLst>
          </p:cNvPr>
          <p:cNvSpPr>
            <a:spLocks/>
          </p:cNvSpPr>
          <p:nvPr/>
        </p:nvSpPr>
        <p:spPr bwMode="auto">
          <a:xfrm>
            <a:off x="8204200" y="32146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2147483646 h 56"/>
              <a:gd name="T4" fmla="*/ 2147483646 w 56"/>
              <a:gd name="T5" fmla="*/ 0 h 56"/>
              <a:gd name="T6" fmla="*/ 0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48" y="56"/>
                </a:moveTo>
                <a:lnTo>
                  <a:pt x="56" y="48"/>
                </a:lnTo>
                <a:lnTo>
                  <a:pt x="8" y="0"/>
                </a:lnTo>
                <a:lnTo>
                  <a:pt x="0" y="8"/>
                </a:lnTo>
                <a:lnTo>
                  <a:pt x="48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5" name="Freeform 110">
            <a:extLst>
              <a:ext uri="{FF2B5EF4-FFF2-40B4-BE49-F238E27FC236}">
                <a16:creationId xmlns:a16="http://schemas.microsoft.com/office/drawing/2014/main" id="{BBACABBC-8A0B-AE57-73E7-128EFD4A241A}"/>
              </a:ext>
            </a:extLst>
          </p:cNvPr>
          <p:cNvSpPr>
            <a:spLocks/>
          </p:cNvSpPr>
          <p:nvPr/>
        </p:nvSpPr>
        <p:spPr bwMode="auto">
          <a:xfrm>
            <a:off x="8064500" y="3087688"/>
            <a:ext cx="101600" cy="88900"/>
          </a:xfrm>
          <a:custGeom>
            <a:avLst/>
            <a:gdLst>
              <a:gd name="T0" fmla="*/ 2147483646 w 64"/>
              <a:gd name="T1" fmla="*/ 2147483646 h 56"/>
              <a:gd name="T2" fmla="*/ 2147483646 w 64"/>
              <a:gd name="T3" fmla="*/ 2147483646 h 56"/>
              <a:gd name="T4" fmla="*/ 2147483646 w 64"/>
              <a:gd name="T5" fmla="*/ 0 h 56"/>
              <a:gd name="T6" fmla="*/ 0 w 64"/>
              <a:gd name="T7" fmla="*/ 2147483646 h 56"/>
              <a:gd name="T8" fmla="*/ 2147483646 w 64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56" y="56"/>
                </a:moveTo>
                <a:lnTo>
                  <a:pt x="64" y="40"/>
                </a:lnTo>
                <a:lnTo>
                  <a:pt x="8" y="0"/>
                </a:lnTo>
                <a:lnTo>
                  <a:pt x="0" y="16"/>
                </a:lnTo>
                <a:lnTo>
                  <a:pt x="56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6" name="Freeform 111">
            <a:extLst>
              <a:ext uri="{FF2B5EF4-FFF2-40B4-BE49-F238E27FC236}">
                <a16:creationId xmlns:a16="http://schemas.microsoft.com/office/drawing/2014/main" id="{9876929C-D4E4-534A-E442-4C4A16FDF7B7}"/>
              </a:ext>
            </a:extLst>
          </p:cNvPr>
          <p:cNvSpPr>
            <a:spLocks/>
          </p:cNvSpPr>
          <p:nvPr/>
        </p:nvSpPr>
        <p:spPr bwMode="auto">
          <a:xfrm>
            <a:off x="7924800" y="29860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2147483646 h 48"/>
              <a:gd name="T4" fmla="*/ 2147483646 w 64"/>
              <a:gd name="T5" fmla="*/ 0 h 48"/>
              <a:gd name="T6" fmla="*/ 0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56" y="48"/>
                </a:moveTo>
                <a:lnTo>
                  <a:pt x="64" y="32"/>
                </a:lnTo>
                <a:lnTo>
                  <a:pt x="8" y="0"/>
                </a:lnTo>
                <a:lnTo>
                  <a:pt x="0" y="16"/>
                </a:lnTo>
                <a:lnTo>
                  <a:pt x="56" y="4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7" name="Freeform 112">
            <a:extLst>
              <a:ext uri="{FF2B5EF4-FFF2-40B4-BE49-F238E27FC236}">
                <a16:creationId xmlns:a16="http://schemas.microsoft.com/office/drawing/2014/main" id="{B2C38BA0-EFBB-E777-D4D7-EE5CD895B27B}"/>
              </a:ext>
            </a:extLst>
          </p:cNvPr>
          <p:cNvSpPr>
            <a:spLocks/>
          </p:cNvSpPr>
          <p:nvPr/>
        </p:nvSpPr>
        <p:spPr bwMode="auto">
          <a:xfrm>
            <a:off x="7810500" y="29225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24" y="32"/>
                </a:moveTo>
                <a:lnTo>
                  <a:pt x="32" y="24"/>
                </a:lnTo>
                <a:lnTo>
                  <a:pt x="8" y="0"/>
                </a:lnTo>
                <a:lnTo>
                  <a:pt x="0" y="8"/>
                </a:lnTo>
                <a:lnTo>
                  <a:pt x="24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8" name="Freeform 113">
            <a:extLst>
              <a:ext uri="{FF2B5EF4-FFF2-40B4-BE49-F238E27FC236}">
                <a16:creationId xmlns:a16="http://schemas.microsoft.com/office/drawing/2014/main" id="{97C4F284-CB56-DE99-C074-E5E54A0D5B2A}"/>
              </a:ext>
            </a:extLst>
          </p:cNvPr>
          <p:cNvSpPr>
            <a:spLocks/>
          </p:cNvSpPr>
          <p:nvPr/>
        </p:nvSpPr>
        <p:spPr bwMode="auto">
          <a:xfrm>
            <a:off x="7759700" y="2909888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0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2"/>
              <a:gd name="T17" fmla="*/ 40 w 40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2">
                <a:moveTo>
                  <a:pt x="40" y="16"/>
                </a:moveTo>
                <a:lnTo>
                  <a:pt x="32" y="0"/>
                </a:lnTo>
                <a:lnTo>
                  <a:pt x="0" y="16"/>
                </a:lnTo>
                <a:lnTo>
                  <a:pt x="8" y="32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9" name="Freeform 114">
            <a:extLst>
              <a:ext uri="{FF2B5EF4-FFF2-40B4-BE49-F238E27FC236}">
                <a16:creationId xmlns:a16="http://schemas.microsoft.com/office/drawing/2014/main" id="{AE675E1A-DFFB-93D6-44C2-F0832ADDE465}"/>
              </a:ext>
            </a:extLst>
          </p:cNvPr>
          <p:cNvSpPr>
            <a:spLocks/>
          </p:cNvSpPr>
          <p:nvPr/>
        </p:nvSpPr>
        <p:spPr bwMode="auto">
          <a:xfrm>
            <a:off x="7594600" y="29606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0" name="Freeform 115">
            <a:extLst>
              <a:ext uri="{FF2B5EF4-FFF2-40B4-BE49-F238E27FC236}">
                <a16:creationId xmlns:a16="http://schemas.microsoft.com/office/drawing/2014/main" id="{767C06A5-9573-8117-A1AC-287E581408AA}"/>
              </a:ext>
            </a:extLst>
          </p:cNvPr>
          <p:cNvSpPr>
            <a:spLocks/>
          </p:cNvSpPr>
          <p:nvPr/>
        </p:nvSpPr>
        <p:spPr bwMode="auto">
          <a:xfrm>
            <a:off x="7429500" y="30241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1" name="Freeform 116">
            <a:extLst>
              <a:ext uri="{FF2B5EF4-FFF2-40B4-BE49-F238E27FC236}">
                <a16:creationId xmlns:a16="http://schemas.microsoft.com/office/drawing/2014/main" id="{F1F3357C-CE65-6C06-F150-5E01E8E93702}"/>
              </a:ext>
            </a:extLst>
          </p:cNvPr>
          <p:cNvSpPr>
            <a:spLocks/>
          </p:cNvSpPr>
          <p:nvPr/>
        </p:nvSpPr>
        <p:spPr bwMode="auto">
          <a:xfrm>
            <a:off x="7264400" y="30876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2" name="Freeform 117">
            <a:extLst>
              <a:ext uri="{FF2B5EF4-FFF2-40B4-BE49-F238E27FC236}">
                <a16:creationId xmlns:a16="http://schemas.microsoft.com/office/drawing/2014/main" id="{C644B3CE-125A-652E-07A6-F40BB409EA06}"/>
              </a:ext>
            </a:extLst>
          </p:cNvPr>
          <p:cNvSpPr>
            <a:spLocks/>
          </p:cNvSpPr>
          <p:nvPr/>
        </p:nvSpPr>
        <p:spPr bwMode="auto">
          <a:xfrm>
            <a:off x="7124700" y="3151188"/>
            <a:ext cx="76200" cy="50800"/>
          </a:xfrm>
          <a:custGeom>
            <a:avLst/>
            <a:gdLst>
              <a:gd name="T0" fmla="*/ 2147483646 w 48"/>
              <a:gd name="T1" fmla="*/ 2147483646 h 32"/>
              <a:gd name="T2" fmla="*/ 2147483646 w 48"/>
              <a:gd name="T3" fmla="*/ 0 h 32"/>
              <a:gd name="T4" fmla="*/ 0 w 48"/>
              <a:gd name="T5" fmla="*/ 2147483646 h 32"/>
              <a:gd name="T6" fmla="*/ 0 w 48"/>
              <a:gd name="T7" fmla="*/ 2147483646 h 32"/>
              <a:gd name="T8" fmla="*/ 2147483646 w 48"/>
              <a:gd name="T9" fmla="*/ 2147483646 h 32"/>
              <a:gd name="T10" fmla="*/ 2147483646 w 48"/>
              <a:gd name="T11" fmla="*/ 2147483646 h 32"/>
              <a:gd name="T12" fmla="*/ 2147483646 w 48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32"/>
              <a:gd name="T23" fmla="*/ 48 w 48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32">
                <a:moveTo>
                  <a:pt x="48" y="16"/>
                </a:moveTo>
                <a:lnTo>
                  <a:pt x="40" y="0"/>
                </a:lnTo>
                <a:lnTo>
                  <a:pt x="0" y="16"/>
                </a:lnTo>
                <a:lnTo>
                  <a:pt x="8" y="32"/>
                </a:lnTo>
                <a:lnTo>
                  <a:pt x="48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3" name="Freeform 118">
            <a:extLst>
              <a:ext uri="{FF2B5EF4-FFF2-40B4-BE49-F238E27FC236}">
                <a16:creationId xmlns:a16="http://schemas.microsoft.com/office/drawing/2014/main" id="{6B4DB5BA-4793-53DD-8BB5-EDF5FA979782}"/>
              </a:ext>
            </a:extLst>
          </p:cNvPr>
          <p:cNvSpPr>
            <a:spLocks/>
          </p:cNvSpPr>
          <p:nvPr/>
        </p:nvSpPr>
        <p:spPr bwMode="auto">
          <a:xfrm>
            <a:off x="7099300" y="3176588"/>
            <a:ext cx="38100" cy="38100"/>
          </a:xfrm>
          <a:custGeom>
            <a:avLst/>
            <a:gdLst>
              <a:gd name="T0" fmla="*/ 2147483646 w 24"/>
              <a:gd name="T1" fmla="*/ 2147483646 h 24"/>
              <a:gd name="T2" fmla="*/ 2147483646 w 24"/>
              <a:gd name="T3" fmla="*/ 0 h 24"/>
              <a:gd name="T4" fmla="*/ 0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24" y="16"/>
                </a:moveTo>
                <a:lnTo>
                  <a:pt x="16" y="0"/>
                </a:lnTo>
                <a:lnTo>
                  <a:pt x="0" y="8"/>
                </a:lnTo>
                <a:lnTo>
                  <a:pt x="8" y="24"/>
                </a:lnTo>
                <a:lnTo>
                  <a:pt x="2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4" name="Freeform 119">
            <a:extLst>
              <a:ext uri="{FF2B5EF4-FFF2-40B4-BE49-F238E27FC236}">
                <a16:creationId xmlns:a16="http://schemas.microsoft.com/office/drawing/2014/main" id="{13541641-2A0C-10D2-9F34-184FEEE36D71}"/>
              </a:ext>
            </a:extLst>
          </p:cNvPr>
          <p:cNvSpPr>
            <a:spLocks/>
          </p:cNvSpPr>
          <p:nvPr/>
        </p:nvSpPr>
        <p:spPr bwMode="auto">
          <a:xfrm>
            <a:off x="6934200" y="3214688"/>
            <a:ext cx="114300" cy="63500"/>
          </a:xfrm>
          <a:custGeom>
            <a:avLst/>
            <a:gdLst>
              <a:gd name="T0" fmla="*/ 2147483646 w 72"/>
              <a:gd name="T1" fmla="*/ 2147483646 h 40"/>
              <a:gd name="T2" fmla="*/ 2147483646 w 72"/>
              <a:gd name="T3" fmla="*/ 0 h 40"/>
              <a:gd name="T4" fmla="*/ 0 w 72"/>
              <a:gd name="T5" fmla="*/ 2147483646 h 40"/>
              <a:gd name="T6" fmla="*/ 2147483646 w 72"/>
              <a:gd name="T7" fmla="*/ 2147483646 h 40"/>
              <a:gd name="T8" fmla="*/ 2147483646 w 72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16"/>
                </a:moveTo>
                <a:lnTo>
                  <a:pt x="64" y="0"/>
                </a:lnTo>
                <a:lnTo>
                  <a:pt x="0" y="24"/>
                </a:lnTo>
                <a:lnTo>
                  <a:pt x="8" y="4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5" name="Freeform 120">
            <a:extLst>
              <a:ext uri="{FF2B5EF4-FFF2-40B4-BE49-F238E27FC236}">
                <a16:creationId xmlns:a16="http://schemas.microsoft.com/office/drawing/2014/main" id="{1E27F1E9-66A4-D9B4-AFA1-ADA944C65C6D}"/>
              </a:ext>
            </a:extLst>
          </p:cNvPr>
          <p:cNvSpPr>
            <a:spLocks/>
          </p:cNvSpPr>
          <p:nvPr/>
        </p:nvSpPr>
        <p:spPr bwMode="auto">
          <a:xfrm>
            <a:off x="6781800" y="32908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6" name="Freeform 121">
            <a:extLst>
              <a:ext uri="{FF2B5EF4-FFF2-40B4-BE49-F238E27FC236}">
                <a16:creationId xmlns:a16="http://schemas.microsoft.com/office/drawing/2014/main" id="{718E7FD8-6874-98F2-F0FA-9CA5973F69D2}"/>
              </a:ext>
            </a:extLst>
          </p:cNvPr>
          <p:cNvSpPr>
            <a:spLocks/>
          </p:cNvSpPr>
          <p:nvPr/>
        </p:nvSpPr>
        <p:spPr bwMode="auto">
          <a:xfrm>
            <a:off x="6616700" y="33670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7" name="Freeform 122">
            <a:extLst>
              <a:ext uri="{FF2B5EF4-FFF2-40B4-BE49-F238E27FC236}">
                <a16:creationId xmlns:a16="http://schemas.microsoft.com/office/drawing/2014/main" id="{FB5D7B24-DD7F-240C-3562-5C380A90D134}"/>
              </a:ext>
            </a:extLst>
          </p:cNvPr>
          <p:cNvSpPr>
            <a:spLocks/>
          </p:cNvSpPr>
          <p:nvPr/>
        </p:nvSpPr>
        <p:spPr bwMode="auto">
          <a:xfrm>
            <a:off x="6464300" y="34432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8" name="Freeform 123">
            <a:extLst>
              <a:ext uri="{FF2B5EF4-FFF2-40B4-BE49-F238E27FC236}">
                <a16:creationId xmlns:a16="http://schemas.microsoft.com/office/drawing/2014/main" id="{89962D3D-6228-5B5C-4515-3634B696D3E6}"/>
              </a:ext>
            </a:extLst>
          </p:cNvPr>
          <p:cNvSpPr>
            <a:spLocks/>
          </p:cNvSpPr>
          <p:nvPr/>
        </p:nvSpPr>
        <p:spPr bwMode="auto">
          <a:xfrm>
            <a:off x="6311900" y="3533775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59" name="Freeform 124">
            <a:extLst>
              <a:ext uri="{FF2B5EF4-FFF2-40B4-BE49-F238E27FC236}">
                <a16:creationId xmlns:a16="http://schemas.microsoft.com/office/drawing/2014/main" id="{B65084A9-D775-9646-0E1D-D1F763E4338C}"/>
              </a:ext>
            </a:extLst>
          </p:cNvPr>
          <p:cNvSpPr>
            <a:spLocks/>
          </p:cNvSpPr>
          <p:nvPr/>
        </p:nvSpPr>
        <p:spPr bwMode="auto">
          <a:xfrm>
            <a:off x="6159500" y="3622675"/>
            <a:ext cx="101600" cy="88900"/>
          </a:xfrm>
          <a:custGeom>
            <a:avLst/>
            <a:gdLst>
              <a:gd name="T0" fmla="*/ 2147483646 w 64"/>
              <a:gd name="T1" fmla="*/ 2147483646 h 56"/>
              <a:gd name="T2" fmla="*/ 2147483646 w 64"/>
              <a:gd name="T3" fmla="*/ 0 h 56"/>
              <a:gd name="T4" fmla="*/ 0 w 64"/>
              <a:gd name="T5" fmla="*/ 2147483646 h 56"/>
              <a:gd name="T6" fmla="*/ 2147483646 w 64"/>
              <a:gd name="T7" fmla="*/ 2147483646 h 56"/>
              <a:gd name="T8" fmla="*/ 2147483646 w 64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64" y="16"/>
                </a:moveTo>
                <a:lnTo>
                  <a:pt x="56" y="0"/>
                </a:lnTo>
                <a:lnTo>
                  <a:pt x="0" y="40"/>
                </a:lnTo>
                <a:lnTo>
                  <a:pt x="8" y="56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0" name="Freeform 125">
            <a:extLst>
              <a:ext uri="{FF2B5EF4-FFF2-40B4-BE49-F238E27FC236}">
                <a16:creationId xmlns:a16="http://schemas.microsoft.com/office/drawing/2014/main" id="{529DDD80-BE99-221B-7097-642FC2DF27F2}"/>
              </a:ext>
            </a:extLst>
          </p:cNvPr>
          <p:cNvSpPr>
            <a:spLocks/>
          </p:cNvSpPr>
          <p:nvPr/>
        </p:nvSpPr>
        <p:spPr bwMode="auto">
          <a:xfrm>
            <a:off x="6043614" y="3724275"/>
            <a:ext cx="65087" cy="63500"/>
          </a:xfrm>
          <a:custGeom>
            <a:avLst/>
            <a:gdLst>
              <a:gd name="T0" fmla="*/ 2147483646 w 41"/>
              <a:gd name="T1" fmla="*/ 2147483646 h 40"/>
              <a:gd name="T2" fmla="*/ 2147483646 w 41"/>
              <a:gd name="T3" fmla="*/ 0 h 40"/>
              <a:gd name="T4" fmla="*/ 0 w 41"/>
              <a:gd name="T5" fmla="*/ 2147483646 h 40"/>
              <a:gd name="T6" fmla="*/ 0 w 41"/>
              <a:gd name="T7" fmla="*/ 2147483646 h 40"/>
              <a:gd name="T8" fmla="*/ 2147483646 w 41"/>
              <a:gd name="T9" fmla="*/ 2147483646 h 40"/>
              <a:gd name="T10" fmla="*/ 2147483646 w 41"/>
              <a:gd name="T11" fmla="*/ 2147483646 h 40"/>
              <a:gd name="T12" fmla="*/ 2147483646 w 41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"/>
              <a:gd name="T22" fmla="*/ 0 h 40"/>
              <a:gd name="T23" fmla="*/ 41 w 41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" h="40">
                <a:moveTo>
                  <a:pt x="41" y="16"/>
                </a:moveTo>
                <a:lnTo>
                  <a:pt x="33" y="0"/>
                </a:lnTo>
                <a:lnTo>
                  <a:pt x="0" y="24"/>
                </a:lnTo>
                <a:lnTo>
                  <a:pt x="8" y="40"/>
                </a:lnTo>
                <a:lnTo>
                  <a:pt x="41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1" name="Freeform 126">
            <a:extLst>
              <a:ext uri="{FF2B5EF4-FFF2-40B4-BE49-F238E27FC236}">
                <a16:creationId xmlns:a16="http://schemas.microsoft.com/office/drawing/2014/main" id="{A7B2D90A-65F6-8EFD-1A83-B422D18B6999}"/>
              </a:ext>
            </a:extLst>
          </p:cNvPr>
          <p:cNvSpPr>
            <a:spLocks/>
          </p:cNvSpPr>
          <p:nvPr/>
        </p:nvSpPr>
        <p:spPr bwMode="auto">
          <a:xfrm>
            <a:off x="6018213" y="3762375"/>
            <a:ext cx="38100" cy="38100"/>
          </a:xfrm>
          <a:custGeom>
            <a:avLst/>
            <a:gdLst>
              <a:gd name="T0" fmla="*/ 2147483646 w 24"/>
              <a:gd name="T1" fmla="*/ 2147483646 h 24"/>
              <a:gd name="T2" fmla="*/ 2147483646 w 24"/>
              <a:gd name="T3" fmla="*/ 0 h 24"/>
              <a:gd name="T4" fmla="*/ 0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24" y="16"/>
                </a:moveTo>
                <a:lnTo>
                  <a:pt x="16" y="0"/>
                </a:lnTo>
                <a:lnTo>
                  <a:pt x="0" y="8"/>
                </a:lnTo>
                <a:lnTo>
                  <a:pt x="8" y="24"/>
                </a:lnTo>
                <a:lnTo>
                  <a:pt x="2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2" name="Freeform 127">
            <a:extLst>
              <a:ext uri="{FF2B5EF4-FFF2-40B4-BE49-F238E27FC236}">
                <a16:creationId xmlns:a16="http://schemas.microsoft.com/office/drawing/2014/main" id="{E2F1F12E-342F-107D-42A2-AEDC28FA50DC}"/>
              </a:ext>
            </a:extLst>
          </p:cNvPr>
          <p:cNvSpPr>
            <a:spLocks/>
          </p:cNvSpPr>
          <p:nvPr/>
        </p:nvSpPr>
        <p:spPr bwMode="auto">
          <a:xfrm>
            <a:off x="5878513" y="3825875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6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3" name="Freeform 128">
            <a:extLst>
              <a:ext uri="{FF2B5EF4-FFF2-40B4-BE49-F238E27FC236}">
                <a16:creationId xmlns:a16="http://schemas.microsoft.com/office/drawing/2014/main" id="{A5BF2AA0-C3C3-720E-8026-68A996FC8537}"/>
              </a:ext>
            </a:extLst>
          </p:cNvPr>
          <p:cNvSpPr>
            <a:spLocks/>
          </p:cNvSpPr>
          <p:nvPr/>
        </p:nvSpPr>
        <p:spPr bwMode="auto">
          <a:xfrm>
            <a:off x="5738813" y="3940175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6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4" name="Freeform 129">
            <a:extLst>
              <a:ext uri="{FF2B5EF4-FFF2-40B4-BE49-F238E27FC236}">
                <a16:creationId xmlns:a16="http://schemas.microsoft.com/office/drawing/2014/main" id="{152A27E1-4E35-B1F9-0D82-8426C462339B}"/>
              </a:ext>
            </a:extLst>
          </p:cNvPr>
          <p:cNvSpPr>
            <a:spLocks/>
          </p:cNvSpPr>
          <p:nvPr/>
        </p:nvSpPr>
        <p:spPr bwMode="auto">
          <a:xfrm>
            <a:off x="5599113" y="4054475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8"/>
                </a:moveTo>
                <a:lnTo>
                  <a:pt x="40" y="0"/>
                </a:lnTo>
                <a:lnTo>
                  <a:pt x="0" y="48"/>
                </a:lnTo>
                <a:lnTo>
                  <a:pt x="16" y="56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5" name="Freeform 130">
            <a:extLst>
              <a:ext uri="{FF2B5EF4-FFF2-40B4-BE49-F238E27FC236}">
                <a16:creationId xmlns:a16="http://schemas.microsoft.com/office/drawing/2014/main" id="{0E70CC12-6107-BB41-B907-2C278AAF28B0}"/>
              </a:ext>
            </a:extLst>
          </p:cNvPr>
          <p:cNvSpPr>
            <a:spLocks/>
          </p:cNvSpPr>
          <p:nvPr/>
        </p:nvSpPr>
        <p:spPr bwMode="auto">
          <a:xfrm>
            <a:off x="5484813" y="4181475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8"/>
                </a:moveTo>
                <a:lnTo>
                  <a:pt x="48" y="0"/>
                </a:lnTo>
                <a:lnTo>
                  <a:pt x="0" y="48"/>
                </a:lnTo>
                <a:lnTo>
                  <a:pt x="8" y="56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6" name="Freeform 131">
            <a:extLst>
              <a:ext uri="{FF2B5EF4-FFF2-40B4-BE49-F238E27FC236}">
                <a16:creationId xmlns:a16="http://schemas.microsoft.com/office/drawing/2014/main" id="{88F73672-107A-B8E0-3EC3-9E393B24A991}"/>
              </a:ext>
            </a:extLst>
          </p:cNvPr>
          <p:cNvSpPr>
            <a:spLocks/>
          </p:cNvSpPr>
          <p:nvPr/>
        </p:nvSpPr>
        <p:spPr bwMode="auto">
          <a:xfrm>
            <a:off x="5345113" y="4295775"/>
            <a:ext cx="101600" cy="88900"/>
          </a:xfrm>
          <a:custGeom>
            <a:avLst/>
            <a:gdLst>
              <a:gd name="T0" fmla="*/ 2147483646 w 64"/>
              <a:gd name="T1" fmla="*/ 2147483646 h 56"/>
              <a:gd name="T2" fmla="*/ 2147483646 w 64"/>
              <a:gd name="T3" fmla="*/ 0 h 56"/>
              <a:gd name="T4" fmla="*/ 2147483646 w 64"/>
              <a:gd name="T5" fmla="*/ 2147483646 h 56"/>
              <a:gd name="T6" fmla="*/ 0 w 64"/>
              <a:gd name="T7" fmla="*/ 2147483646 h 56"/>
              <a:gd name="T8" fmla="*/ 2147483646 w 64"/>
              <a:gd name="T9" fmla="*/ 2147483646 h 56"/>
              <a:gd name="T10" fmla="*/ 2147483646 w 64"/>
              <a:gd name="T11" fmla="*/ 2147483646 h 56"/>
              <a:gd name="T12" fmla="*/ 2147483646 w 64"/>
              <a:gd name="T13" fmla="*/ 2147483646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56"/>
              <a:gd name="T23" fmla="*/ 64 w 64"/>
              <a:gd name="T24" fmla="*/ 56 h 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56">
                <a:moveTo>
                  <a:pt x="64" y="16"/>
                </a:moveTo>
                <a:lnTo>
                  <a:pt x="56" y="0"/>
                </a:lnTo>
                <a:lnTo>
                  <a:pt x="8" y="40"/>
                </a:lnTo>
                <a:lnTo>
                  <a:pt x="0" y="48"/>
                </a:lnTo>
                <a:lnTo>
                  <a:pt x="16" y="48"/>
                </a:lnTo>
                <a:lnTo>
                  <a:pt x="16" y="56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7" name="Rectangle 132">
            <a:extLst>
              <a:ext uri="{FF2B5EF4-FFF2-40B4-BE49-F238E27FC236}">
                <a16:creationId xmlns:a16="http://schemas.microsoft.com/office/drawing/2014/main" id="{691324EF-8DDF-2BD8-80EA-EBD75E82A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4371975"/>
            <a:ext cx="25400" cy="127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68" name="Freeform 133">
            <a:extLst>
              <a:ext uri="{FF2B5EF4-FFF2-40B4-BE49-F238E27FC236}">
                <a16:creationId xmlns:a16="http://schemas.microsoft.com/office/drawing/2014/main" id="{450133C1-60E4-6EBB-0CB3-FC2B0438AB54}"/>
              </a:ext>
            </a:extLst>
          </p:cNvPr>
          <p:cNvSpPr>
            <a:spLocks/>
          </p:cNvSpPr>
          <p:nvPr/>
        </p:nvSpPr>
        <p:spPr bwMode="auto">
          <a:xfrm>
            <a:off x="5230813" y="4435475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0 h 64"/>
              <a:gd name="T4" fmla="*/ 0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8"/>
                </a:moveTo>
                <a:lnTo>
                  <a:pt x="40" y="0"/>
                </a:lnTo>
                <a:lnTo>
                  <a:pt x="0" y="56"/>
                </a:lnTo>
                <a:lnTo>
                  <a:pt x="16" y="64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69" name="Freeform 134">
            <a:extLst>
              <a:ext uri="{FF2B5EF4-FFF2-40B4-BE49-F238E27FC236}">
                <a16:creationId xmlns:a16="http://schemas.microsoft.com/office/drawing/2014/main" id="{661C11BB-5F92-4231-5300-96841EADC282}"/>
              </a:ext>
            </a:extLst>
          </p:cNvPr>
          <p:cNvSpPr>
            <a:spLocks/>
          </p:cNvSpPr>
          <p:nvPr/>
        </p:nvSpPr>
        <p:spPr bwMode="auto">
          <a:xfrm>
            <a:off x="5129213" y="4575175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0 h 64"/>
              <a:gd name="T4" fmla="*/ 0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8"/>
                </a:moveTo>
                <a:lnTo>
                  <a:pt x="40" y="0"/>
                </a:lnTo>
                <a:lnTo>
                  <a:pt x="0" y="56"/>
                </a:lnTo>
                <a:lnTo>
                  <a:pt x="16" y="64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0" name="Freeform 135">
            <a:extLst>
              <a:ext uri="{FF2B5EF4-FFF2-40B4-BE49-F238E27FC236}">
                <a16:creationId xmlns:a16="http://schemas.microsoft.com/office/drawing/2014/main" id="{F8A61E60-3050-B13A-E2C8-BA4614C25C4C}"/>
              </a:ext>
            </a:extLst>
          </p:cNvPr>
          <p:cNvSpPr>
            <a:spLocks/>
          </p:cNvSpPr>
          <p:nvPr/>
        </p:nvSpPr>
        <p:spPr bwMode="auto">
          <a:xfrm>
            <a:off x="5053013" y="471487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32" y="8"/>
                </a:moveTo>
                <a:lnTo>
                  <a:pt x="16" y="0"/>
                </a:lnTo>
                <a:lnTo>
                  <a:pt x="0" y="24"/>
                </a:lnTo>
                <a:lnTo>
                  <a:pt x="16" y="32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1" name="Rectangle 136">
            <a:extLst>
              <a:ext uri="{FF2B5EF4-FFF2-40B4-BE49-F238E27FC236}">
                <a16:creationId xmlns:a16="http://schemas.microsoft.com/office/drawing/2014/main" id="{3E1751E8-34ED-5A3F-A953-A733B9C80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4752975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72" name="Freeform 137">
            <a:extLst>
              <a:ext uri="{FF2B5EF4-FFF2-40B4-BE49-F238E27FC236}">
                <a16:creationId xmlns:a16="http://schemas.microsoft.com/office/drawing/2014/main" id="{F3E3F91B-BC39-65F3-1210-E9A03CE1FDB4}"/>
              </a:ext>
            </a:extLst>
          </p:cNvPr>
          <p:cNvSpPr>
            <a:spLocks/>
          </p:cNvSpPr>
          <p:nvPr/>
        </p:nvSpPr>
        <p:spPr bwMode="auto">
          <a:xfrm>
            <a:off x="5027613" y="2884489"/>
            <a:ext cx="558800" cy="1868487"/>
          </a:xfrm>
          <a:custGeom>
            <a:avLst/>
            <a:gdLst>
              <a:gd name="T0" fmla="*/ 2147483646 w 352"/>
              <a:gd name="T1" fmla="*/ 2147483646 h 1177"/>
              <a:gd name="T2" fmla="*/ 0 w 352"/>
              <a:gd name="T3" fmla="*/ 2147483646 h 1177"/>
              <a:gd name="T4" fmla="*/ 0 w 352"/>
              <a:gd name="T5" fmla="*/ 2147483646 h 1177"/>
              <a:gd name="T6" fmla="*/ 0 w 352"/>
              <a:gd name="T7" fmla="*/ 2147483646 h 1177"/>
              <a:gd name="T8" fmla="*/ 2147483646 w 352"/>
              <a:gd name="T9" fmla="*/ 2147483646 h 1177"/>
              <a:gd name="T10" fmla="*/ 2147483646 w 352"/>
              <a:gd name="T11" fmla="*/ 2147483646 h 1177"/>
              <a:gd name="T12" fmla="*/ 2147483646 w 352"/>
              <a:gd name="T13" fmla="*/ 2147483646 h 1177"/>
              <a:gd name="T14" fmla="*/ 2147483646 w 352"/>
              <a:gd name="T15" fmla="*/ 2147483646 h 1177"/>
              <a:gd name="T16" fmla="*/ 2147483646 w 352"/>
              <a:gd name="T17" fmla="*/ 2147483646 h 1177"/>
              <a:gd name="T18" fmla="*/ 2147483646 w 352"/>
              <a:gd name="T19" fmla="*/ 2147483646 h 1177"/>
              <a:gd name="T20" fmla="*/ 2147483646 w 352"/>
              <a:gd name="T21" fmla="*/ 2147483646 h 1177"/>
              <a:gd name="T22" fmla="*/ 2147483646 w 352"/>
              <a:gd name="T23" fmla="*/ 2147483646 h 1177"/>
              <a:gd name="T24" fmla="*/ 2147483646 w 352"/>
              <a:gd name="T25" fmla="*/ 2147483646 h 1177"/>
              <a:gd name="T26" fmla="*/ 2147483646 w 352"/>
              <a:gd name="T27" fmla="*/ 2147483646 h 1177"/>
              <a:gd name="T28" fmla="*/ 2147483646 w 352"/>
              <a:gd name="T29" fmla="*/ 2147483646 h 1177"/>
              <a:gd name="T30" fmla="*/ 2147483646 w 352"/>
              <a:gd name="T31" fmla="*/ 2147483646 h 1177"/>
              <a:gd name="T32" fmla="*/ 2147483646 w 352"/>
              <a:gd name="T33" fmla="*/ 0 h 1177"/>
              <a:gd name="T34" fmla="*/ 2147483646 w 352"/>
              <a:gd name="T35" fmla="*/ 0 h 1177"/>
              <a:gd name="T36" fmla="*/ 2147483646 w 352"/>
              <a:gd name="T37" fmla="*/ 2147483646 h 1177"/>
              <a:gd name="T38" fmla="*/ 2147483646 w 352"/>
              <a:gd name="T39" fmla="*/ 2147483646 h 1177"/>
              <a:gd name="T40" fmla="*/ 2147483646 w 352"/>
              <a:gd name="T41" fmla="*/ 2147483646 h 1177"/>
              <a:gd name="T42" fmla="*/ 2147483646 w 352"/>
              <a:gd name="T43" fmla="*/ 2147483646 h 1177"/>
              <a:gd name="T44" fmla="*/ 2147483646 w 352"/>
              <a:gd name="T45" fmla="*/ 2147483646 h 1177"/>
              <a:gd name="T46" fmla="*/ 2147483646 w 352"/>
              <a:gd name="T47" fmla="*/ 2147483646 h 1177"/>
              <a:gd name="T48" fmla="*/ 2147483646 w 352"/>
              <a:gd name="T49" fmla="*/ 2147483646 h 1177"/>
              <a:gd name="T50" fmla="*/ 2147483646 w 352"/>
              <a:gd name="T51" fmla="*/ 2147483646 h 1177"/>
              <a:gd name="T52" fmla="*/ 2147483646 w 352"/>
              <a:gd name="T53" fmla="*/ 2147483646 h 1177"/>
              <a:gd name="T54" fmla="*/ 2147483646 w 352"/>
              <a:gd name="T55" fmla="*/ 2147483646 h 1177"/>
              <a:gd name="T56" fmla="*/ 2147483646 w 352"/>
              <a:gd name="T57" fmla="*/ 2147483646 h 1177"/>
              <a:gd name="T58" fmla="*/ 2147483646 w 352"/>
              <a:gd name="T59" fmla="*/ 2147483646 h 1177"/>
              <a:gd name="T60" fmla="*/ 2147483646 w 352"/>
              <a:gd name="T61" fmla="*/ 2147483646 h 1177"/>
              <a:gd name="T62" fmla="*/ 2147483646 w 352"/>
              <a:gd name="T63" fmla="*/ 2147483646 h 1177"/>
              <a:gd name="T64" fmla="*/ 2147483646 w 352"/>
              <a:gd name="T65" fmla="*/ 2147483646 h 1177"/>
              <a:gd name="T66" fmla="*/ 2147483646 w 352"/>
              <a:gd name="T67" fmla="*/ 2147483646 h 1177"/>
              <a:gd name="T68" fmla="*/ 2147483646 w 352"/>
              <a:gd name="T69" fmla="*/ 2147483646 h 1177"/>
              <a:gd name="T70" fmla="*/ 2147483646 w 352"/>
              <a:gd name="T71" fmla="*/ 2147483646 h 1177"/>
              <a:gd name="T72" fmla="*/ 2147483646 w 352"/>
              <a:gd name="T73" fmla="*/ 2147483646 h 117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352"/>
              <a:gd name="T112" fmla="*/ 0 h 1177"/>
              <a:gd name="T113" fmla="*/ 352 w 352"/>
              <a:gd name="T114" fmla="*/ 1177 h 1177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352" h="1177">
                <a:moveTo>
                  <a:pt x="8" y="1177"/>
                </a:moveTo>
                <a:lnTo>
                  <a:pt x="0" y="985"/>
                </a:lnTo>
                <a:lnTo>
                  <a:pt x="24" y="785"/>
                </a:lnTo>
                <a:lnTo>
                  <a:pt x="64" y="577"/>
                </a:lnTo>
                <a:lnTo>
                  <a:pt x="136" y="376"/>
                </a:lnTo>
                <a:lnTo>
                  <a:pt x="136" y="368"/>
                </a:lnTo>
                <a:lnTo>
                  <a:pt x="216" y="176"/>
                </a:lnTo>
                <a:lnTo>
                  <a:pt x="224" y="176"/>
                </a:lnTo>
                <a:lnTo>
                  <a:pt x="328" y="0"/>
                </a:lnTo>
                <a:lnTo>
                  <a:pt x="352" y="16"/>
                </a:lnTo>
                <a:lnTo>
                  <a:pt x="248" y="192"/>
                </a:lnTo>
                <a:lnTo>
                  <a:pt x="168" y="384"/>
                </a:lnTo>
                <a:lnTo>
                  <a:pt x="96" y="585"/>
                </a:lnTo>
                <a:lnTo>
                  <a:pt x="56" y="793"/>
                </a:lnTo>
                <a:lnTo>
                  <a:pt x="56" y="785"/>
                </a:lnTo>
                <a:lnTo>
                  <a:pt x="32" y="985"/>
                </a:lnTo>
                <a:lnTo>
                  <a:pt x="40" y="1177"/>
                </a:lnTo>
                <a:lnTo>
                  <a:pt x="8" y="117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3" name="Freeform 138">
            <a:extLst>
              <a:ext uri="{FF2B5EF4-FFF2-40B4-BE49-F238E27FC236}">
                <a16:creationId xmlns:a16="http://schemas.microsoft.com/office/drawing/2014/main" id="{B82E91D6-62D5-D947-E283-135424552715}"/>
              </a:ext>
            </a:extLst>
          </p:cNvPr>
          <p:cNvSpPr>
            <a:spLocks/>
          </p:cNvSpPr>
          <p:nvPr/>
        </p:nvSpPr>
        <p:spPr bwMode="auto">
          <a:xfrm>
            <a:off x="5548313" y="2630488"/>
            <a:ext cx="215900" cy="279400"/>
          </a:xfrm>
          <a:custGeom>
            <a:avLst/>
            <a:gdLst>
              <a:gd name="T0" fmla="*/ 0 w 136"/>
              <a:gd name="T1" fmla="*/ 2147483646 h 176"/>
              <a:gd name="T2" fmla="*/ 2147483646 w 136"/>
              <a:gd name="T3" fmla="*/ 0 h 176"/>
              <a:gd name="T4" fmla="*/ 2147483646 w 136"/>
              <a:gd name="T5" fmla="*/ 0 h 176"/>
              <a:gd name="T6" fmla="*/ 2147483646 w 136"/>
              <a:gd name="T7" fmla="*/ 2147483646 h 176"/>
              <a:gd name="T8" fmla="*/ 2147483646 w 136"/>
              <a:gd name="T9" fmla="*/ 2147483646 h 176"/>
              <a:gd name="T10" fmla="*/ 2147483646 w 136"/>
              <a:gd name="T11" fmla="*/ 2147483646 h 176"/>
              <a:gd name="T12" fmla="*/ 0 w 136"/>
              <a:gd name="T13" fmla="*/ 2147483646 h 1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6"/>
              <a:gd name="T22" fmla="*/ 0 h 176"/>
              <a:gd name="T23" fmla="*/ 136 w 136"/>
              <a:gd name="T24" fmla="*/ 176 h 1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6" h="176">
                <a:moveTo>
                  <a:pt x="0" y="160"/>
                </a:moveTo>
                <a:lnTo>
                  <a:pt x="112" y="0"/>
                </a:lnTo>
                <a:lnTo>
                  <a:pt x="136" y="24"/>
                </a:lnTo>
                <a:lnTo>
                  <a:pt x="136" y="16"/>
                </a:lnTo>
                <a:lnTo>
                  <a:pt x="24" y="176"/>
                </a:lnTo>
                <a:lnTo>
                  <a:pt x="0" y="16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4" name="Freeform 139">
            <a:extLst>
              <a:ext uri="{FF2B5EF4-FFF2-40B4-BE49-F238E27FC236}">
                <a16:creationId xmlns:a16="http://schemas.microsoft.com/office/drawing/2014/main" id="{061DDF86-6587-A7FF-05B2-8360E7AE2DF3}"/>
              </a:ext>
            </a:extLst>
          </p:cNvPr>
          <p:cNvSpPr>
            <a:spLocks/>
          </p:cNvSpPr>
          <p:nvPr/>
        </p:nvSpPr>
        <p:spPr bwMode="auto">
          <a:xfrm>
            <a:off x="5916613" y="2401888"/>
            <a:ext cx="50800" cy="50800"/>
          </a:xfrm>
          <a:custGeom>
            <a:avLst/>
            <a:gdLst>
              <a:gd name="T0" fmla="*/ 0 w 32"/>
              <a:gd name="T1" fmla="*/ 2147483646 h 32"/>
              <a:gd name="T2" fmla="*/ 2147483646 w 32"/>
              <a:gd name="T3" fmla="*/ 0 h 32"/>
              <a:gd name="T4" fmla="*/ 2147483646 w 32"/>
              <a:gd name="T5" fmla="*/ 2147483646 h 32"/>
              <a:gd name="T6" fmla="*/ 2147483646 w 32"/>
              <a:gd name="T7" fmla="*/ 2147483646 h 32"/>
              <a:gd name="T8" fmla="*/ 0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0" y="8"/>
                </a:moveTo>
                <a:lnTo>
                  <a:pt x="8" y="0"/>
                </a:lnTo>
                <a:lnTo>
                  <a:pt x="32" y="24"/>
                </a:lnTo>
                <a:lnTo>
                  <a:pt x="24" y="32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5" name="Freeform 140">
            <a:extLst>
              <a:ext uri="{FF2B5EF4-FFF2-40B4-BE49-F238E27FC236}">
                <a16:creationId xmlns:a16="http://schemas.microsoft.com/office/drawing/2014/main" id="{F35D086F-7E33-FBC5-54F8-AA7DDE21F8D2}"/>
              </a:ext>
            </a:extLst>
          </p:cNvPr>
          <p:cNvSpPr>
            <a:spLocks/>
          </p:cNvSpPr>
          <p:nvPr/>
        </p:nvSpPr>
        <p:spPr bwMode="auto">
          <a:xfrm>
            <a:off x="5726113" y="2414588"/>
            <a:ext cx="228600" cy="254000"/>
          </a:xfrm>
          <a:custGeom>
            <a:avLst/>
            <a:gdLst>
              <a:gd name="T0" fmla="*/ 0 w 144"/>
              <a:gd name="T1" fmla="*/ 2147483646 h 160"/>
              <a:gd name="T2" fmla="*/ 2147483646 w 144"/>
              <a:gd name="T3" fmla="*/ 2147483646 h 160"/>
              <a:gd name="T4" fmla="*/ 2147483646 w 144"/>
              <a:gd name="T5" fmla="*/ 2147483646 h 160"/>
              <a:gd name="T6" fmla="*/ 2147483646 w 144"/>
              <a:gd name="T7" fmla="*/ 0 h 160"/>
              <a:gd name="T8" fmla="*/ 0 w 144"/>
              <a:gd name="T9" fmla="*/ 2147483646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160"/>
              <a:gd name="T17" fmla="*/ 144 w 144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160">
                <a:moveTo>
                  <a:pt x="0" y="136"/>
                </a:moveTo>
                <a:lnTo>
                  <a:pt x="24" y="160"/>
                </a:lnTo>
                <a:lnTo>
                  <a:pt x="144" y="24"/>
                </a:lnTo>
                <a:lnTo>
                  <a:pt x="120" y="0"/>
                </a:lnTo>
                <a:lnTo>
                  <a:pt x="0" y="13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6" name="Freeform 141">
            <a:extLst>
              <a:ext uri="{FF2B5EF4-FFF2-40B4-BE49-F238E27FC236}">
                <a16:creationId xmlns:a16="http://schemas.microsoft.com/office/drawing/2014/main" id="{3A7C05C1-F0C9-2C61-278C-2D479960425E}"/>
              </a:ext>
            </a:extLst>
          </p:cNvPr>
          <p:cNvSpPr>
            <a:spLocks/>
          </p:cNvSpPr>
          <p:nvPr/>
        </p:nvSpPr>
        <p:spPr bwMode="auto">
          <a:xfrm>
            <a:off x="2703513" y="3698875"/>
            <a:ext cx="50800" cy="38100"/>
          </a:xfrm>
          <a:custGeom>
            <a:avLst/>
            <a:gdLst>
              <a:gd name="T0" fmla="*/ 0 w 32"/>
              <a:gd name="T1" fmla="*/ 0 h 24"/>
              <a:gd name="T2" fmla="*/ 0 w 32"/>
              <a:gd name="T3" fmla="*/ 2147483646 h 24"/>
              <a:gd name="T4" fmla="*/ 2147483646 w 32"/>
              <a:gd name="T5" fmla="*/ 2147483646 h 24"/>
              <a:gd name="T6" fmla="*/ 2147483646 w 32"/>
              <a:gd name="T7" fmla="*/ 2147483646 h 24"/>
              <a:gd name="T8" fmla="*/ 0 w 32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0" y="0"/>
                </a:moveTo>
                <a:lnTo>
                  <a:pt x="0" y="16"/>
                </a:lnTo>
                <a:lnTo>
                  <a:pt x="32" y="24"/>
                </a:lnTo>
                <a:lnTo>
                  <a:pt x="32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7" name="Freeform 142">
            <a:extLst>
              <a:ext uri="{FF2B5EF4-FFF2-40B4-BE49-F238E27FC236}">
                <a16:creationId xmlns:a16="http://schemas.microsoft.com/office/drawing/2014/main" id="{44E8BAF1-8924-A964-C368-AC837FDA5F5C}"/>
              </a:ext>
            </a:extLst>
          </p:cNvPr>
          <p:cNvSpPr>
            <a:spLocks/>
          </p:cNvSpPr>
          <p:nvPr/>
        </p:nvSpPr>
        <p:spPr bwMode="auto">
          <a:xfrm>
            <a:off x="2830513" y="3711575"/>
            <a:ext cx="101600" cy="38100"/>
          </a:xfrm>
          <a:custGeom>
            <a:avLst/>
            <a:gdLst>
              <a:gd name="T0" fmla="*/ 0 w 64"/>
              <a:gd name="T1" fmla="*/ 0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2147483646 h 24"/>
              <a:gd name="T8" fmla="*/ 0 w 6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0"/>
                </a:moveTo>
                <a:lnTo>
                  <a:pt x="0" y="16"/>
                </a:lnTo>
                <a:lnTo>
                  <a:pt x="64" y="24"/>
                </a:lnTo>
                <a:lnTo>
                  <a:pt x="64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8" name="Freeform 143">
            <a:extLst>
              <a:ext uri="{FF2B5EF4-FFF2-40B4-BE49-F238E27FC236}">
                <a16:creationId xmlns:a16="http://schemas.microsoft.com/office/drawing/2014/main" id="{947E76CB-F86B-6F2A-22C5-08CB8EAA3A94}"/>
              </a:ext>
            </a:extLst>
          </p:cNvPr>
          <p:cNvSpPr>
            <a:spLocks/>
          </p:cNvSpPr>
          <p:nvPr/>
        </p:nvSpPr>
        <p:spPr bwMode="auto">
          <a:xfrm>
            <a:off x="3008313" y="3724275"/>
            <a:ext cx="38100" cy="25400"/>
          </a:xfrm>
          <a:custGeom>
            <a:avLst/>
            <a:gdLst>
              <a:gd name="T0" fmla="*/ 0 w 24"/>
              <a:gd name="T1" fmla="*/ 0 h 16"/>
              <a:gd name="T2" fmla="*/ 0 w 24"/>
              <a:gd name="T3" fmla="*/ 2147483646 h 16"/>
              <a:gd name="T4" fmla="*/ 2147483646 w 24"/>
              <a:gd name="T5" fmla="*/ 2147483646 h 16"/>
              <a:gd name="T6" fmla="*/ 2147483646 w 24"/>
              <a:gd name="T7" fmla="*/ 2147483646 h 16"/>
              <a:gd name="T8" fmla="*/ 2147483646 w 24"/>
              <a:gd name="T9" fmla="*/ 0 h 16"/>
              <a:gd name="T10" fmla="*/ 2147483646 w 24"/>
              <a:gd name="T11" fmla="*/ 0 h 16"/>
              <a:gd name="T12" fmla="*/ 0 w 24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6"/>
              <a:gd name="T23" fmla="*/ 24 w 24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6">
                <a:moveTo>
                  <a:pt x="0" y="0"/>
                </a:moveTo>
                <a:lnTo>
                  <a:pt x="0" y="16"/>
                </a:lnTo>
                <a:lnTo>
                  <a:pt x="24" y="16"/>
                </a:lnTo>
                <a:lnTo>
                  <a:pt x="24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79" name="Freeform 144">
            <a:extLst>
              <a:ext uri="{FF2B5EF4-FFF2-40B4-BE49-F238E27FC236}">
                <a16:creationId xmlns:a16="http://schemas.microsoft.com/office/drawing/2014/main" id="{4D8E95EF-BC39-98BA-BFDD-F3B6C55453B5}"/>
              </a:ext>
            </a:extLst>
          </p:cNvPr>
          <p:cNvSpPr>
            <a:spLocks/>
          </p:cNvSpPr>
          <p:nvPr/>
        </p:nvSpPr>
        <p:spPr bwMode="auto">
          <a:xfrm>
            <a:off x="3046413" y="3724275"/>
            <a:ext cx="63500" cy="38100"/>
          </a:xfrm>
          <a:custGeom>
            <a:avLst/>
            <a:gdLst>
              <a:gd name="T0" fmla="*/ 0 w 40"/>
              <a:gd name="T1" fmla="*/ 0 h 24"/>
              <a:gd name="T2" fmla="*/ 0 w 40"/>
              <a:gd name="T3" fmla="*/ 2147483646 h 24"/>
              <a:gd name="T4" fmla="*/ 2147483646 w 40"/>
              <a:gd name="T5" fmla="*/ 2147483646 h 24"/>
              <a:gd name="T6" fmla="*/ 2147483646 w 40"/>
              <a:gd name="T7" fmla="*/ 2147483646 h 24"/>
              <a:gd name="T8" fmla="*/ 0 w 40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24"/>
              <a:gd name="T17" fmla="*/ 40 w 4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24">
                <a:moveTo>
                  <a:pt x="0" y="0"/>
                </a:moveTo>
                <a:lnTo>
                  <a:pt x="0" y="16"/>
                </a:lnTo>
                <a:lnTo>
                  <a:pt x="40" y="24"/>
                </a:lnTo>
                <a:lnTo>
                  <a:pt x="4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0" name="Freeform 145">
            <a:extLst>
              <a:ext uri="{FF2B5EF4-FFF2-40B4-BE49-F238E27FC236}">
                <a16:creationId xmlns:a16="http://schemas.microsoft.com/office/drawing/2014/main" id="{99E28349-95EA-8FB7-5EDF-6D8ECD129F19}"/>
              </a:ext>
            </a:extLst>
          </p:cNvPr>
          <p:cNvSpPr>
            <a:spLocks/>
          </p:cNvSpPr>
          <p:nvPr/>
        </p:nvSpPr>
        <p:spPr bwMode="auto">
          <a:xfrm>
            <a:off x="3173413" y="3749675"/>
            <a:ext cx="101600" cy="38100"/>
          </a:xfrm>
          <a:custGeom>
            <a:avLst/>
            <a:gdLst>
              <a:gd name="T0" fmla="*/ 0 w 64"/>
              <a:gd name="T1" fmla="*/ 0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2147483646 h 24"/>
              <a:gd name="T8" fmla="*/ 0 w 6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0"/>
                </a:moveTo>
                <a:lnTo>
                  <a:pt x="0" y="16"/>
                </a:lnTo>
                <a:lnTo>
                  <a:pt x="64" y="24"/>
                </a:lnTo>
                <a:lnTo>
                  <a:pt x="64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1" name="Freeform 146">
            <a:extLst>
              <a:ext uri="{FF2B5EF4-FFF2-40B4-BE49-F238E27FC236}">
                <a16:creationId xmlns:a16="http://schemas.microsoft.com/office/drawing/2014/main" id="{19D28855-35D6-BB00-1DC2-A7162A59D7DB}"/>
              </a:ext>
            </a:extLst>
          </p:cNvPr>
          <p:cNvSpPr>
            <a:spLocks/>
          </p:cNvSpPr>
          <p:nvPr/>
        </p:nvSpPr>
        <p:spPr bwMode="auto">
          <a:xfrm>
            <a:off x="3351213" y="3775075"/>
            <a:ext cx="50800" cy="38100"/>
          </a:xfrm>
          <a:custGeom>
            <a:avLst/>
            <a:gdLst>
              <a:gd name="T0" fmla="*/ 2147483646 w 32"/>
              <a:gd name="T1" fmla="*/ 0 h 24"/>
              <a:gd name="T2" fmla="*/ 0 w 32"/>
              <a:gd name="T3" fmla="*/ 2147483646 h 24"/>
              <a:gd name="T4" fmla="*/ 2147483646 w 32"/>
              <a:gd name="T5" fmla="*/ 2147483646 h 24"/>
              <a:gd name="T6" fmla="*/ 2147483646 w 32"/>
              <a:gd name="T7" fmla="*/ 2147483646 h 24"/>
              <a:gd name="T8" fmla="*/ 2147483646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24"/>
              <a:gd name="T23" fmla="*/ 32 w 32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24">
                <a:moveTo>
                  <a:pt x="8" y="0"/>
                </a:moveTo>
                <a:lnTo>
                  <a:pt x="0" y="16"/>
                </a:lnTo>
                <a:lnTo>
                  <a:pt x="24" y="24"/>
                </a:lnTo>
                <a:lnTo>
                  <a:pt x="24" y="8"/>
                </a:lnTo>
                <a:lnTo>
                  <a:pt x="32" y="8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2" name="Freeform 147">
            <a:extLst>
              <a:ext uri="{FF2B5EF4-FFF2-40B4-BE49-F238E27FC236}">
                <a16:creationId xmlns:a16="http://schemas.microsoft.com/office/drawing/2014/main" id="{4971E728-4EA1-B719-C9EE-D3DBE40716A4}"/>
              </a:ext>
            </a:extLst>
          </p:cNvPr>
          <p:cNvSpPr>
            <a:spLocks/>
          </p:cNvSpPr>
          <p:nvPr/>
        </p:nvSpPr>
        <p:spPr bwMode="auto">
          <a:xfrm>
            <a:off x="3389313" y="3787775"/>
            <a:ext cx="63500" cy="38100"/>
          </a:xfrm>
          <a:custGeom>
            <a:avLst/>
            <a:gdLst>
              <a:gd name="T0" fmla="*/ 0 w 40"/>
              <a:gd name="T1" fmla="*/ 0 h 24"/>
              <a:gd name="T2" fmla="*/ 0 w 40"/>
              <a:gd name="T3" fmla="*/ 2147483646 h 24"/>
              <a:gd name="T4" fmla="*/ 2147483646 w 40"/>
              <a:gd name="T5" fmla="*/ 2147483646 h 24"/>
              <a:gd name="T6" fmla="*/ 2147483646 w 40"/>
              <a:gd name="T7" fmla="*/ 2147483646 h 24"/>
              <a:gd name="T8" fmla="*/ 0 w 40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24"/>
              <a:gd name="T17" fmla="*/ 40 w 4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24">
                <a:moveTo>
                  <a:pt x="0" y="0"/>
                </a:moveTo>
                <a:lnTo>
                  <a:pt x="0" y="16"/>
                </a:lnTo>
                <a:lnTo>
                  <a:pt x="40" y="24"/>
                </a:lnTo>
                <a:lnTo>
                  <a:pt x="4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3" name="Freeform 148">
            <a:extLst>
              <a:ext uri="{FF2B5EF4-FFF2-40B4-BE49-F238E27FC236}">
                <a16:creationId xmlns:a16="http://schemas.microsoft.com/office/drawing/2014/main" id="{706B9334-A766-B4EB-3FC3-6780F86E6566}"/>
              </a:ext>
            </a:extLst>
          </p:cNvPr>
          <p:cNvSpPr>
            <a:spLocks/>
          </p:cNvSpPr>
          <p:nvPr/>
        </p:nvSpPr>
        <p:spPr bwMode="auto">
          <a:xfrm>
            <a:off x="3529013" y="3813175"/>
            <a:ext cx="101600" cy="50800"/>
          </a:xfrm>
          <a:custGeom>
            <a:avLst/>
            <a:gdLst>
              <a:gd name="T0" fmla="*/ 0 w 64"/>
              <a:gd name="T1" fmla="*/ 0 h 32"/>
              <a:gd name="T2" fmla="*/ 0 w 64"/>
              <a:gd name="T3" fmla="*/ 2147483646 h 32"/>
              <a:gd name="T4" fmla="*/ 2147483646 w 64"/>
              <a:gd name="T5" fmla="*/ 2147483646 h 32"/>
              <a:gd name="T6" fmla="*/ 2147483646 w 64"/>
              <a:gd name="T7" fmla="*/ 2147483646 h 32"/>
              <a:gd name="T8" fmla="*/ 0 w 64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0" y="0"/>
                </a:moveTo>
                <a:lnTo>
                  <a:pt x="0" y="16"/>
                </a:lnTo>
                <a:lnTo>
                  <a:pt x="64" y="32"/>
                </a:lnTo>
                <a:lnTo>
                  <a:pt x="64" y="1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4" name="Freeform 149">
            <a:extLst>
              <a:ext uri="{FF2B5EF4-FFF2-40B4-BE49-F238E27FC236}">
                <a16:creationId xmlns:a16="http://schemas.microsoft.com/office/drawing/2014/main" id="{CD7B7BEF-A028-685C-2FC0-EB54F8516BA6}"/>
              </a:ext>
            </a:extLst>
          </p:cNvPr>
          <p:cNvSpPr>
            <a:spLocks/>
          </p:cNvSpPr>
          <p:nvPr/>
        </p:nvSpPr>
        <p:spPr bwMode="auto">
          <a:xfrm>
            <a:off x="3694113" y="3863975"/>
            <a:ext cx="38100" cy="25400"/>
          </a:xfrm>
          <a:custGeom>
            <a:avLst/>
            <a:gdLst>
              <a:gd name="T0" fmla="*/ 0 w 24"/>
              <a:gd name="T1" fmla="*/ 0 h 16"/>
              <a:gd name="T2" fmla="*/ 0 w 24"/>
              <a:gd name="T3" fmla="*/ 2147483646 h 16"/>
              <a:gd name="T4" fmla="*/ 2147483646 w 24"/>
              <a:gd name="T5" fmla="*/ 2147483646 h 16"/>
              <a:gd name="T6" fmla="*/ 2147483646 w 24"/>
              <a:gd name="T7" fmla="*/ 2147483646 h 16"/>
              <a:gd name="T8" fmla="*/ 2147483646 w 24"/>
              <a:gd name="T9" fmla="*/ 0 h 16"/>
              <a:gd name="T10" fmla="*/ 2147483646 w 24"/>
              <a:gd name="T11" fmla="*/ 0 h 16"/>
              <a:gd name="T12" fmla="*/ 0 w 24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6"/>
              <a:gd name="T23" fmla="*/ 24 w 24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6">
                <a:moveTo>
                  <a:pt x="0" y="0"/>
                </a:moveTo>
                <a:lnTo>
                  <a:pt x="0" y="16"/>
                </a:lnTo>
                <a:lnTo>
                  <a:pt x="16" y="16"/>
                </a:ln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5" name="Freeform 150">
            <a:extLst>
              <a:ext uri="{FF2B5EF4-FFF2-40B4-BE49-F238E27FC236}">
                <a16:creationId xmlns:a16="http://schemas.microsoft.com/office/drawing/2014/main" id="{440D1827-76B2-4D0E-FF43-86A1DECA7B73}"/>
              </a:ext>
            </a:extLst>
          </p:cNvPr>
          <p:cNvSpPr>
            <a:spLocks/>
          </p:cNvSpPr>
          <p:nvPr/>
        </p:nvSpPr>
        <p:spPr bwMode="auto">
          <a:xfrm>
            <a:off x="3719513" y="3863975"/>
            <a:ext cx="88900" cy="50800"/>
          </a:xfrm>
          <a:custGeom>
            <a:avLst/>
            <a:gdLst>
              <a:gd name="T0" fmla="*/ 2147483646 w 56"/>
              <a:gd name="T1" fmla="*/ 0 h 32"/>
              <a:gd name="T2" fmla="*/ 0 w 56"/>
              <a:gd name="T3" fmla="*/ 2147483646 h 32"/>
              <a:gd name="T4" fmla="*/ 2147483646 w 56"/>
              <a:gd name="T5" fmla="*/ 2147483646 h 32"/>
              <a:gd name="T6" fmla="*/ 2147483646 w 56"/>
              <a:gd name="T7" fmla="*/ 2147483646 h 32"/>
              <a:gd name="T8" fmla="*/ 2147483646 w 56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32"/>
              <a:gd name="T17" fmla="*/ 56 w 56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32">
                <a:moveTo>
                  <a:pt x="8" y="0"/>
                </a:moveTo>
                <a:lnTo>
                  <a:pt x="0" y="16"/>
                </a:lnTo>
                <a:lnTo>
                  <a:pt x="48" y="32"/>
                </a:lnTo>
                <a:lnTo>
                  <a:pt x="56" y="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6" name="Freeform 151">
            <a:extLst>
              <a:ext uri="{FF2B5EF4-FFF2-40B4-BE49-F238E27FC236}">
                <a16:creationId xmlns:a16="http://schemas.microsoft.com/office/drawing/2014/main" id="{8E75A3D4-ADFF-7E8C-08C0-6BD92A4842DE}"/>
              </a:ext>
            </a:extLst>
          </p:cNvPr>
          <p:cNvSpPr>
            <a:spLocks/>
          </p:cNvSpPr>
          <p:nvPr/>
        </p:nvSpPr>
        <p:spPr bwMode="auto">
          <a:xfrm>
            <a:off x="3871913" y="3914775"/>
            <a:ext cx="101600" cy="63500"/>
          </a:xfrm>
          <a:custGeom>
            <a:avLst/>
            <a:gdLst>
              <a:gd name="T0" fmla="*/ 2147483646 w 64"/>
              <a:gd name="T1" fmla="*/ 0 h 40"/>
              <a:gd name="T2" fmla="*/ 0 w 64"/>
              <a:gd name="T3" fmla="*/ 2147483646 h 40"/>
              <a:gd name="T4" fmla="*/ 2147483646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8" y="0"/>
                </a:moveTo>
                <a:lnTo>
                  <a:pt x="0" y="16"/>
                </a:lnTo>
                <a:lnTo>
                  <a:pt x="56" y="40"/>
                </a:lnTo>
                <a:lnTo>
                  <a:pt x="64" y="24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7" name="Freeform 152">
            <a:extLst>
              <a:ext uri="{FF2B5EF4-FFF2-40B4-BE49-F238E27FC236}">
                <a16:creationId xmlns:a16="http://schemas.microsoft.com/office/drawing/2014/main" id="{5E5AB5BC-5784-219A-D339-51C7A4B091C8}"/>
              </a:ext>
            </a:extLst>
          </p:cNvPr>
          <p:cNvSpPr>
            <a:spLocks/>
          </p:cNvSpPr>
          <p:nvPr/>
        </p:nvSpPr>
        <p:spPr bwMode="auto">
          <a:xfrm>
            <a:off x="4037013" y="3978275"/>
            <a:ext cx="101600" cy="76200"/>
          </a:xfrm>
          <a:custGeom>
            <a:avLst/>
            <a:gdLst>
              <a:gd name="T0" fmla="*/ 2147483646 w 64"/>
              <a:gd name="T1" fmla="*/ 0 h 48"/>
              <a:gd name="T2" fmla="*/ 0 w 64"/>
              <a:gd name="T3" fmla="*/ 2147483646 h 48"/>
              <a:gd name="T4" fmla="*/ 2147483646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8" y="0"/>
                </a:moveTo>
                <a:lnTo>
                  <a:pt x="0" y="16"/>
                </a:lnTo>
                <a:lnTo>
                  <a:pt x="56" y="48"/>
                </a:lnTo>
                <a:lnTo>
                  <a:pt x="64" y="32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8" name="Freeform 153">
            <a:extLst>
              <a:ext uri="{FF2B5EF4-FFF2-40B4-BE49-F238E27FC236}">
                <a16:creationId xmlns:a16="http://schemas.microsoft.com/office/drawing/2014/main" id="{99E86D66-23CA-ED3E-0E72-11FA715D3211}"/>
              </a:ext>
            </a:extLst>
          </p:cNvPr>
          <p:cNvSpPr>
            <a:spLocks/>
          </p:cNvSpPr>
          <p:nvPr/>
        </p:nvSpPr>
        <p:spPr bwMode="auto">
          <a:xfrm>
            <a:off x="4189413" y="4067175"/>
            <a:ext cx="101600" cy="63500"/>
          </a:xfrm>
          <a:custGeom>
            <a:avLst/>
            <a:gdLst>
              <a:gd name="T0" fmla="*/ 2147483646 w 64"/>
              <a:gd name="T1" fmla="*/ 0 h 40"/>
              <a:gd name="T2" fmla="*/ 0 w 64"/>
              <a:gd name="T3" fmla="*/ 2147483646 h 40"/>
              <a:gd name="T4" fmla="*/ 2147483646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8" y="0"/>
                </a:moveTo>
                <a:lnTo>
                  <a:pt x="0" y="16"/>
                </a:lnTo>
                <a:lnTo>
                  <a:pt x="56" y="40"/>
                </a:lnTo>
                <a:lnTo>
                  <a:pt x="64" y="24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9" name="Freeform 154">
            <a:extLst>
              <a:ext uri="{FF2B5EF4-FFF2-40B4-BE49-F238E27FC236}">
                <a16:creationId xmlns:a16="http://schemas.microsoft.com/office/drawing/2014/main" id="{32E04DA8-80BB-EAED-A98F-C99FFF5E8327}"/>
              </a:ext>
            </a:extLst>
          </p:cNvPr>
          <p:cNvSpPr>
            <a:spLocks/>
          </p:cNvSpPr>
          <p:nvPr/>
        </p:nvSpPr>
        <p:spPr bwMode="auto">
          <a:xfrm>
            <a:off x="4354513" y="4143375"/>
            <a:ext cx="88900" cy="76200"/>
          </a:xfrm>
          <a:custGeom>
            <a:avLst/>
            <a:gdLst>
              <a:gd name="T0" fmla="*/ 2147483646 w 56"/>
              <a:gd name="T1" fmla="*/ 0 h 48"/>
              <a:gd name="T2" fmla="*/ 0 w 56"/>
              <a:gd name="T3" fmla="*/ 2147483646 h 48"/>
              <a:gd name="T4" fmla="*/ 2147483646 w 56"/>
              <a:gd name="T5" fmla="*/ 2147483646 h 48"/>
              <a:gd name="T6" fmla="*/ 2147483646 w 56"/>
              <a:gd name="T7" fmla="*/ 2147483646 h 48"/>
              <a:gd name="T8" fmla="*/ 2147483646 w 56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8"/>
              <a:gd name="T17" fmla="*/ 56 w 56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8">
                <a:moveTo>
                  <a:pt x="8" y="0"/>
                </a:moveTo>
                <a:lnTo>
                  <a:pt x="0" y="16"/>
                </a:lnTo>
                <a:lnTo>
                  <a:pt x="48" y="48"/>
                </a:lnTo>
                <a:lnTo>
                  <a:pt x="56" y="32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0" name="Freeform 155">
            <a:extLst>
              <a:ext uri="{FF2B5EF4-FFF2-40B4-BE49-F238E27FC236}">
                <a16:creationId xmlns:a16="http://schemas.microsoft.com/office/drawing/2014/main" id="{2C883A1A-A129-3FDF-4DAF-F9CD3B621E81}"/>
              </a:ext>
            </a:extLst>
          </p:cNvPr>
          <p:cNvSpPr>
            <a:spLocks/>
          </p:cNvSpPr>
          <p:nvPr/>
        </p:nvSpPr>
        <p:spPr bwMode="auto">
          <a:xfrm>
            <a:off x="4494213" y="4244975"/>
            <a:ext cx="101600" cy="76200"/>
          </a:xfrm>
          <a:custGeom>
            <a:avLst/>
            <a:gdLst>
              <a:gd name="T0" fmla="*/ 2147483646 w 64"/>
              <a:gd name="T1" fmla="*/ 0 h 48"/>
              <a:gd name="T2" fmla="*/ 0 w 64"/>
              <a:gd name="T3" fmla="*/ 2147483646 h 48"/>
              <a:gd name="T4" fmla="*/ 2147483646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8" y="0"/>
                </a:moveTo>
                <a:lnTo>
                  <a:pt x="0" y="16"/>
                </a:lnTo>
                <a:lnTo>
                  <a:pt x="56" y="48"/>
                </a:lnTo>
                <a:lnTo>
                  <a:pt x="64" y="32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1" name="Freeform 156">
            <a:extLst>
              <a:ext uri="{FF2B5EF4-FFF2-40B4-BE49-F238E27FC236}">
                <a16:creationId xmlns:a16="http://schemas.microsoft.com/office/drawing/2014/main" id="{5B65B269-0C69-C1D3-C440-947F7E7CCE2A}"/>
              </a:ext>
            </a:extLst>
          </p:cNvPr>
          <p:cNvSpPr>
            <a:spLocks/>
          </p:cNvSpPr>
          <p:nvPr/>
        </p:nvSpPr>
        <p:spPr bwMode="auto">
          <a:xfrm>
            <a:off x="4646613" y="4346575"/>
            <a:ext cx="88900" cy="88900"/>
          </a:xfrm>
          <a:custGeom>
            <a:avLst/>
            <a:gdLst>
              <a:gd name="T0" fmla="*/ 2147483646 w 56"/>
              <a:gd name="T1" fmla="*/ 0 h 56"/>
              <a:gd name="T2" fmla="*/ 0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8" y="0"/>
                </a:moveTo>
                <a:lnTo>
                  <a:pt x="0" y="16"/>
                </a:lnTo>
                <a:lnTo>
                  <a:pt x="48" y="56"/>
                </a:lnTo>
                <a:lnTo>
                  <a:pt x="56" y="4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2" name="Freeform 157">
            <a:extLst>
              <a:ext uri="{FF2B5EF4-FFF2-40B4-BE49-F238E27FC236}">
                <a16:creationId xmlns:a16="http://schemas.microsoft.com/office/drawing/2014/main" id="{F3650284-F83B-F9B4-69BD-F988D8FF9431}"/>
              </a:ext>
            </a:extLst>
          </p:cNvPr>
          <p:cNvSpPr>
            <a:spLocks/>
          </p:cNvSpPr>
          <p:nvPr/>
        </p:nvSpPr>
        <p:spPr bwMode="auto">
          <a:xfrm>
            <a:off x="4773613" y="4460875"/>
            <a:ext cx="76200" cy="63500"/>
          </a:xfrm>
          <a:custGeom>
            <a:avLst/>
            <a:gdLst>
              <a:gd name="T0" fmla="*/ 2147483646 w 48"/>
              <a:gd name="T1" fmla="*/ 0 h 40"/>
              <a:gd name="T2" fmla="*/ 0 w 48"/>
              <a:gd name="T3" fmla="*/ 2147483646 h 40"/>
              <a:gd name="T4" fmla="*/ 2147483646 w 48"/>
              <a:gd name="T5" fmla="*/ 2147483646 h 40"/>
              <a:gd name="T6" fmla="*/ 2147483646 w 48"/>
              <a:gd name="T7" fmla="*/ 2147483646 h 40"/>
              <a:gd name="T8" fmla="*/ 2147483646 w 48"/>
              <a:gd name="T9" fmla="*/ 2147483646 h 40"/>
              <a:gd name="T10" fmla="*/ 2147483646 w 48"/>
              <a:gd name="T11" fmla="*/ 2147483646 h 40"/>
              <a:gd name="T12" fmla="*/ 2147483646 w 48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40"/>
              <a:gd name="T23" fmla="*/ 48 w 48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40">
                <a:moveTo>
                  <a:pt x="8" y="0"/>
                </a:moveTo>
                <a:lnTo>
                  <a:pt x="0" y="16"/>
                </a:lnTo>
                <a:lnTo>
                  <a:pt x="40" y="40"/>
                </a:lnTo>
                <a:lnTo>
                  <a:pt x="32" y="40"/>
                </a:lnTo>
                <a:lnTo>
                  <a:pt x="48" y="32"/>
                </a:lnTo>
                <a:lnTo>
                  <a:pt x="48" y="24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3" name="Freeform 158">
            <a:extLst>
              <a:ext uri="{FF2B5EF4-FFF2-40B4-BE49-F238E27FC236}">
                <a16:creationId xmlns:a16="http://schemas.microsoft.com/office/drawing/2014/main" id="{8C8EEDB1-051D-E598-2CEC-8B1D96B7F0FD}"/>
              </a:ext>
            </a:extLst>
          </p:cNvPr>
          <p:cNvSpPr>
            <a:spLocks/>
          </p:cNvSpPr>
          <p:nvPr/>
        </p:nvSpPr>
        <p:spPr bwMode="auto">
          <a:xfrm>
            <a:off x="4824413" y="4511675"/>
            <a:ext cx="38100" cy="38100"/>
          </a:xfrm>
          <a:custGeom>
            <a:avLst/>
            <a:gdLst>
              <a:gd name="T0" fmla="*/ 2147483646 w 24"/>
              <a:gd name="T1" fmla="*/ 0 h 24"/>
              <a:gd name="T2" fmla="*/ 0 w 24"/>
              <a:gd name="T3" fmla="*/ 2147483646 h 24"/>
              <a:gd name="T4" fmla="*/ 2147483646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16" y="0"/>
                </a:moveTo>
                <a:lnTo>
                  <a:pt x="0" y="8"/>
                </a:lnTo>
                <a:lnTo>
                  <a:pt x="8" y="24"/>
                </a:lnTo>
                <a:lnTo>
                  <a:pt x="24" y="16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4" name="Freeform 159">
            <a:extLst>
              <a:ext uri="{FF2B5EF4-FFF2-40B4-BE49-F238E27FC236}">
                <a16:creationId xmlns:a16="http://schemas.microsoft.com/office/drawing/2014/main" id="{5FE24559-BE48-D9A2-FF91-CD1C48C2F98F}"/>
              </a:ext>
            </a:extLst>
          </p:cNvPr>
          <p:cNvSpPr>
            <a:spLocks/>
          </p:cNvSpPr>
          <p:nvPr/>
        </p:nvSpPr>
        <p:spPr bwMode="auto">
          <a:xfrm>
            <a:off x="4900613" y="4587875"/>
            <a:ext cx="88900" cy="88900"/>
          </a:xfrm>
          <a:custGeom>
            <a:avLst/>
            <a:gdLst>
              <a:gd name="T0" fmla="*/ 2147483646 w 56"/>
              <a:gd name="T1" fmla="*/ 0 h 56"/>
              <a:gd name="T2" fmla="*/ 0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8" y="0"/>
                </a:moveTo>
                <a:lnTo>
                  <a:pt x="0" y="8"/>
                </a:lnTo>
                <a:lnTo>
                  <a:pt x="48" y="56"/>
                </a:lnTo>
                <a:lnTo>
                  <a:pt x="56" y="48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5" name="Freeform 160">
            <a:extLst>
              <a:ext uri="{FF2B5EF4-FFF2-40B4-BE49-F238E27FC236}">
                <a16:creationId xmlns:a16="http://schemas.microsoft.com/office/drawing/2014/main" id="{5A19FE30-2935-84C0-E48B-5611FA4BA995}"/>
              </a:ext>
            </a:extLst>
          </p:cNvPr>
          <p:cNvSpPr>
            <a:spLocks/>
          </p:cNvSpPr>
          <p:nvPr/>
        </p:nvSpPr>
        <p:spPr bwMode="auto">
          <a:xfrm>
            <a:off x="5027613" y="4714875"/>
            <a:ext cx="50800" cy="50800"/>
          </a:xfrm>
          <a:custGeom>
            <a:avLst/>
            <a:gdLst>
              <a:gd name="T0" fmla="*/ 2147483646 w 32"/>
              <a:gd name="T1" fmla="*/ 0 h 32"/>
              <a:gd name="T2" fmla="*/ 0 w 32"/>
              <a:gd name="T3" fmla="*/ 2147483646 h 32"/>
              <a:gd name="T4" fmla="*/ 2147483646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8" y="0"/>
                </a:moveTo>
                <a:lnTo>
                  <a:pt x="0" y="16"/>
                </a:lnTo>
                <a:lnTo>
                  <a:pt x="24" y="32"/>
                </a:lnTo>
                <a:lnTo>
                  <a:pt x="32" y="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6" name="Rectangle 161">
            <a:extLst>
              <a:ext uri="{FF2B5EF4-FFF2-40B4-BE49-F238E27FC236}">
                <a16:creationId xmlns:a16="http://schemas.microsoft.com/office/drawing/2014/main" id="{DD34FAE3-7616-1E68-6D7D-F24CB0BF2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600" y="1423988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097" name="Freeform 162">
            <a:extLst>
              <a:ext uri="{FF2B5EF4-FFF2-40B4-BE49-F238E27FC236}">
                <a16:creationId xmlns:a16="http://schemas.microsoft.com/office/drawing/2014/main" id="{13B963AB-7F8E-4169-AE7D-E6BA723BF4CC}"/>
              </a:ext>
            </a:extLst>
          </p:cNvPr>
          <p:cNvSpPr>
            <a:spLocks/>
          </p:cNvSpPr>
          <p:nvPr/>
        </p:nvSpPr>
        <p:spPr bwMode="auto">
          <a:xfrm>
            <a:off x="8305800" y="13858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8" name="Freeform 163">
            <a:extLst>
              <a:ext uri="{FF2B5EF4-FFF2-40B4-BE49-F238E27FC236}">
                <a16:creationId xmlns:a16="http://schemas.microsoft.com/office/drawing/2014/main" id="{C6EFCCBC-F0D5-C883-968D-9B285E91B15F}"/>
              </a:ext>
            </a:extLst>
          </p:cNvPr>
          <p:cNvSpPr>
            <a:spLocks/>
          </p:cNvSpPr>
          <p:nvPr/>
        </p:nvSpPr>
        <p:spPr bwMode="auto">
          <a:xfrm>
            <a:off x="8140700" y="13477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2147483646 h 32"/>
              <a:gd name="T4" fmla="*/ 2147483646 w 64"/>
              <a:gd name="T5" fmla="*/ 0 h 32"/>
              <a:gd name="T6" fmla="*/ 2147483646 w 64"/>
              <a:gd name="T7" fmla="*/ 0 h 32"/>
              <a:gd name="T8" fmla="*/ 0 w 64"/>
              <a:gd name="T9" fmla="*/ 2147483646 h 32"/>
              <a:gd name="T10" fmla="*/ 0 w 64"/>
              <a:gd name="T11" fmla="*/ 2147483646 h 32"/>
              <a:gd name="T12" fmla="*/ 2147483646 w 64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32"/>
              <a:gd name="T23" fmla="*/ 64 w 64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32">
                <a:moveTo>
                  <a:pt x="56" y="32"/>
                </a:moveTo>
                <a:lnTo>
                  <a:pt x="64" y="16"/>
                </a:lnTo>
                <a:lnTo>
                  <a:pt x="8" y="0"/>
                </a:lnTo>
                <a:lnTo>
                  <a:pt x="0" y="16"/>
                </a:lnTo>
                <a:lnTo>
                  <a:pt x="56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99" name="Freeform 164">
            <a:extLst>
              <a:ext uri="{FF2B5EF4-FFF2-40B4-BE49-F238E27FC236}">
                <a16:creationId xmlns:a16="http://schemas.microsoft.com/office/drawing/2014/main" id="{9BD0F693-7A0D-7F3A-3EB7-505248E90C75}"/>
              </a:ext>
            </a:extLst>
          </p:cNvPr>
          <p:cNvSpPr>
            <a:spLocks/>
          </p:cNvSpPr>
          <p:nvPr/>
        </p:nvSpPr>
        <p:spPr bwMode="auto">
          <a:xfrm>
            <a:off x="8140700" y="1347788"/>
            <a:ext cx="12700" cy="25400"/>
          </a:xfrm>
          <a:custGeom>
            <a:avLst/>
            <a:gdLst>
              <a:gd name="T0" fmla="*/ 0 w 8"/>
              <a:gd name="T1" fmla="*/ 2147483646 h 16"/>
              <a:gd name="T2" fmla="*/ 2147483646 w 8"/>
              <a:gd name="T3" fmla="*/ 0 h 16"/>
              <a:gd name="T4" fmla="*/ 2147483646 w 8"/>
              <a:gd name="T5" fmla="*/ 0 h 16"/>
              <a:gd name="T6" fmla="*/ 0 w 8"/>
              <a:gd name="T7" fmla="*/ 2147483646 h 16"/>
              <a:gd name="T8" fmla="*/ 0 60000 65536"/>
              <a:gd name="T9" fmla="*/ 0 60000 65536"/>
              <a:gd name="T10" fmla="*/ 0 60000 65536"/>
              <a:gd name="T11" fmla="*/ 0 60000 65536"/>
              <a:gd name="T12" fmla="*/ 0 w 8"/>
              <a:gd name="T13" fmla="*/ 0 h 16"/>
              <a:gd name="T14" fmla="*/ 8 w 8"/>
              <a:gd name="T15" fmla="*/ 16 h 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" h="16">
                <a:moveTo>
                  <a:pt x="0" y="16"/>
                </a:moveTo>
                <a:lnTo>
                  <a:pt x="8" y="0"/>
                </a:lnTo>
                <a:lnTo>
                  <a:pt x="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0" name="Freeform 165">
            <a:extLst>
              <a:ext uri="{FF2B5EF4-FFF2-40B4-BE49-F238E27FC236}">
                <a16:creationId xmlns:a16="http://schemas.microsoft.com/office/drawing/2014/main" id="{BB33C20E-35B0-6D3F-E954-992F52B2DC15}"/>
              </a:ext>
            </a:extLst>
          </p:cNvPr>
          <p:cNvSpPr>
            <a:spLocks/>
          </p:cNvSpPr>
          <p:nvPr/>
        </p:nvSpPr>
        <p:spPr bwMode="auto">
          <a:xfrm>
            <a:off x="7962900" y="13350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1" name="Freeform 166">
            <a:extLst>
              <a:ext uri="{FF2B5EF4-FFF2-40B4-BE49-F238E27FC236}">
                <a16:creationId xmlns:a16="http://schemas.microsoft.com/office/drawing/2014/main" id="{B887F8AE-08CA-1D94-7EA3-8EE25C42742F}"/>
              </a:ext>
            </a:extLst>
          </p:cNvPr>
          <p:cNvSpPr>
            <a:spLocks/>
          </p:cNvSpPr>
          <p:nvPr/>
        </p:nvSpPr>
        <p:spPr bwMode="auto">
          <a:xfrm>
            <a:off x="7785100" y="13223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2" name="Rectangle 167">
            <a:extLst>
              <a:ext uri="{FF2B5EF4-FFF2-40B4-BE49-F238E27FC236}">
                <a16:creationId xmlns:a16="http://schemas.microsoft.com/office/drawing/2014/main" id="{1609817D-F069-69B5-8E38-98BCC2A66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7300" y="1335088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103" name="Rectangle 168">
            <a:extLst>
              <a:ext uri="{FF2B5EF4-FFF2-40B4-BE49-F238E27FC236}">
                <a16:creationId xmlns:a16="http://schemas.microsoft.com/office/drawing/2014/main" id="{F28C0D65-D0F0-FABA-FFDB-0A3881B5E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0" y="1347788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104" name="Freeform 169">
            <a:extLst>
              <a:ext uri="{FF2B5EF4-FFF2-40B4-BE49-F238E27FC236}">
                <a16:creationId xmlns:a16="http://schemas.microsoft.com/office/drawing/2014/main" id="{36956B73-9867-3053-E5DC-0F551FA245D7}"/>
              </a:ext>
            </a:extLst>
          </p:cNvPr>
          <p:cNvSpPr>
            <a:spLocks/>
          </p:cNvSpPr>
          <p:nvPr/>
        </p:nvSpPr>
        <p:spPr bwMode="auto">
          <a:xfrm>
            <a:off x="7264400" y="13731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2147483646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56" y="0"/>
                </a:lnTo>
                <a:lnTo>
                  <a:pt x="0" y="16"/>
                </a:lnTo>
                <a:lnTo>
                  <a:pt x="8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5" name="Freeform 170">
            <a:extLst>
              <a:ext uri="{FF2B5EF4-FFF2-40B4-BE49-F238E27FC236}">
                <a16:creationId xmlns:a16="http://schemas.microsoft.com/office/drawing/2014/main" id="{2E46B027-50A1-A451-DAA9-37958AD5DC45}"/>
              </a:ext>
            </a:extLst>
          </p:cNvPr>
          <p:cNvSpPr>
            <a:spLocks/>
          </p:cNvSpPr>
          <p:nvPr/>
        </p:nvSpPr>
        <p:spPr bwMode="auto">
          <a:xfrm>
            <a:off x="7086600" y="14112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64" y="0"/>
                </a:lnTo>
                <a:lnTo>
                  <a:pt x="0" y="16"/>
                </a:lnTo>
                <a:lnTo>
                  <a:pt x="0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6" name="Freeform 171">
            <a:extLst>
              <a:ext uri="{FF2B5EF4-FFF2-40B4-BE49-F238E27FC236}">
                <a16:creationId xmlns:a16="http://schemas.microsoft.com/office/drawing/2014/main" id="{A06BAA45-C427-0C73-5CD9-192CB77B4808}"/>
              </a:ext>
            </a:extLst>
          </p:cNvPr>
          <p:cNvSpPr>
            <a:spLocks/>
          </p:cNvSpPr>
          <p:nvPr/>
        </p:nvSpPr>
        <p:spPr bwMode="auto">
          <a:xfrm>
            <a:off x="6934200" y="14747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7" name="Freeform 172">
            <a:extLst>
              <a:ext uri="{FF2B5EF4-FFF2-40B4-BE49-F238E27FC236}">
                <a16:creationId xmlns:a16="http://schemas.microsoft.com/office/drawing/2014/main" id="{21EC5EDA-855F-D3C4-BAE7-0FC2F57AFA94}"/>
              </a:ext>
            </a:extLst>
          </p:cNvPr>
          <p:cNvSpPr>
            <a:spLocks/>
          </p:cNvSpPr>
          <p:nvPr/>
        </p:nvSpPr>
        <p:spPr bwMode="auto">
          <a:xfrm>
            <a:off x="6769100" y="15509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8" name="Freeform 173">
            <a:extLst>
              <a:ext uri="{FF2B5EF4-FFF2-40B4-BE49-F238E27FC236}">
                <a16:creationId xmlns:a16="http://schemas.microsoft.com/office/drawing/2014/main" id="{10C29153-A74A-FA83-B7B0-5297F12BA2A9}"/>
              </a:ext>
            </a:extLst>
          </p:cNvPr>
          <p:cNvSpPr>
            <a:spLocks/>
          </p:cNvSpPr>
          <p:nvPr/>
        </p:nvSpPr>
        <p:spPr bwMode="auto">
          <a:xfrm>
            <a:off x="6629400" y="16271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6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9" name="Freeform 174">
            <a:extLst>
              <a:ext uri="{FF2B5EF4-FFF2-40B4-BE49-F238E27FC236}">
                <a16:creationId xmlns:a16="http://schemas.microsoft.com/office/drawing/2014/main" id="{1BCA759E-1A77-4A1B-D7DE-B9895E899B6C}"/>
              </a:ext>
            </a:extLst>
          </p:cNvPr>
          <p:cNvSpPr>
            <a:spLocks/>
          </p:cNvSpPr>
          <p:nvPr/>
        </p:nvSpPr>
        <p:spPr bwMode="auto">
          <a:xfrm>
            <a:off x="6477000" y="1728788"/>
            <a:ext cx="101600" cy="88900"/>
          </a:xfrm>
          <a:custGeom>
            <a:avLst/>
            <a:gdLst>
              <a:gd name="T0" fmla="*/ 2147483646 w 64"/>
              <a:gd name="T1" fmla="*/ 2147483646 h 56"/>
              <a:gd name="T2" fmla="*/ 2147483646 w 64"/>
              <a:gd name="T3" fmla="*/ 0 h 56"/>
              <a:gd name="T4" fmla="*/ 0 w 64"/>
              <a:gd name="T5" fmla="*/ 2147483646 h 56"/>
              <a:gd name="T6" fmla="*/ 2147483646 w 64"/>
              <a:gd name="T7" fmla="*/ 2147483646 h 56"/>
              <a:gd name="T8" fmla="*/ 2147483646 w 64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64" y="16"/>
                </a:moveTo>
                <a:lnTo>
                  <a:pt x="56" y="0"/>
                </a:lnTo>
                <a:lnTo>
                  <a:pt x="0" y="40"/>
                </a:lnTo>
                <a:lnTo>
                  <a:pt x="8" y="56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0" name="Freeform 175">
            <a:extLst>
              <a:ext uri="{FF2B5EF4-FFF2-40B4-BE49-F238E27FC236}">
                <a16:creationId xmlns:a16="http://schemas.microsoft.com/office/drawing/2014/main" id="{42B5FE96-076F-3350-6301-7111C6A39868}"/>
              </a:ext>
            </a:extLst>
          </p:cNvPr>
          <p:cNvSpPr>
            <a:spLocks/>
          </p:cNvSpPr>
          <p:nvPr/>
        </p:nvSpPr>
        <p:spPr bwMode="auto">
          <a:xfrm>
            <a:off x="6350000" y="18430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6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1" name="Freeform 176">
            <a:extLst>
              <a:ext uri="{FF2B5EF4-FFF2-40B4-BE49-F238E27FC236}">
                <a16:creationId xmlns:a16="http://schemas.microsoft.com/office/drawing/2014/main" id="{70DF3E03-5B73-42E2-C644-FA92CC69ADDF}"/>
              </a:ext>
            </a:extLst>
          </p:cNvPr>
          <p:cNvSpPr>
            <a:spLocks/>
          </p:cNvSpPr>
          <p:nvPr/>
        </p:nvSpPr>
        <p:spPr bwMode="auto">
          <a:xfrm>
            <a:off x="6223000" y="19700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8"/>
                </a:moveTo>
                <a:lnTo>
                  <a:pt x="48" y="0"/>
                </a:lnTo>
                <a:lnTo>
                  <a:pt x="0" y="48"/>
                </a:lnTo>
                <a:lnTo>
                  <a:pt x="8" y="56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2" name="Freeform 177">
            <a:extLst>
              <a:ext uri="{FF2B5EF4-FFF2-40B4-BE49-F238E27FC236}">
                <a16:creationId xmlns:a16="http://schemas.microsoft.com/office/drawing/2014/main" id="{95B487A6-7E98-52F0-499A-3B4615AE2F5F}"/>
              </a:ext>
            </a:extLst>
          </p:cNvPr>
          <p:cNvSpPr>
            <a:spLocks/>
          </p:cNvSpPr>
          <p:nvPr/>
        </p:nvSpPr>
        <p:spPr bwMode="auto">
          <a:xfrm>
            <a:off x="6096000" y="2097088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0 h 64"/>
              <a:gd name="T4" fmla="*/ 0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8"/>
                </a:moveTo>
                <a:lnTo>
                  <a:pt x="40" y="0"/>
                </a:lnTo>
                <a:lnTo>
                  <a:pt x="0" y="56"/>
                </a:lnTo>
                <a:lnTo>
                  <a:pt x="16" y="64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3" name="Freeform 178">
            <a:extLst>
              <a:ext uri="{FF2B5EF4-FFF2-40B4-BE49-F238E27FC236}">
                <a16:creationId xmlns:a16="http://schemas.microsoft.com/office/drawing/2014/main" id="{A0A2E0D7-C749-A8D1-CBFB-062B8C7A7BB9}"/>
              </a:ext>
            </a:extLst>
          </p:cNvPr>
          <p:cNvSpPr>
            <a:spLocks/>
          </p:cNvSpPr>
          <p:nvPr/>
        </p:nvSpPr>
        <p:spPr bwMode="auto">
          <a:xfrm>
            <a:off x="5992813" y="2236788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0 h 64"/>
              <a:gd name="T4" fmla="*/ 0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8"/>
                </a:moveTo>
                <a:lnTo>
                  <a:pt x="40" y="0"/>
                </a:lnTo>
                <a:lnTo>
                  <a:pt x="0" y="56"/>
                </a:lnTo>
                <a:lnTo>
                  <a:pt x="16" y="64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4" name="Freeform 179">
            <a:extLst>
              <a:ext uri="{FF2B5EF4-FFF2-40B4-BE49-F238E27FC236}">
                <a16:creationId xmlns:a16="http://schemas.microsoft.com/office/drawing/2014/main" id="{DF791D40-D9ED-1567-CF7C-2D437010C83B}"/>
              </a:ext>
            </a:extLst>
          </p:cNvPr>
          <p:cNvSpPr>
            <a:spLocks/>
          </p:cNvSpPr>
          <p:nvPr/>
        </p:nvSpPr>
        <p:spPr bwMode="auto">
          <a:xfrm>
            <a:off x="5916613" y="23764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32" y="8"/>
                </a:moveTo>
                <a:lnTo>
                  <a:pt x="16" y="0"/>
                </a:lnTo>
                <a:lnTo>
                  <a:pt x="0" y="24"/>
                </a:lnTo>
                <a:lnTo>
                  <a:pt x="16" y="32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5" name="Freeform 180">
            <a:extLst>
              <a:ext uri="{FF2B5EF4-FFF2-40B4-BE49-F238E27FC236}">
                <a16:creationId xmlns:a16="http://schemas.microsoft.com/office/drawing/2014/main" id="{8966CF80-80AA-9FC9-F4A7-54C941D36872}"/>
              </a:ext>
            </a:extLst>
          </p:cNvPr>
          <p:cNvSpPr>
            <a:spLocks/>
          </p:cNvSpPr>
          <p:nvPr/>
        </p:nvSpPr>
        <p:spPr bwMode="auto">
          <a:xfrm>
            <a:off x="7620000" y="5730875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0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2"/>
              <a:gd name="T17" fmla="*/ 40 w 40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2">
                <a:moveTo>
                  <a:pt x="40" y="16"/>
                </a:moveTo>
                <a:lnTo>
                  <a:pt x="32" y="0"/>
                </a:lnTo>
                <a:lnTo>
                  <a:pt x="0" y="16"/>
                </a:lnTo>
                <a:lnTo>
                  <a:pt x="8" y="32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6" name="Freeform 181">
            <a:extLst>
              <a:ext uri="{FF2B5EF4-FFF2-40B4-BE49-F238E27FC236}">
                <a16:creationId xmlns:a16="http://schemas.microsoft.com/office/drawing/2014/main" id="{5D318A89-50FA-BD3A-A523-1B096D9395DF}"/>
              </a:ext>
            </a:extLst>
          </p:cNvPr>
          <p:cNvSpPr>
            <a:spLocks/>
          </p:cNvSpPr>
          <p:nvPr/>
        </p:nvSpPr>
        <p:spPr bwMode="auto">
          <a:xfrm>
            <a:off x="7467600" y="5794375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7" name="Freeform 182">
            <a:extLst>
              <a:ext uri="{FF2B5EF4-FFF2-40B4-BE49-F238E27FC236}">
                <a16:creationId xmlns:a16="http://schemas.microsoft.com/office/drawing/2014/main" id="{0E9DE6CF-6DA1-7513-7175-14555BC39EF4}"/>
              </a:ext>
            </a:extLst>
          </p:cNvPr>
          <p:cNvSpPr>
            <a:spLocks/>
          </p:cNvSpPr>
          <p:nvPr/>
        </p:nvSpPr>
        <p:spPr bwMode="auto">
          <a:xfrm>
            <a:off x="7327900" y="5884863"/>
            <a:ext cx="76200" cy="63500"/>
          </a:xfrm>
          <a:custGeom>
            <a:avLst/>
            <a:gdLst>
              <a:gd name="T0" fmla="*/ 2147483646 w 48"/>
              <a:gd name="T1" fmla="*/ 2147483646 h 40"/>
              <a:gd name="T2" fmla="*/ 2147483646 w 48"/>
              <a:gd name="T3" fmla="*/ 0 h 40"/>
              <a:gd name="T4" fmla="*/ 0 w 48"/>
              <a:gd name="T5" fmla="*/ 2147483646 h 40"/>
              <a:gd name="T6" fmla="*/ 0 w 48"/>
              <a:gd name="T7" fmla="*/ 2147483646 h 40"/>
              <a:gd name="T8" fmla="*/ 2147483646 w 48"/>
              <a:gd name="T9" fmla="*/ 2147483646 h 40"/>
              <a:gd name="T10" fmla="*/ 2147483646 w 48"/>
              <a:gd name="T11" fmla="*/ 2147483646 h 40"/>
              <a:gd name="T12" fmla="*/ 2147483646 w 48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40"/>
              <a:gd name="T23" fmla="*/ 48 w 48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40">
                <a:moveTo>
                  <a:pt x="48" y="16"/>
                </a:moveTo>
                <a:lnTo>
                  <a:pt x="40" y="0"/>
                </a:lnTo>
                <a:lnTo>
                  <a:pt x="0" y="24"/>
                </a:lnTo>
                <a:lnTo>
                  <a:pt x="8" y="40"/>
                </a:lnTo>
                <a:lnTo>
                  <a:pt x="48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8" name="Freeform 183">
            <a:extLst>
              <a:ext uri="{FF2B5EF4-FFF2-40B4-BE49-F238E27FC236}">
                <a16:creationId xmlns:a16="http://schemas.microsoft.com/office/drawing/2014/main" id="{A6CB51B4-10DB-9402-12D9-8C23FED9ABF0}"/>
              </a:ext>
            </a:extLst>
          </p:cNvPr>
          <p:cNvSpPr>
            <a:spLocks/>
          </p:cNvSpPr>
          <p:nvPr/>
        </p:nvSpPr>
        <p:spPr bwMode="auto">
          <a:xfrm>
            <a:off x="7302500" y="5922963"/>
            <a:ext cx="38100" cy="38100"/>
          </a:xfrm>
          <a:custGeom>
            <a:avLst/>
            <a:gdLst>
              <a:gd name="T0" fmla="*/ 2147483646 w 24"/>
              <a:gd name="T1" fmla="*/ 2147483646 h 24"/>
              <a:gd name="T2" fmla="*/ 2147483646 w 24"/>
              <a:gd name="T3" fmla="*/ 0 h 24"/>
              <a:gd name="T4" fmla="*/ 0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24" y="16"/>
                </a:moveTo>
                <a:lnTo>
                  <a:pt x="16" y="0"/>
                </a:lnTo>
                <a:lnTo>
                  <a:pt x="0" y="8"/>
                </a:lnTo>
                <a:lnTo>
                  <a:pt x="8" y="24"/>
                </a:lnTo>
                <a:lnTo>
                  <a:pt x="2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19" name="Freeform 184">
            <a:extLst>
              <a:ext uri="{FF2B5EF4-FFF2-40B4-BE49-F238E27FC236}">
                <a16:creationId xmlns:a16="http://schemas.microsoft.com/office/drawing/2014/main" id="{B765BDBF-690D-E6FA-9898-DE6FDAF8FD29}"/>
              </a:ext>
            </a:extLst>
          </p:cNvPr>
          <p:cNvSpPr>
            <a:spLocks/>
          </p:cNvSpPr>
          <p:nvPr/>
        </p:nvSpPr>
        <p:spPr bwMode="auto">
          <a:xfrm>
            <a:off x="7137400" y="5961063"/>
            <a:ext cx="114300" cy="63500"/>
          </a:xfrm>
          <a:custGeom>
            <a:avLst/>
            <a:gdLst>
              <a:gd name="T0" fmla="*/ 2147483646 w 72"/>
              <a:gd name="T1" fmla="*/ 2147483646 h 40"/>
              <a:gd name="T2" fmla="*/ 2147483646 w 72"/>
              <a:gd name="T3" fmla="*/ 0 h 40"/>
              <a:gd name="T4" fmla="*/ 0 w 72"/>
              <a:gd name="T5" fmla="*/ 2147483646 h 40"/>
              <a:gd name="T6" fmla="*/ 2147483646 w 72"/>
              <a:gd name="T7" fmla="*/ 2147483646 h 40"/>
              <a:gd name="T8" fmla="*/ 2147483646 w 72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16"/>
                </a:moveTo>
                <a:lnTo>
                  <a:pt x="64" y="0"/>
                </a:lnTo>
                <a:lnTo>
                  <a:pt x="0" y="24"/>
                </a:lnTo>
                <a:lnTo>
                  <a:pt x="8" y="4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0" name="Freeform 185">
            <a:extLst>
              <a:ext uri="{FF2B5EF4-FFF2-40B4-BE49-F238E27FC236}">
                <a16:creationId xmlns:a16="http://schemas.microsoft.com/office/drawing/2014/main" id="{9F962413-03BC-EF21-7F60-C47F07CCB70D}"/>
              </a:ext>
            </a:extLst>
          </p:cNvPr>
          <p:cNvSpPr>
            <a:spLocks/>
          </p:cNvSpPr>
          <p:nvPr/>
        </p:nvSpPr>
        <p:spPr bwMode="auto">
          <a:xfrm>
            <a:off x="6972300" y="6037263"/>
            <a:ext cx="114300" cy="63500"/>
          </a:xfrm>
          <a:custGeom>
            <a:avLst/>
            <a:gdLst>
              <a:gd name="T0" fmla="*/ 2147483646 w 72"/>
              <a:gd name="T1" fmla="*/ 2147483646 h 40"/>
              <a:gd name="T2" fmla="*/ 2147483646 w 72"/>
              <a:gd name="T3" fmla="*/ 0 h 40"/>
              <a:gd name="T4" fmla="*/ 0 w 72"/>
              <a:gd name="T5" fmla="*/ 2147483646 h 40"/>
              <a:gd name="T6" fmla="*/ 0 w 72"/>
              <a:gd name="T7" fmla="*/ 2147483646 h 40"/>
              <a:gd name="T8" fmla="*/ 2147483646 w 72"/>
              <a:gd name="T9" fmla="*/ 2147483646 h 40"/>
              <a:gd name="T10" fmla="*/ 2147483646 w 72"/>
              <a:gd name="T11" fmla="*/ 2147483646 h 40"/>
              <a:gd name="T12" fmla="*/ 2147483646 w 72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40"/>
              <a:gd name="T23" fmla="*/ 72 w 72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40">
                <a:moveTo>
                  <a:pt x="72" y="16"/>
                </a:moveTo>
                <a:lnTo>
                  <a:pt x="64" y="0"/>
                </a:lnTo>
                <a:lnTo>
                  <a:pt x="0" y="24"/>
                </a:lnTo>
                <a:lnTo>
                  <a:pt x="8" y="4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1" name="Freeform 186">
            <a:extLst>
              <a:ext uri="{FF2B5EF4-FFF2-40B4-BE49-F238E27FC236}">
                <a16:creationId xmlns:a16="http://schemas.microsoft.com/office/drawing/2014/main" id="{AF68A2B6-C98B-0B17-2FCD-E9706B67140B}"/>
              </a:ext>
            </a:extLst>
          </p:cNvPr>
          <p:cNvSpPr>
            <a:spLocks/>
          </p:cNvSpPr>
          <p:nvPr/>
        </p:nvSpPr>
        <p:spPr bwMode="auto">
          <a:xfrm>
            <a:off x="6972300" y="6075363"/>
            <a:ext cx="12700" cy="25400"/>
          </a:xfrm>
          <a:custGeom>
            <a:avLst/>
            <a:gdLst>
              <a:gd name="T0" fmla="*/ 2147483646 w 8"/>
              <a:gd name="T1" fmla="*/ 2147483646 h 16"/>
              <a:gd name="T2" fmla="*/ 0 w 8"/>
              <a:gd name="T3" fmla="*/ 0 h 16"/>
              <a:gd name="T4" fmla="*/ 0 w 8"/>
              <a:gd name="T5" fmla="*/ 0 h 16"/>
              <a:gd name="T6" fmla="*/ 2147483646 w 8"/>
              <a:gd name="T7" fmla="*/ 2147483646 h 16"/>
              <a:gd name="T8" fmla="*/ 0 60000 65536"/>
              <a:gd name="T9" fmla="*/ 0 60000 65536"/>
              <a:gd name="T10" fmla="*/ 0 60000 65536"/>
              <a:gd name="T11" fmla="*/ 0 60000 65536"/>
              <a:gd name="T12" fmla="*/ 0 w 8"/>
              <a:gd name="T13" fmla="*/ 0 h 16"/>
              <a:gd name="T14" fmla="*/ 8 w 8"/>
              <a:gd name="T15" fmla="*/ 16 h 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" h="16">
                <a:moveTo>
                  <a:pt x="8" y="16"/>
                </a:moveTo>
                <a:lnTo>
                  <a:pt x="0" y="0"/>
                </a:lnTo>
                <a:lnTo>
                  <a:pt x="8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2" name="Freeform 187">
            <a:extLst>
              <a:ext uri="{FF2B5EF4-FFF2-40B4-BE49-F238E27FC236}">
                <a16:creationId xmlns:a16="http://schemas.microsoft.com/office/drawing/2014/main" id="{DF77EBDD-6866-428A-130A-88594274D06B}"/>
              </a:ext>
            </a:extLst>
          </p:cNvPr>
          <p:cNvSpPr>
            <a:spLocks/>
          </p:cNvSpPr>
          <p:nvPr/>
        </p:nvSpPr>
        <p:spPr bwMode="auto">
          <a:xfrm>
            <a:off x="6807200" y="6100763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64" y="0"/>
                </a:lnTo>
                <a:lnTo>
                  <a:pt x="0" y="16"/>
                </a:lnTo>
                <a:lnTo>
                  <a:pt x="0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3" name="Freeform 188">
            <a:extLst>
              <a:ext uri="{FF2B5EF4-FFF2-40B4-BE49-F238E27FC236}">
                <a16:creationId xmlns:a16="http://schemas.microsoft.com/office/drawing/2014/main" id="{7A491816-1BFE-26C4-3BFE-9FEF4512A94A}"/>
              </a:ext>
            </a:extLst>
          </p:cNvPr>
          <p:cNvSpPr>
            <a:spLocks/>
          </p:cNvSpPr>
          <p:nvPr/>
        </p:nvSpPr>
        <p:spPr bwMode="auto">
          <a:xfrm>
            <a:off x="6642100" y="6151563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4" name="Freeform 189">
            <a:extLst>
              <a:ext uri="{FF2B5EF4-FFF2-40B4-BE49-F238E27FC236}">
                <a16:creationId xmlns:a16="http://schemas.microsoft.com/office/drawing/2014/main" id="{3C4B081E-7798-119A-04EB-4701E2616FDE}"/>
              </a:ext>
            </a:extLst>
          </p:cNvPr>
          <p:cNvSpPr>
            <a:spLocks/>
          </p:cNvSpPr>
          <p:nvPr/>
        </p:nvSpPr>
        <p:spPr bwMode="auto">
          <a:xfrm>
            <a:off x="6464300" y="6202363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64" y="0"/>
                </a:lnTo>
                <a:lnTo>
                  <a:pt x="0" y="16"/>
                </a:lnTo>
                <a:lnTo>
                  <a:pt x="0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5" name="Freeform 190">
            <a:extLst>
              <a:ext uri="{FF2B5EF4-FFF2-40B4-BE49-F238E27FC236}">
                <a16:creationId xmlns:a16="http://schemas.microsoft.com/office/drawing/2014/main" id="{FC849DE2-EA66-2CE2-FCEF-F562A35F6623}"/>
              </a:ext>
            </a:extLst>
          </p:cNvPr>
          <p:cNvSpPr>
            <a:spLocks/>
          </p:cNvSpPr>
          <p:nvPr/>
        </p:nvSpPr>
        <p:spPr bwMode="auto">
          <a:xfrm>
            <a:off x="6286500" y="6253163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0 h 24"/>
              <a:gd name="T4" fmla="*/ 0 w 64"/>
              <a:gd name="T5" fmla="*/ 2147483646 h 24"/>
              <a:gd name="T6" fmla="*/ 0 w 64"/>
              <a:gd name="T7" fmla="*/ 2147483646 h 24"/>
              <a:gd name="T8" fmla="*/ 0 w 64"/>
              <a:gd name="T9" fmla="*/ 2147483646 h 24"/>
              <a:gd name="T10" fmla="*/ 0 w 64"/>
              <a:gd name="T11" fmla="*/ 2147483646 h 24"/>
              <a:gd name="T12" fmla="*/ 2147483646 w 64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24"/>
              <a:gd name="T23" fmla="*/ 64 w 64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24">
                <a:moveTo>
                  <a:pt x="64" y="16"/>
                </a:moveTo>
                <a:lnTo>
                  <a:pt x="64" y="0"/>
                </a:lnTo>
                <a:lnTo>
                  <a:pt x="0" y="8"/>
                </a:lnTo>
                <a:lnTo>
                  <a:pt x="0" y="24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6" name="Rectangle 191">
            <a:extLst>
              <a:ext uri="{FF2B5EF4-FFF2-40B4-BE49-F238E27FC236}">
                <a16:creationId xmlns:a16="http://schemas.microsoft.com/office/drawing/2014/main" id="{42D4A632-DCB4-D03A-8213-EF771018D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6265863"/>
            <a:ext cx="1588" cy="25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127" name="Freeform 192">
            <a:extLst>
              <a:ext uri="{FF2B5EF4-FFF2-40B4-BE49-F238E27FC236}">
                <a16:creationId xmlns:a16="http://schemas.microsoft.com/office/drawing/2014/main" id="{585F5182-9587-3570-CD0F-DBE26CC8D896}"/>
              </a:ext>
            </a:extLst>
          </p:cNvPr>
          <p:cNvSpPr>
            <a:spLocks/>
          </p:cNvSpPr>
          <p:nvPr/>
        </p:nvSpPr>
        <p:spPr bwMode="auto">
          <a:xfrm>
            <a:off x="6108700" y="6278563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0 h 24"/>
              <a:gd name="T4" fmla="*/ 0 w 64"/>
              <a:gd name="T5" fmla="*/ 2147483646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16"/>
                </a:moveTo>
                <a:lnTo>
                  <a:pt x="64" y="0"/>
                </a:lnTo>
                <a:lnTo>
                  <a:pt x="0" y="8"/>
                </a:lnTo>
                <a:lnTo>
                  <a:pt x="0" y="24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8" name="Freeform 193">
            <a:extLst>
              <a:ext uri="{FF2B5EF4-FFF2-40B4-BE49-F238E27FC236}">
                <a16:creationId xmlns:a16="http://schemas.microsoft.com/office/drawing/2014/main" id="{F6BCD816-8993-4002-5B27-FA035C4D357F}"/>
              </a:ext>
            </a:extLst>
          </p:cNvPr>
          <p:cNvSpPr>
            <a:spLocks/>
          </p:cNvSpPr>
          <p:nvPr/>
        </p:nvSpPr>
        <p:spPr bwMode="auto">
          <a:xfrm>
            <a:off x="5942013" y="6303963"/>
            <a:ext cx="88900" cy="38100"/>
          </a:xfrm>
          <a:custGeom>
            <a:avLst/>
            <a:gdLst>
              <a:gd name="T0" fmla="*/ 2147483646 w 56"/>
              <a:gd name="T1" fmla="*/ 2147483646 h 24"/>
              <a:gd name="T2" fmla="*/ 2147483646 w 56"/>
              <a:gd name="T3" fmla="*/ 0 h 24"/>
              <a:gd name="T4" fmla="*/ 0 w 56"/>
              <a:gd name="T5" fmla="*/ 2147483646 h 24"/>
              <a:gd name="T6" fmla="*/ 0 w 56"/>
              <a:gd name="T7" fmla="*/ 2147483646 h 24"/>
              <a:gd name="T8" fmla="*/ 0 w 56"/>
              <a:gd name="T9" fmla="*/ 2147483646 h 24"/>
              <a:gd name="T10" fmla="*/ 0 w 56"/>
              <a:gd name="T11" fmla="*/ 2147483646 h 24"/>
              <a:gd name="T12" fmla="*/ 2147483646 w 56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6"/>
              <a:gd name="T22" fmla="*/ 0 h 24"/>
              <a:gd name="T23" fmla="*/ 56 w 56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6" h="24">
                <a:moveTo>
                  <a:pt x="56" y="16"/>
                </a:moveTo>
                <a:lnTo>
                  <a:pt x="56" y="0"/>
                </a:lnTo>
                <a:lnTo>
                  <a:pt x="0" y="8"/>
                </a:lnTo>
                <a:lnTo>
                  <a:pt x="0" y="24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9" name="Rectangle 194">
            <a:extLst>
              <a:ext uri="{FF2B5EF4-FFF2-40B4-BE49-F238E27FC236}">
                <a16:creationId xmlns:a16="http://schemas.microsoft.com/office/drawing/2014/main" id="{E63EFDA2-24BF-E94C-D361-CDCAD1F00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6316663"/>
            <a:ext cx="12700" cy="25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130" name="Rectangle 195">
            <a:extLst>
              <a:ext uri="{FF2B5EF4-FFF2-40B4-BE49-F238E27FC236}">
                <a16:creationId xmlns:a16="http://schemas.microsoft.com/office/drawing/2014/main" id="{70F9182D-3D07-D839-6654-F4C204BEA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6329363"/>
            <a:ext cx="101600" cy="25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131" name="Freeform 196">
            <a:extLst>
              <a:ext uri="{FF2B5EF4-FFF2-40B4-BE49-F238E27FC236}">
                <a16:creationId xmlns:a16="http://schemas.microsoft.com/office/drawing/2014/main" id="{E160CFF8-9799-307D-17C9-A22E0102EC59}"/>
              </a:ext>
            </a:extLst>
          </p:cNvPr>
          <p:cNvSpPr>
            <a:spLocks/>
          </p:cNvSpPr>
          <p:nvPr/>
        </p:nvSpPr>
        <p:spPr bwMode="auto">
          <a:xfrm>
            <a:off x="5611813" y="6329363"/>
            <a:ext cx="63500" cy="38100"/>
          </a:xfrm>
          <a:custGeom>
            <a:avLst/>
            <a:gdLst>
              <a:gd name="T0" fmla="*/ 2147483646 w 40"/>
              <a:gd name="T1" fmla="*/ 2147483646 h 24"/>
              <a:gd name="T2" fmla="*/ 2147483646 w 40"/>
              <a:gd name="T3" fmla="*/ 0 h 24"/>
              <a:gd name="T4" fmla="*/ 0 w 40"/>
              <a:gd name="T5" fmla="*/ 2147483646 h 24"/>
              <a:gd name="T6" fmla="*/ 0 w 40"/>
              <a:gd name="T7" fmla="*/ 2147483646 h 24"/>
              <a:gd name="T8" fmla="*/ 0 w 40"/>
              <a:gd name="T9" fmla="*/ 2147483646 h 24"/>
              <a:gd name="T10" fmla="*/ 0 w 40"/>
              <a:gd name="T11" fmla="*/ 2147483646 h 24"/>
              <a:gd name="T12" fmla="*/ 2147483646 w 40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24"/>
              <a:gd name="T23" fmla="*/ 40 w 40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24">
                <a:moveTo>
                  <a:pt x="40" y="16"/>
                </a:moveTo>
                <a:lnTo>
                  <a:pt x="40" y="0"/>
                </a:lnTo>
                <a:lnTo>
                  <a:pt x="0" y="8"/>
                </a:lnTo>
                <a:lnTo>
                  <a:pt x="0" y="24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32" name="Rectangle 197">
            <a:extLst>
              <a:ext uri="{FF2B5EF4-FFF2-40B4-BE49-F238E27FC236}">
                <a16:creationId xmlns:a16="http://schemas.microsoft.com/office/drawing/2014/main" id="{EDD507E6-C539-944F-0347-0D22AB08D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3713" y="6342063"/>
            <a:ext cx="38100" cy="25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133" name="Rectangle 198">
            <a:extLst>
              <a:ext uri="{FF2B5EF4-FFF2-40B4-BE49-F238E27FC236}">
                <a16:creationId xmlns:a16="http://schemas.microsoft.com/office/drawing/2014/main" id="{954D679E-EEBA-7F92-BAFE-C48A7069A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3" y="6329363"/>
            <a:ext cx="101600" cy="254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0134" name="Freeform 199">
            <a:extLst>
              <a:ext uri="{FF2B5EF4-FFF2-40B4-BE49-F238E27FC236}">
                <a16:creationId xmlns:a16="http://schemas.microsoft.com/office/drawing/2014/main" id="{EBA3C3B1-0CA4-7694-51F6-8348551C3FB4}"/>
              </a:ext>
            </a:extLst>
          </p:cNvPr>
          <p:cNvSpPr>
            <a:spLocks/>
          </p:cNvSpPr>
          <p:nvPr/>
        </p:nvSpPr>
        <p:spPr bwMode="auto">
          <a:xfrm>
            <a:off x="5281613" y="6329363"/>
            <a:ext cx="38100" cy="25400"/>
          </a:xfrm>
          <a:custGeom>
            <a:avLst/>
            <a:gdLst>
              <a:gd name="T0" fmla="*/ 2147483646 w 24"/>
              <a:gd name="T1" fmla="*/ 2147483646 h 16"/>
              <a:gd name="T2" fmla="*/ 2147483646 w 24"/>
              <a:gd name="T3" fmla="*/ 0 h 16"/>
              <a:gd name="T4" fmla="*/ 0 w 24"/>
              <a:gd name="T5" fmla="*/ 0 h 16"/>
              <a:gd name="T6" fmla="*/ 0 w 24"/>
              <a:gd name="T7" fmla="*/ 0 h 16"/>
              <a:gd name="T8" fmla="*/ 0 w 24"/>
              <a:gd name="T9" fmla="*/ 2147483646 h 16"/>
              <a:gd name="T10" fmla="*/ 0 w 24"/>
              <a:gd name="T11" fmla="*/ 2147483646 h 16"/>
              <a:gd name="T12" fmla="*/ 2147483646 w 24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6"/>
              <a:gd name="T23" fmla="*/ 24 w 24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6">
                <a:moveTo>
                  <a:pt x="24" y="16"/>
                </a:moveTo>
                <a:lnTo>
                  <a:pt x="24" y="0"/>
                </a:lnTo>
                <a:lnTo>
                  <a:pt x="0" y="0"/>
                </a:lnTo>
                <a:lnTo>
                  <a:pt x="0" y="16"/>
                </a:lnTo>
                <a:lnTo>
                  <a:pt x="24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35" name="Freeform 200">
            <a:extLst>
              <a:ext uri="{FF2B5EF4-FFF2-40B4-BE49-F238E27FC236}">
                <a16:creationId xmlns:a16="http://schemas.microsoft.com/office/drawing/2014/main" id="{0B8F6C99-C827-0BD4-3214-1681B5E591F9}"/>
              </a:ext>
            </a:extLst>
          </p:cNvPr>
          <p:cNvSpPr>
            <a:spLocks/>
          </p:cNvSpPr>
          <p:nvPr/>
        </p:nvSpPr>
        <p:spPr bwMode="auto">
          <a:xfrm>
            <a:off x="5218113" y="6316663"/>
            <a:ext cx="63500" cy="38100"/>
          </a:xfrm>
          <a:custGeom>
            <a:avLst/>
            <a:gdLst>
              <a:gd name="T0" fmla="*/ 2147483646 w 40"/>
              <a:gd name="T1" fmla="*/ 2147483646 h 24"/>
              <a:gd name="T2" fmla="*/ 2147483646 w 40"/>
              <a:gd name="T3" fmla="*/ 2147483646 h 24"/>
              <a:gd name="T4" fmla="*/ 0 w 40"/>
              <a:gd name="T5" fmla="*/ 0 h 24"/>
              <a:gd name="T6" fmla="*/ 0 w 40"/>
              <a:gd name="T7" fmla="*/ 2147483646 h 24"/>
              <a:gd name="T8" fmla="*/ 2147483646 w 40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24"/>
              <a:gd name="T17" fmla="*/ 40 w 4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24">
                <a:moveTo>
                  <a:pt x="40" y="24"/>
                </a:moveTo>
                <a:lnTo>
                  <a:pt x="40" y="8"/>
                </a:lnTo>
                <a:lnTo>
                  <a:pt x="0" y="0"/>
                </a:lnTo>
                <a:lnTo>
                  <a:pt x="0" y="16"/>
                </a:lnTo>
                <a:lnTo>
                  <a:pt x="40" y="24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36" name="Freeform 201">
            <a:extLst>
              <a:ext uri="{FF2B5EF4-FFF2-40B4-BE49-F238E27FC236}">
                <a16:creationId xmlns:a16="http://schemas.microsoft.com/office/drawing/2014/main" id="{E1A2319E-0294-0480-12DC-DB1223CA6A33}"/>
              </a:ext>
            </a:extLst>
          </p:cNvPr>
          <p:cNvSpPr>
            <a:spLocks/>
          </p:cNvSpPr>
          <p:nvPr/>
        </p:nvSpPr>
        <p:spPr bwMode="auto">
          <a:xfrm>
            <a:off x="5040313" y="6291263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37" name="Freeform 202">
            <a:extLst>
              <a:ext uri="{FF2B5EF4-FFF2-40B4-BE49-F238E27FC236}">
                <a16:creationId xmlns:a16="http://schemas.microsoft.com/office/drawing/2014/main" id="{2DF8AC46-4E09-B0C6-5BF6-1E699AA936D1}"/>
              </a:ext>
            </a:extLst>
          </p:cNvPr>
          <p:cNvSpPr>
            <a:spLocks/>
          </p:cNvSpPr>
          <p:nvPr/>
        </p:nvSpPr>
        <p:spPr bwMode="auto">
          <a:xfrm>
            <a:off x="4951413" y="6278563"/>
            <a:ext cx="12700" cy="25400"/>
          </a:xfrm>
          <a:custGeom>
            <a:avLst/>
            <a:gdLst>
              <a:gd name="T0" fmla="*/ 2147483646 w 8"/>
              <a:gd name="T1" fmla="*/ 2147483646 h 16"/>
              <a:gd name="T2" fmla="*/ 2147483646 w 8"/>
              <a:gd name="T3" fmla="*/ 0 h 16"/>
              <a:gd name="T4" fmla="*/ 0 w 8"/>
              <a:gd name="T5" fmla="*/ 0 h 16"/>
              <a:gd name="T6" fmla="*/ 0 w 8"/>
              <a:gd name="T7" fmla="*/ 0 h 16"/>
              <a:gd name="T8" fmla="*/ 0 w 8"/>
              <a:gd name="T9" fmla="*/ 2147483646 h 16"/>
              <a:gd name="T10" fmla="*/ 0 w 8"/>
              <a:gd name="T11" fmla="*/ 2147483646 h 16"/>
              <a:gd name="T12" fmla="*/ 2147483646 w 8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6"/>
              <a:gd name="T23" fmla="*/ 8 w 8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6">
                <a:moveTo>
                  <a:pt x="8" y="16"/>
                </a:moveTo>
                <a:lnTo>
                  <a:pt x="8" y="0"/>
                </a:lnTo>
                <a:lnTo>
                  <a:pt x="0" y="0"/>
                </a:lnTo>
                <a:lnTo>
                  <a:pt x="0" y="16"/>
                </a:lnTo>
                <a:lnTo>
                  <a:pt x="8" y="16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0138" name="Group 203">
            <a:extLst>
              <a:ext uri="{FF2B5EF4-FFF2-40B4-BE49-F238E27FC236}">
                <a16:creationId xmlns:a16="http://schemas.microsoft.com/office/drawing/2014/main" id="{D0D433C6-9127-6C45-4929-83651FACC653}"/>
              </a:ext>
            </a:extLst>
          </p:cNvPr>
          <p:cNvGrpSpPr>
            <a:grpSpLocks/>
          </p:cNvGrpSpPr>
          <p:nvPr/>
        </p:nvGrpSpPr>
        <p:grpSpPr bwMode="auto">
          <a:xfrm>
            <a:off x="2309814" y="838201"/>
            <a:ext cx="7164387" cy="5465763"/>
            <a:chOff x="495" y="528"/>
            <a:chExt cx="4513" cy="3443"/>
          </a:xfrm>
        </p:grpSpPr>
        <p:sp>
          <p:nvSpPr>
            <p:cNvPr id="40153" name="Freeform 204">
              <a:extLst>
                <a:ext uri="{FF2B5EF4-FFF2-40B4-BE49-F238E27FC236}">
                  <a16:creationId xmlns:a16="http://schemas.microsoft.com/office/drawing/2014/main" id="{234AAA51-231A-C518-B3AE-2A7F6B813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" y="3947"/>
              <a:ext cx="56" cy="24"/>
            </a:xfrm>
            <a:custGeom>
              <a:avLst/>
              <a:gdLst>
                <a:gd name="T0" fmla="*/ 56 w 56"/>
                <a:gd name="T1" fmla="*/ 24 h 24"/>
                <a:gd name="T2" fmla="*/ 56 w 56"/>
                <a:gd name="T3" fmla="*/ 8 h 24"/>
                <a:gd name="T4" fmla="*/ 0 w 56"/>
                <a:gd name="T5" fmla="*/ 0 h 24"/>
                <a:gd name="T6" fmla="*/ 0 w 56"/>
                <a:gd name="T7" fmla="*/ 16 h 24"/>
                <a:gd name="T8" fmla="*/ 56 w 56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24"/>
                <a:gd name="T17" fmla="*/ 56 w 56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24">
                  <a:moveTo>
                    <a:pt x="56" y="24"/>
                  </a:moveTo>
                  <a:lnTo>
                    <a:pt x="56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56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4" name="Freeform 205">
              <a:extLst>
                <a:ext uri="{FF2B5EF4-FFF2-40B4-BE49-F238E27FC236}">
                  <a16:creationId xmlns:a16="http://schemas.microsoft.com/office/drawing/2014/main" id="{8269D16E-159A-A3E0-B42B-19CA9018F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3923"/>
              <a:ext cx="64" cy="24"/>
            </a:xfrm>
            <a:custGeom>
              <a:avLst/>
              <a:gdLst>
                <a:gd name="T0" fmla="*/ 64 w 64"/>
                <a:gd name="T1" fmla="*/ 24 h 24"/>
                <a:gd name="T2" fmla="*/ 64 w 64"/>
                <a:gd name="T3" fmla="*/ 8 h 24"/>
                <a:gd name="T4" fmla="*/ 0 w 64"/>
                <a:gd name="T5" fmla="*/ 0 h 24"/>
                <a:gd name="T6" fmla="*/ 0 w 64"/>
                <a:gd name="T7" fmla="*/ 16 h 24"/>
                <a:gd name="T8" fmla="*/ 64 w 6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64" y="24"/>
                  </a:moveTo>
                  <a:lnTo>
                    <a:pt x="64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64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5" name="Freeform 206">
              <a:extLst>
                <a:ext uri="{FF2B5EF4-FFF2-40B4-BE49-F238E27FC236}">
                  <a16:creationId xmlns:a16="http://schemas.microsoft.com/office/drawing/2014/main" id="{E48A6FDE-9C52-47A1-B00E-B03EC2F01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3891"/>
              <a:ext cx="64" cy="32"/>
            </a:xfrm>
            <a:custGeom>
              <a:avLst/>
              <a:gdLst>
                <a:gd name="T0" fmla="*/ 64 w 64"/>
                <a:gd name="T1" fmla="*/ 32 h 32"/>
                <a:gd name="T2" fmla="*/ 64 w 64"/>
                <a:gd name="T3" fmla="*/ 16 h 32"/>
                <a:gd name="T4" fmla="*/ 0 w 64"/>
                <a:gd name="T5" fmla="*/ 0 h 32"/>
                <a:gd name="T6" fmla="*/ 0 w 64"/>
                <a:gd name="T7" fmla="*/ 16 h 32"/>
                <a:gd name="T8" fmla="*/ 64 w 64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64" y="32"/>
                  </a:moveTo>
                  <a:lnTo>
                    <a:pt x="64" y="16"/>
                  </a:lnTo>
                  <a:lnTo>
                    <a:pt x="0" y="0"/>
                  </a:lnTo>
                  <a:lnTo>
                    <a:pt x="0" y="16"/>
                  </a:lnTo>
                  <a:lnTo>
                    <a:pt x="64" y="32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6" name="Freeform 207">
              <a:extLst>
                <a:ext uri="{FF2B5EF4-FFF2-40B4-BE49-F238E27FC236}">
                  <a16:creationId xmlns:a16="http://schemas.microsoft.com/office/drawing/2014/main" id="{64836607-C5EF-C1B1-A5AB-2D1F839C0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3851"/>
              <a:ext cx="72" cy="40"/>
            </a:xfrm>
            <a:custGeom>
              <a:avLst/>
              <a:gdLst>
                <a:gd name="T0" fmla="*/ 64 w 72"/>
                <a:gd name="T1" fmla="*/ 40 h 40"/>
                <a:gd name="T2" fmla="*/ 72 w 72"/>
                <a:gd name="T3" fmla="*/ 24 h 40"/>
                <a:gd name="T4" fmla="*/ 8 w 72"/>
                <a:gd name="T5" fmla="*/ 0 h 40"/>
                <a:gd name="T6" fmla="*/ 0 w 72"/>
                <a:gd name="T7" fmla="*/ 16 h 40"/>
                <a:gd name="T8" fmla="*/ 64 w 72"/>
                <a:gd name="T9" fmla="*/ 4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40"/>
                <a:gd name="T17" fmla="*/ 72 w 7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40">
                  <a:moveTo>
                    <a:pt x="64" y="40"/>
                  </a:moveTo>
                  <a:lnTo>
                    <a:pt x="72" y="24"/>
                  </a:lnTo>
                  <a:lnTo>
                    <a:pt x="8" y="0"/>
                  </a:lnTo>
                  <a:lnTo>
                    <a:pt x="0" y="16"/>
                  </a:lnTo>
                  <a:lnTo>
                    <a:pt x="64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7" name="Freeform 208">
              <a:extLst>
                <a:ext uri="{FF2B5EF4-FFF2-40B4-BE49-F238E27FC236}">
                  <a16:creationId xmlns:a16="http://schemas.microsoft.com/office/drawing/2014/main" id="{4F46FBDE-7399-8A1D-6B5C-E89F07857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3811"/>
              <a:ext cx="64" cy="40"/>
            </a:xfrm>
            <a:custGeom>
              <a:avLst/>
              <a:gdLst>
                <a:gd name="T0" fmla="*/ 56 w 64"/>
                <a:gd name="T1" fmla="*/ 40 h 40"/>
                <a:gd name="T2" fmla="*/ 64 w 64"/>
                <a:gd name="T3" fmla="*/ 24 h 40"/>
                <a:gd name="T4" fmla="*/ 8 w 64"/>
                <a:gd name="T5" fmla="*/ 0 h 40"/>
                <a:gd name="T6" fmla="*/ 0 w 64"/>
                <a:gd name="T7" fmla="*/ 16 h 40"/>
                <a:gd name="T8" fmla="*/ 56 w 64"/>
                <a:gd name="T9" fmla="*/ 4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56" y="40"/>
                  </a:moveTo>
                  <a:lnTo>
                    <a:pt x="64" y="24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8" name="Freeform 209">
              <a:extLst>
                <a:ext uri="{FF2B5EF4-FFF2-40B4-BE49-F238E27FC236}">
                  <a16:creationId xmlns:a16="http://schemas.microsoft.com/office/drawing/2014/main" id="{EBCEBBA2-7E76-418D-50A1-2147E9E0C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3" y="3771"/>
              <a:ext cx="56" cy="32"/>
            </a:xfrm>
            <a:custGeom>
              <a:avLst/>
              <a:gdLst>
                <a:gd name="T0" fmla="*/ 48 w 56"/>
                <a:gd name="T1" fmla="*/ 32 h 32"/>
                <a:gd name="T2" fmla="*/ 56 w 56"/>
                <a:gd name="T3" fmla="*/ 16 h 32"/>
                <a:gd name="T4" fmla="*/ 8 w 56"/>
                <a:gd name="T5" fmla="*/ 0 h 32"/>
                <a:gd name="T6" fmla="*/ 8 w 56"/>
                <a:gd name="T7" fmla="*/ 0 h 32"/>
                <a:gd name="T8" fmla="*/ 0 w 56"/>
                <a:gd name="T9" fmla="*/ 16 h 32"/>
                <a:gd name="T10" fmla="*/ 0 w 56"/>
                <a:gd name="T11" fmla="*/ 16 h 32"/>
                <a:gd name="T12" fmla="*/ 48 w 56"/>
                <a:gd name="T13" fmla="*/ 32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6"/>
                <a:gd name="T22" fmla="*/ 0 h 32"/>
                <a:gd name="T23" fmla="*/ 56 w 5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6" h="32">
                  <a:moveTo>
                    <a:pt x="48" y="32"/>
                  </a:moveTo>
                  <a:lnTo>
                    <a:pt x="56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8" y="32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9" name="Freeform 210">
              <a:extLst>
                <a:ext uri="{FF2B5EF4-FFF2-40B4-BE49-F238E27FC236}">
                  <a16:creationId xmlns:a16="http://schemas.microsoft.com/office/drawing/2014/main" id="{D39E6DCA-5FE5-A07B-E312-D1A053CED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3763"/>
              <a:ext cx="24" cy="24"/>
            </a:xfrm>
            <a:custGeom>
              <a:avLst/>
              <a:gdLst>
                <a:gd name="T0" fmla="*/ 16 w 24"/>
                <a:gd name="T1" fmla="*/ 24 h 24"/>
                <a:gd name="T2" fmla="*/ 24 w 24"/>
                <a:gd name="T3" fmla="*/ 8 h 24"/>
                <a:gd name="T4" fmla="*/ 8 w 24"/>
                <a:gd name="T5" fmla="*/ 0 h 24"/>
                <a:gd name="T6" fmla="*/ 0 w 24"/>
                <a:gd name="T7" fmla="*/ 16 h 24"/>
                <a:gd name="T8" fmla="*/ 16 w 2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16" y="24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0" name="Freeform 211">
              <a:extLst>
                <a:ext uri="{FF2B5EF4-FFF2-40B4-BE49-F238E27FC236}">
                  <a16:creationId xmlns:a16="http://schemas.microsoft.com/office/drawing/2014/main" id="{E24A1EF5-C68F-9116-CD9D-0B82B28E3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3707"/>
              <a:ext cx="64" cy="48"/>
            </a:xfrm>
            <a:custGeom>
              <a:avLst/>
              <a:gdLst>
                <a:gd name="T0" fmla="*/ 56 w 64"/>
                <a:gd name="T1" fmla="*/ 48 h 48"/>
                <a:gd name="T2" fmla="*/ 64 w 64"/>
                <a:gd name="T3" fmla="*/ 32 h 48"/>
                <a:gd name="T4" fmla="*/ 8 w 64"/>
                <a:gd name="T5" fmla="*/ 0 h 48"/>
                <a:gd name="T6" fmla="*/ 0 w 64"/>
                <a:gd name="T7" fmla="*/ 16 h 48"/>
                <a:gd name="T8" fmla="*/ 56 w 64"/>
                <a:gd name="T9" fmla="*/ 48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8"/>
                <a:gd name="T17" fmla="*/ 64 w 64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8">
                  <a:moveTo>
                    <a:pt x="56" y="48"/>
                  </a:moveTo>
                  <a:lnTo>
                    <a:pt x="64" y="32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4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1" name="Freeform 212">
              <a:extLst>
                <a:ext uri="{FF2B5EF4-FFF2-40B4-BE49-F238E27FC236}">
                  <a16:creationId xmlns:a16="http://schemas.microsoft.com/office/drawing/2014/main" id="{8A1BB6E9-BB1D-8EC2-FAE4-EB1433A0E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3674"/>
              <a:ext cx="24" cy="24"/>
            </a:xfrm>
            <a:custGeom>
              <a:avLst/>
              <a:gdLst>
                <a:gd name="T0" fmla="*/ 16 w 24"/>
                <a:gd name="T1" fmla="*/ 24 h 24"/>
                <a:gd name="T2" fmla="*/ 24 w 24"/>
                <a:gd name="T3" fmla="*/ 8 h 24"/>
                <a:gd name="T4" fmla="*/ 8 w 24"/>
                <a:gd name="T5" fmla="*/ 0 h 24"/>
                <a:gd name="T6" fmla="*/ 8 w 24"/>
                <a:gd name="T7" fmla="*/ 0 h 24"/>
                <a:gd name="T8" fmla="*/ 0 w 24"/>
                <a:gd name="T9" fmla="*/ 16 h 24"/>
                <a:gd name="T10" fmla="*/ 0 w 24"/>
                <a:gd name="T11" fmla="*/ 16 h 24"/>
                <a:gd name="T12" fmla="*/ 16 w 2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16" y="24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2" name="Freeform 213">
              <a:extLst>
                <a:ext uri="{FF2B5EF4-FFF2-40B4-BE49-F238E27FC236}">
                  <a16:creationId xmlns:a16="http://schemas.microsoft.com/office/drawing/2014/main" id="{129AA39B-5254-5563-B9B5-DA6CEFD0A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3650"/>
              <a:ext cx="40" cy="40"/>
            </a:xfrm>
            <a:custGeom>
              <a:avLst/>
              <a:gdLst>
                <a:gd name="T0" fmla="*/ 32 w 40"/>
                <a:gd name="T1" fmla="*/ 40 h 40"/>
                <a:gd name="T2" fmla="*/ 40 w 40"/>
                <a:gd name="T3" fmla="*/ 24 h 40"/>
                <a:gd name="T4" fmla="*/ 8 w 40"/>
                <a:gd name="T5" fmla="*/ 0 h 40"/>
                <a:gd name="T6" fmla="*/ 0 w 40"/>
                <a:gd name="T7" fmla="*/ 16 h 40"/>
                <a:gd name="T8" fmla="*/ 32 w 40"/>
                <a:gd name="T9" fmla="*/ 4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40"/>
                <a:gd name="T17" fmla="*/ 40 w 40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40">
                  <a:moveTo>
                    <a:pt x="32" y="40"/>
                  </a:moveTo>
                  <a:lnTo>
                    <a:pt x="40" y="24"/>
                  </a:lnTo>
                  <a:lnTo>
                    <a:pt x="8" y="0"/>
                  </a:lnTo>
                  <a:lnTo>
                    <a:pt x="0" y="16"/>
                  </a:lnTo>
                  <a:lnTo>
                    <a:pt x="32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3" name="Freeform 214">
              <a:extLst>
                <a:ext uri="{FF2B5EF4-FFF2-40B4-BE49-F238E27FC236}">
                  <a16:creationId xmlns:a16="http://schemas.microsoft.com/office/drawing/2014/main" id="{C05FF895-8CBC-12E9-F3CB-E68EC60AC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3586"/>
              <a:ext cx="64" cy="56"/>
            </a:xfrm>
            <a:custGeom>
              <a:avLst/>
              <a:gdLst>
                <a:gd name="T0" fmla="*/ 56 w 64"/>
                <a:gd name="T1" fmla="*/ 56 h 56"/>
                <a:gd name="T2" fmla="*/ 64 w 64"/>
                <a:gd name="T3" fmla="*/ 40 h 56"/>
                <a:gd name="T4" fmla="*/ 8 w 64"/>
                <a:gd name="T5" fmla="*/ 0 h 56"/>
                <a:gd name="T6" fmla="*/ 0 w 64"/>
                <a:gd name="T7" fmla="*/ 16 h 56"/>
                <a:gd name="T8" fmla="*/ 56 w 64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56" y="56"/>
                  </a:moveTo>
                  <a:lnTo>
                    <a:pt x="64" y="4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5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4" name="Freeform 215">
              <a:extLst>
                <a:ext uri="{FF2B5EF4-FFF2-40B4-BE49-F238E27FC236}">
                  <a16:creationId xmlns:a16="http://schemas.microsoft.com/office/drawing/2014/main" id="{5F35D85D-8F08-6390-45F7-EBDC3818F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1" y="3522"/>
              <a:ext cx="56" cy="56"/>
            </a:xfrm>
            <a:custGeom>
              <a:avLst/>
              <a:gdLst>
                <a:gd name="T0" fmla="*/ 48 w 56"/>
                <a:gd name="T1" fmla="*/ 56 h 56"/>
                <a:gd name="T2" fmla="*/ 56 w 56"/>
                <a:gd name="T3" fmla="*/ 48 h 56"/>
                <a:gd name="T4" fmla="*/ 8 w 56"/>
                <a:gd name="T5" fmla="*/ 0 h 56"/>
                <a:gd name="T6" fmla="*/ 0 w 56"/>
                <a:gd name="T7" fmla="*/ 8 h 56"/>
                <a:gd name="T8" fmla="*/ 48 w 56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48" y="56"/>
                  </a:moveTo>
                  <a:lnTo>
                    <a:pt x="56" y="48"/>
                  </a:lnTo>
                  <a:lnTo>
                    <a:pt x="8" y="0"/>
                  </a:lnTo>
                  <a:lnTo>
                    <a:pt x="0" y="8"/>
                  </a:lnTo>
                  <a:lnTo>
                    <a:pt x="48" y="5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5" name="Freeform 216">
              <a:extLst>
                <a:ext uri="{FF2B5EF4-FFF2-40B4-BE49-F238E27FC236}">
                  <a16:creationId xmlns:a16="http://schemas.microsoft.com/office/drawing/2014/main" id="{79412368-68A6-20BE-FB72-0FD04DA11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450"/>
              <a:ext cx="56" cy="56"/>
            </a:xfrm>
            <a:custGeom>
              <a:avLst/>
              <a:gdLst>
                <a:gd name="T0" fmla="*/ 48 w 56"/>
                <a:gd name="T1" fmla="*/ 56 h 56"/>
                <a:gd name="T2" fmla="*/ 56 w 56"/>
                <a:gd name="T3" fmla="*/ 40 h 56"/>
                <a:gd name="T4" fmla="*/ 8 w 56"/>
                <a:gd name="T5" fmla="*/ 0 h 56"/>
                <a:gd name="T6" fmla="*/ 0 w 56"/>
                <a:gd name="T7" fmla="*/ 16 h 56"/>
                <a:gd name="T8" fmla="*/ 48 w 56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48" y="56"/>
                  </a:moveTo>
                  <a:lnTo>
                    <a:pt x="56" y="4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8" y="5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6" name="Freeform 217">
              <a:extLst>
                <a:ext uri="{FF2B5EF4-FFF2-40B4-BE49-F238E27FC236}">
                  <a16:creationId xmlns:a16="http://schemas.microsoft.com/office/drawing/2014/main" id="{D43BFE1A-14FD-4D47-A789-3C8853C37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" y="3370"/>
              <a:ext cx="56" cy="56"/>
            </a:xfrm>
            <a:custGeom>
              <a:avLst/>
              <a:gdLst>
                <a:gd name="T0" fmla="*/ 48 w 56"/>
                <a:gd name="T1" fmla="*/ 56 h 56"/>
                <a:gd name="T2" fmla="*/ 56 w 56"/>
                <a:gd name="T3" fmla="*/ 40 h 56"/>
                <a:gd name="T4" fmla="*/ 8 w 56"/>
                <a:gd name="T5" fmla="*/ 0 h 56"/>
                <a:gd name="T6" fmla="*/ 0 w 56"/>
                <a:gd name="T7" fmla="*/ 16 h 56"/>
                <a:gd name="T8" fmla="*/ 48 w 56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48" y="56"/>
                  </a:moveTo>
                  <a:lnTo>
                    <a:pt x="56" y="4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8" y="5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7" name="Freeform 218">
              <a:extLst>
                <a:ext uri="{FF2B5EF4-FFF2-40B4-BE49-F238E27FC236}">
                  <a16:creationId xmlns:a16="http://schemas.microsoft.com/office/drawing/2014/main" id="{1ED025AD-4197-22E1-EFBE-03D6C1699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3306"/>
              <a:ext cx="48" cy="48"/>
            </a:xfrm>
            <a:custGeom>
              <a:avLst/>
              <a:gdLst>
                <a:gd name="T0" fmla="*/ 40 w 48"/>
                <a:gd name="T1" fmla="*/ 48 h 48"/>
                <a:gd name="T2" fmla="*/ 48 w 48"/>
                <a:gd name="T3" fmla="*/ 40 h 48"/>
                <a:gd name="T4" fmla="*/ 8 w 48"/>
                <a:gd name="T5" fmla="*/ 0 h 48"/>
                <a:gd name="T6" fmla="*/ 8 w 48"/>
                <a:gd name="T7" fmla="*/ 0 h 48"/>
                <a:gd name="T8" fmla="*/ 0 w 48"/>
                <a:gd name="T9" fmla="*/ 8 h 48"/>
                <a:gd name="T10" fmla="*/ 0 w 48"/>
                <a:gd name="T11" fmla="*/ 8 h 48"/>
                <a:gd name="T12" fmla="*/ 40 w 48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48"/>
                <a:gd name="T23" fmla="*/ 48 w 48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48">
                  <a:moveTo>
                    <a:pt x="40" y="48"/>
                  </a:moveTo>
                  <a:lnTo>
                    <a:pt x="48" y="40"/>
                  </a:lnTo>
                  <a:lnTo>
                    <a:pt x="8" y="0"/>
                  </a:lnTo>
                  <a:lnTo>
                    <a:pt x="0" y="8"/>
                  </a:lnTo>
                  <a:lnTo>
                    <a:pt x="40" y="4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8" name="Freeform 219">
              <a:extLst>
                <a:ext uri="{FF2B5EF4-FFF2-40B4-BE49-F238E27FC236}">
                  <a16:creationId xmlns:a16="http://schemas.microsoft.com/office/drawing/2014/main" id="{A4E6A8A1-B334-F1F5-DCF4-8910B9302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" y="3298"/>
              <a:ext cx="16" cy="16"/>
            </a:xfrm>
            <a:custGeom>
              <a:avLst/>
              <a:gdLst>
                <a:gd name="T0" fmla="*/ 8 w 16"/>
                <a:gd name="T1" fmla="*/ 16 h 16"/>
                <a:gd name="T2" fmla="*/ 16 w 16"/>
                <a:gd name="T3" fmla="*/ 8 h 16"/>
                <a:gd name="T4" fmla="*/ 8 w 16"/>
                <a:gd name="T5" fmla="*/ 0 h 16"/>
                <a:gd name="T6" fmla="*/ 0 w 16"/>
                <a:gd name="T7" fmla="*/ 8 h 16"/>
                <a:gd name="T8" fmla="*/ 8 w 16"/>
                <a:gd name="T9" fmla="*/ 1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16"/>
                <a:gd name="T17" fmla="*/ 16 w 16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16">
                  <a:moveTo>
                    <a:pt x="8" y="16"/>
                  </a:move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9" name="Freeform 220">
              <a:extLst>
                <a:ext uri="{FF2B5EF4-FFF2-40B4-BE49-F238E27FC236}">
                  <a16:creationId xmlns:a16="http://schemas.microsoft.com/office/drawing/2014/main" id="{76EF429C-ACF1-68D3-E712-9DA11057B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" y="3210"/>
              <a:ext cx="56" cy="56"/>
            </a:xfrm>
            <a:custGeom>
              <a:avLst/>
              <a:gdLst>
                <a:gd name="T0" fmla="*/ 48 w 56"/>
                <a:gd name="T1" fmla="*/ 56 h 56"/>
                <a:gd name="T2" fmla="*/ 56 w 56"/>
                <a:gd name="T3" fmla="*/ 48 h 56"/>
                <a:gd name="T4" fmla="*/ 8 w 56"/>
                <a:gd name="T5" fmla="*/ 0 h 56"/>
                <a:gd name="T6" fmla="*/ 0 w 56"/>
                <a:gd name="T7" fmla="*/ 8 h 56"/>
                <a:gd name="T8" fmla="*/ 48 w 56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48" y="56"/>
                  </a:moveTo>
                  <a:lnTo>
                    <a:pt x="56" y="48"/>
                  </a:lnTo>
                  <a:lnTo>
                    <a:pt x="8" y="0"/>
                  </a:lnTo>
                  <a:lnTo>
                    <a:pt x="0" y="8"/>
                  </a:lnTo>
                  <a:lnTo>
                    <a:pt x="48" y="5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0" name="Freeform 221">
              <a:extLst>
                <a:ext uri="{FF2B5EF4-FFF2-40B4-BE49-F238E27FC236}">
                  <a16:creationId xmlns:a16="http://schemas.microsoft.com/office/drawing/2014/main" id="{60528B75-4155-B62A-FA00-758A676E3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" y="3146"/>
              <a:ext cx="32" cy="32"/>
            </a:xfrm>
            <a:custGeom>
              <a:avLst/>
              <a:gdLst>
                <a:gd name="T0" fmla="*/ 16 w 32"/>
                <a:gd name="T1" fmla="*/ 32 h 32"/>
                <a:gd name="T2" fmla="*/ 32 w 32"/>
                <a:gd name="T3" fmla="*/ 24 h 32"/>
                <a:gd name="T4" fmla="*/ 16 w 32"/>
                <a:gd name="T5" fmla="*/ 0 h 32"/>
                <a:gd name="T6" fmla="*/ 0 w 32"/>
                <a:gd name="T7" fmla="*/ 8 h 32"/>
                <a:gd name="T8" fmla="*/ 16 w 32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16" y="32"/>
                  </a:moveTo>
                  <a:lnTo>
                    <a:pt x="32" y="24"/>
                  </a:lnTo>
                  <a:lnTo>
                    <a:pt x="16" y="0"/>
                  </a:lnTo>
                  <a:lnTo>
                    <a:pt x="0" y="8"/>
                  </a:lnTo>
                  <a:lnTo>
                    <a:pt x="16" y="32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1" name="Freeform 222">
              <a:extLst>
                <a:ext uri="{FF2B5EF4-FFF2-40B4-BE49-F238E27FC236}">
                  <a16:creationId xmlns:a16="http://schemas.microsoft.com/office/drawing/2014/main" id="{6E9D61CF-4BD4-E189-4277-96D024084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2314"/>
              <a:ext cx="24" cy="32"/>
            </a:xfrm>
            <a:custGeom>
              <a:avLst/>
              <a:gdLst>
                <a:gd name="T0" fmla="*/ 0 w 24"/>
                <a:gd name="T1" fmla="*/ 24 h 32"/>
                <a:gd name="T2" fmla="*/ 16 w 24"/>
                <a:gd name="T3" fmla="*/ 32 h 32"/>
                <a:gd name="T4" fmla="*/ 24 w 24"/>
                <a:gd name="T5" fmla="*/ 8 h 32"/>
                <a:gd name="T6" fmla="*/ 8 w 24"/>
                <a:gd name="T7" fmla="*/ 0 h 32"/>
                <a:gd name="T8" fmla="*/ 0 w 24"/>
                <a:gd name="T9" fmla="*/ 24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2"/>
                <a:gd name="T17" fmla="*/ 24 w 2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2">
                  <a:moveTo>
                    <a:pt x="0" y="24"/>
                  </a:moveTo>
                  <a:lnTo>
                    <a:pt x="16" y="32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2" name="Freeform 223">
              <a:extLst>
                <a:ext uri="{FF2B5EF4-FFF2-40B4-BE49-F238E27FC236}">
                  <a16:creationId xmlns:a16="http://schemas.microsoft.com/office/drawing/2014/main" id="{477B23D4-EF6D-07D6-084F-D70A7A3BD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2209"/>
              <a:ext cx="40" cy="65"/>
            </a:xfrm>
            <a:custGeom>
              <a:avLst/>
              <a:gdLst>
                <a:gd name="T0" fmla="*/ 0 w 40"/>
                <a:gd name="T1" fmla="*/ 57 h 65"/>
                <a:gd name="T2" fmla="*/ 16 w 40"/>
                <a:gd name="T3" fmla="*/ 65 h 65"/>
                <a:gd name="T4" fmla="*/ 40 w 40"/>
                <a:gd name="T5" fmla="*/ 8 h 65"/>
                <a:gd name="T6" fmla="*/ 24 w 40"/>
                <a:gd name="T7" fmla="*/ 0 h 65"/>
                <a:gd name="T8" fmla="*/ 0 w 40"/>
                <a:gd name="T9" fmla="*/ 5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5"/>
                <a:gd name="T17" fmla="*/ 40 w 40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5">
                  <a:moveTo>
                    <a:pt x="0" y="57"/>
                  </a:moveTo>
                  <a:lnTo>
                    <a:pt x="16" y="65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0" y="57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3" name="Freeform 224">
              <a:extLst>
                <a:ext uri="{FF2B5EF4-FFF2-40B4-BE49-F238E27FC236}">
                  <a16:creationId xmlns:a16="http://schemas.microsoft.com/office/drawing/2014/main" id="{E5FCCE5D-8DEB-E8D8-3529-AEBD1B81A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" y="2105"/>
              <a:ext cx="40" cy="64"/>
            </a:xfrm>
            <a:custGeom>
              <a:avLst/>
              <a:gdLst>
                <a:gd name="T0" fmla="*/ 0 w 40"/>
                <a:gd name="T1" fmla="*/ 56 h 64"/>
                <a:gd name="T2" fmla="*/ 16 w 40"/>
                <a:gd name="T3" fmla="*/ 64 h 64"/>
                <a:gd name="T4" fmla="*/ 40 w 40"/>
                <a:gd name="T5" fmla="*/ 8 h 64"/>
                <a:gd name="T6" fmla="*/ 24 w 40"/>
                <a:gd name="T7" fmla="*/ 0 h 64"/>
                <a:gd name="T8" fmla="*/ 0 w 40"/>
                <a:gd name="T9" fmla="*/ 56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0" y="56"/>
                  </a:moveTo>
                  <a:lnTo>
                    <a:pt x="16" y="6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0" y="5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4" name="Freeform 225">
              <a:extLst>
                <a:ext uri="{FF2B5EF4-FFF2-40B4-BE49-F238E27FC236}">
                  <a16:creationId xmlns:a16="http://schemas.microsoft.com/office/drawing/2014/main" id="{0BA9D2B5-2177-41CF-0FD3-3DB48B9C7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" y="2009"/>
              <a:ext cx="32" cy="56"/>
            </a:xfrm>
            <a:custGeom>
              <a:avLst/>
              <a:gdLst>
                <a:gd name="T0" fmla="*/ 0 w 32"/>
                <a:gd name="T1" fmla="*/ 48 h 56"/>
                <a:gd name="T2" fmla="*/ 16 w 32"/>
                <a:gd name="T3" fmla="*/ 56 h 56"/>
                <a:gd name="T4" fmla="*/ 32 w 32"/>
                <a:gd name="T5" fmla="*/ 8 h 56"/>
                <a:gd name="T6" fmla="*/ 32 w 32"/>
                <a:gd name="T7" fmla="*/ 8 h 56"/>
                <a:gd name="T8" fmla="*/ 24 w 32"/>
                <a:gd name="T9" fmla="*/ 0 h 56"/>
                <a:gd name="T10" fmla="*/ 16 w 32"/>
                <a:gd name="T11" fmla="*/ 0 h 56"/>
                <a:gd name="T12" fmla="*/ 0 w 32"/>
                <a:gd name="T13" fmla="*/ 4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56"/>
                <a:gd name="T23" fmla="*/ 32 w 32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56">
                  <a:moveTo>
                    <a:pt x="0" y="48"/>
                  </a:moveTo>
                  <a:lnTo>
                    <a:pt x="16" y="5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4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5" name="Freeform 226">
              <a:extLst>
                <a:ext uri="{FF2B5EF4-FFF2-40B4-BE49-F238E27FC236}">
                  <a16:creationId xmlns:a16="http://schemas.microsoft.com/office/drawing/2014/main" id="{3AAD57A7-0E7D-84BE-8B01-9378D772E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" y="2001"/>
              <a:ext cx="16" cy="16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16 h 16"/>
                <a:gd name="T4" fmla="*/ 16 w 16"/>
                <a:gd name="T5" fmla="*/ 8 h 16"/>
                <a:gd name="T6" fmla="*/ 8 w 16"/>
                <a:gd name="T7" fmla="*/ 0 h 16"/>
                <a:gd name="T8" fmla="*/ 0 w 16"/>
                <a:gd name="T9" fmla="*/ 8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16"/>
                <a:gd name="T17" fmla="*/ 16 w 16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16">
                  <a:moveTo>
                    <a:pt x="0" y="8"/>
                  </a:moveTo>
                  <a:lnTo>
                    <a:pt x="8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6" name="Freeform 227">
              <a:extLst>
                <a:ext uri="{FF2B5EF4-FFF2-40B4-BE49-F238E27FC236}">
                  <a16:creationId xmlns:a16="http://schemas.microsoft.com/office/drawing/2014/main" id="{665D0FFB-1774-AF19-DCAA-F0DF2D5B0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" y="1897"/>
              <a:ext cx="48" cy="64"/>
            </a:xfrm>
            <a:custGeom>
              <a:avLst/>
              <a:gdLst>
                <a:gd name="T0" fmla="*/ 0 w 48"/>
                <a:gd name="T1" fmla="*/ 56 h 64"/>
                <a:gd name="T2" fmla="*/ 16 w 48"/>
                <a:gd name="T3" fmla="*/ 64 h 64"/>
                <a:gd name="T4" fmla="*/ 48 w 48"/>
                <a:gd name="T5" fmla="*/ 8 h 64"/>
                <a:gd name="T6" fmla="*/ 32 w 48"/>
                <a:gd name="T7" fmla="*/ 0 h 64"/>
                <a:gd name="T8" fmla="*/ 0 w 48"/>
                <a:gd name="T9" fmla="*/ 56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64"/>
                <a:gd name="T17" fmla="*/ 48 w 48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64">
                  <a:moveTo>
                    <a:pt x="0" y="56"/>
                  </a:moveTo>
                  <a:lnTo>
                    <a:pt x="16" y="64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5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7" name="Freeform 228">
              <a:extLst>
                <a:ext uri="{FF2B5EF4-FFF2-40B4-BE49-F238E27FC236}">
                  <a16:creationId xmlns:a16="http://schemas.microsoft.com/office/drawing/2014/main" id="{F2E15CA4-F7E3-EA97-57E9-468EA34F5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" y="1801"/>
              <a:ext cx="48" cy="64"/>
            </a:xfrm>
            <a:custGeom>
              <a:avLst/>
              <a:gdLst>
                <a:gd name="T0" fmla="*/ 0 w 48"/>
                <a:gd name="T1" fmla="*/ 56 h 64"/>
                <a:gd name="T2" fmla="*/ 16 w 48"/>
                <a:gd name="T3" fmla="*/ 64 h 64"/>
                <a:gd name="T4" fmla="*/ 48 w 48"/>
                <a:gd name="T5" fmla="*/ 8 h 64"/>
                <a:gd name="T6" fmla="*/ 32 w 48"/>
                <a:gd name="T7" fmla="*/ 0 h 64"/>
                <a:gd name="T8" fmla="*/ 0 w 48"/>
                <a:gd name="T9" fmla="*/ 56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64"/>
                <a:gd name="T17" fmla="*/ 48 w 48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64">
                  <a:moveTo>
                    <a:pt x="0" y="56"/>
                  </a:moveTo>
                  <a:lnTo>
                    <a:pt x="16" y="64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5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8" name="Freeform 229">
              <a:extLst>
                <a:ext uri="{FF2B5EF4-FFF2-40B4-BE49-F238E27FC236}">
                  <a16:creationId xmlns:a16="http://schemas.microsoft.com/office/drawing/2014/main" id="{1E26710C-08FE-31EF-3CAB-8F06AB1A9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" y="1721"/>
              <a:ext cx="40" cy="48"/>
            </a:xfrm>
            <a:custGeom>
              <a:avLst/>
              <a:gdLst>
                <a:gd name="T0" fmla="*/ 0 w 40"/>
                <a:gd name="T1" fmla="*/ 40 h 48"/>
                <a:gd name="T2" fmla="*/ 16 w 40"/>
                <a:gd name="T3" fmla="*/ 48 h 48"/>
                <a:gd name="T4" fmla="*/ 40 w 40"/>
                <a:gd name="T5" fmla="*/ 8 h 48"/>
                <a:gd name="T6" fmla="*/ 40 w 40"/>
                <a:gd name="T7" fmla="*/ 8 h 48"/>
                <a:gd name="T8" fmla="*/ 24 w 40"/>
                <a:gd name="T9" fmla="*/ 0 h 48"/>
                <a:gd name="T10" fmla="*/ 24 w 40"/>
                <a:gd name="T11" fmla="*/ 0 h 48"/>
                <a:gd name="T12" fmla="*/ 0 w 40"/>
                <a:gd name="T13" fmla="*/ 4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48"/>
                <a:gd name="T23" fmla="*/ 40 w 40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48">
                  <a:moveTo>
                    <a:pt x="0" y="40"/>
                  </a:moveTo>
                  <a:lnTo>
                    <a:pt x="16" y="48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9" name="Freeform 230">
              <a:extLst>
                <a:ext uri="{FF2B5EF4-FFF2-40B4-BE49-F238E27FC236}">
                  <a16:creationId xmlns:a16="http://schemas.microsoft.com/office/drawing/2014/main" id="{0C0F5958-61AE-D13B-C6C1-4827A03C6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" y="1705"/>
              <a:ext cx="24" cy="24"/>
            </a:xfrm>
            <a:custGeom>
              <a:avLst/>
              <a:gdLst>
                <a:gd name="T0" fmla="*/ 0 w 24"/>
                <a:gd name="T1" fmla="*/ 16 h 24"/>
                <a:gd name="T2" fmla="*/ 16 w 24"/>
                <a:gd name="T3" fmla="*/ 24 h 24"/>
                <a:gd name="T4" fmla="*/ 24 w 24"/>
                <a:gd name="T5" fmla="*/ 8 h 24"/>
                <a:gd name="T6" fmla="*/ 8 w 24"/>
                <a:gd name="T7" fmla="*/ 0 h 24"/>
                <a:gd name="T8" fmla="*/ 0 w 24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16"/>
                  </a:moveTo>
                  <a:lnTo>
                    <a:pt x="16" y="24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0" name="Freeform 231">
              <a:extLst>
                <a:ext uri="{FF2B5EF4-FFF2-40B4-BE49-F238E27FC236}">
                  <a16:creationId xmlns:a16="http://schemas.microsoft.com/office/drawing/2014/main" id="{D83C7AD0-F397-D94E-C98A-8D79D9985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" y="1617"/>
              <a:ext cx="48" cy="56"/>
            </a:xfrm>
            <a:custGeom>
              <a:avLst/>
              <a:gdLst>
                <a:gd name="T0" fmla="*/ 0 w 48"/>
                <a:gd name="T1" fmla="*/ 48 h 56"/>
                <a:gd name="T2" fmla="*/ 16 w 48"/>
                <a:gd name="T3" fmla="*/ 56 h 56"/>
                <a:gd name="T4" fmla="*/ 48 w 48"/>
                <a:gd name="T5" fmla="*/ 8 h 56"/>
                <a:gd name="T6" fmla="*/ 32 w 48"/>
                <a:gd name="T7" fmla="*/ 0 h 56"/>
                <a:gd name="T8" fmla="*/ 0 w 48"/>
                <a:gd name="T9" fmla="*/ 4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6"/>
                <a:gd name="T17" fmla="*/ 48 w 48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6">
                  <a:moveTo>
                    <a:pt x="0" y="48"/>
                  </a:moveTo>
                  <a:lnTo>
                    <a:pt x="16" y="5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4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1" name="Freeform 232">
              <a:extLst>
                <a:ext uri="{FF2B5EF4-FFF2-40B4-BE49-F238E27FC236}">
                  <a16:creationId xmlns:a16="http://schemas.microsoft.com/office/drawing/2014/main" id="{F2DD6638-4B22-889A-C361-A39D18E20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1529"/>
              <a:ext cx="48" cy="56"/>
            </a:xfrm>
            <a:custGeom>
              <a:avLst/>
              <a:gdLst>
                <a:gd name="T0" fmla="*/ 0 w 48"/>
                <a:gd name="T1" fmla="*/ 48 h 56"/>
                <a:gd name="T2" fmla="*/ 16 w 48"/>
                <a:gd name="T3" fmla="*/ 56 h 56"/>
                <a:gd name="T4" fmla="*/ 48 w 48"/>
                <a:gd name="T5" fmla="*/ 8 h 56"/>
                <a:gd name="T6" fmla="*/ 32 w 48"/>
                <a:gd name="T7" fmla="*/ 0 h 56"/>
                <a:gd name="T8" fmla="*/ 0 w 48"/>
                <a:gd name="T9" fmla="*/ 4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6"/>
                <a:gd name="T17" fmla="*/ 48 w 48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6">
                  <a:moveTo>
                    <a:pt x="0" y="48"/>
                  </a:moveTo>
                  <a:lnTo>
                    <a:pt x="16" y="5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4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2" name="Freeform 233">
              <a:extLst>
                <a:ext uri="{FF2B5EF4-FFF2-40B4-BE49-F238E27FC236}">
                  <a16:creationId xmlns:a16="http://schemas.microsoft.com/office/drawing/2014/main" id="{55821DBC-84B7-37EF-BEE0-7676CF5F3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1465"/>
              <a:ext cx="32" cy="32"/>
            </a:xfrm>
            <a:custGeom>
              <a:avLst/>
              <a:gdLst>
                <a:gd name="T0" fmla="*/ 0 w 32"/>
                <a:gd name="T1" fmla="*/ 24 h 32"/>
                <a:gd name="T2" fmla="*/ 16 w 32"/>
                <a:gd name="T3" fmla="*/ 32 h 32"/>
                <a:gd name="T4" fmla="*/ 32 w 32"/>
                <a:gd name="T5" fmla="*/ 8 h 32"/>
                <a:gd name="T6" fmla="*/ 32 w 32"/>
                <a:gd name="T7" fmla="*/ 8 h 32"/>
                <a:gd name="T8" fmla="*/ 24 w 32"/>
                <a:gd name="T9" fmla="*/ 0 h 32"/>
                <a:gd name="T10" fmla="*/ 16 w 32"/>
                <a:gd name="T11" fmla="*/ 0 h 32"/>
                <a:gd name="T12" fmla="*/ 0 w 32"/>
                <a:gd name="T13" fmla="*/ 24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0" y="24"/>
                  </a:moveTo>
                  <a:lnTo>
                    <a:pt x="16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3" name="Freeform 234">
              <a:extLst>
                <a:ext uri="{FF2B5EF4-FFF2-40B4-BE49-F238E27FC236}">
                  <a16:creationId xmlns:a16="http://schemas.microsoft.com/office/drawing/2014/main" id="{790679D3-EE93-63BC-484C-0C08B2ED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1441"/>
              <a:ext cx="32" cy="32"/>
            </a:xfrm>
            <a:custGeom>
              <a:avLst/>
              <a:gdLst>
                <a:gd name="T0" fmla="*/ 0 w 32"/>
                <a:gd name="T1" fmla="*/ 24 h 32"/>
                <a:gd name="T2" fmla="*/ 8 w 32"/>
                <a:gd name="T3" fmla="*/ 32 h 32"/>
                <a:gd name="T4" fmla="*/ 32 w 32"/>
                <a:gd name="T5" fmla="*/ 8 h 32"/>
                <a:gd name="T6" fmla="*/ 24 w 32"/>
                <a:gd name="T7" fmla="*/ 0 h 32"/>
                <a:gd name="T8" fmla="*/ 0 w 32"/>
                <a:gd name="T9" fmla="*/ 24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0" y="24"/>
                  </a:moveTo>
                  <a:lnTo>
                    <a:pt x="8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4" name="Freeform 235">
              <a:extLst>
                <a:ext uri="{FF2B5EF4-FFF2-40B4-BE49-F238E27FC236}">
                  <a16:creationId xmlns:a16="http://schemas.microsoft.com/office/drawing/2014/main" id="{BAB42D1B-BF9B-88B9-17C0-70EEB32D2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353"/>
              <a:ext cx="56" cy="56"/>
            </a:xfrm>
            <a:custGeom>
              <a:avLst/>
              <a:gdLst>
                <a:gd name="T0" fmla="*/ 0 w 56"/>
                <a:gd name="T1" fmla="*/ 40 h 56"/>
                <a:gd name="T2" fmla="*/ 8 w 56"/>
                <a:gd name="T3" fmla="*/ 56 h 56"/>
                <a:gd name="T4" fmla="*/ 56 w 56"/>
                <a:gd name="T5" fmla="*/ 16 h 56"/>
                <a:gd name="T6" fmla="*/ 48 w 56"/>
                <a:gd name="T7" fmla="*/ 0 h 56"/>
                <a:gd name="T8" fmla="*/ 0 w 56"/>
                <a:gd name="T9" fmla="*/ 4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0" y="40"/>
                  </a:moveTo>
                  <a:lnTo>
                    <a:pt x="8" y="56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5" name="Freeform 236">
              <a:extLst>
                <a:ext uri="{FF2B5EF4-FFF2-40B4-BE49-F238E27FC236}">
                  <a16:creationId xmlns:a16="http://schemas.microsoft.com/office/drawing/2014/main" id="{609F3DEC-6CB5-BAF4-9523-C2B1F0B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" y="1281"/>
              <a:ext cx="48" cy="48"/>
            </a:xfrm>
            <a:custGeom>
              <a:avLst/>
              <a:gdLst>
                <a:gd name="T0" fmla="*/ 0 w 48"/>
                <a:gd name="T1" fmla="*/ 40 h 48"/>
                <a:gd name="T2" fmla="*/ 8 w 48"/>
                <a:gd name="T3" fmla="*/ 48 h 48"/>
                <a:gd name="T4" fmla="*/ 48 w 48"/>
                <a:gd name="T5" fmla="*/ 8 h 48"/>
                <a:gd name="T6" fmla="*/ 40 w 48"/>
                <a:gd name="T7" fmla="*/ 0 h 48"/>
                <a:gd name="T8" fmla="*/ 0 w 48"/>
                <a:gd name="T9" fmla="*/ 4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48"/>
                <a:gd name="T17" fmla="*/ 48 w 48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48">
                  <a:moveTo>
                    <a:pt x="0" y="40"/>
                  </a:moveTo>
                  <a:lnTo>
                    <a:pt x="8" y="4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6" name="Freeform 237">
              <a:extLst>
                <a:ext uri="{FF2B5EF4-FFF2-40B4-BE49-F238E27FC236}">
                  <a16:creationId xmlns:a16="http://schemas.microsoft.com/office/drawing/2014/main" id="{6FC4AFF4-EBD9-E3F1-2894-9DF890747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1225"/>
              <a:ext cx="16" cy="24"/>
            </a:xfrm>
            <a:custGeom>
              <a:avLst/>
              <a:gdLst>
                <a:gd name="T0" fmla="*/ 0 w 16"/>
                <a:gd name="T1" fmla="*/ 16 h 24"/>
                <a:gd name="T2" fmla="*/ 8 w 16"/>
                <a:gd name="T3" fmla="*/ 24 h 24"/>
                <a:gd name="T4" fmla="*/ 16 w 16"/>
                <a:gd name="T5" fmla="*/ 16 h 24"/>
                <a:gd name="T6" fmla="*/ 16 w 16"/>
                <a:gd name="T7" fmla="*/ 16 h 24"/>
                <a:gd name="T8" fmla="*/ 8 w 16"/>
                <a:gd name="T9" fmla="*/ 0 h 24"/>
                <a:gd name="T10" fmla="*/ 8 w 16"/>
                <a:gd name="T11" fmla="*/ 8 h 24"/>
                <a:gd name="T12" fmla="*/ 0 w 16"/>
                <a:gd name="T13" fmla="*/ 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24"/>
                <a:gd name="T23" fmla="*/ 16 w 16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24">
                  <a:moveTo>
                    <a:pt x="0" y="16"/>
                  </a:moveTo>
                  <a:lnTo>
                    <a:pt x="8" y="24"/>
                  </a:lnTo>
                  <a:lnTo>
                    <a:pt x="16" y="16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7" name="Freeform 238">
              <a:extLst>
                <a:ext uri="{FF2B5EF4-FFF2-40B4-BE49-F238E27FC236}">
                  <a16:creationId xmlns:a16="http://schemas.microsoft.com/office/drawing/2014/main" id="{62568185-5C44-8BFA-F832-4EDED0406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1193"/>
              <a:ext cx="48" cy="48"/>
            </a:xfrm>
            <a:custGeom>
              <a:avLst/>
              <a:gdLst>
                <a:gd name="T0" fmla="*/ 0 w 48"/>
                <a:gd name="T1" fmla="*/ 32 h 48"/>
                <a:gd name="T2" fmla="*/ 8 w 48"/>
                <a:gd name="T3" fmla="*/ 48 h 48"/>
                <a:gd name="T4" fmla="*/ 48 w 48"/>
                <a:gd name="T5" fmla="*/ 16 h 48"/>
                <a:gd name="T6" fmla="*/ 40 w 48"/>
                <a:gd name="T7" fmla="*/ 0 h 48"/>
                <a:gd name="T8" fmla="*/ 0 w 48"/>
                <a:gd name="T9" fmla="*/ 32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48"/>
                <a:gd name="T17" fmla="*/ 48 w 48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48">
                  <a:moveTo>
                    <a:pt x="0" y="32"/>
                  </a:moveTo>
                  <a:lnTo>
                    <a:pt x="8" y="48"/>
                  </a:lnTo>
                  <a:lnTo>
                    <a:pt x="48" y="16"/>
                  </a:lnTo>
                  <a:lnTo>
                    <a:pt x="40" y="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8" name="Freeform 239">
              <a:extLst>
                <a:ext uri="{FF2B5EF4-FFF2-40B4-BE49-F238E27FC236}">
                  <a16:creationId xmlns:a16="http://schemas.microsoft.com/office/drawing/2014/main" id="{1D9439A3-6B8E-CACA-6D48-9C4781D55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1121"/>
              <a:ext cx="56" cy="56"/>
            </a:xfrm>
            <a:custGeom>
              <a:avLst/>
              <a:gdLst>
                <a:gd name="T0" fmla="*/ 0 w 56"/>
                <a:gd name="T1" fmla="*/ 40 h 56"/>
                <a:gd name="T2" fmla="*/ 8 w 56"/>
                <a:gd name="T3" fmla="*/ 56 h 56"/>
                <a:gd name="T4" fmla="*/ 56 w 56"/>
                <a:gd name="T5" fmla="*/ 16 h 56"/>
                <a:gd name="T6" fmla="*/ 48 w 56"/>
                <a:gd name="T7" fmla="*/ 0 h 56"/>
                <a:gd name="T8" fmla="*/ 0 w 56"/>
                <a:gd name="T9" fmla="*/ 4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0" y="40"/>
                  </a:moveTo>
                  <a:lnTo>
                    <a:pt x="8" y="56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9" name="Freeform 240">
              <a:extLst>
                <a:ext uri="{FF2B5EF4-FFF2-40B4-BE49-F238E27FC236}">
                  <a16:creationId xmlns:a16="http://schemas.microsoft.com/office/drawing/2014/main" id="{946FE729-F3C4-2EE1-D2DA-C35758017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057"/>
              <a:ext cx="56" cy="56"/>
            </a:xfrm>
            <a:custGeom>
              <a:avLst/>
              <a:gdLst>
                <a:gd name="T0" fmla="*/ 0 w 56"/>
                <a:gd name="T1" fmla="*/ 40 h 56"/>
                <a:gd name="T2" fmla="*/ 8 w 56"/>
                <a:gd name="T3" fmla="*/ 56 h 56"/>
                <a:gd name="T4" fmla="*/ 56 w 56"/>
                <a:gd name="T5" fmla="*/ 16 h 56"/>
                <a:gd name="T6" fmla="*/ 48 w 56"/>
                <a:gd name="T7" fmla="*/ 0 h 56"/>
                <a:gd name="T8" fmla="*/ 0 w 56"/>
                <a:gd name="T9" fmla="*/ 4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0" y="40"/>
                  </a:moveTo>
                  <a:lnTo>
                    <a:pt x="8" y="56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0" name="Freeform 241">
              <a:extLst>
                <a:ext uri="{FF2B5EF4-FFF2-40B4-BE49-F238E27FC236}">
                  <a16:creationId xmlns:a16="http://schemas.microsoft.com/office/drawing/2014/main" id="{8EF67874-1B64-6F20-E522-48DFA7B87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993"/>
              <a:ext cx="56" cy="48"/>
            </a:xfrm>
            <a:custGeom>
              <a:avLst/>
              <a:gdLst>
                <a:gd name="T0" fmla="*/ 0 w 56"/>
                <a:gd name="T1" fmla="*/ 32 h 48"/>
                <a:gd name="T2" fmla="*/ 8 w 56"/>
                <a:gd name="T3" fmla="*/ 48 h 48"/>
                <a:gd name="T4" fmla="*/ 56 w 56"/>
                <a:gd name="T5" fmla="*/ 16 h 48"/>
                <a:gd name="T6" fmla="*/ 48 w 56"/>
                <a:gd name="T7" fmla="*/ 0 h 48"/>
                <a:gd name="T8" fmla="*/ 0 w 56"/>
                <a:gd name="T9" fmla="*/ 32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48"/>
                <a:gd name="T17" fmla="*/ 56 w 56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48">
                  <a:moveTo>
                    <a:pt x="0" y="32"/>
                  </a:moveTo>
                  <a:lnTo>
                    <a:pt x="8" y="48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1" name="Freeform 242">
              <a:extLst>
                <a:ext uri="{FF2B5EF4-FFF2-40B4-BE49-F238E27FC236}">
                  <a16:creationId xmlns:a16="http://schemas.microsoft.com/office/drawing/2014/main" id="{0521EFF6-949C-4B64-6698-C8195BBE7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929"/>
              <a:ext cx="64" cy="56"/>
            </a:xfrm>
            <a:custGeom>
              <a:avLst/>
              <a:gdLst>
                <a:gd name="T0" fmla="*/ 0 w 64"/>
                <a:gd name="T1" fmla="*/ 40 h 56"/>
                <a:gd name="T2" fmla="*/ 8 w 64"/>
                <a:gd name="T3" fmla="*/ 56 h 56"/>
                <a:gd name="T4" fmla="*/ 64 w 64"/>
                <a:gd name="T5" fmla="*/ 16 h 56"/>
                <a:gd name="T6" fmla="*/ 56 w 64"/>
                <a:gd name="T7" fmla="*/ 0 h 56"/>
                <a:gd name="T8" fmla="*/ 0 w 64"/>
                <a:gd name="T9" fmla="*/ 4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0" y="40"/>
                  </a:moveTo>
                  <a:lnTo>
                    <a:pt x="8" y="5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2" name="Freeform 243">
              <a:extLst>
                <a:ext uri="{FF2B5EF4-FFF2-40B4-BE49-F238E27FC236}">
                  <a16:creationId xmlns:a16="http://schemas.microsoft.com/office/drawing/2014/main" id="{C07F1861-09B3-49BA-27C8-4246F8DCE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873"/>
              <a:ext cx="56" cy="48"/>
            </a:xfrm>
            <a:custGeom>
              <a:avLst/>
              <a:gdLst>
                <a:gd name="T0" fmla="*/ 0 w 56"/>
                <a:gd name="T1" fmla="*/ 32 h 48"/>
                <a:gd name="T2" fmla="*/ 8 w 56"/>
                <a:gd name="T3" fmla="*/ 48 h 48"/>
                <a:gd name="T4" fmla="*/ 56 w 56"/>
                <a:gd name="T5" fmla="*/ 16 h 48"/>
                <a:gd name="T6" fmla="*/ 48 w 56"/>
                <a:gd name="T7" fmla="*/ 16 h 48"/>
                <a:gd name="T8" fmla="*/ 48 w 56"/>
                <a:gd name="T9" fmla="*/ 0 h 48"/>
                <a:gd name="T10" fmla="*/ 48 w 56"/>
                <a:gd name="T11" fmla="*/ 0 h 48"/>
                <a:gd name="T12" fmla="*/ 0 w 56"/>
                <a:gd name="T13" fmla="*/ 32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6"/>
                <a:gd name="T22" fmla="*/ 0 h 48"/>
                <a:gd name="T23" fmla="*/ 56 w 56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6" h="48">
                  <a:moveTo>
                    <a:pt x="0" y="32"/>
                  </a:moveTo>
                  <a:lnTo>
                    <a:pt x="8" y="48"/>
                  </a:lnTo>
                  <a:lnTo>
                    <a:pt x="56" y="16"/>
                  </a:lnTo>
                  <a:lnTo>
                    <a:pt x="48" y="16"/>
                  </a:lnTo>
                  <a:lnTo>
                    <a:pt x="48" y="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3" name="Rectangle 244">
              <a:extLst>
                <a:ext uri="{FF2B5EF4-FFF2-40B4-BE49-F238E27FC236}">
                  <a16:creationId xmlns:a16="http://schemas.microsoft.com/office/drawing/2014/main" id="{C498EB8B-936E-8292-61A7-A61EB0DC6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" y="873"/>
              <a:ext cx="8" cy="16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194" name="Freeform 245">
              <a:extLst>
                <a:ext uri="{FF2B5EF4-FFF2-40B4-BE49-F238E27FC236}">
                  <a16:creationId xmlns:a16="http://schemas.microsoft.com/office/drawing/2014/main" id="{E3B24D73-308A-E0F8-C063-DCBED0C4B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825"/>
              <a:ext cx="64" cy="40"/>
            </a:xfrm>
            <a:custGeom>
              <a:avLst/>
              <a:gdLst>
                <a:gd name="T0" fmla="*/ 0 w 64"/>
                <a:gd name="T1" fmla="*/ 24 h 40"/>
                <a:gd name="T2" fmla="*/ 8 w 64"/>
                <a:gd name="T3" fmla="*/ 40 h 40"/>
                <a:gd name="T4" fmla="*/ 64 w 64"/>
                <a:gd name="T5" fmla="*/ 16 h 40"/>
                <a:gd name="T6" fmla="*/ 56 w 64"/>
                <a:gd name="T7" fmla="*/ 0 h 40"/>
                <a:gd name="T8" fmla="*/ 0 w 64"/>
                <a:gd name="T9" fmla="*/ 2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0" y="24"/>
                  </a:moveTo>
                  <a:lnTo>
                    <a:pt x="8" y="40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5" name="Freeform 246">
              <a:extLst>
                <a:ext uri="{FF2B5EF4-FFF2-40B4-BE49-F238E27FC236}">
                  <a16:creationId xmlns:a16="http://schemas.microsoft.com/office/drawing/2014/main" id="{DD7CDE63-3509-2D08-381A-36A76CC44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3" y="777"/>
              <a:ext cx="64" cy="40"/>
            </a:xfrm>
            <a:custGeom>
              <a:avLst/>
              <a:gdLst>
                <a:gd name="T0" fmla="*/ 0 w 64"/>
                <a:gd name="T1" fmla="*/ 24 h 40"/>
                <a:gd name="T2" fmla="*/ 8 w 64"/>
                <a:gd name="T3" fmla="*/ 40 h 40"/>
                <a:gd name="T4" fmla="*/ 64 w 64"/>
                <a:gd name="T5" fmla="*/ 16 h 40"/>
                <a:gd name="T6" fmla="*/ 56 w 64"/>
                <a:gd name="T7" fmla="*/ 0 h 40"/>
                <a:gd name="T8" fmla="*/ 0 w 64"/>
                <a:gd name="T9" fmla="*/ 2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0" y="24"/>
                  </a:moveTo>
                  <a:lnTo>
                    <a:pt x="8" y="40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6" name="Freeform 247">
              <a:extLst>
                <a:ext uri="{FF2B5EF4-FFF2-40B4-BE49-F238E27FC236}">
                  <a16:creationId xmlns:a16="http://schemas.microsoft.com/office/drawing/2014/main" id="{0D62CE5C-9A6C-CEB0-5CA9-4262E61B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9" y="745"/>
              <a:ext cx="24" cy="24"/>
            </a:xfrm>
            <a:custGeom>
              <a:avLst/>
              <a:gdLst>
                <a:gd name="T0" fmla="*/ 0 w 24"/>
                <a:gd name="T1" fmla="*/ 8 h 24"/>
                <a:gd name="T2" fmla="*/ 8 w 24"/>
                <a:gd name="T3" fmla="*/ 24 h 24"/>
                <a:gd name="T4" fmla="*/ 24 w 24"/>
                <a:gd name="T5" fmla="*/ 16 h 24"/>
                <a:gd name="T6" fmla="*/ 24 w 24"/>
                <a:gd name="T7" fmla="*/ 16 h 24"/>
                <a:gd name="T8" fmla="*/ 16 w 24"/>
                <a:gd name="T9" fmla="*/ 0 h 24"/>
                <a:gd name="T10" fmla="*/ 16 w 24"/>
                <a:gd name="T11" fmla="*/ 0 h 24"/>
                <a:gd name="T12" fmla="*/ 0 w 24"/>
                <a:gd name="T13" fmla="*/ 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8"/>
                  </a:moveTo>
                  <a:lnTo>
                    <a:pt x="8" y="24"/>
                  </a:lnTo>
                  <a:lnTo>
                    <a:pt x="24" y="16"/>
                  </a:lnTo>
                  <a:lnTo>
                    <a:pt x="16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7" name="Freeform 248">
              <a:extLst>
                <a:ext uri="{FF2B5EF4-FFF2-40B4-BE49-F238E27FC236}">
                  <a16:creationId xmlns:a16="http://schemas.microsoft.com/office/drawing/2014/main" id="{CDB7AB28-468D-4854-5F2F-6D48E9C1B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5" y="728"/>
              <a:ext cx="48" cy="33"/>
            </a:xfrm>
            <a:custGeom>
              <a:avLst/>
              <a:gdLst>
                <a:gd name="T0" fmla="*/ 0 w 48"/>
                <a:gd name="T1" fmla="*/ 17 h 33"/>
                <a:gd name="T2" fmla="*/ 8 w 48"/>
                <a:gd name="T3" fmla="*/ 33 h 33"/>
                <a:gd name="T4" fmla="*/ 48 w 48"/>
                <a:gd name="T5" fmla="*/ 17 h 33"/>
                <a:gd name="T6" fmla="*/ 40 w 48"/>
                <a:gd name="T7" fmla="*/ 0 h 33"/>
                <a:gd name="T8" fmla="*/ 0 w 48"/>
                <a:gd name="T9" fmla="*/ 1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33"/>
                <a:gd name="T17" fmla="*/ 48 w 48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33">
                  <a:moveTo>
                    <a:pt x="0" y="17"/>
                  </a:moveTo>
                  <a:lnTo>
                    <a:pt x="8" y="33"/>
                  </a:lnTo>
                  <a:lnTo>
                    <a:pt x="48" y="17"/>
                  </a:lnTo>
                  <a:lnTo>
                    <a:pt x="40" y="0"/>
                  </a:lnTo>
                  <a:lnTo>
                    <a:pt x="0" y="17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8" name="Freeform 249">
              <a:extLst>
                <a:ext uri="{FF2B5EF4-FFF2-40B4-BE49-F238E27FC236}">
                  <a16:creationId xmlns:a16="http://schemas.microsoft.com/office/drawing/2014/main" id="{1306B3A8-33D0-8CF6-7D9F-238220C00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696"/>
              <a:ext cx="64" cy="32"/>
            </a:xfrm>
            <a:custGeom>
              <a:avLst/>
              <a:gdLst>
                <a:gd name="T0" fmla="*/ 0 w 64"/>
                <a:gd name="T1" fmla="*/ 16 h 32"/>
                <a:gd name="T2" fmla="*/ 8 w 64"/>
                <a:gd name="T3" fmla="*/ 32 h 32"/>
                <a:gd name="T4" fmla="*/ 64 w 64"/>
                <a:gd name="T5" fmla="*/ 16 h 32"/>
                <a:gd name="T6" fmla="*/ 56 w 64"/>
                <a:gd name="T7" fmla="*/ 0 h 32"/>
                <a:gd name="T8" fmla="*/ 0 w 64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0" y="16"/>
                  </a:moveTo>
                  <a:lnTo>
                    <a:pt x="8" y="32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9" name="Freeform 250">
              <a:extLst>
                <a:ext uri="{FF2B5EF4-FFF2-40B4-BE49-F238E27FC236}">
                  <a16:creationId xmlns:a16="http://schemas.microsoft.com/office/drawing/2014/main" id="{5990B08E-57EE-3E95-F881-3B3EE458F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656"/>
              <a:ext cx="72" cy="40"/>
            </a:xfrm>
            <a:custGeom>
              <a:avLst/>
              <a:gdLst>
                <a:gd name="T0" fmla="*/ 0 w 72"/>
                <a:gd name="T1" fmla="*/ 24 h 40"/>
                <a:gd name="T2" fmla="*/ 8 w 72"/>
                <a:gd name="T3" fmla="*/ 40 h 40"/>
                <a:gd name="T4" fmla="*/ 72 w 72"/>
                <a:gd name="T5" fmla="*/ 16 h 40"/>
                <a:gd name="T6" fmla="*/ 64 w 72"/>
                <a:gd name="T7" fmla="*/ 0 h 40"/>
                <a:gd name="T8" fmla="*/ 0 w 72"/>
                <a:gd name="T9" fmla="*/ 2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40"/>
                <a:gd name="T17" fmla="*/ 72 w 7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40">
                  <a:moveTo>
                    <a:pt x="0" y="24"/>
                  </a:moveTo>
                  <a:lnTo>
                    <a:pt x="8" y="40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0" name="Freeform 251">
              <a:extLst>
                <a:ext uri="{FF2B5EF4-FFF2-40B4-BE49-F238E27FC236}">
                  <a16:creationId xmlns:a16="http://schemas.microsoft.com/office/drawing/2014/main" id="{D6613C9F-7A5D-5CF3-DAC5-D4BE72FE4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624"/>
              <a:ext cx="64" cy="32"/>
            </a:xfrm>
            <a:custGeom>
              <a:avLst/>
              <a:gdLst>
                <a:gd name="T0" fmla="*/ 0 w 64"/>
                <a:gd name="T1" fmla="*/ 16 h 32"/>
                <a:gd name="T2" fmla="*/ 0 w 64"/>
                <a:gd name="T3" fmla="*/ 32 h 32"/>
                <a:gd name="T4" fmla="*/ 64 w 64"/>
                <a:gd name="T5" fmla="*/ 16 h 32"/>
                <a:gd name="T6" fmla="*/ 64 w 64"/>
                <a:gd name="T7" fmla="*/ 0 h 32"/>
                <a:gd name="T8" fmla="*/ 0 w 64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0" y="16"/>
                  </a:moveTo>
                  <a:lnTo>
                    <a:pt x="0" y="32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1" name="Freeform 252">
              <a:extLst>
                <a:ext uri="{FF2B5EF4-FFF2-40B4-BE49-F238E27FC236}">
                  <a16:creationId xmlns:a16="http://schemas.microsoft.com/office/drawing/2014/main" id="{515ACC9D-FDC9-E819-E357-D4F4AC7BB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600"/>
              <a:ext cx="64" cy="32"/>
            </a:xfrm>
            <a:custGeom>
              <a:avLst/>
              <a:gdLst>
                <a:gd name="T0" fmla="*/ 0 w 64"/>
                <a:gd name="T1" fmla="*/ 16 h 32"/>
                <a:gd name="T2" fmla="*/ 8 w 64"/>
                <a:gd name="T3" fmla="*/ 32 h 32"/>
                <a:gd name="T4" fmla="*/ 64 w 64"/>
                <a:gd name="T5" fmla="*/ 16 h 32"/>
                <a:gd name="T6" fmla="*/ 56 w 64"/>
                <a:gd name="T7" fmla="*/ 0 h 32"/>
                <a:gd name="T8" fmla="*/ 0 w 64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0" y="16"/>
                  </a:moveTo>
                  <a:lnTo>
                    <a:pt x="8" y="32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2" name="Freeform 253">
              <a:extLst>
                <a:ext uri="{FF2B5EF4-FFF2-40B4-BE49-F238E27FC236}">
                  <a16:creationId xmlns:a16="http://schemas.microsoft.com/office/drawing/2014/main" id="{2D9CF318-8400-DEDD-C54B-33B36AD04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576"/>
              <a:ext cx="48" cy="32"/>
            </a:xfrm>
            <a:custGeom>
              <a:avLst/>
              <a:gdLst>
                <a:gd name="T0" fmla="*/ 0 w 48"/>
                <a:gd name="T1" fmla="*/ 16 h 32"/>
                <a:gd name="T2" fmla="*/ 8 w 48"/>
                <a:gd name="T3" fmla="*/ 32 h 32"/>
                <a:gd name="T4" fmla="*/ 48 w 48"/>
                <a:gd name="T5" fmla="*/ 16 h 32"/>
                <a:gd name="T6" fmla="*/ 40 w 48"/>
                <a:gd name="T7" fmla="*/ 16 h 32"/>
                <a:gd name="T8" fmla="*/ 40 w 48"/>
                <a:gd name="T9" fmla="*/ 0 h 32"/>
                <a:gd name="T10" fmla="*/ 40 w 48"/>
                <a:gd name="T11" fmla="*/ 0 h 32"/>
                <a:gd name="T12" fmla="*/ 0 w 48"/>
                <a:gd name="T13" fmla="*/ 16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32"/>
                <a:gd name="T23" fmla="*/ 48 w 4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32">
                  <a:moveTo>
                    <a:pt x="0" y="16"/>
                  </a:moveTo>
                  <a:lnTo>
                    <a:pt x="8" y="32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3" name="Rectangle 254">
              <a:extLst>
                <a:ext uri="{FF2B5EF4-FFF2-40B4-BE49-F238E27FC236}">
                  <a16:creationId xmlns:a16="http://schemas.microsoft.com/office/drawing/2014/main" id="{19C67611-4606-FED9-1D28-88588553C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576"/>
              <a:ext cx="24" cy="16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04" name="Freeform 255">
              <a:extLst>
                <a:ext uri="{FF2B5EF4-FFF2-40B4-BE49-F238E27FC236}">
                  <a16:creationId xmlns:a16="http://schemas.microsoft.com/office/drawing/2014/main" id="{ACD66EA3-78BA-5D49-1582-74C31D84C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560"/>
              <a:ext cx="64" cy="24"/>
            </a:xfrm>
            <a:custGeom>
              <a:avLst/>
              <a:gdLst>
                <a:gd name="T0" fmla="*/ 0 w 64"/>
                <a:gd name="T1" fmla="*/ 8 h 24"/>
                <a:gd name="T2" fmla="*/ 0 w 64"/>
                <a:gd name="T3" fmla="*/ 24 h 24"/>
                <a:gd name="T4" fmla="*/ 64 w 64"/>
                <a:gd name="T5" fmla="*/ 16 h 24"/>
                <a:gd name="T6" fmla="*/ 64 w 64"/>
                <a:gd name="T7" fmla="*/ 0 h 24"/>
                <a:gd name="T8" fmla="*/ 0 w 64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0" y="8"/>
                  </a:moveTo>
                  <a:lnTo>
                    <a:pt x="0" y="24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5" name="Freeform 256">
              <a:extLst>
                <a:ext uri="{FF2B5EF4-FFF2-40B4-BE49-F238E27FC236}">
                  <a16:creationId xmlns:a16="http://schemas.microsoft.com/office/drawing/2014/main" id="{D78194BF-43D2-445E-AA25-00BEFCB04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544"/>
              <a:ext cx="56" cy="24"/>
            </a:xfrm>
            <a:custGeom>
              <a:avLst/>
              <a:gdLst>
                <a:gd name="T0" fmla="*/ 0 w 56"/>
                <a:gd name="T1" fmla="*/ 8 h 24"/>
                <a:gd name="T2" fmla="*/ 0 w 56"/>
                <a:gd name="T3" fmla="*/ 24 h 24"/>
                <a:gd name="T4" fmla="*/ 56 w 56"/>
                <a:gd name="T5" fmla="*/ 16 h 24"/>
                <a:gd name="T6" fmla="*/ 56 w 56"/>
                <a:gd name="T7" fmla="*/ 0 h 24"/>
                <a:gd name="T8" fmla="*/ 0 w 56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24"/>
                <a:gd name="T17" fmla="*/ 56 w 56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24">
                  <a:moveTo>
                    <a:pt x="0" y="8"/>
                  </a:moveTo>
                  <a:lnTo>
                    <a:pt x="0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6" name="Rectangle 257">
              <a:extLst>
                <a:ext uri="{FF2B5EF4-FFF2-40B4-BE49-F238E27FC236}">
                  <a16:creationId xmlns:a16="http://schemas.microsoft.com/office/drawing/2014/main" id="{B1A1DEB0-96D8-CA1C-9CED-A8425640B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536"/>
              <a:ext cx="64" cy="16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07" name="Rectangle 258">
              <a:extLst>
                <a:ext uri="{FF2B5EF4-FFF2-40B4-BE49-F238E27FC236}">
                  <a16:creationId xmlns:a16="http://schemas.microsoft.com/office/drawing/2014/main" id="{7CA914B9-7779-0F41-8C52-380E2927C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536"/>
              <a:ext cx="64" cy="16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08" name="Freeform 259">
              <a:extLst>
                <a:ext uri="{FF2B5EF4-FFF2-40B4-BE49-F238E27FC236}">
                  <a16:creationId xmlns:a16="http://schemas.microsoft.com/office/drawing/2014/main" id="{B9F667D8-F88D-8EE3-DC93-29EEC6456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528"/>
              <a:ext cx="48" cy="16"/>
            </a:xfrm>
            <a:custGeom>
              <a:avLst/>
              <a:gdLst>
                <a:gd name="T0" fmla="*/ 0 w 48"/>
                <a:gd name="T1" fmla="*/ 0 h 16"/>
                <a:gd name="T2" fmla="*/ 0 w 48"/>
                <a:gd name="T3" fmla="*/ 16 h 16"/>
                <a:gd name="T4" fmla="*/ 40 w 48"/>
                <a:gd name="T5" fmla="*/ 16 h 16"/>
                <a:gd name="T6" fmla="*/ 40 w 48"/>
                <a:gd name="T7" fmla="*/ 16 h 16"/>
                <a:gd name="T8" fmla="*/ 48 w 48"/>
                <a:gd name="T9" fmla="*/ 0 h 16"/>
                <a:gd name="T10" fmla="*/ 40 w 48"/>
                <a:gd name="T11" fmla="*/ 0 h 16"/>
                <a:gd name="T12" fmla="*/ 0 w 48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16"/>
                <a:gd name="T23" fmla="*/ 48 w 48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16">
                  <a:moveTo>
                    <a:pt x="0" y="0"/>
                  </a:moveTo>
                  <a:lnTo>
                    <a:pt x="0" y="16"/>
                  </a:lnTo>
                  <a:lnTo>
                    <a:pt x="40" y="16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9" name="Freeform 260">
              <a:extLst>
                <a:ext uri="{FF2B5EF4-FFF2-40B4-BE49-F238E27FC236}">
                  <a16:creationId xmlns:a16="http://schemas.microsoft.com/office/drawing/2014/main" id="{298D3B92-5B39-EB66-80C1-8465109A6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528"/>
              <a:ext cx="32" cy="24"/>
            </a:xfrm>
            <a:custGeom>
              <a:avLst/>
              <a:gdLst>
                <a:gd name="T0" fmla="*/ 8 w 32"/>
                <a:gd name="T1" fmla="*/ 0 h 24"/>
                <a:gd name="T2" fmla="*/ 0 w 32"/>
                <a:gd name="T3" fmla="*/ 16 h 24"/>
                <a:gd name="T4" fmla="*/ 24 w 32"/>
                <a:gd name="T5" fmla="*/ 24 h 24"/>
                <a:gd name="T6" fmla="*/ 32 w 32"/>
                <a:gd name="T7" fmla="*/ 8 h 24"/>
                <a:gd name="T8" fmla="*/ 8 w 32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8" y="0"/>
                  </a:moveTo>
                  <a:lnTo>
                    <a:pt x="0" y="16"/>
                  </a:lnTo>
                  <a:lnTo>
                    <a:pt x="24" y="24"/>
                  </a:lnTo>
                  <a:lnTo>
                    <a:pt x="32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0" name="Freeform 261">
              <a:extLst>
                <a:ext uri="{FF2B5EF4-FFF2-40B4-BE49-F238E27FC236}">
                  <a16:creationId xmlns:a16="http://schemas.microsoft.com/office/drawing/2014/main" id="{C078C8E0-8B40-99CF-8C39-81D8D26A9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536"/>
              <a:ext cx="64" cy="24"/>
            </a:xfrm>
            <a:custGeom>
              <a:avLst/>
              <a:gdLst>
                <a:gd name="T0" fmla="*/ 0 w 64"/>
                <a:gd name="T1" fmla="*/ 0 h 24"/>
                <a:gd name="T2" fmla="*/ 0 w 64"/>
                <a:gd name="T3" fmla="*/ 16 h 24"/>
                <a:gd name="T4" fmla="*/ 64 w 64"/>
                <a:gd name="T5" fmla="*/ 24 h 24"/>
                <a:gd name="T6" fmla="*/ 64 w 64"/>
                <a:gd name="T7" fmla="*/ 8 h 24"/>
                <a:gd name="T8" fmla="*/ 0 w 64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0" y="0"/>
                  </a:moveTo>
                  <a:lnTo>
                    <a:pt x="0" y="16"/>
                  </a:lnTo>
                  <a:lnTo>
                    <a:pt x="64" y="24"/>
                  </a:lnTo>
                  <a:lnTo>
                    <a:pt x="64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1" name="Freeform 262">
              <a:extLst>
                <a:ext uri="{FF2B5EF4-FFF2-40B4-BE49-F238E27FC236}">
                  <a16:creationId xmlns:a16="http://schemas.microsoft.com/office/drawing/2014/main" id="{F115AE54-8324-8683-D2A6-4452D22F9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544"/>
              <a:ext cx="64" cy="24"/>
            </a:xfrm>
            <a:custGeom>
              <a:avLst/>
              <a:gdLst>
                <a:gd name="T0" fmla="*/ 0 w 64"/>
                <a:gd name="T1" fmla="*/ 0 h 24"/>
                <a:gd name="T2" fmla="*/ 0 w 64"/>
                <a:gd name="T3" fmla="*/ 16 h 24"/>
                <a:gd name="T4" fmla="*/ 64 w 64"/>
                <a:gd name="T5" fmla="*/ 24 h 24"/>
                <a:gd name="T6" fmla="*/ 64 w 64"/>
                <a:gd name="T7" fmla="*/ 8 h 24"/>
                <a:gd name="T8" fmla="*/ 0 w 64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0" y="0"/>
                  </a:moveTo>
                  <a:lnTo>
                    <a:pt x="0" y="16"/>
                  </a:lnTo>
                  <a:lnTo>
                    <a:pt x="64" y="24"/>
                  </a:lnTo>
                  <a:lnTo>
                    <a:pt x="64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2" name="Freeform 263">
              <a:extLst>
                <a:ext uri="{FF2B5EF4-FFF2-40B4-BE49-F238E27FC236}">
                  <a16:creationId xmlns:a16="http://schemas.microsoft.com/office/drawing/2014/main" id="{5B491DBA-247D-FE3B-AB71-04E04EA5C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552"/>
              <a:ext cx="64" cy="32"/>
            </a:xfrm>
            <a:custGeom>
              <a:avLst/>
              <a:gdLst>
                <a:gd name="T0" fmla="*/ 8 w 64"/>
                <a:gd name="T1" fmla="*/ 0 h 32"/>
                <a:gd name="T2" fmla="*/ 0 w 64"/>
                <a:gd name="T3" fmla="*/ 16 h 32"/>
                <a:gd name="T4" fmla="*/ 56 w 64"/>
                <a:gd name="T5" fmla="*/ 32 h 32"/>
                <a:gd name="T6" fmla="*/ 64 w 64"/>
                <a:gd name="T7" fmla="*/ 16 h 32"/>
                <a:gd name="T8" fmla="*/ 8 w 6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8" y="0"/>
                  </a:moveTo>
                  <a:lnTo>
                    <a:pt x="0" y="1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3" name="Freeform 264">
              <a:extLst>
                <a:ext uri="{FF2B5EF4-FFF2-40B4-BE49-F238E27FC236}">
                  <a16:creationId xmlns:a16="http://schemas.microsoft.com/office/drawing/2014/main" id="{FB41B4A1-BEDE-CE1C-DA75-4E59A2E04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576"/>
              <a:ext cx="64" cy="24"/>
            </a:xfrm>
            <a:custGeom>
              <a:avLst/>
              <a:gdLst>
                <a:gd name="T0" fmla="*/ 0 w 64"/>
                <a:gd name="T1" fmla="*/ 0 h 24"/>
                <a:gd name="T2" fmla="*/ 0 w 64"/>
                <a:gd name="T3" fmla="*/ 16 h 24"/>
                <a:gd name="T4" fmla="*/ 64 w 64"/>
                <a:gd name="T5" fmla="*/ 24 h 24"/>
                <a:gd name="T6" fmla="*/ 64 w 64"/>
                <a:gd name="T7" fmla="*/ 8 h 24"/>
                <a:gd name="T8" fmla="*/ 0 w 64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0" y="0"/>
                  </a:moveTo>
                  <a:lnTo>
                    <a:pt x="0" y="16"/>
                  </a:lnTo>
                  <a:lnTo>
                    <a:pt x="64" y="24"/>
                  </a:lnTo>
                  <a:lnTo>
                    <a:pt x="64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4" name="Freeform 265">
              <a:extLst>
                <a:ext uri="{FF2B5EF4-FFF2-40B4-BE49-F238E27FC236}">
                  <a16:creationId xmlns:a16="http://schemas.microsoft.com/office/drawing/2014/main" id="{E46AA657-883C-99A1-32A1-CD34C3CA0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600"/>
              <a:ext cx="16" cy="16"/>
            </a:xfrm>
            <a:custGeom>
              <a:avLst/>
              <a:gdLst>
                <a:gd name="T0" fmla="*/ 16 w 16"/>
                <a:gd name="T1" fmla="*/ 8 h 16"/>
                <a:gd name="T2" fmla="*/ 0 w 16"/>
                <a:gd name="T3" fmla="*/ 8 h 16"/>
                <a:gd name="T4" fmla="*/ 0 w 16"/>
                <a:gd name="T5" fmla="*/ 8 h 16"/>
                <a:gd name="T6" fmla="*/ 8 w 16"/>
                <a:gd name="T7" fmla="*/ 16 h 16"/>
                <a:gd name="T8" fmla="*/ 16 w 16"/>
                <a:gd name="T9" fmla="*/ 0 h 16"/>
                <a:gd name="T10" fmla="*/ 16 w 16"/>
                <a:gd name="T11" fmla="*/ 8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16"/>
                <a:gd name="T20" fmla="*/ 16 w 16"/>
                <a:gd name="T21" fmla="*/ 16 h 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16">
                  <a:moveTo>
                    <a:pt x="16" y="8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5" name="Freeform 266">
              <a:extLst>
                <a:ext uri="{FF2B5EF4-FFF2-40B4-BE49-F238E27FC236}">
                  <a16:creationId xmlns:a16="http://schemas.microsoft.com/office/drawing/2014/main" id="{79D8A991-702B-9A52-6736-568262FA4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600"/>
              <a:ext cx="64" cy="32"/>
            </a:xfrm>
            <a:custGeom>
              <a:avLst/>
              <a:gdLst>
                <a:gd name="T0" fmla="*/ 8 w 64"/>
                <a:gd name="T1" fmla="*/ 0 h 32"/>
                <a:gd name="T2" fmla="*/ 0 w 64"/>
                <a:gd name="T3" fmla="*/ 16 h 32"/>
                <a:gd name="T4" fmla="*/ 56 w 64"/>
                <a:gd name="T5" fmla="*/ 32 h 32"/>
                <a:gd name="T6" fmla="*/ 64 w 64"/>
                <a:gd name="T7" fmla="*/ 16 h 32"/>
                <a:gd name="T8" fmla="*/ 8 w 6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8" y="0"/>
                  </a:moveTo>
                  <a:lnTo>
                    <a:pt x="0" y="1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6" name="Freeform 267">
              <a:extLst>
                <a:ext uri="{FF2B5EF4-FFF2-40B4-BE49-F238E27FC236}">
                  <a16:creationId xmlns:a16="http://schemas.microsoft.com/office/drawing/2014/main" id="{8299A864-5415-938F-5911-1411D761D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6" y="632"/>
              <a:ext cx="64" cy="32"/>
            </a:xfrm>
            <a:custGeom>
              <a:avLst/>
              <a:gdLst>
                <a:gd name="T0" fmla="*/ 0 w 64"/>
                <a:gd name="T1" fmla="*/ 0 h 32"/>
                <a:gd name="T2" fmla="*/ 0 w 64"/>
                <a:gd name="T3" fmla="*/ 16 h 32"/>
                <a:gd name="T4" fmla="*/ 64 w 64"/>
                <a:gd name="T5" fmla="*/ 32 h 32"/>
                <a:gd name="T6" fmla="*/ 64 w 64"/>
                <a:gd name="T7" fmla="*/ 16 h 32"/>
                <a:gd name="T8" fmla="*/ 0 w 6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0" y="0"/>
                  </a:moveTo>
                  <a:lnTo>
                    <a:pt x="0" y="16"/>
                  </a:lnTo>
                  <a:lnTo>
                    <a:pt x="64" y="32"/>
                  </a:lnTo>
                  <a:lnTo>
                    <a:pt x="64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7" name="Freeform 268">
              <a:extLst>
                <a:ext uri="{FF2B5EF4-FFF2-40B4-BE49-F238E27FC236}">
                  <a16:creationId xmlns:a16="http://schemas.microsoft.com/office/drawing/2014/main" id="{9301FD88-F5A5-F558-0A44-CF3B2631E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664"/>
              <a:ext cx="32" cy="24"/>
            </a:xfrm>
            <a:custGeom>
              <a:avLst/>
              <a:gdLst>
                <a:gd name="T0" fmla="*/ 8 w 32"/>
                <a:gd name="T1" fmla="*/ 0 h 24"/>
                <a:gd name="T2" fmla="*/ 0 w 32"/>
                <a:gd name="T3" fmla="*/ 16 h 24"/>
                <a:gd name="T4" fmla="*/ 24 w 32"/>
                <a:gd name="T5" fmla="*/ 24 h 24"/>
                <a:gd name="T6" fmla="*/ 24 w 32"/>
                <a:gd name="T7" fmla="*/ 24 h 24"/>
                <a:gd name="T8" fmla="*/ 32 w 32"/>
                <a:gd name="T9" fmla="*/ 8 h 24"/>
                <a:gd name="T10" fmla="*/ 32 w 32"/>
                <a:gd name="T11" fmla="*/ 8 h 24"/>
                <a:gd name="T12" fmla="*/ 8 w 32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24"/>
                <a:gd name="T23" fmla="*/ 32 w 3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24">
                  <a:moveTo>
                    <a:pt x="8" y="0"/>
                  </a:moveTo>
                  <a:lnTo>
                    <a:pt x="0" y="16"/>
                  </a:lnTo>
                  <a:lnTo>
                    <a:pt x="24" y="24"/>
                  </a:lnTo>
                  <a:lnTo>
                    <a:pt x="32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8" name="Freeform 269">
              <a:extLst>
                <a:ext uri="{FF2B5EF4-FFF2-40B4-BE49-F238E27FC236}">
                  <a16:creationId xmlns:a16="http://schemas.microsoft.com/office/drawing/2014/main" id="{A53D3CB7-9D0E-9DE7-EE95-E20753AB3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672"/>
              <a:ext cx="48" cy="32"/>
            </a:xfrm>
            <a:custGeom>
              <a:avLst/>
              <a:gdLst>
                <a:gd name="T0" fmla="*/ 8 w 48"/>
                <a:gd name="T1" fmla="*/ 0 h 32"/>
                <a:gd name="T2" fmla="*/ 0 w 48"/>
                <a:gd name="T3" fmla="*/ 16 h 32"/>
                <a:gd name="T4" fmla="*/ 40 w 48"/>
                <a:gd name="T5" fmla="*/ 32 h 32"/>
                <a:gd name="T6" fmla="*/ 48 w 48"/>
                <a:gd name="T7" fmla="*/ 16 h 32"/>
                <a:gd name="T8" fmla="*/ 8 w 48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32"/>
                <a:gd name="T17" fmla="*/ 48 w 48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32">
                  <a:moveTo>
                    <a:pt x="8" y="0"/>
                  </a:moveTo>
                  <a:lnTo>
                    <a:pt x="0" y="16"/>
                  </a:lnTo>
                  <a:lnTo>
                    <a:pt x="40" y="32"/>
                  </a:lnTo>
                  <a:lnTo>
                    <a:pt x="48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9" name="Freeform 270">
              <a:extLst>
                <a:ext uri="{FF2B5EF4-FFF2-40B4-BE49-F238E27FC236}">
                  <a16:creationId xmlns:a16="http://schemas.microsoft.com/office/drawing/2014/main" id="{E0CA91A1-25DB-4C52-6EB5-E10DC02A7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712"/>
              <a:ext cx="64" cy="41"/>
            </a:xfrm>
            <a:custGeom>
              <a:avLst/>
              <a:gdLst>
                <a:gd name="T0" fmla="*/ 8 w 64"/>
                <a:gd name="T1" fmla="*/ 0 h 41"/>
                <a:gd name="T2" fmla="*/ 0 w 64"/>
                <a:gd name="T3" fmla="*/ 16 h 41"/>
                <a:gd name="T4" fmla="*/ 56 w 64"/>
                <a:gd name="T5" fmla="*/ 41 h 41"/>
                <a:gd name="T6" fmla="*/ 64 w 64"/>
                <a:gd name="T7" fmla="*/ 24 h 41"/>
                <a:gd name="T8" fmla="*/ 8 w 64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1"/>
                <a:gd name="T17" fmla="*/ 64 w 64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1">
                  <a:moveTo>
                    <a:pt x="8" y="0"/>
                  </a:moveTo>
                  <a:lnTo>
                    <a:pt x="0" y="16"/>
                  </a:lnTo>
                  <a:lnTo>
                    <a:pt x="56" y="41"/>
                  </a:lnTo>
                  <a:lnTo>
                    <a:pt x="64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0" name="Freeform 271">
              <a:extLst>
                <a:ext uri="{FF2B5EF4-FFF2-40B4-BE49-F238E27FC236}">
                  <a16:creationId xmlns:a16="http://schemas.microsoft.com/office/drawing/2014/main" id="{2647CC44-5A7F-D372-AB87-CAB60298E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761"/>
              <a:ext cx="40" cy="32"/>
            </a:xfrm>
            <a:custGeom>
              <a:avLst/>
              <a:gdLst>
                <a:gd name="T0" fmla="*/ 8 w 40"/>
                <a:gd name="T1" fmla="*/ 0 h 32"/>
                <a:gd name="T2" fmla="*/ 0 w 40"/>
                <a:gd name="T3" fmla="*/ 16 h 32"/>
                <a:gd name="T4" fmla="*/ 32 w 40"/>
                <a:gd name="T5" fmla="*/ 32 h 32"/>
                <a:gd name="T6" fmla="*/ 32 w 40"/>
                <a:gd name="T7" fmla="*/ 32 h 32"/>
                <a:gd name="T8" fmla="*/ 40 w 40"/>
                <a:gd name="T9" fmla="*/ 16 h 32"/>
                <a:gd name="T10" fmla="*/ 40 w 40"/>
                <a:gd name="T11" fmla="*/ 16 h 32"/>
                <a:gd name="T12" fmla="*/ 8 w 40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32"/>
                <a:gd name="T23" fmla="*/ 40 w 40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32">
                  <a:moveTo>
                    <a:pt x="8" y="0"/>
                  </a:moveTo>
                  <a:lnTo>
                    <a:pt x="0" y="16"/>
                  </a:lnTo>
                  <a:lnTo>
                    <a:pt x="32" y="32"/>
                  </a:lnTo>
                  <a:lnTo>
                    <a:pt x="40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1" name="Freeform 272">
              <a:extLst>
                <a:ext uri="{FF2B5EF4-FFF2-40B4-BE49-F238E27FC236}">
                  <a16:creationId xmlns:a16="http://schemas.microsoft.com/office/drawing/2014/main" id="{9A5032C9-13E0-EF8D-8F1C-D1F6380B0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777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16 h 32"/>
                <a:gd name="T4" fmla="*/ 24 w 32"/>
                <a:gd name="T5" fmla="*/ 32 h 32"/>
                <a:gd name="T6" fmla="*/ 32 w 32"/>
                <a:gd name="T7" fmla="*/ 16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16"/>
                  </a:lnTo>
                  <a:lnTo>
                    <a:pt x="24" y="32"/>
                  </a:lnTo>
                  <a:lnTo>
                    <a:pt x="32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2" name="Freeform 273">
              <a:extLst>
                <a:ext uri="{FF2B5EF4-FFF2-40B4-BE49-F238E27FC236}">
                  <a16:creationId xmlns:a16="http://schemas.microsoft.com/office/drawing/2014/main" id="{819D8C7D-932C-665A-F703-D27A5F686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817"/>
              <a:ext cx="64" cy="56"/>
            </a:xfrm>
            <a:custGeom>
              <a:avLst/>
              <a:gdLst>
                <a:gd name="T0" fmla="*/ 8 w 64"/>
                <a:gd name="T1" fmla="*/ 0 h 56"/>
                <a:gd name="T2" fmla="*/ 0 w 64"/>
                <a:gd name="T3" fmla="*/ 16 h 56"/>
                <a:gd name="T4" fmla="*/ 56 w 64"/>
                <a:gd name="T5" fmla="*/ 56 h 56"/>
                <a:gd name="T6" fmla="*/ 64 w 64"/>
                <a:gd name="T7" fmla="*/ 40 h 56"/>
                <a:gd name="T8" fmla="*/ 8 w 64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8" y="0"/>
                  </a:moveTo>
                  <a:lnTo>
                    <a:pt x="0" y="16"/>
                  </a:lnTo>
                  <a:lnTo>
                    <a:pt x="56" y="56"/>
                  </a:lnTo>
                  <a:lnTo>
                    <a:pt x="64" y="40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3" name="Freeform 274">
              <a:extLst>
                <a:ext uri="{FF2B5EF4-FFF2-40B4-BE49-F238E27FC236}">
                  <a16:creationId xmlns:a16="http://schemas.microsoft.com/office/drawing/2014/main" id="{C93B587E-6ABB-D1D4-7B4D-9FB59DA6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881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16 h 32"/>
                <a:gd name="T4" fmla="*/ 24 w 32"/>
                <a:gd name="T5" fmla="*/ 32 h 32"/>
                <a:gd name="T6" fmla="*/ 32 w 32"/>
                <a:gd name="T7" fmla="*/ 16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16"/>
                  </a:lnTo>
                  <a:lnTo>
                    <a:pt x="24" y="32"/>
                  </a:lnTo>
                  <a:lnTo>
                    <a:pt x="32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4" name="Freeform 275">
              <a:extLst>
                <a:ext uri="{FF2B5EF4-FFF2-40B4-BE49-F238E27FC236}">
                  <a16:creationId xmlns:a16="http://schemas.microsoft.com/office/drawing/2014/main" id="{863179D6-05E8-A67B-6471-C3AA3C1F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905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8 h 32"/>
                <a:gd name="T4" fmla="*/ 24 w 32"/>
                <a:gd name="T5" fmla="*/ 32 h 32"/>
                <a:gd name="T6" fmla="*/ 32 w 32"/>
                <a:gd name="T7" fmla="*/ 24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8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5" name="Freeform 276">
              <a:extLst>
                <a:ext uri="{FF2B5EF4-FFF2-40B4-BE49-F238E27FC236}">
                  <a16:creationId xmlns:a16="http://schemas.microsoft.com/office/drawing/2014/main" id="{B3397C3B-BFE1-3B29-533A-33B065413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945"/>
              <a:ext cx="64" cy="56"/>
            </a:xfrm>
            <a:custGeom>
              <a:avLst/>
              <a:gdLst>
                <a:gd name="T0" fmla="*/ 8 w 64"/>
                <a:gd name="T1" fmla="*/ 0 h 56"/>
                <a:gd name="T2" fmla="*/ 0 w 64"/>
                <a:gd name="T3" fmla="*/ 16 h 56"/>
                <a:gd name="T4" fmla="*/ 56 w 64"/>
                <a:gd name="T5" fmla="*/ 56 h 56"/>
                <a:gd name="T6" fmla="*/ 64 w 64"/>
                <a:gd name="T7" fmla="*/ 40 h 56"/>
                <a:gd name="T8" fmla="*/ 8 w 64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8" y="0"/>
                  </a:moveTo>
                  <a:lnTo>
                    <a:pt x="0" y="16"/>
                  </a:lnTo>
                  <a:lnTo>
                    <a:pt x="56" y="56"/>
                  </a:lnTo>
                  <a:lnTo>
                    <a:pt x="64" y="40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6" name="Freeform 277">
              <a:extLst>
                <a:ext uri="{FF2B5EF4-FFF2-40B4-BE49-F238E27FC236}">
                  <a16:creationId xmlns:a16="http://schemas.microsoft.com/office/drawing/2014/main" id="{1DB15F51-11AD-BCF8-CDC6-F1A869D43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017"/>
              <a:ext cx="16" cy="16"/>
            </a:xfrm>
            <a:custGeom>
              <a:avLst/>
              <a:gdLst>
                <a:gd name="T0" fmla="*/ 8 w 16"/>
                <a:gd name="T1" fmla="*/ 0 h 16"/>
                <a:gd name="T2" fmla="*/ 0 w 16"/>
                <a:gd name="T3" fmla="*/ 8 h 16"/>
                <a:gd name="T4" fmla="*/ 8 w 16"/>
                <a:gd name="T5" fmla="*/ 16 h 16"/>
                <a:gd name="T6" fmla="*/ 8 w 16"/>
                <a:gd name="T7" fmla="*/ 16 h 16"/>
                <a:gd name="T8" fmla="*/ 16 w 16"/>
                <a:gd name="T9" fmla="*/ 8 h 16"/>
                <a:gd name="T10" fmla="*/ 16 w 16"/>
                <a:gd name="T11" fmla="*/ 8 h 16"/>
                <a:gd name="T12" fmla="*/ 8 w 16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16"/>
                <a:gd name="T23" fmla="*/ 16 w 16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16">
                  <a:moveTo>
                    <a:pt x="8" y="0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7" name="Freeform 278">
              <a:extLst>
                <a:ext uri="{FF2B5EF4-FFF2-40B4-BE49-F238E27FC236}">
                  <a16:creationId xmlns:a16="http://schemas.microsoft.com/office/drawing/2014/main" id="{49DAB1CB-417B-1B62-3E7E-A7BEEF4E5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1025"/>
              <a:ext cx="48" cy="48"/>
            </a:xfrm>
            <a:custGeom>
              <a:avLst/>
              <a:gdLst>
                <a:gd name="T0" fmla="*/ 8 w 48"/>
                <a:gd name="T1" fmla="*/ 0 h 48"/>
                <a:gd name="T2" fmla="*/ 0 w 48"/>
                <a:gd name="T3" fmla="*/ 8 h 48"/>
                <a:gd name="T4" fmla="*/ 40 w 48"/>
                <a:gd name="T5" fmla="*/ 48 h 48"/>
                <a:gd name="T6" fmla="*/ 48 w 48"/>
                <a:gd name="T7" fmla="*/ 40 h 48"/>
                <a:gd name="T8" fmla="*/ 8 w 48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48"/>
                <a:gd name="T17" fmla="*/ 48 w 48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48">
                  <a:moveTo>
                    <a:pt x="8" y="0"/>
                  </a:moveTo>
                  <a:lnTo>
                    <a:pt x="0" y="8"/>
                  </a:lnTo>
                  <a:lnTo>
                    <a:pt x="40" y="48"/>
                  </a:lnTo>
                  <a:lnTo>
                    <a:pt x="48" y="40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8" name="Freeform 279">
              <a:extLst>
                <a:ext uri="{FF2B5EF4-FFF2-40B4-BE49-F238E27FC236}">
                  <a16:creationId xmlns:a16="http://schemas.microsoft.com/office/drawing/2014/main" id="{944C8EA6-855C-2579-3A97-A47FD1061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1097"/>
              <a:ext cx="56" cy="56"/>
            </a:xfrm>
            <a:custGeom>
              <a:avLst/>
              <a:gdLst>
                <a:gd name="T0" fmla="*/ 8 w 56"/>
                <a:gd name="T1" fmla="*/ 0 h 56"/>
                <a:gd name="T2" fmla="*/ 0 w 56"/>
                <a:gd name="T3" fmla="*/ 8 h 56"/>
                <a:gd name="T4" fmla="*/ 48 w 56"/>
                <a:gd name="T5" fmla="*/ 56 h 56"/>
                <a:gd name="T6" fmla="*/ 56 w 56"/>
                <a:gd name="T7" fmla="*/ 48 h 56"/>
                <a:gd name="T8" fmla="*/ 8 w 56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8" y="0"/>
                  </a:moveTo>
                  <a:lnTo>
                    <a:pt x="0" y="8"/>
                  </a:lnTo>
                  <a:lnTo>
                    <a:pt x="48" y="56"/>
                  </a:lnTo>
                  <a:lnTo>
                    <a:pt x="56" y="4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9" name="Freeform 280">
              <a:extLst>
                <a:ext uri="{FF2B5EF4-FFF2-40B4-BE49-F238E27FC236}">
                  <a16:creationId xmlns:a16="http://schemas.microsoft.com/office/drawing/2014/main" id="{4C0F28F2-4457-5F19-6018-088633804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1177"/>
              <a:ext cx="48" cy="64"/>
            </a:xfrm>
            <a:custGeom>
              <a:avLst/>
              <a:gdLst>
                <a:gd name="T0" fmla="*/ 16 w 48"/>
                <a:gd name="T1" fmla="*/ 0 h 64"/>
                <a:gd name="T2" fmla="*/ 0 w 48"/>
                <a:gd name="T3" fmla="*/ 8 h 64"/>
                <a:gd name="T4" fmla="*/ 32 w 48"/>
                <a:gd name="T5" fmla="*/ 64 h 64"/>
                <a:gd name="T6" fmla="*/ 48 w 48"/>
                <a:gd name="T7" fmla="*/ 56 h 64"/>
                <a:gd name="T8" fmla="*/ 16 w 48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64"/>
                <a:gd name="T17" fmla="*/ 48 w 48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64">
                  <a:moveTo>
                    <a:pt x="16" y="0"/>
                  </a:moveTo>
                  <a:lnTo>
                    <a:pt x="0" y="8"/>
                  </a:lnTo>
                  <a:lnTo>
                    <a:pt x="32" y="64"/>
                  </a:lnTo>
                  <a:lnTo>
                    <a:pt x="48" y="56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0" name="Freeform 281">
              <a:extLst>
                <a:ext uri="{FF2B5EF4-FFF2-40B4-BE49-F238E27FC236}">
                  <a16:creationId xmlns:a16="http://schemas.microsoft.com/office/drawing/2014/main" id="{12B6A9B4-0191-03A8-FFC6-1BF756817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1273"/>
              <a:ext cx="56" cy="56"/>
            </a:xfrm>
            <a:custGeom>
              <a:avLst/>
              <a:gdLst>
                <a:gd name="T0" fmla="*/ 16 w 56"/>
                <a:gd name="T1" fmla="*/ 0 h 56"/>
                <a:gd name="T2" fmla="*/ 0 w 56"/>
                <a:gd name="T3" fmla="*/ 8 h 56"/>
                <a:gd name="T4" fmla="*/ 40 w 56"/>
                <a:gd name="T5" fmla="*/ 56 h 56"/>
                <a:gd name="T6" fmla="*/ 56 w 56"/>
                <a:gd name="T7" fmla="*/ 48 h 56"/>
                <a:gd name="T8" fmla="*/ 16 w 56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16" y="0"/>
                  </a:moveTo>
                  <a:lnTo>
                    <a:pt x="0" y="8"/>
                  </a:lnTo>
                  <a:lnTo>
                    <a:pt x="40" y="56"/>
                  </a:lnTo>
                  <a:lnTo>
                    <a:pt x="56" y="48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1" name="Freeform 282">
              <a:extLst>
                <a:ext uri="{FF2B5EF4-FFF2-40B4-BE49-F238E27FC236}">
                  <a16:creationId xmlns:a16="http://schemas.microsoft.com/office/drawing/2014/main" id="{D60A1FEA-1954-E418-ECD8-9B1665D69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" y="1369"/>
              <a:ext cx="40" cy="64"/>
            </a:xfrm>
            <a:custGeom>
              <a:avLst/>
              <a:gdLst>
                <a:gd name="T0" fmla="*/ 16 w 40"/>
                <a:gd name="T1" fmla="*/ 0 h 64"/>
                <a:gd name="T2" fmla="*/ 0 w 40"/>
                <a:gd name="T3" fmla="*/ 8 h 64"/>
                <a:gd name="T4" fmla="*/ 24 w 40"/>
                <a:gd name="T5" fmla="*/ 64 h 64"/>
                <a:gd name="T6" fmla="*/ 40 w 40"/>
                <a:gd name="T7" fmla="*/ 56 h 64"/>
                <a:gd name="T8" fmla="*/ 16 w 40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16" y="0"/>
                  </a:moveTo>
                  <a:lnTo>
                    <a:pt x="0" y="8"/>
                  </a:lnTo>
                  <a:lnTo>
                    <a:pt x="24" y="64"/>
                  </a:lnTo>
                  <a:lnTo>
                    <a:pt x="40" y="56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2" name="Freeform 283">
              <a:extLst>
                <a:ext uri="{FF2B5EF4-FFF2-40B4-BE49-F238E27FC236}">
                  <a16:creationId xmlns:a16="http://schemas.microsoft.com/office/drawing/2014/main" id="{EA0F4B5C-3E15-A881-A31D-3358DCF6F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1473"/>
              <a:ext cx="40" cy="56"/>
            </a:xfrm>
            <a:custGeom>
              <a:avLst/>
              <a:gdLst>
                <a:gd name="T0" fmla="*/ 16 w 40"/>
                <a:gd name="T1" fmla="*/ 0 h 56"/>
                <a:gd name="T2" fmla="*/ 0 w 40"/>
                <a:gd name="T3" fmla="*/ 8 h 56"/>
                <a:gd name="T4" fmla="*/ 24 w 40"/>
                <a:gd name="T5" fmla="*/ 56 h 56"/>
                <a:gd name="T6" fmla="*/ 24 w 40"/>
                <a:gd name="T7" fmla="*/ 48 h 56"/>
                <a:gd name="T8" fmla="*/ 40 w 40"/>
                <a:gd name="T9" fmla="*/ 48 h 56"/>
                <a:gd name="T10" fmla="*/ 40 w 40"/>
                <a:gd name="T11" fmla="*/ 48 h 56"/>
                <a:gd name="T12" fmla="*/ 16 w 40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56"/>
                <a:gd name="T23" fmla="*/ 40 w 40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56">
                  <a:moveTo>
                    <a:pt x="16" y="0"/>
                  </a:moveTo>
                  <a:lnTo>
                    <a:pt x="0" y="8"/>
                  </a:lnTo>
                  <a:lnTo>
                    <a:pt x="24" y="56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3" name="Rectangle 284">
              <a:extLst>
                <a:ext uri="{FF2B5EF4-FFF2-40B4-BE49-F238E27FC236}">
                  <a16:creationId xmlns:a16="http://schemas.microsoft.com/office/drawing/2014/main" id="{C9187749-0929-BF9C-0658-6399BA0FE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4" y="1521"/>
              <a:ext cx="16" cy="8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34" name="Freeform 285">
              <a:extLst>
                <a:ext uri="{FF2B5EF4-FFF2-40B4-BE49-F238E27FC236}">
                  <a16:creationId xmlns:a16="http://schemas.microsoft.com/office/drawing/2014/main" id="{189F40AA-0778-44A4-DF75-B81D2F719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0" y="1577"/>
              <a:ext cx="32" cy="64"/>
            </a:xfrm>
            <a:custGeom>
              <a:avLst/>
              <a:gdLst>
                <a:gd name="T0" fmla="*/ 16 w 32"/>
                <a:gd name="T1" fmla="*/ 0 h 64"/>
                <a:gd name="T2" fmla="*/ 0 w 32"/>
                <a:gd name="T3" fmla="*/ 8 h 64"/>
                <a:gd name="T4" fmla="*/ 16 w 32"/>
                <a:gd name="T5" fmla="*/ 64 h 64"/>
                <a:gd name="T6" fmla="*/ 32 w 32"/>
                <a:gd name="T7" fmla="*/ 56 h 64"/>
                <a:gd name="T8" fmla="*/ 16 w 32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16" y="0"/>
                  </a:moveTo>
                  <a:lnTo>
                    <a:pt x="0" y="8"/>
                  </a:lnTo>
                  <a:lnTo>
                    <a:pt x="16" y="64"/>
                  </a:lnTo>
                  <a:lnTo>
                    <a:pt x="32" y="56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5" name="Freeform 286">
              <a:extLst>
                <a:ext uri="{FF2B5EF4-FFF2-40B4-BE49-F238E27FC236}">
                  <a16:creationId xmlns:a16="http://schemas.microsoft.com/office/drawing/2014/main" id="{B928A46F-325B-FE4F-5E82-B2FB94412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1681"/>
              <a:ext cx="32" cy="56"/>
            </a:xfrm>
            <a:custGeom>
              <a:avLst/>
              <a:gdLst>
                <a:gd name="T0" fmla="*/ 16 w 32"/>
                <a:gd name="T1" fmla="*/ 0 h 56"/>
                <a:gd name="T2" fmla="*/ 0 w 32"/>
                <a:gd name="T3" fmla="*/ 8 h 56"/>
                <a:gd name="T4" fmla="*/ 16 w 32"/>
                <a:gd name="T5" fmla="*/ 56 h 56"/>
                <a:gd name="T6" fmla="*/ 16 w 32"/>
                <a:gd name="T7" fmla="*/ 48 h 56"/>
                <a:gd name="T8" fmla="*/ 32 w 32"/>
                <a:gd name="T9" fmla="*/ 48 h 56"/>
                <a:gd name="T10" fmla="*/ 32 w 32"/>
                <a:gd name="T11" fmla="*/ 48 h 56"/>
                <a:gd name="T12" fmla="*/ 16 w 32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56"/>
                <a:gd name="T23" fmla="*/ 32 w 32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56">
                  <a:moveTo>
                    <a:pt x="16" y="0"/>
                  </a:moveTo>
                  <a:lnTo>
                    <a:pt x="0" y="8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32" y="48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6" name="Rectangle 287">
              <a:extLst>
                <a:ext uri="{FF2B5EF4-FFF2-40B4-BE49-F238E27FC236}">
                  <a16:creationId xmlns:a16="http://schemas.microsoft.com/office/drawing/2014/main" id="{A0980CC2-EAE3-F09A-51DF-2C37F7DFE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0" y="1729"/>
              <a:ext cx="16" cy="16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37" name="Freeform 288">
              <a:extLst>
                <a:ext uri="{FF2B5EF4-FFF2-40B4-BE49-F238E27FC236}">
                  <a16:creationId xmlns:a16="http://schemas.microsoft.com/office/drawing/2014/main" id="{F3A2AF84-6B81-66AF-CC5E-F828EFA61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" y="1793"/>
              <a:ext cx="24" cy="64"/>
            </a:xfrm>
            <a:custGeom>
              <a:avLst/>
              <a:gdLst>
                <a:gd name="T0" fmla="*/ 16 w 24"/>
                <a:gd name="T1" fmla="*/ 0 h 64"/>
                <a:gd name="T2" fmla="*/ 0 w 24"/>
                <a:gd name="T3" fmla="*/ 0 h 64"/>
                <a:gd name="T4" fmla="*/ 8 w 24"/>
                <a:gd name="T5" fmla="*/ 64 h 64"/>
                <a:gd name="T6" fmla="*/ 24 w 24"/>
                <a:gd name="T7" fmla="*/ 64 h 64"/>
                <a:gd name="T8" fmla="*/ 16 w 24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64"/>
                <a:gd name="T17" fmla="*/ 24 w 2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64">
                  <a:moveTo>
                    <a:pt x="16" y="0"/>
                  </a:moveTo>
                  <a:lnTo>
                    <a:pt x="0" y="0"/>
                  </a:lnTo>
                  <a:lnTo>
                    <a:pt x="8" y="64"/>
                  </a:lnTo>
                  <a:lnTo>
                    <a:pt x="24" y="64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8" name="Freeform 289">
              <a:extLst>
                <a:ext uri="{FF2B5EF4-FFF2-40B4-BE49-F238E27FC236}">
                  <a16:creationId xmlns:a16="http://schemas.microsoft.com/office/drawing/2014/main" id="{20BE7B5E-3059-7881-80CC-D22DB572D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1905"/>
              <a:ext cx="24" cy="40"/>
            </a:xfrm>
            <a:custGeom>
              <a:avLst/>
              <a:gdLst>
                <a:gd name="T0" fmla="*/ 16 w 24"/>
                <a:gd name="T1" fmla="*/ 0 h 40"/>
                <a:gd name="T2" fmla="*/ 0 w 24"/>
                <a:gd name="T3" fmla="*/ 0 h 40"/>
                <a:gd name="T4" fmla="*/ 8 w 24"/>
                <a:gd name="T5" fmla="*/ 40 h 40"/>
                <a:gd name="T6" fmla="*/ 8 w 24"/>
                <a:gd name="T7" fmla="*/ 40 h 40"/>
                <a:gd name="T8" fmla="*/ 24 w 24"/>
                <a:gd name="T9" fmla="*/ 40 h 40"/>
                <a:gd name="T10" fmla="*/ 24 w 24"/>
                <a:gd name="T11" fmla="*/ 40 h 40"/>
                <a:gd name="T12" fmla="*/ 16 w 2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40"/>
                <a:gd name="T23" fmla="*/ 24 w 2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40">
                  <a:moveTo>
                    <a:pt x="16" y="0"/>
                  </a:moveTo>
                  <a:lnTo>
                    <a:pt x="0" y="0"/>
                  </a:lnTo>
                  <a:lnTo>
                    <a:pt x="8" y="40"/>
                  </a:lnTo>
                  <a:lnTo>
                    <a:pt x="24" y="40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9" name="Rectangle 290">
              <a:extLst>
                <a:ext uri="{FF2B5EF4-FFF2-40B4-BE49-F238E27FC236}">
                  <a16:creationId xmlns:a16="http://schemas.microsoft.com/office/drawing/2014/main" id="{BCC13B02-C1E0-8F2A-E0A6-E8B433CD3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945"/>
              <a:ext cx="16" cy="16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40" name="Rectangle 291">
              <a:extLst>
                <a:ext uri="{FF2B5EF4-FFF2-40B4-BE49-F238E27FC236}">
                  <a16:creationId xmlns:a16="http://schemas.microsoft.com/office/drawing/2014/main" id="{B11E0C5E-BE53-824D-DCDD-565B49A21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009"/>
              <a:ext cx="16" cy="6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41" name="Freeform 292">
              <a:extLst>
                <a:ext uri="{FF2B5EF4-FFF2-40B4-BE49-F238E27FC236}">
                  <a16:creationId xmlns:a16="http://schemas.microsoft.com/office/drawing/2014/main" id="{1D0D77F7-5277-137E-95A5-7985982BF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121"/>
              <a:ext cx="16" cy="48"/>
            </a:xfrm>
            <a:custGeom>
              <a:avLst/>
              <a:gdLst>
                <a:gd name="T0" fmla="*/ 16 w 16"/>
                <a:gd name="T1" fmla="*/ 0 h 48"/>
                <a:gd name="T2" fmla="*/ 0 w 16"/>
                <a:gd name="T3" fmla="*/ 0 h 48"/>
                <a:gd name="T4" fmla="*/ 0 w 16"/>
                <a:gd name="T5" fmla="*/ 48 h 48"/>
                <a:gd name="T6" fmla="*/ 0 w 16"/>
                <a:gd name="T7" fmla="*/ 48 h 48"/>
                <a:gd name="T8" fmla="*/ 16 w 16"/>
                <a:gd name="T9" fmla="*/ 48 h 48"/>
                <a:gd name="T10" fmla="*/ 16 w 16"/>
                <a:gd name="T11" fmla="*/ 48 h 48"/>
                <a:gd name="T12" fmla="*/ 16 w 16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48"/>
                <a:gd name="T23" fmla="*/ 16 w 16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48">
                  <a:moveTo>
                    <a:pt x="16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16" y="48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2" name="Rectangle 293">
              <a:extLst>
                <a:ext uri="{FF2B5EF4-FFF2-40B4-BE49-F238E27FC236}">
                  <a16:creationId xmlns:a16="http://schemas.microsoft.com/office/drawing/2014/main" id="{C4659081-64BA-AC83-0FE8-E45115370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169"/>
              <a:ext cx="16" cy="16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43" name="Freeform 294">
              <a:extLst>
                <a:ext uri="{FF2B5EF4-FFF2-40B4-BE49-F238E27FC236}">
                  <a16:creationId xmlns:a16="http://schemas.microsoft.com/office/drawing/2014/main" id="{D619B1EF-F74B-EDFB-A158-E15D0A965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2234"/>
              <a:ext cx="24" cy="64"/>
            </a:xfrm>
            <a:custGeom>
              <a:avLst/>
              <a:gdLst>
                <a:gd name="T0" fmla="*/ 24 w 24"/>
                <a:gd name="T1" fmla="*/ 0 h 64"/>
                <a:gd name="T2" fmla="*/ 8 w 24"/>
                <a:gd name="T3" fmla="*/ 0 h 64"/>
                <a:gd name="T4" fmla="*/ 0 w 24"/>
                <a:gd name="T5" fmla="*/ 64 h 64"/>
                <a:gd name="T6" fmla="*/ 16 w 24"/>
                <a:gd name="T7" fmla="*/ 64 h 64"/>
                <a:gd name="T8" fmla="*/ 24 w 24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64"/>
                <a:gd name="T17" fmla="*/ 24 w 2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64">
                  <a:moveTo>
                    <a:pt x="24" y="0"/>
                  </a:moveTo>
                  <a:lnTo>
                    <a:pt x="8" y="0"/>
                  </a:lnTo>
                  <a:lnTo>
                    <a:pt x="0" y="64"/>
                  </a:lnTo>
                  <a:lnTo>
                    <a:pt x="16" y="64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4" name="Freeform 295">
              <a:extLst>
                <a:ext uri="{FF2B5EF4-FFF2-40B4-BE49-F238E27FC236}">
                  <a16:creationId xmlns:a16="http://schemas.microsoft.com/office/drawing/2014/main" id="{3241CA14-4FBD-39FA-DCB6-5BBAB3635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" y="2346"/>
              <a:ext cx="24" cy="40"/>
            </a:xfrm>
            <a:custGeom>
              <a:avLst/>
              <a:gdLst>
                <a:gd name="T0" fmla="*/ 24 w 24"/>
                <a:gd name="T1" fmla="*/ 0 h 40"/>
                <a:gd name="T2" fmla="*/ 8 w 24"/>
                <a:gd name="T3" fmla="*/ 0 h 40"/>
                <a:gd name="T4" fmla="*/ 0 w 24"/>
                <a:gd name="T5" fmla="*/ 40 h 40"/>
                <a:gd name="T6" fmla="*/ 0 w 24"/>
                <a:gd name="T7" fmla="*/ 40 h 40"/>
                <a:gd name="T8" fmla="*/ 16 w 24"/>
                <a:gd name="T9" fmla="*/ 40 h 40"/>
                <a:gd name="T10" fmla="*/ 16 w 24"/>
                <a:gd name="T11" fmla="*/ 40 h 40"/>
                <a:gd name="T12" fmla="*/ 24 w 2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40"/>
                <a:gd name="T23" fmla="*/ 24 w 2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40">
                  <a:moveTo>
                    <a:pt x="24" y="0"/>
                  </a:moveTo>
                  <a:lnTo>
                    <a:pt x="8" y="0"/>
                  </a:lnTo>
                  <a:lnTo>
                    <a:pt x="0" y="40"/>
                  </a:lnTo>
                  <a:lnTo>
                    <a:pt x="16" y="40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5" name="Rectangle 296">
              <a:extLst>
                <a:ext uri="{FF2B5EF4-FFF2-40B4-BE49-F238E27FC236}">
                  <a16:creationId xmlns:a16="http://schemas.microsoft.com/office/drawing/2014/main" id="{95667D03-2B97-FA88-E0B8-78DCD80A8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8" y="2386"/>
              <a:ext cx="16" cy="2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46" name="Freeform 297">
              <a:extLst>
                <a:ext uri="{FF2B5EF4-FFF2-40B4-BE49-F238E27FC236}">
                  <a16:creationId xmlns:a16="http://schemas.microsoft.com/office/drawing/2014/main" id="{A0A9927B-FE84-3416-6944-A1CF6CE90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458"/>
              <a:ext cx="24" cy="64"/>
            </a:xfrm>
            <a:custGeom>
              <a:avLst/>
              <a:gdLst>
                <a:gd name="T0" fmla="*/ 24 w 24"/>
                <a:gd name="T1" fmla="*/ 0 h 64"/>
                <a:gd name="T2" fmla="*/ 8 w 24"/>
                <a:gd name="T3" fmla="*/ 0 h 64"/>
                <a:gd name="T4" fmla="*/ 0 w 24"/>
                <a:gd name="T5" fmla="*/ 64 h 64"/>
                <a:gd name="T6" fmla="*/ 16 w 24"/>
                <a:gd name="T7" fmla="*/ 64 h 64"/>
                <a:gd name="T8" fmla="*/ 24 w 24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64"/>
                <a:gd name="T17" fmla="*/ 24 w 2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64">
                  <a:moveTo>
                    <a:pt x="24" y="0"/>
                  </a:moveTo>
                  <a:lnTo>
                    <a:pt x="8" y="0"/>
                  </a:lnTo>
                  <a:lnTo>
                    <a:pt x="0" y="64"/>
                  </a:lnTo>
                  <a:lnTo>
                    <a:pt x="16" y="64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7" name="Freeform 298">
              <a:extLst>
                <a:ext uri="{FF2B5EF4-FFF2-40B4-BE49-F238E27FC236}">
                  <a16:creationId xmlns:a16="http://schemas.microsoft.com/office/drawing/2014/main" id="{E9AC8724-DE67-1912-FB9A-36D18A97C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0" y="2562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8 w 24"/>
                <a:gd name="T3" fmla="*/ 0 h 56"/>
                <a:gd name="T4" fmla="*/ 0 w 24"/>
                <a:gd name="T5" fmla="*/ 48 h 56"/>
                <a:gd name="T6" fmla="*/ 0 w 24"/>
                <a:gd name="T7" fmla="*/ 48 h 56"/>
                <a:gd name="T8" fmla="*/ 16 w 24"/>
                <a:gd name="T9" fmla="*/ 56 h 56"/>
                <a:gd name="T10" fmla="*/ 16 w 24"/>
                <a:gd name="T11" fmla="*/ 48 h 56"/>
                <a:gd name="T12" fmla="*/ 24 w 24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56"/>
                <a:gd name="T23" fmla="*/ 24 w 24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56">
                  <a:moveTo>
                    <a:pt x="24" y="0"/>
                  </a:moveTo>
                  <a:lnTo>
                    <a:pt x="8" y="0"/>
                  </a:lnTo>
                  <a:lnTo>
                    <a:pt x="0" y="48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8" name="Freeform 299">
              <a:extLst>
                <a:ext uri="{FF2B5EF4-FFF2-40B4-BE49-F238E27FC236}">
                  <a16:creationId xmlns:a16="http://schemas.microsoft.com/office/drawing/2014/main" id="{3686B140-A3E3-25DF-931A-C28E4836C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" y="2610"/>
              <a:ext cx="24" cy="24"/>
            </a:xfrm>
            <a:custGeom>
              <a:avLst/>
              <a:gdLst>
                <a:gd name="T0" fmla="*/ 24 w 24"/>
                <a:gd name="T1" fmla="*/ 8 h 24"/>
                <a:gd name="T2" fmla="*/ 8 w 24"/>
                <a:gd name="T3" fmla="*/ 0 h 24"/>
                <a:gd name="T4" fmla="*/ 0 w 24"/>
                <a:gd name="T5" fmla="*/ 16 h 24"/>
                <a:gd name="T6" fmla="*/ 16 w 24"/>
                <a:gd name="T7" fmla="*/ 24 h 24"/>
                <a:gd name="T8" fmla="*/ 24 w 24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24" y="8"/>
                  </a:moveTo>
                  <a:lnTo>
                    <a:pt x="8" y="0"/>
                  </a:lnTo>
                  <a:lnTo>
                    <a:pt x="0" y="16"/>
                  </a:lnTo>
                  <a:lnTo>
                    <a:pt x="16" y="24"/>
                  </a:lnTo>
                  <a:lnTo>
                    <a:pt x="24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9" name="Freeform 300">
              <a:extLst>
                <a:ext uri="{FF2B5EF4-FFF2-40B4-BE49-F238E27FC236}">
                  <a16:creationId xmlns:a16="http://schemas.microsoft.com/office/drawing/2014/main" id="{297E5559-2498-E5FA-E096-068258112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2674"/>
              <a:ext cx="40" cy="64"/>
            </a:xfrm>
            <a:custGeom>
              <a:avLst/>
              <a:gdLst>
                <a:gd name="T0" fmla="*/ 40 w 40"/>
                <a:gd name="T1" fmla="*/ 8 h 64"/>
                <a:gd name="T2" fmla="*/ 24 w 40"/>
                <a:gd name="T3" fmla="*/ 0 h 64"/>
                <a:gd name="T4" fmla="*/ 0 w 40"/>
                <a:gd name="T5" fmla="*/ 56 h 64"/>
                <a:gd name="T6" fmla="*/ 16 w 40"/>
                <a:gd name="T7" fmla="*/ 64 h 64"/>
                <a:gd name="T8" fmla="*/ 40 w 40"/>
                <a:gd name="T9" fmla="*/ 8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8"/>
                  </a:moveTo>
                  <a:lnTo>
                    <a:pt x="24" y="0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40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0" name="Freeform 301">
              <a:extLst>
                <a:ext uri="{FF2B5EF4-FFF2-40B4-BE49-F238E27FC236}">
                  <a16:creationId xmlns:a16="http://schemas.microsoft.com/office/drawing/2014/main" id="{71627EDB-9A02-570C-68EA-BED83AE11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778"/>
              <a:ext cx="24" cy="48"/>
            </a:xfrm>
            <a:custGeom>
              <a:avLst/>
              <a:gdLst>
                <a:gd name="T0" fmla="*/ 24 w 24"/>
                <a:gd name="T1" fmla="*/ 0 h 48"/>
                <a:gd name="T2" fmla="*/ 8 w 24"/>
                <a:gd name="T3" fmla="*/ 0 h 48"/>
                <a:gd name="T4" fmla="*/ 0 w 24"/>
                <a:gd name="T5" fmla="*/ 40 h 48"/>
                <a:gd name="T6" fmla="*/ 8 w 24"/>
                <a:gd name="T7" fmla="*/ 40 h 48"/>
                <a:gd name="T8" fmla="*/ 16 w 24"/>
                <a:gd name="T9" fmla="*/ 48 h 48"/>
                <a:gd name="T10" fmla="*/ 16 w 24"/>
                <a:gd name="T11" fmla="*/ 40 h 48"/>
                <a:gd name="T12" fmla="*/ 24 w 24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48"/>
                <a:gd name="T23" fmla="*/ 24 w 24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48">
                  <a:moveTo>
                    <a:pt x="24" y="0"/>
                  </a:moveTo>
                  <a:lnTo>
                    <a:pt x="8" y="0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1" name="Freeform 302">
              <a:extLst>
                <a:ext uri="{FF2B5EF4-FFF2-40B4-BE49-F238E27FC236}">
                  <a16:creationId xmlns:a16="http://schemas.microsoft.com/office/drawing/2014/main" id="{D5D99998-FC51-D8D9-D023-3D201AEAF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818"/>
              <a:ext cx="24" cy="24"/>
            </a:xfrm>
            <a:custGeom>
              <a:avLst/>
              <a:gdLst>
                <a:gd name="T0" fmla="*/ 24 w 24"/>
                <a:gd name="T1" fmla="*/ 8 h 24"/>
                <a:gd name="T2" fmla="*/ 16 w 24"/>
                <a:gd name="T3" fmla="*/ 0 h 24"/>
                <a:gd name="T4" fmla="*/ 0 w 24"/>
                <a:gd name="T5" fmla="*/ 16 h 24"/>
                <a:gd name="T6" fmla="*/ 8 w 24"/>
                <a:gd name="T7" fmla="*/ 24 h 24"/>
                <a:gd name="T8" fmla="*/ 24 w 24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24" y="8"/>
                  </a:moveTo>
                  <a:lnTo>
                    <a:pt x="16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2" name="Freeform 303">
              <a:extLst>
                <a:ext uri="{FF2B5EF4-FFF2-40B4-BE49-F238E27FC236}">
                  <a16:creationId xmlns:a16="http://schemas.microsoft.com/office/drawing/2014/main" id="{BAE7404B-D04E-E3F9-32A6-9848D6487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2882"/>
              <a:ext cx="48" cy="64"/>
            </a:xfrm>
            <a:custGeom>
              <a:avLst/>
              <a:gdLst>
                <a:gd name="T0" fmla="*/ 48 w 48"/>
                <a:gd name="T1" fmla="*/ 8 h 64"/>
                <a:gd name="T2" fmla="*/ 32 w 48"/>
                <a:gd name="T3" fmla="*/ 0 h 64"/>
                <a:gd name="T4" fmla="*/ 0 w 48"/>
                <a:gd name="T5" fmla="*/ 56 h 64"/>
                <a:gd name="T6" fmla="*/ 16 w 48"/>
                <a:gd name="T7" fmla="*/ 64 h 64"/>
                <a:gd name="T8" fmla="*/ 48 w 48"/>
                <a:gd name="T9" fmla="*/ 8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64"/>
                <a:gd name="T17" fmla="*/ 48 w 48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64">
                  <a:moveTo>
                    <a:pt x="48" y="8"/>
                  </a:moveTo>
                  <a:lnTo>
                    <a:pt x="32" y="0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48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3" name="Freeform 304">
              <a:extLst>
                <a:ext uri="{FF2B5EF4-FFF2-40B4-BE49-F238E27FC236}">
                  <a16:creationId xmlns:a16="http://schemas.microsoft.com/office/drawing/2014/main" id="{0B331672-C520-9B6C-9CF7-63CDB46A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2978"/>
              <a:ext cx="32" cy="40"/>
            </a:xfrm>
            <a:custGeom>
              <a:avLst/>
              <a:gdLst>
                <a:gd name="T0" fmla="*/ 32 w 32"/>
                <a:gd name="T1" fmla="*/ 8 h 40"/>
                <a:gd name="T2" fmla="*/ 16 w 32"/>
                <a:gd name="T3" fmla="*/ 0 h 40"/>
                <a:gd name="T4" fmla="*/ 0 w 32"/>
                <a:gd name="T5" fmla="*/ 32 h 40"/>
                <a:gd name="T6" fmla="*/ 0 w 32"/>
                <a:gd name="T7" fmla="*/ 32 h 40"/>
                <a:gd name="T8" fmla="*/ 16 w 32"/>
                <a:gd name="T9" fmla="*/ 40 h 40"/>
                <a:gd name="T10" fmla="*/ 16 w 32"/>
                <a:gd name="T11" fmla="*/ 40 h 40"/>
                <a:gd name="T12" fmla="*/ 32 w 32"/>
                <a:gd name="T13" fmla="*/ 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40"/>
                <a:gd name="T23" fmla="*/ 32 w 32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40">
                  <a:moveTo>
                    <a:pt x="32" y="8"/>
                  </a:moveTo>
                  <a:lnTo>
                    <a:pt x="16" y="0"/>
                  </a:lnTo>
                  <a:lnTo>
                    <a:pt x="0" y="32"/>
                  </a:lnTo>
                  <a:lnTo>
                    <a:pt x="16" y="40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4" name="Freeform 305">
              <a:extLst>
                <a:ext uri="{FF2B5EF4-FFF2-40B4-BE49-F238E27FC236}">
                  <a16:creationId xmlns:a16="http://schemas.microsoft.com/office/drawing/2014/main" id="{69FA248C-7E96-66EB-6470-117A2DC2B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3010"/>
              <a:ext cx="32" cy="32"/>
            </a:xfrm>
            <a:custGeom>
              <a:avLst/>
              <a:gdLst>
                <a:gd name="T0" fmla="*/ 32 w 32"/>
                <a:gd name="T1" fmla="*/ 8 h 32"/>
                <a:gd name="T2" fmla="*/ 16 w 32"/>
                <a:gd name="T3" fmla="*/ 0 h 32"/>
                <a:gd name="T4" fmla="*/ 0 w 32"/>
                <a:gd name="T5" fmla="*/ 24 h 32"/>
                <a:gd name="T6" fmla="*/ 16 w 32"/>
                <a:gd name="T7" fmla="*/ 32 h 32"/>
                <a:gd name="T8" fmla="*/ 32 w 32"/>
                <a:gd name="T9" fmla="*/ 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32" y="8"/>
                  </a:moveTo>
                  <a:lnTo>
                    <a:pt x="16" y="0"/>
                  </a:lnTo>
                  <a:lnTo>
                    <a:pt x="0" y="24"/>
                  </a:lnTo>
                  <a:lnTo>
                    <a:pt x="16" y="32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5" name="Freeform 306">
              <a:extLst>
                <a:ext uri="{FF2B5EF4-FFF2-40B4-BE49-F238E27FC236}">
                  <a16:creationId xmlns:a16="http://schemas.microsoft.com/office/drawing/2014/main" id="{BE7A59B9-9A39-10BC-1C0A-E9AE8C4CA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3074"/>
              <a:ext cx="56" cy="56"/>
            </a:xfrm>
            <a:custGeom>
              <a:avLst/>
              <a:gdLst>
                <a:gd name="T0" fmla="*/ 56 w 56"/>
                <a:gd name="T1" fmla="*/ 8 h 56"/>
                <a:gd name="T2" fmla="*/ 40 w 56"/>
                <a:gd name="T3" fmla="*/ 0 h 56"/>
                <a:gd name="T4" fmla="*/ 0 w 56"/>
                <a:gd name="T5" fmla="*/ 48 h 56"/>
                <a:gd name="T6" fmla="*/ 16 w 56"/>
                <a:gd name="T7" fmla="*/ 56 h 56"/>
                <a:gd name="T8" fmla="*/ 56 w 56"/>
                <a:gd name="T9" fmla="*/ 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56" y="8"/>
                  </a:moveTo>
                  <a:lnTo>
                    <a:pt x="40" y="0"/>
                  </a:lnTo>
                  <a:lnTo>
                    <a:pt x="0" y="48"/>
                  </a:lnTo>
                  <a:lnTo>
                    <a:pt x="16" y="56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6" name="Freeform 307">
              <a:extLst>
                <a:ext uri="{FF2B5EF4-FFF2-40B4-BE49-F238E27FC236}">
                  <a16:creationId xmlns:a16="http://schemas.microsoft.com/office/drawing/2014/main" id="{4575FDA1-931A-BD17-F844-73EC54938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162"/>
              <a:ext cx="40" cy="40"/>
            </a:xfrm>
            <a:custGeom>
              <a:avLst/>
              <a:gdLst>
                <a:gd name="T0" fmla="*/ 40 w 40"/>
                <a:gd name="T1" fmla="*/ 8 h 40"/>
                <a:gd name="T2" fmla="*/ 24 w 40"/>
                <a:gd name="T3" fmla="*/ 0 h 40"/>
                <a:gd name="T4" fmla="*/ 0 w 40"/>
                <a:gd name="T5" fmla="*/ 32 h 40"/>
                <a:gd name="T6" fmla="*/ 8 w 40"/>
                <a:gd name="T7" fmla="*/ 32 h 40"/>
                <a:gd name="T8" fmla="*/ 16 w 40"/>
                <a:gd name="T9" fmla="*/ 40 h 40"/>
                <a:gd name="T10" fmla="*/ 16 w 40"/>
                <a:gd name="T11" fmla="*/ 40 h 40"/>
                <a:gd name="T12" fmla="*/ 40 w 40"/>
                <a:gd name="T13" fmla="*/ 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40"/>
                <a:gd name="T23" fmla="*/ 40 w 40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40">
                  <a:moveTo>
                    <a:pt x="40" y="8"/>
                  </a:moveTo>
                  <a:lnTo>
                    <a:pt x="24" y="0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40"/>
                  </a:lnTo>
                  <a:lnTo>
                    <a:pt x="40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7" name="Freeform 308">
              <a:extLst>
                <a:ext uri="{FF2B5EF4-FFF2-40B4-BE49-F238E27FC236}">
                  <a16:creationId xmlns:a16="http://schemas.microsoft.com/office/drawing/2014/main" id="{202A7725-AECE-B6FC-915A-FFDBC7011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3194"/>
              <a:ext cx="24" cy="24"/>
            </a:xfrm>
            <a:custGeom>
              <a:avLst/>
              <a:gdLst>
                <a:gd name="T0" fmla="*/ 24 w 24"/>
                <a:gd name="T1" fmla="*/ 8 h 24"/>
                <a:gd name="T2" fmla="*/ 16 w 24"/>
                <a:gd name="T3" fmla="*/ 0 h 24"/>
                <a:gd name="T4" fmla="*/ 0 w 24"/>
                <a:gd name="T5" fmla="*/ 16 h 24"/>
                <a:gd name="T6" fmla="*/ 8 w 24"/>
                <a:gd name="T7" fmla="*/ 24 h 24"/>
                <a:gd name="T8" fmla="*/ 24 w 24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24" y="8"/>
                  </a:moveTo>
                  <a:lnTo>
                    <a:pt x="16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8" name="Freeform 309">
              <a:extLst>
                <a:ext uri="{FF2B5EF4-FFF2-40B4-BE49-F238E27FC236}">
                  <a16:creationId xmlns:a16="http://schemas.microsoft.com/office/drawing/2014/main" id="{3462F6C6-8F37-C1C4-2753-58A97897D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3242"/>
              <a:ext cx="56" cy="56"/>
            </a:xfrm>
            <a:custGeom>
              <a:avLst/>
              <a:gdLst>
                <a:gd name="T0" fmla="*/ 56 w 56"/>
                <a:gd name="T1" fmla="*/ 8 h 56"/>
                <a:gd name="T2" fmla="*/ 48 w 56"/>
                <a:gd name="T3" fmla="*/ 0 h 56"/>
                <a:gd name="T4" fmla="*/ 0 w 56"/>
                <a:gd name="T5" fmla="*/ 48 h 56"/>
                <a:gd name="T6" fmla="*/ 8 w 56"/>
                <a:gd name="T7" fmla="*/ 56 h 56"/>
                <a:gd name="T8" fmla="*/ 56 w 56"/>
                <a:gd name="T9" fmla="*/ 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56" y="8"/>
                  </a:moveTo>
                  <a:lnTo>
                    <a:pt x="48" y="0"/>
                  </a:lnTo>
                  <a:lnTo>
                    <a:pt x="0" y="48"/>
                  </a:lnTo>
                  <a:lnTo>
                    <a:pt x="8" y="56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9" name="Freeform 310">
              <a:extLst>
                <a:ext uri="{FF2B5EF4-FFF2-40B4-BE49-F238E27FC236}">
                  <a16:creationId xmlns:a16="http://schemas.microsoft.com/office/drawing/2014/main" id="{D803A4C0-52FB-6295-DB8E-02FB4C922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" y="3322"/>
              <a:ext cx="32" cy="32"/>
            </a:xfrm>
            <a:custGeom>
              <a:avLst/>
              <a:gdLst>
                <a:gd name="T0" fmla="*/ 32 w 32"/>
                <a:gd name="T1" fmla="*/ 8 h 32"/>
                <a:gd name="T2" fmla="*/ 24 w 32"/>
                <a:gd name="T3" fmla="*/ 0 h 32"/>
                <a:gd name="T4" fmla="*/ 0 w 32"/>
                <a:gd name="T5" fmla="*/ 24 h 32"/>
                <a:gd name="T6" fmla="*/ 0 w 32"/>
                <a:gd name="T7" fmla="*/ 24 h 32"/>
                <a:gd name="T8" fmla="*/ 8 w 32"/>
                <a:gd name="T9" fmla="*/ 32 h 32"/>
                <a:gd name="T10" fmla="*/ 8 w 32"/>
                <a:gd name="T11" fmla="*/ 32 h 32"/>
                <a:gd name="T12" fmla="*/ 32 w 32"/>
                <a:gd name="T13" fmla="*/ 8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32" y="8"/>
                  </a:moveTo>
                  <a:lnTo>
                    <a:pt x="24" y="0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0" name="Freeform 311">
              <a:extLst>
                <a:ext uri="{FF2B5EF4-FFF2-40B4-BE49-F238E27FC236}">
                  <a16:creationId xmlns:a16="http://schemas.microsoft.com/office/drawing/2014/main" id="{4481945F-9F5E-D4C2-B4AA-91EE40303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3346"/>
              <a:ext cx="32" cy="32"/>
            </a:xfrm>
            <a:custGeom>
              <a:avLst/>
              <a:gdLst>
                <a:gd name="T0" fmla="*/ 32 w 32"/>
                <a:gd name="T1" fmla="*/ 8 h 32"/>
                <a:gd name="T2" fmla="*/ 24 w 32"/>
                <a:gd name="T3" fmla="*/ 0 h 32"/>
                <a:gd name="T4" fmla="*/ 0 w 32"/>
                <a:gd name="T5" fmla="*/ 24 h 32"/>
                <a:gd name="T6" fmla="*/ 8 w 32"/>
                <a:gd name="T7" fmla="*/ 32 h 32"/>
                <a:gd name="T8" fmla="*/ 32 w 32"/>
                <a:gd name="T9" fmla="*/ 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32" y="8"/>
                  </a:moveTo>
                  <a:lnTo>
                    <a:pt x="24" y="0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1" name="Freeform 312">
              <a:extLst>
                <a:ext uri="{FF2B5EF4-FFF2-40B4-BE49-F238E27FC236}">
                  <a16:creationId xmlns:a16="http://schemas.microsoft.com/office/drawing/2014/main" id="{5628AFB5-222D-6F04-5FDB-3B6C07219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3386"/>
              <a:ext cx="64" cy="56"/>
            </a:xfrm>
            <a:custGeom>
              <a:avLst/>
              <a:gdLst>
                <a:gd name="T0" fmla="*/ 64 w 64"/>
                <a:gd name="T1" fmla="*/ 16 h 56"/>
                <a:gd name="T2" fmla="*/ 56 w 64"/>
                <a:gd name="T3" fmla="*/ 0 h 56"/>
                <a:gd name="T4" fmla="*/ 0 w 64"/>
                <a:gd name="T5" fmla="*/ 40 h 56"/>
                <a:gd name="T6" fmla="*/ 8 w 64"/>
                <a:gd name="T7" fmla="*/ 56 h 56"/>
                <a:gd name="T8" fmla="*/ 64 w 64"/>
                <a:gd name="T9" fmla="*/ 1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64" y="16"/>
                  </a:moveTo>
                  <a:lnTo>
                    <a:pt x="56" y="0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2" name="Freeform 313">
              <a:extLst>
                <a:ext uri="{FF2B5EF4-FFF2-40B4-BE49-F238E27FC236}">
                  <a16:creationId xmlns:a16="http://schemas.microsoft.com/office/drawing/2014/main" id="{91D09F5F-9003-D07C-CD3B-DFC279C07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3450"/>
              <a:ext cx="32" cy="32"/>
            </a:xfrm>
            <a:custGeom>
              <a:avLst/>
              <a:gdLst>
                <a:gd name="T0" fmla="*/ 32 w 32"/>
                <a:gd name="T1" fmla="*/ 16 h 32"/>
                <a:gd name="T2" fmla="*/ 24 w 32"/>
                <a:gd name="T3" fmla="*/ 0 h 32"/>
                <a:gd name="T4" fmla="*/ 0 w 32"/>
                <a:gd name="T5" fmla="*/ 16 h 32"/>
                <a:gd name="T6" fmla="*/ 0 w 32"/>
                <a:gd name="T7" fmla="*/ 16 h 32"/>
                <a:gd name="T8" fmla="*/ 8 w 32"/>
                <a:gd name="T9" fmla="*/ 32 h 32"/>
                <a:gd name="T10" fmla="*/ 8 w 32"/>
                <a:gd name="T11" fmla="*/ 32 h 32"/>
                <a:gd name="T12" fmla="*/ 32 w 32"/>
                <a:gd name="T13" fmla="*/ 16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32" y="16"/>
                  </a:moveTo>
                  <a:lnTo>
                    <a:pt x="24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3" name="Freeform 314">
              <a:extLst>
                <a:ext uri="{FF2B5EF4-FFF2-40B4-BE49-F238E27FC236}">
                  <a16:creationId xmlns:a16="http://schemas.microsoft.com/office/drawing/2014/main" id="{2A95EF13-87E3-D153-6A06-4D350BED2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" y="3466"/>
              <a:ext cx="40" cy="32"/>
            </a:xfrm>
            <a:custGeom>
              <a:avLst/>
              <a:gdLst>
                <a:gd name="T0" fmla="*/ 40 w 40"/>
                <a:gd name="T1" fmla="*/ 16 h 32"/>
                <a:gd name="T2" fmla="*/ 32 w 40"/>
                <a:gd name="T3" fmla="*/ 0 h 32"/>
                <a:gd name="T4" fmla="*/ 0 w 40"/>
                <a:gd name="T5" fmla="*/ 16 h 32"/>
                <a:gd name="T6" fmla="*/ 8 w 40"/>
                <a:gd name="T7" fmla="*/ 32 h 32"/>
                <a:gd name="T8" fmla="*/ 40 w 40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32"/>
                <a:gd name="T17" fmla="*/ 40 w 4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32">
                  <a:moveTo>
                    <a:pt x="40" y="16"/>
                  </a:moveTo>
                  <a:lnTo>
                    <a:pt x="32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40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4" name="Freeform 315">
              <a:extLst>
                <a:ext uri="{FF2B5EF4-FFF2-40B4-BE49-F238E27FC236}">
                  <a16:creationId xmlns:a16="http://schemas.microsoft.com/office/drawing/2014/main" id="{7C09A16F-376E-D447-3FFE-D4D03CE29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" y="3498"/>
              <a:ext cx="64" cy="48"/>
            </a:xfrm>
            <a:custGeom>
              <a:avLst/>
              <a:gdLst>
                <a:gd name="T0" fmla="*/ 64 w 64"/>
                <a:gd name="T1" fmla="*/ 16 h 48"/>
                <a:gd name="T2" fmla="*/ 56 w 64"/>
                <a:gd name="T3" fmla="*/ 0 h 48"/>
                <a:gd name="T4" fmla="*/ 0 w 64"/>
                <a:gd name="T5" fmla="*/ 32 h 48"/>
                <a:gd name="T6" fmla="*/ 8 w 64"/>
                <a:gd name="T7" fmla="*/ 48 h 48"/>
                <a:gd name="T8" fmla="*/ 64 w 64"/>
                <a:gd name="T9" fmla="*/ 16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8"/>
                <a:gd name="T17" fmla="*/ 64 w 64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8">
                  <a:moveTo>
                    <a:pt x="64" y="16"/>
                  </a:moveTo>
                  <a:lnTo>
                    <a:pt x="56" y="0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5" name="Freeform 316">
              <a:extLst>
                <a:ext uri="{FF2B5EF4-FFF2-40B4-BE49-F238E27FC236}">
                  <a16:creationId xmlns:a16="http://schemas.microsoft.com/office/drawing/2014/main" id="{D1F7B9D2-2AF4-9554-91E2-467BDDB83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3546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24 w 32"/>
                <a:gd name="T3" fmla="*/ 0 h 24"/>
                <a:gd name="T4" fmla="*/ 0 w 32"/>
                <a:gd name="T5" fmla="*/ 8 h 24"/>
                <a:gd name="T6" fmla="*/ 0 w 32"/>
                <a:gd name="T7" fmla="*/ 8 h 24"/>
                <a:gd name="T8" fmla="*/ 8 w 32"/>
                <a:gd name="T9" fmla="*/ 24 h 24"/>
                <a:gd name="T10" fmla="*/ 8 w 32"/>
                <a:gd name="T11" fmla="*/ 24 h 24"/>
                <a:gd name="T12" fmla="*/ 32 w 32"/>
                <a:gd name="T13" fmla="*/ 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24"/>
                <a:gd name="T23" fmla="*/ 32 w 3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24">
                  <a:moveTo>
                    <a:pt x="32" y="16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6" name="Freeform 317">
              <a:extLst>
                <a:ext uri="{FF2B5EF4-FFF2-40B4-BE49-F238E27FC236}">
                  <a16:creationId xmlns:a16="http://schemas.microsoft.com/office/drawing/2014/main" id="{1C849767-B70F-918C-9A6A-B54E07F0E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3554"/>
              <a:ext cx="48" cy="32"/>
            </a:xfrm>
            <a:custGeom>
              <a:avLst/>
              <a:gdLst>
                <a:gd name="T0" fmla="*/ 48 w 48"/>
                <a:gd name="T1" fmla="*/ 16 h 32"/>
                <a:gd name="T2" fmla="*/ 40 w 48"/>
                <a:gd name="T3" fmla="*/ 0 h 32"/>
                <a:gd name="T4" fmla="*/ 0 w 48"/>
                <a:gd name="T5" fmla="*/ 16 h 32"/>
                <a:gd name="T6" fmla="*/ 8 w 48"/>
                <a:gd name="T7" fmla="*/ 32 h 32"/>
                <a:gd name="T8" fmla="*/ 48 w 48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32"/>
                <a:gd name="T17" fmla="*/ 48 w 48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32">
                  <a:moveTo>
                    <a:pt x="48" y="16"/>
                  </a:moveTo>
                  <a:lnTo>
                    <a:pt x="4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48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7" name="Freeform 318">
              <a:extLst>
                <a:ext uri="{FF2B5EF4-FFF2-40B4-BE49-F238E27FC236}">
                  <a16:creationId xmlns:a16="http://schemas.microsoft.com/office/drawing/2014/main" id="{B8E20364-248B-7834-DA1B-031B13C9D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3578"/>
              <a:ext cx="64" cy="32"/>
            </a:xfrm>
            <a:custGeom>
              <a:avLst/>
              <a:gdLst>
                <a:gd name="T0" fmla="*/ 64 w 64"/>
                <a:gd name="T1" fmla="*/ 16 h 32"/>
                <a:gd name="T2" fmla="*/ 64 w 64"/>
                <a:gd name="T3" fmla="*/ 0 h 32"/>
                <a:gd name="T4" fmla="*/ 0 w 64"/>
                <a:gd name="T5" fmla="*/ 16 h 32"/>
                <a:gd name="T6" fmla="*/ 0 w 64"/>
                <a:gd name="T7" fmla="*/ 32 h 32"/>
                <a:gd name="T8" fmla="*/ 64 w 64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64" y="16"/>
                  </a:moveTo>
                  <a:lnTo>
                    <a:pt x="64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8" name="Freeform 319">
              <a:extLst>
                <a:ext uri="{FF2B5EF4-FFF2-40B4-BE49-F238E27FC236}">
                  <a16:creationId xmlns:a16="http://schemas.microsoft.com/office/drawing/2014/main" id="{A93B7E2F-C88B-2B30-CEA5-82CF8D398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3602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32 w 32"/>
                <a:gd name="T3" fmla="*/ 0 h 24"/>
                <a:gd name="T4" fmla="*/ 0 w 32"/>
                <a:gd name="T5" fmla="*/ 8 h 24"/>
                <a:gd name="T6" fmla="*/ 0 w 32"/>
                <a:gd name="T7" fmla="*/ 24 h 24"/>
                <a:gd name="T8" fmla="*/ 32 w 32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16"/>
                  </a:moveTo>
                  <a:lnTo>
                    <a:pt x="32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9" name="Freeform 320">
              <a:extLst>
                <a:ext uri="{FF2B5EF4-FFF2-40B4-BE49-F238E27FC236}">
                  <a16:creationId xmlns:a16="http://schemas.microsoft.com/office/drawing/2014/main" id="{D4043B85-1BF0-EC6D-4D53-1A113E1C6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8" y="889"/>
              <a:ext cx="32" cy="32"/>
            </a:xfrm>
            <a:custGeom>
              <a:avLst/>
              <a:gdLst>
                <a:gd name="T0" fmla="*/ 24 w 32"/>
                <a:gd name="T1" fmla="*/ 32 h 32"/>
                <a:gd name="T2" fmla="*/ 32 w 32"/>
                <a:gd name="T3" fmla="*/ 24 h 32"/>
                <a:gd name="T4" fmla="*/ 8 w 32"/>
                <a:gd name="T5" fmla="*/ 0 h 32"/>
                <a:gd name="T6" fmla="*/ 0 w 32"/>
                <a:gd name="T7" fmla="*/ 8 h 32"/>
                <a:gd name="T8" fmla="*/ 24 w 32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24" y="32"/>
                  </a:moveTo>
                  <a:lnTo>
                    <a:pt x="32" y="24"/>
                  </a:lnTo>
                  <a:lnTo>
                    <a:pt x="8" y="0"/>
                  </a:lnTo>
                  <a:lnTo>
                    <a:pt x="0" y="8"/>
                  </a:lnTo>
                  <a:lnTo>
                    <a:pt x="24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0" name="Freeform 321">
              <a:extLst>
                <a:ext uri="{FF2B5EF4-FFF2-40B4-BE49-F238E27FC236}">
                  <a16:creationId xmlns:a16="http://schemas.microsoft.com/office/drawing/2014/main" id="{A838FDAB-7E94-99F0-B4F3-40461C615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897"/>
              <a:ext cx="488" cy="640"/>
            </a:xfrm>
            <a:custGeom>
              <a:avLst/>
              <a:gdLst>
                <a:gd name="T0" fmla="*/ 488 w 488"/>
                <a:gd name="T1" fmla="*/ 24 h 640"/>
                <a:gd name="T2" fmla="*/ 288 w 488"/>
                <a:gd name="T3" fmla="*/ 192 h 640"/>
                <a:gd name="T4" fmla="*/ 288 w 488"/>
                <a:gd name="T5" fmla="*/ 192 h 640"/>
                <a:gd name="T6" fmla="*/ 288 w 488"/>
                <a:gd name="T7" fmla="*/ 192 h 640"/>
                <a:gd name="T8" fmla="*/ 200 w 488"/>
                <a:gd name="T9" fmla="*/ 288 h 640"/>
                <a:gd name="T10" fmla="*/ 200 w 488"/>
                <a:gd name="T11" fmla="*/ 280 h 640"/>
                <a:gd name="T12" fmla="*/ 200 w 488"/>
                <a:gd name="T13" fmla="*/ 280 h 640"/>
                <a:gd name="T14" fmla="*/ 128 w 488"/>
                <a:gd name="T15" fmla="*/ 392 h 640"/>
                <a:gd name="T16" fmla="*/ 128 w 488"/>
                <a:gd name="T17" fmla="*/ 392 h 640"/>
                <a:gd name="T18" fmla="*/ 128 w 488"/>
                <a:gd name="T19" fmla="*/ 392 h 640"/>
                <a:gd name="T20" fmla="*/ 64 w 488"/>
                <a:gd name="T21" fmla="*/ 512 h 640"/>
                <a:gd name="T22" fmla="*/ 64 w 488"/>
                <a:gd name="T23" fmla="*/ 512 h 640"/>
                <a:gd name="T24" fmla="*/ 64 w 488"/>
                <a:gd name="T25" fmla="*/ 512 h 640"/>
                <a:gd name="T26" fmla="*/ 32 w 488"/>
                <a:gd name="T27" fmla="*/ 640 h 640"/>
                <a:gd name="T28" fmla="*/ 32 w 488"/>
                <a:gd name="T29" fmla="*/ 632 h 640"/>
                <a:gd name="T30" fmla="*/ 0 w 488"/>
                <a:gd name="T31" fmla="*/ 632 h 640"/>
                <a:gd name="T32" fmla="*/ 0 w 488"/>
                <a:gd name="T33" fmla="*/ 632 h 640"/>
                <a:gd name="T34" fmla="*/ 32 w 488"/>
                <a:gd name="T35" fmla="*/ 504 h 640"/>
                <a:gd name="T36" fmla="*/ 32 w 488"/>
                <a:gd name="T37" fmla="*/ 504 h 640"/>
                <a:gd name="T38" fmla="*/ 32 w 488"/>
                <a:gd name="T39" fmla="*/ 496 h 640"/>
                <a:gd name="T40" fmla="*/ 96 w 488"/>
                <a:gd name="T41" fmla="*/ 376 h 640"/>
                <a:gd name="T42" fmla="*/ 96 w 488"/>
                <a:gd name="T43" fmla="*/ 376 h 640"/>
                <a:gd name="T44" fmla="*/ 104 w 488"/>
                <a:gd name="T45" fmla="*/ 376 h 640"/>
                <a:gd name="T46" fmla="*/ 176 w 488"/>
                <a:gd name="T47" fmla="*/ 264 h 640"/>
                <a:gd name="T48" fmla="*/ 176 w 488"/>
                <a:gd name="T49" fmla="*/ 264 h 640"/>
                <a:gd name="T50" fmla="*/ 176 w 488"/>
                <a:gd name="T51" fmla="*/ 264 h 640"/>
                <a:gd name="T52" fmla="*/ 264 w 488"/>
                <a:gd name="T53" fmla="*/ 168 h 640"/>
                <a:gd name="T54" fmla="*/ 264 w 488"/>
                <a:gd name="T55" fmla="*/ 168 h 640"/>
                <a:gd name="T56" fmla="*/ 264 w 488"/>
                <a:gd name="T57" fmla="*/ 168 h 640"/>
                <a:gd name="T58" fmla="*/ 464 w 488"/>
                <a:gd name="T59" fmla="*/ 0 h 640"/>
                <a:gd name="T60" fmla="*/ 488 w 488"/>
                <a:gd name="T61" fmla="*/ 24 h 64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88"/>
                <a:gd name="T94" fmla="*/ 0 h 640"/>
                <a:gd name="T95" fmla="*/ 488 w 488"/>
                <a:gd name="T96" fmla="*/ 640 h 64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88" h="640">
                  <a:moveTo>
                    <a:pt x="488" y="24"/>
                  </a:moveTo>
                  <a:lnTo>
                    <a:pt x="288" y="192"/>
                  </a:lnTo>
                  <a:lnTo>
                    <a:pt x="200" y="288"/>
                  </a:lnTo>
                  <a:lnTo>
                    <a:pt x="200" y="280"/>
                  </a:lnTo>
                  <a:lnTo>
                    <a:pt x="128" y="392"/>
                  </a:lnTo>
                  <a:lnTo>
                    <a:pt x="64" y="512"/>
                  </a:lnTo>
                  <a:lnTo>
                    <a:pt x="32" y="640"/>
                  </a:lnTo>
                  <a:lnTo>
                    <a:pt x="32" y="632"/>
                  </a:lnTo>
                  <a:lnTo>
                    <a:pt x="0" y="632"/>
                  </a:lnTo>
                  <a:lnTo>
                    <a:pt x="32" y="504"/>
                  </a:lnTo>
                  <a:lnTo>
                    <a:pt x="32" y="496"/>
                  </a:lnTo>
                  <a:lnTo>
                    <a:pt x="96" y="376"/>
                  </a:lnTo>
                  <a:lnTo>
                    <a:pt x="104" y="376"/>
                  </a:lnTo>
                  <a:lnTo>
                    <a:pt x="176" y="264"/>
                  </a:lnTo>
                  <a:lnTo>
                    <a:pt x="264" y="168"/>
                  </a:lnTo>
                  <a:lnTo>
                    <a:pt x="464" y="0"/>
                  </a:lnTo>
                  <a:lnTo>
                    <a:pt x="488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1" name="Freeform 322">
              <a:extLst>
                <a:ext uri="{FF2B5EF4-FFF2-40B4-BE49-F238E27FC236}">
                  <a16:creationId xmlns:a16="http://schemas.microsoft.com/office/drawing/2014/main" id="{259340F3-7790-17AA-44CC-4870F4825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8" y="1529"/>
              <a:ext cx="48" cy="152"/>
            </a:xfrm>
            <a:custGeom>
              <a:avLst/>
              <a:gdLst>
                <a:gd name="T0" fmla="*/ 48 w 48"/>
                <a:gd name="T1" fmla="*/ 0 h 152"/>
                <a:gd name="T2" fmla="*/ 32 w 48"/>
                <a:gd name="T3" fmla="*/ 152 h 152"/>
                <a:gd name="T4" fmla="*/ 32 w 48"/>
                <a:gd name="T5" fmla="*/ 152 h 152"/>
                <a:gd name="T6" fmla="*/ 0 w 48"/>
                <a:gd name="T7" fmla="*/ 152 h 152"/>
                <a:gd name="T8" fmla="*/ 0 w 48"/>
                <a:gd name="T9" fmla="*/ 152 h 152"/>
                <a:gd name="T10" fmla="*/ 16 w 48"/>
                <a:gd name="T11" fmla="*/ 0 h 152"/>
                <a:gd name="T12" fmla="*/ 48 w 48"/>
                <a:gd name="T13" fmla="*/ 0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152"/>
                <a:gd name="T23" fmla="*/ 48 w 48"/>
                <a:gd name="T24" fmla="*/ 152 h 1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152">
                  <a:moveTo>
                    <a:pt x="48" y="0"/>
                  </a:moveTo>
                  <a:lnTo>
                    <a:pt x="32" y="152"/>
                  </a:lnTo>
                  <a:lnTo>
                    <a:pt x="0" y="152"/>
                  </a:lnTo>
                  <a:lnTo>
                    <a:pt x="16" y="0"/>
                  </a:lnTo>
                  <a:lnTo>
                    <a:pt x="4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2" name="Rectangle 323">
              <a:extLst>
                <a:ext uri="{FF2B5EF4-FFF2-40B4-BE49-F238E27FC236}">
                  <a16:creationId xmlns:a16="http://schemas.microsoft.com/office/drawing/2014/main" id="{6B0FEA17-78BB-9890-E108-32506CE1D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1841"/>
              <a:ext cx="32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73" name="Freeform 324">
              <a:extLst>
                <a:ext uri="{FF2B5EF4-FFF2-40B4-BE49-F238E27FC236}">
                  <a16:creationId xmlns:a16="http://schemas.microsoft.com/office/drawing/2014/main" id="{B616D477-393C-3846-DE4E-507877E4A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8" y="1681"/>
              <a:ext cx="48" cy="160"/>
            </a:xfrm>
            <a:custGeom>
              <a:avLst/>
              <a:gdLst>
                <a:gd name="T0" fmla="*/ 32 w 48"/>
                <a:gd name="T1" fmla="*/ 0 h 160"/>
                <a:gd name="T2" fmla="*/ 0 w 48"/>
                <a:gd name="T3" fmla="*/ 0 h 160"/>
                <a:gd name="T4" fmla="*/ 16 w 48"/>
                <a:gd name="T5" fmla="*/ 160 h 160"/>
                <a:gd name="T6" fmla="*/ 48 w 48"/>
                <a:gd name="T7" fmla="*/ 160 h 160"/>
                <a:gd name="T8" fmla="*/ 32 w 48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160"/>
                <a:gd name="T17" fmla="*/ 48 w 48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160">
                  <a:moveTo>
                    <a:pt x="32" y="0"/>
                  </a:moveTo>
                  <a:lnTo>
                    <a:pt x="0" y="0"/>
                  </a:lnTo>
                  <a:lnTo>
                    <a:pt x="16" y="160"/>
                  </a:lnTo>
                  <a:lnTo>
                    <a:pt x="48" y="160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4" name="Freeform 325">
              <a:extLst>
                <a:ext uri="{FF2B5EF4-FFF2-40B4-BE49-F238E27FC236}">
                  <a16:creationId xmlns:a16="http://schemas.microsoft.com/office/drawing/2014/main" id="{D2F560FD-3767-413A-E365-AF6FA236C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825"/>
              <a:ext cx="32" cy="24"/>
            </a:xfrm>
            <a:custGeom>
              <a:avLst/>
              <a:gdLst>
                <a:gd name="T0" fmla="*/ 32 w 32"/>
                <a:gd name="T1" fmla="*/ 8 h 24"/>
                <a:gd name="T2" fmla="*/ 24 w 32"/>
                <a:gd name="T3" fmla="*/ 0 h 24"/>
                <a:gd name="T4" fmla="*/ 0 w 32"/>
                <a:gd name="T5" fmla="*/ 16 h 24"/>
                <a:gd name="T6" fmla="*/ 8 w 32"/>
                <a:gd name="T7" fmla="*/ 24 h 24"/>
                <a:gd name="T8" fmla="*/ 32 w 32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8"/>
                  </a:moveTo>
                  <a:lnTo>
                    <a:pt x="24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5" name="Freeform 326">
              <a:extLst>
                <a:ext uri="{FF2B5EF4-FFF2-40B4-BE49-F238E27FC236}">
                  <a16:creationId xmlns:a16="http://schemas.microsoft.com/office/drawing/2014/main" id="{5072F905-0F81-5537-BCF8-5EF3DF701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1833"/>
              <a:ext cx="144" cy="481"/>
            </a:xfrm>
            <a:custGeom>
              <a:avLst/>
              <a:gdLst>
                <a:gd name="T0" fmla="*/ 24 w 144"/>
                <a:gd name="T1" fmla="*/ 0 h 481"/>
                <a:gd name="T2" fmla="*/ 80 w 144"/>
                <a:gd name="T3" fmla="*/ 88 h 481"/>
                <a:gd name="T4" fmla="*/ 80 w 144"/>
                <a:gd name="T5" fmla="*/ 88 h 481"/>
                <a:gd name="T6" fmla="*/ 80 w 144"/>
                <a:gd name="T7" fmla="*/ 88 h 481"/>
                <a:gd name="T8" fmla="*/ 120 w 144"/>
                <a:gd name="T9" fmla="*/ 176 h 481"/>
                <a:gd name="T10" fmla="*/ 120 w 144"/>
                <a:gd name="T11" fmla="*/ 184 h 481"/>
                <a:gd name="T12" fmla="*/ 120 w 144"/>
                <a:gd name="T13" fmla="*/ 184 h 481"/>
                <a:gd name="T14" fmla="*/ 144 w 144"/>
                <a:gd name="T15" fmla="*/ 264 h 481"/>
                <a:gd name="T16" fmla="*/ 144 w 144"/>
                <a:gd name="T17" fmla="*/ 264 h 481"/>
                <a:gd name="T18" fmla="*/ 144 w 144"/>
                <a:gd name="T19" fmla="*/ 264 h 481"/>
                <a:gd name="T20" fmla="*/ 144 w 144"/>
                <a:gd name="T21" fmla="*/ 344 h 481"/>
                <a:gd name="T22" fmla="*/ 144 w 144"/>
                <a:gd name="T23" fmla="*/ 352 h 481"/>
                <a:gd name="T24" fmla="*/ 144 w 144"/>
                <a:gd name="T25" fmla="*/ 352 h 481"/>
                <a:gd name="T26" fmla="*/ 112 w 144"/>
                <a:gd name="T27" fmla="*/ 481 h 481"/>
                <a:gd name="T28" fmla="*/ 112 w 144"/>
                <a:gd name="T29" fmla="*/ 481 h 481"/>
                <a:gd name="T30" fmla="*/ 88 w 144"/>
                <a:gd name="T31" fmla="*/ 465 h 481"/>
                <a:gd name="T32" fmla="*/ 80 w 144"/>
                <a:gd name="T33" fmla="*/ 473 h 481"/>
                <a:gd name="T34" fmla="*/ 112 w 144"/>
                <a:gd name="T35" fmla="*/ 344 h 481"/>
                <a:gd name="T36" fmla="*/ 112 w 144"/>
                <a:gd name="T37" fmla="*/ 344 h 481"/>
                <a:gd name="T38" fmla="*/ 112 w 144"/>
                <a:gd name="T39" fmla="*/ 344 h 481"/>
                <a:gd name="T40" fmla="*/ 112 w 144"/>
                <a:gd name="T41" fmla="*/ 264 h 481"/>
                <a:gd name="T42" fmla="*/ 112 w 144"/>
                <a:gd name="T43" fmla="*/ 264 h 481"/>
                <a:gd name="T44" fmla="*/ 112 w 144"/>
                <a:gd name="T45" fmla="*/ 272 h 481"/>
                <a:gd name="T46" fmla="*/ 88 w 144"/>
                <a:gd name="T47" fmla="*/ 192 h 481"/>
                <a:gd name="T48" fmla="*/ 88 w 144"/>
                <a:gd name="T49" fmla="*/ 192 h 481"/>
                <a:gd name="T50" fmla="*/ 88 w 144"/>
                <a:gd name="T51" fmla="*/ 192 h 481"/>
                <a:gd name="T52" fmla="*/ 48 w 144"/>
                <a:gd name="T53" fmla="*/ 104 h 481"/>
                <a:gd name="T54" fmla="*/ 48 w 144"/>
                <a:gd name="T55" fmla="*/ 104 h 481"/>
                <a:gd name="T56" fmla="*/ 56 w 144"/>
                <a:gd name="T57" fmla="*/ 104 h 481"/>
                <a:gd name="T58" fmla="*/ 0 w 144"/>
                <a:gd name="T59" fmla="*/ 16 h 481"/>
                <a:gd name="T60" fmla="*/ 24 w 144"/>
                <a:gd name="T61" fmla="*/ 0 h 48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44"/>
                <a:gd name="T94" fmla="*/ 0 h 481"/>
                <a:gd name="T95" fmla="*/ 144 w 144"/>
                <a:gd name="T96" fmla="*/ 481 h 481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44" h="481">
                  <a:moveTo>
                    <a:pt x="24" y="0"/>
                  </a:moveTo>
                  <a:lnTo>
                    <a:pt x="80" y="88"/>
                  </a:lnTo>
                  <a:lnTo>
                    <a:pt x="120" y="176"/>
                  </a:lnTo>
                  <a:lnTo>
                    <a:pt x="120" y="184"/>
                  </a:lnTo>
                  <a:lnTo>
                    <a:pt x="144" y="264"/>
                  </a:lnTo>
                  <a:lnTo>
                    <a:pt x="144" y="344"/>
                  </a:lnTo>
                  <a:lnTo>
                    <a:pt x="144" y="352"/>
                  </a:lnTo>
                  <a:lnTo>
                    <a:pt x="112" y="481"/>
                  </a:lnTo>
                  <a:lnTo>
                    <a:pt x="88" y="465"/>
                  </a:lnTo>
                  <a:lnTo>
                    <a:pt x="80" y="473"/>
                  </a:lnTo>
                  <a:lnTo>
                    <a:pt x="112" y="344"/>
                  </a:lnTo>
                  <a:lnTo>
                    <a:pt x="112" y="264"/>
                  </a:lnTo>
                  <a:lnTo>
                    <a:pt x="112" y="272"/>
                  </a:lnTo>
                  <a:lnTo>
                    <a:pt x="88" y="192"/>
                  </a:lnTo>
                  <a:lnTo>
                    <a:pt x="48" y="104"/>
                  </a:lnTo>
                  <a:lnTo>
                    <a:pt x="56" y="104"/>
                  </a:lnTo>
                  <a:lnTo>
                    <a:pt x="0" y="16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6" name="Freeform 327">
              <a:extLst>
                <a:ext uri="{FF2B5EF4-FFF2-40B4-BE49-F238E27FC236}">
                  <a16:creationId xmlns:a16="http://schemas.microsoft.com/office/drawing/2014/main" id="{07FB2901-7403-289B-6AFD-495DF8816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298"/>
              <a:ext cx="64" cy="80"/>
            </a:xfrm>
            <a:custGeom>
              <a:avLst/>
              <a:gdLst>
                <a:gd name="T0" fmla="*/ 64 w 64"/>
                <a:gd name="T1" fmla="*/ 16 h 80"/>
                <a:gd name="T2" fmla="*/ 24 w 64"/>
                <a:gd name="T3" fmla="*/ 72 h 80"/>
                <a:gd name="T4" fmla="*/ 24 w 64"/>
                <a:gd name="T5" fmla="*/ 80 h 80"/>
                <a:gd name="T6" fmla="*/ 0 w 64"/>
                <a:gd name="T7" fmla="*/ 56 h 80"/>
                <a:gd name="T8" fmla="*/ 0 w 64"/>
                <a:gd name="T9" fmla="*/ 56 h 80"/>
                <a:gd name="T10" fmla="*/ 40 w 64"/>
                <a:gd name="T11" fmla="*/ 0 h 80"/>
                <a:gd name="T12" fmla="*/ 64 w 64"/>
                <a:gd name="T13" fmla="*/ 16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80"/>
                <a:gd name="T23" fmla="*/ 64 w 64"/>
                <a:gd name="T24" fmla="*/ 80 h 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80">
                  <a:moveTo>
                    <a:pt x="64" y="16"/>
                  </a:moveTo>
                  <a:lnTo>
                    <a:pt x="24" y="72"/>
                  </a:lnTo>
                  <a:lnTo>
                    <a:pt x="24" y="80"/>
                  </a:lnTo>
                  <a:lnTo>
                    <a:pt x="0" y="56"/>
                  </a:lnTo>
                  <a:lnTo>
                    <a:pt x="40" y="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7" name="Freeform 328">
              <a:extLst>
                <a:ext uri="{FF2B5EF4-FFF2-40B4-BE49-F238E27FC236}">
                  <a16:creationId xmlns:a16="http://schemas.microsoft.com/office/drawing/2014/main" id="{4B641A8F-E5D7-60F5-2459-0227E9525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394"/>
              <a:ext cx="32" cy="32"/>
            </a:xfrm>
            <a:custGeom>
              <a:avLst/>
              <a:gdLst>
                <a:gd name="T0" fmla="*/ 32 w 32"/>
                <a:gd name="T1" fmla="*/ 24 h 32"/>
                <a:gd name="T2" fmla="*/ 24 w 32"/>
                <a:gd name="T3" fmla="*/ 32 h 32"/>
                <a:gd name="T4" fmla="*/ 0 w 32"/>
                <a:gd name="T5" fmla="*/ 8 h 32"/>
                <a:gd name="T6" fmla="*/ 8 w 32"/>
                <a:gd name="T7" fmla="*/ 0 h 32"/>
                <a:gd name="T8" fmla="*/ 32 w 32"/>
                <a:gd name="T9" fmla="*/ 24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32" y="24"/>
                  </a:moveTo>
                  <a:lnTo>
                    <a:pt x="24" y="32"/>
                  </a:lnTo>
                  <a:lnTo>
                    <a:pt x="0" y="8"/>
                  </a:lnTo>
                  <a:lnTo>
                    <a:pt x="8" y="0"/>
                  </a:lnTo>
                  <a:lnTo>
                    <a:pt x="32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8" name="Freeform 329">
              <a:extLst>
                <a:ext uri="{FF2B5EF4-FFF2-40B4-BE49-F238E27FC236}">
                  <a16:creationId xmlns:a16="http://schemas.microsoft.com/office/drawing/2014/main" id="{5B0323F9-C6F3-5771-4DB3-667335C64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354"/>
              <a:ext cx="64" cy="64"/>
            </a:xfrm>
            <a:custGeom>
              <a:avLst/>
              <a:gdLst>
                <a:gd name="T0" fmla="*/ 64 w 64"/>
                <a:gd name="T1" fmla="*/ 24 h 64"/>
                <a:gd name="T2" fmla="*/ 40 w 64"/>
                <a:gd name="T3" fmla="*/ 0 h 64"/>
                <a:gd name="T4" fmla="*/ 0 w 64"/>
                <a:gd name="T5" fmla="*/ 40 h 64"/>
                <a:gd name="T6" fmla="*/ 24 w 64"/>
                <a:gd name="T7" fmla="*/ 64 h 64"/>
                <a:gd name="T8" fmla="*/ 64 w 64"/>
                <a:gd name="T9" fmla="*/ 24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64"/>
                <a:gd name="T17" fmla="*/ 64 w 6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64">
                  <a:moveTo>
                    <a:pt x="64" y="24"/>
                  </a:moveTo>
                  <a:lnTo>
                    <a:pt x="40" y="0"/>
                  </a:lnTo>
                  <a:lnTo>
                    <a:pt x="0" y="40"/>
                  </a:lnTo>
                  <a:lnTo>
                    <a:pt x="24" y="64"/>
                  </a:lnTo>
                  <a:lnTo>
                    <a:pt x="64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9" name="Freeform 330">
              <a:extLst>
                <a:ext uri="{FF2B5EF4-FFF2-40B4-BE49-F238E27FC236}">
                  <a16:creationId xmlns:a16="http://schemas.microsoft.com/office/drawing/2014/main" id="{A7CAB0AD-D64E-BA17-DB3C-FDF3D0E16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1505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32 w 32"/>
                <a:gd name="T3" fmla="*/ 0 h 24"/>
                <a:gd name="T4" fmla="*/ 0 w 32"/>
                <a:gd name="T5" fmla="*/ 8 h 24"/>
                <a:gd name="T6" fmla="*/ 0 w 32"/>
                <a:gd name="T7" fmla="*/ 24 h 24"/>
                <a:gd name="T8" fmla="*/ 32 w 32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16"/>
                  </a:moveTo>
                  <a:lnTo>
                    <a:pt x="32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0" name="Freeform 331">
              <a:extLst>
                <a:ext uri="{FF2B5EF4-FFF2-40B4-BE49-F238E27FC236}">
                  <a16:creationId xmlns:a16="http://schemas.microsoft.com/office/drawing/2014/main" id="{B3C9BF6D-C55A-0A3F-5B9F-0B2A208FB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1521"/>
              <a:ext cx="841" cy="809"/>
            </a:xfrm>
            <a:custGeom>
              <a:avLst/>
              <a:gdLst>
                <a:gd name="T0" fmla="*/ 32 w 841"/>
                <a:gd name="T1" fmla="*/ 0 h 809"/>
                <a:gd name="T2" fmla="*/ 88 w 841"/>
                <a:gd name="T3" fmla="*/ 192 h 809"/>
                <a:gd name="T4" fmla="*/ 88 w 841"/>
                <a:gd name="T5" fmla="*/ 184 h 809"/>
                <a:gd name="T6" fmla="*/ 88 w 841"/>
                <a:gd name="T7" fmla="*/ 184 h 809"/>
                <a:gd name="T8" fmla="*/ 193 w 841"/>
                <a:gd name="T9" fmla="*/ 352 h 809"/>
                <a:gd name="T10" fmla="*/ 193 w 841"/>
                <a:gd name="T11" fmla="*/ 352 h 809"/>
                <a:gd name="T12" fmla="*/ 193 w 841"/>
                <a:gd name="T13" fmla="*/ 352 h 809"/>
                <a:gd name="T14" fmla="*/ 329 w 841"/>
                <a:gd name="T15" fmla="*/ 496 h 809"/>
                <a:gd name="T16" fmla="*/ 321 w 841"/>
                <a:gd name="T17" fmla="*/ 496 h 809"/>
                <a:gd name="T18" fmla="*/ 321 w 841"/>
                <a:gd name="T19" fmla="*/ 496 h 809"/>
                <a:gd name="T20" fmla="*/ 473 w 841"/>
                <a:gd name="T21" fmla="*/ 616 h 809"/>
                <a:gd name="T22" fmla="*/ 473 w 841"/>
                <a:gd name="T23" fmla="*/ 608 h 809"/>
                <a:gd name="T24" fmla="*/ 473 w 841"/>
                <a:gd name="T25" fmla="*/ 608 h 809"/>
                <a:gd name="T26" fmla="*/ 649 w 841"/>
                <a:gd name="T27" fmla="*/ 705 h 809"/>
                <a:gd name="T28" fmla="*/ 649 w 841"/>
                <a:gd name="T29" fmla="*/ 705 h 809"/>
                <a:gd name="T30" fmla="*/ 649 w 841"/>
                <a:gd name="T31" fmla="*/ 705 h 809"/>
                <a:gd name="T32" fmla="*/ 841 w 841"/>
                <a:gd name="T33" fmla="*/ 777 h 809"/>
                <a:gd name="T34" fmla="*/ 841 w 841"/>
                <a:gd name="T35" fmla="*/ 777 h 809"/>
                <a:gd name="T36" fmla="*/ 833 w 841"/>
                <a:gd name="T37" fmla="*/ 809 h 809"/>
                <a:gd name="T38" fmla="*/ 833 w 841"/>
                <a:gd name="T39" fmla="*/ 809 h 809"/>
                <a:gd name="T40" fmla="*/ 641 w 841"/>
                <a:gd name="T41" fmla="*/ 737 h 809"/>
                <a:gd name="T42" fmla="*/ 641 w 841"/>
                <a:gd name="T43" fmla="*/ 737 h 809"/>
                <a:gd name="T44" fmla="*/ 633 w 841"/>
                <a:gd name="T45" fmla="*/ 737 h 809"/>
                <a:gd name="T46" fmla="*/ 457 w 841"/>
                <a:gd name="T47" fmla="*/ 640 h 809"/>
                <a:gd name="T48" fmla="*/ 457 w 841"/>
                <a:gd name="T49" fmla="*/ 640 h 809"/>
                <a:gd name="T50" fmla="*/ 457 w 841"/>
                <a:gd name="T51" fmla="*/ 640 h 809"/>
                <a:gd name="T52" fmla="*/ 305 w 841"/>
                <a:gd name="T53" fmla="*/ 520 h 809"/>
                <a:gd name="T54" fmla="*/ 305 w 841"/>
                <a:gd name="T55" fmla="*/ 520 h 809"/>
                <a:gd name="T56" fmla="*/ 305 w 841"/>
                <a:gd name="T57" fmla="*/ 520 h 809"/>
                <a:gd name="T58" fmla="*/ 169 w 841"/>
                <a:gd name="T59" fmla="*/ 376 h 809"/>
                <a:gd name="T60" fmla="*/ 169 w 841"/>
                <a:gd name="T61" fmla="*/ 376 h 809"/>
                <a:gd name="T62" fmla="*/ 169 w 841"/>
                <a:gd name="T63" fmla="*/ 368 h 809"/>
                <a:gd name="T64" fmla="*/ 64 w 841"/>
                <a:gd name="T65" fmla="*/ 200 h 809"/>
                <a:gd name="T66" fmla="*/ 64 w 841"/>
                <a:gd name="T67" fmla="*/ 200 h 809"/>
                <a:gd name="T68" fmla="*/ 56 w 841"/>
                <a:gd name="T69" fmla="*/ 200 h 809"/>
                <a:gd name="T70" fmla="*/ 0 w 841"/>
                <a:gd name="T71" fmla="*/ 8 h 809"/>
                <a:gd name="T72" fmla="*/ 32 w 841"/>
                <a:gd name="T73" fmla="*/ 0 h 80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41"/>
                <a:gd name="T112" fmla="*/ 0 h 809"/>
                <a:gd name="T113" fmla="*/ 841 w 841"/>
                <a:gd name="T114" fmla="*/ 809 h 80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41" h="809">
                  <a:moveTo>
                    <a:pt x="32" y="0"/>
                  </a:moveTo>
                  <a:lnTo>
                    <a:pt x="88" y="192"/>
                  </a:lnTo>
                  <a:lnTo>
                    <a:pt x="88" y="184"/>
                  </a:lnTo>
                  <a:lnTo>
                    <a:pt x="193" y="352"/>
                  </a:lnTo>
                  <a:lnTo>
                    <a:pt x="329" y="496"/>
                  </a:lnTo>
                  <a:lnTo>
                    <a:pt x="321" y="496"/>
                  </a:lnTo>
                  <a:lnTo>
                    <a:pt x="473" y="616"/>
                  </a:lnTo>
                  <a:lnTo>
                    <a:pt x="473" y="608"/>
                  </a:lnTo>
                  <a:lnTo>
                    <a:pt x="649" y="705"/>
                  </a:lnTo>
                  <a:lnTo>
                    <a:pt x="841" y="777"/>
                  </a:lnTo>
                  <a:lnTo>
                    <a:pt x="833" y="809"/>
                  </a:lnTo>
                  <a:lnTo>
                    <a:pt x="641" y="737"/>
                  </a:lnTo>
                  <a:lnTo>
                    <a:pt x="633" y="737"/>
                  </a:lnTo>
                  <a:lnTo>
                    <a:pt x="457" y="640"/>
                  </a:lnTo>
                  <a:lnTo>
                    <a:pt x="305" y="520"/>
                  </a:lnTo>
                  <a:lnTo>
                    <a:pt x="169" y="376"/>
                  </a:lnTo>
                  <a:lnTo>
                    <a:pt x="169" y="368"/>
                  </a:lnTo>
                  <a:lnTo>
                    <a:pt x="64" y="200"/>
                  </a:lnTo>
                  <a:lnTo>
                    <a:pt x="56" y="200"/>
                  </a:lnTo>
                  <a:lnTo>
                    <a:pt x="0" y="8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1" name="Freeform 332">
              <a:extLst>
                <a:ext uri="{FF2B5EF4-FFF2-40B4-BE49-F238E27FC236}">
                  <a16:creationId xmlns:a16="http://schemas.microsoft.com/office/drawing/2014/main" id="{A8DD8B70-D70C-D6DF-0DA1-263FDE150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" y="2298"/>
              <a:ext cx="192" cy="88"/>
            </a:xfrm>
            <a:custGeom>
              <a:avLst/>
              <a:gdLst>
                <a:gd name="T0" fmla="*/ 8 w 192"/>
                <a:gd name="T1" fmla="*/ 0 h 88"/>
                <a:gd name="T2" fmla="*/ 192 w 192"/>
                <a:gd name="T3" fmla="*/ 56 h 88"/>
                <a:gd name="T4" fmla="*/ 192 w 192"/>
                <a:gd name="T5" fmla="*/ 56 h 88"/>
                <a:gd name="T6" fmla="*/ 184 w 192"/>
                <a:gd name="T7" fmla="*/ 88 h 88"/>
                <a:gd name="T8" fmla="*/ 184 w 192"/>
                <a:gd name="T9" fmla="*/ 88 h 88"/>
                <a:gd name="T10" fmla="*/ 0 w 192"/>
                <a:gd name="T11" fmla="*/ 32 h 88"/>
                <a:gd name="T12" fmla="*/ 8 w 192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2"/>
                <a:gd name="T22" fmla="*/ 0 h 88"/>
                <a:gd name="T23" fmla="*/ 192 w 192"/>
                <a:gd name="T24" fmla="*/ 88 h 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2" h="88">
                  <a:moveTo>
                    <a:pt x="8" y="0"/>
                  </a:moveTo>
                  <a:lnTo>
                    <a:pt x="192" y="56"/>
                  </a:lnTo>
                  <a:lnTo>
                    <a:pt x="184" y="88"/>
                  </a:lnTo>
                  <a:lnTo>
                    <a:pt x="0" y="32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2" name="Freeform 333">
              <a:extLst>
                <a:ext uri="{FF2B5EF4-FFF2-40B4-BE49-F238E27FC236}">
                  <a16:creationId xmlns:a16="http://schemas.microsoft.com/office/drawing/2014/main" id="{25F6AFE3-7BA2-C125-D131-187EE072B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2386"/>
              <a:ext cx="24" cy="32"/>
            </a:xfrm>
            <a:custGeom>
              <a:avLst/>
              <a:gdLst>
                <a:gd name="T0" fmla="*/ 8 w 24"/>
                <a:gd name="T1" fmla="*/ 0 h 32"/>
                <a:gd name="T2" fmla="*/ 24 w 24"/>
                <a:gd name="T3" fmla="*/ 0 h 32"/>
                <a:gd name="T4" fmla="*/ 16 w 24"/>
                <a:gd name="T5" fmla="*/ 32 h 32"/>
                <a:gd name="T6" fmla="*/ 0 w 24"/>
                <a:gd name="T7" fmla="*/ 32 h 32"/>
                <a:gd name="T8" fmla="*/ 8 w 2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2"/>
                <a:gd name="T17" fmla="*/ 24 w 2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2">
                  <a:moveTo>
                    <a:pt x="8" y="0"/>
                  </a:moveTo>
                  <a:lnTo>
                    <a:pt x="24" y="0"/>
                  </a:lnTo>
                  <a:lnTo>
                    <a:pt x="16" y="32"/>
                  </a:lnTo>
                  <a:lnTo>
                    <a:pt x="0" y="32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3" name="Freeform 334">
              <a:extLst>
                <a:ext uri="{FF2B5EF4-FFF2-40B4-BE49-F238E27FC236}">
                  <a16:creationId xmlns:a16="http://schemas.microsoft.com/office/drawing/2014/main" id="{EEC7F031-D0D5-36A0-DACB-0AB5E6F40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354"/>
              <a:ext cx="200" cy="64"/>
            </a:xfrm>
            <a:custGeom>
              <a:avLst/>
              <a:gdLst>
                <a:gd name="T0" fmla="*/ 8 w 200"/>
                <a:gd name="T1" fmla="*/ 0 h 64"/>
                <a:gd name="T2" fmla="*/ 0 w 200"/>
                <a:gd name="T3" fmla="*/ 32 h 64"/>
                <a:gd name="T4" fmla="*/ 192 w 200"/>
                <a:gd name="T5" fmla="*/ 64 h 64"/>
                <a:gd name="T6" fmla="*/ 200 w 200"/>
                <a:gd name="T7" fmla="*/ 32 h 64"/>
                <a:gd name="T8" fmla="*/ 8 w 200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"/>
                <a:gd name="T16" fmla="*/ 0 h 64"/>
                <a:gd name="T17" fmla="*/ 200 w 20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" h="64">
                  <a:moveTo>
                    <a:pt x="8" y="0"/>
                  </a:moveTo>
                  <a:lnTo>
                    <a:pt x="0" y="32"/>
                  </a:lnTo>
                  <a:lnTo>
                    <a:pt x="192" y="64"/>
                  </a:lnTo>
                  <a:lnTo>
                    <a:pt x="200" y="32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4" name="Freeform 335">
              <a:extLst>
                <a:ext uri="{FF2B5EF4-FFF2-40B4-BE49-F238E27FC236}">
                  <a16:creationId xmlns:a16="http://schemas.microsoft.com/office/drawing/2014/main" id="{2AC3AB69-D1B9-16C7-BC93-A06AEC358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321"/>
              <a:ext cx="40" cy="32"/>
            </a:xfrm>
            <a:custGeom>
              <a:avLst/>
              <a:gdLst>
                <a:gd name="T0" fmla="*/ 32 w 40"/>
                <a:gd name="T1" fmla="*/ 32 h 32"/>
                <a:gd name="T2" fmla="*/ 40 w 40"/>
                <a:gd name="T3" fmla="*/ 16 h 32"/>
                <a:gd name="T4" fmla="*/ 8 w 40"/>
                <a:gd name="T5" fmla="*/ 0 h 32"/>
                <a:gd name="T6" fmla="*/ 0 w 40"/>
                <a:gd name="T7" fmla="*/ 16 h 32"/>
                <a:gd name="T8" fmla="*/ 32 w 40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32"/>
                <a:gd name="T17" fmla="*/ 40 w 4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32">
                  <a:moveTo>
                    <a:pt x="32" y="32"/>
                  </a:moveTo>
                  <a:lnTo>
                    <a:pt x="40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32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5" name="Freeform 336">
              <a:extLst>
                <a:ext uri="{FF2B5EF4-FFF2-40B4-BE49-F238E27FC236}">
                  <a16:creationId xmlns:a16="http://schemas.microsoft.com/office/drawing/2014/main" id="{B0E68E3D-C781-391E-63BE-4AD2A35FD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1273"/>
              <a:ext cx="64" cy="48"/>
            </a:xfrm>
            <a:custGeom>
              <a:avLst/>
              <a:gdLst>
                <a:gd name="T0" fmla="*/ 56 w 64"/>
                <a:gd name="T1" fmla="*/ 48 h 48"/>
                <a:gd name="T2" fmla="*/ 64 w 64"/>
                <a:gd name="T3" fmla="*/ 32 h 48"/>
                <a:gd name="T4" fmla="*/ 8 w 64"/>
                <a:gd name="T5" fmla="*/ 0 h 48"/>
                <a:gd name="T6" fmla="*/ 0 w 64"/>
                <a:gd name="T7" fmla="*/ 16 h 48"/>
                <a:gd name="T8" fmla="*/ 56 w 64"/>
                <a:gd name="T9" fmla="*/ 48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8"/>
                <a:gd name="T17" fmla="*/ 64 w 64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8">
                  <a:moveTo>
                    <a:pt x="56" y="48"/>
                  </a:moveTo>
                  <a:lnTo>
                    <a:pt x="64" y="32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4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6" name="Freeform 337">
              <a:extLst>
                <a:ext uri="{FF2B5EF4-FFF2-40B4-BE49-F238E27FC236}">
                  <a16:creationId xmlns:a16="http://schemas.microsoft.com/office/drawing/2014/main" id="{CA89D996-6D39-42F6-DCEA-C434FB31B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" y="1249"/>
              <a:ext cx="16" cy="24"/>
            </a:xfrm>
            <a:custGeom>
              <a:avLst/>
              <a:gdLst>
                <a:gd name="T0" fmla="*/ 8 w 16"/>
                <a:gd name="T1" fmla="*/ 24 h 24"/>
                <a:gd name="T2" fmla="*/ 16 w 16"/>
                <a:gd name="T3" fmla="*/ 16 h 24"/>
                <a:gd name="T4" fmla="*/ 8 w 16"/>
                <a:gd name="T5" fmla="*/ 8 h 24"/>
                <a:gd name="T6" fmla="*/ 8 w 16"/>
                <a:gd name="T7" fmla="*/ 0 h 24"/>
                <a:gd name="T8" fmla="*/ 0 w 16"/>
                <a:gd name="T9" fmla="*/ 16 h 24"/>
                <a:gd name="T10" fmla="*/ 0 w 16"/>
                <a:gd name="T11" fmla="*/ 16 h 24"/>
                <a:gd name="T12" fmla="*/ 8 w 16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24"/>
                <a:gd name="T23" fmla="*/ 16 w 16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24">
                  <a:moveTo>
                    <a:pt x="8" y="24"/>
                  </a:moveTo>
                  <a:lnTo>
                    <a:pt x="16" y="16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7" name="Freeform 338">
              <a:extLst>
                <a:ext uri="{FF2B5EF4-FFF2-40B4-BE49-F238E27FC236}">
                  <a16:creationId xmlns:a16="http://schemas.microsoft.com/office/drawing/2014/main" id="{F6C592EC-9517-4151-FACF-FCB888681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233"/>
              <a:ext cx="56" cy="32"/>
            </a:xfrm>
            <a:custGeom>
              <a:avLst/>
              <a:gdLst>
                <a:gd name="T0" fmla="*/ 48 w 56"/>
                <a:gd name="T1" fmla="*/ 32 h 32"/>
                <a:gd name="T2" fmla="*/ 56 w 56"/>
                <a:gd name="T3" fmla="*/ 16 h 32"/>
                <a:gd name="T4" fmla="*/ 8 w 56"/>
                <a:gd name="T5" fmla="*/ 0 h 32"/>
                <a:gd name="T6" fmla="*/ 0 w 56"/>
                <a:gd name="T7" fmla="*/ 16 h 32"/>
                <a:gd name="T8" fmla="*/ 48 w 56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32"/>
                <a:gd name="T17" fmla="*/ 56 w 56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32">
                  <a:moveTo>
                    <a:pt x="48" y="32"/>
                  </a:moveTo>
                  <a:lnTo>
                    <a:pt x="56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8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8" name="Freeform 339">
              <a:extLst>
                <a:ext uri="{FF2B5EF4-FFF2-40B4-BE49-F238E27FC236}">
                  <a16:creationId xmlns:a16="http://schemas.microsoft.com/office/drawing/2014/main" id="{DB3F3A71-DAA4-C59C-4F89-D05E0E9B8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1201"/>
              <a:ext cx="64" cy="32"/>
            </a:xfrm>
            <a:custGeom>
              <a:avLst/>
              <a:gdLst>
                <a:gd name="T0" fmla="*/ 56 w 64"/>
                <a:gd name="T1" fmla="*/ 32 h 32"/>
                <a:gd name="T2" fmla="*/ 64 w 64"/>
                <a:gd name="T3" fmla="*/ 16 h 32"/>
                <a:gd name="T4" fmla="*/ 8 w 64"/>
                <a:gd name="T5" fmla="*/ 0 h 32"/>
                <a:gd name="T6" fmla="*/ 0 w 64"/>
                <a:gd name="T7" fmla="*/ 16 h 32"/>
                <a:gd name="T8" fmla="*/ 56 w 64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56" y="32"/>
                  </a:moveTo>
                  <a:lnTo>
                    <a:pt x="64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9" name="Freeform 340">
              <a:extLst>
                <a:ext uri="{FF2B5EF4-FFF2-40B4-BE49-F238E27FC236}">
                  <a16:creationId xmlns:a16="http://schemas.microsoft.com/office/drawing/2014/main" id="{1B2113E8-A28D-ACF3-95AC-5620EBF03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1177"/>
              <a:ext cx="64" cy="24"/>
            </a:xfrm>
            <a:custGeom>
              <a:avLst/>
              <a:gdLst>
                <a:gd name="T0" fmla="*/ 64 w 64"/>
                <a:gd name="T1" fmla="*/ 24 h 24"/>
                <a:gd name="T2" fmla="*/ 64 w 64"/>
                <a:gd name="T3" fmla="*/ 8 h 24"/>
                <a:gd name="T4" fmla="*/ 0 w 64"/>
                <a:gd name="T5" fmla="*/ 0 h 24"/>
                <a:gd name="T6" fmla="*/ 0 w 64"/>
                <a:gd name="T7" fmla="*/ 16 h 24"/>
                <a:gd name="T8" fmla="*/ 64 w 6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64" y="24"/>
                  </a:moveTo>
                  <a:lnTo>
                    <a:pt x="64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64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0" name="Freeform 341">
              <a:extLst>
                <a:ext uri="{FF2B5EF4-FFF2-40B4-BE49-F238E27FC236}">
                  <a16:creationId xmlns:a16="http://schemas.microsoft.com/office/drawing/2014/main" id="{E29112E0-466E-121E-9366-44199CB7E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6" y="1161"/>
              <a:ext cx="56" cy="24"/>
            </a:xfrm>
            <a:custGeom>
              <a:avLst/>
              <a:gdLst>
                <a:gd name="T0" fmla="*/ 56 w 56"/>
                <a:gd name="T1" fmla="*/ 24 h 24"/>
                <a:gd name="T2" fmla="*/ 56 w 56"/>
                <a:gd name="T3" fmla="*/ 8 h 24"/>
                <a:gd name="T4" fmla="*/ 0 w 56"/>
                <a:gd name="T5" fmla="*/ 0 h 24"/>
                <a:gd name="T6" fmla="*/ 0 w 56"/>
                <a:gd name="T7" fmla="*/ 0 h 24"/>
                <a:gd name="T8" fmla="*/ 0 w 56"/>
                <a:gd name="T9" fmla="*/ 16 h 24"/>
                <a:gd name="T10" fmla="*/ 0 w 56"/>
                <a:gd name="T11" fmla="*/ 16 h 24"/>
                <a:gd name="T12" fmla="*/ 56 w 56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6"/>
                <a:gd name="T22" fmla="*/ 0 h 24"/>
                <a:gd name="T23" fmla="*/ 56 w 56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6" h="24">
                  <a:moveTo>
                    <a:pt x="56" y="24"/>
                  </a:moveTo>
                  <a:lnTo>
                    <a:pt x="56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56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1" name="Rectangle 342">
              <a:extLst>
                <a:ext uri="{FF2B5EF4-FFF2-40B4-BE49-F238E27FC236}">
                  <a16:creationId xmlns:a16="http://schemas.microsoft.com/office/drawing/2014/main" id="{06715D2D-4489-31A8-49DD-713CD6816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1161"/>
              <a:ext cx="1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92" name="Rectangle 343">
              <a:extLst>
                <a:ext uri="{FF2B5EF4-FFF2-40B4-BE49-F238E27FC236}">
                  <a16:creationId xmlns:a16="http://schemas.microsoft.com/office/drawing/2014/main" id="{FA58DEC5-EC6C-54A2-DBE0-864D72241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1161"/>
              <a:ext cx="64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0293" name="Freeform 344">
              <a:extLst>
                <a:ext uri="{FF2B5EF4-FFF2-40B4-BE49-F238E27FC236}">
                  <a16:creationId xmlns:a16="http://schemas.microsoft.com/office/drawing/2014/main" id="{B46E6BD3-E9F9-1002-B002-30B605C25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4" y="1161"/>
              <a:ext cx="32" cy="16"/>
            </a:xfrm>
            <a:custGeom>
              <a:avLst/>
              <a:gdLst>
                <a:gd name="T0" fmla="*/ 32 w 32"/>
                <a:gd name="T1" fmla="*/ 16 h 16"/>
                <a:gd name="T2" fmla="*/ 32 w 32"/>
                <a:gd name="T3" fmla="*/ 0 h 16"/>
                <a:gd name="T4" fmla="*/ 0 w 32"/>
                <a:gd name="T5" fmla="*/ 0 h 16"/>
                <a:gd name="T6" fmla="*/ 0 w 32"/>
                <a:gd name="T7" fmla="*/ 0 h 16"/>
                <a:gd name="T8" fmla="*/ 0 w 32"/>
                <a:gd name="T9" fmla="*/ 16 h 16"/>
                <a:gd name="T10" fmla="*/ 0 w 32"/>
                <a:gd name="T11" fmla="*/ 16 h 16"/>
                <a:gd name="T12" fmla="*/ 32 w 32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32" y="16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4" name="Freeform 345">
              <a:extLst>
                <a:ext uri="{FF2B5EF4-FFF2-40B4-BE49-F238E27FC236}">
                  <a16:creationId xmlns:a16="http://schemas.microsoft.com/office/drawing/2014/main" id="{101F1312-3CEE-14DE-242A-A27534B59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161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32 w 32"/>
                <a:gd name="T3" fmla="*/ 0 h 24"/>
                <a:gd name="T4" fmla="*/ 0 w 32"/>
                <a:gd name="T5" fmla="*/ 8 h 24"/>
                <a:gd name="T6" fmla="*/ 0 w 32"/>
                <a:gd name="T7" fmla="*/ 24 h 24"/>
                <a:gd name="T8" fmla="*/ 32 w 32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16"/>
                  </a:moveTo>
                  <a:lnTo>
                    <a:pt x="32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5" name="Freeform 346">
              <a:extLst>
                <a:ext uri="{FF2B5EF4-FFF2-40B4-BE49-F238E27FC236}">
                  <a16:creationId xmlns:a16="http://schemas.microsoft.com/office/drawing/2014/main" id="{38D8E1E1-EF16-9E1F-5072-C82D7EF6B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177"/>
              <a:ext cx="64" cy="24"/>
            </a:xfrm>
            <a:custGeom>
              <a:avLst/>
              <a:gdLst>
                <a:gd name="T0" fmla="*/ 64 w 64"/>
                <a:gd name="T1" fmla="*/ 16 h 24"/>
                <a:gd name="T2" fmla="*/ 64 w 64"/>
                <a:gd name="T3" fmla="*/ 0 h 24"/>
                <a:gd name="T4" fmla="*/ 0 w 64"/>
                <a:gd name="T5" fmla="*/ 8 h 24"/>
                <a:gd name="T6" fmla="*/ 0 w 64"/>
                <a:gd name="T7" fmla="*/ 24 h 24"/>
                <a:gd name="T8" fmla="*/ 64 w 64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64" y="16"/>
                  </a:moveTo>
                  <a:lnTo>
                    <a:pt x="64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6" name="Freeform 347">
              <a:extLst>
                <a:ext uri="{FF2B5EF4-FFF2-40B4-BE49-F238E27FC236}">
                  <a16:creationId xmlns:a16="http://schemas.microsoft.com/office/drawing/2014/main" id="{EC8D1993-6CCE-1A9B-22E8-3E8C2CBC7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1201"/>
              <a:ext cx="16" cy="16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0 h 16"/>
                <a:gd name="T4" fmla="*/ 0 w 16"/>
                <a:gd name="T5" fmla="*/ 8 h 16"/>
                <a:gd name="T6" fmla="*/ 0 w 16"/>
                <a:gd name="T7" fmla="*/ 0 h 16"/>
                <a:gd name="T8" fmla="*/ 8 w 16"/>
                <a:gd name="T9" fmla="*/ 16 h 16"/>
                <a:gd name="T10" fmla="*/ 8 w 16"/>
                <a:gd name="T11" fmla="*/ 16 h 16"/>
                <a:gd name="T12" fmla="*/ 16 w 16"/>
                <a:gd name="T13" fmla="*/ 8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16"/>
                <a:gd name="T23" fmla="*/ 16 w 16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16">
                  <a:moveTo>
                    <a:pt x="16" y="8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16"/>
                  </a:lnTo>
                  <a:lnTo>
                    <a:pt x="16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7" name="Freeform 348">
              <a:extLst>
                <a:ext uri="{FF2B5EF4-FFF2-40B4-BE49-F238E27FC236}">
                  <a16:creationId xmlns:a16="http://schemas.microsoft.com/office/drawing/2014/main" id="{EFE0B7BB-0D5F-CB2E-48C0-B7F0524DA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201"/>
              <a:ext cx="56" cy="32"/>
            </a:xfrm>
            <a:custGeom>
              <a:avLst/>
              <a:gdLst>
                <a:gd name="T0" fmla="*/ 56 w 56"/>
                <a:gd name="T1" fmla="*/ 16 h 32"/>
                <a:gd name="T2" fmla="*/ 48 w 56"/>
                <a:gd name="T3" fmla="*/ 0 h 32"/>
                <a:gd name="T4" fmla="*/ 0 w 56"/>
                <a:gd name="T5" fmla="*/ 16 h 32"/>
                <a:gd name="T6" fmla="*/ 8 w 56"/>
                <a:gd name="T7" fmla="*/ 32 h 32"/>
                <a:gd name="T8" fmla="*/ 56 w 56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32"/>
                <a:gd name="T17" fmla="*/ 56 w 56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32">
                  <a:moveTo>
                    <a:pt x="56" y="16"/>
                  </a:moveTo>
                  <a:lnTo>
                    <a:pt x="48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56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8" name="Freeform 349">
              <a:extLst>
                <a:ext uri="{FF2B5EF4-FFF2-40B4-BE49-F238E27FC236}">
                  <a16:creationId xmlns:a16="http://schemas.microsoft.com/office/drawing/2014/main" id="{B03CFDE6-985E-D0E1-2C50-C685CBBC9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225"/>
              <a:ext cx="64" cy="40"/>
            </a:xfrm>
            <a:custGeom>
              <a:avLst/>
              <a:gdLst>
                <a:gd name="T0" fmla="*/ 64 w 64"/>
                <a:gd name="T1" fmla="*/ 16 h 40"/>
                <a:gd name="T2" fmla="*/ 56 w 64"/>
                <a:gd name="T3" fmla="*/ 0 h 40"/>
                <a:gd name="T4" fmla="*/ 0 w 64"/>
                <a:gd name="T5" fmla="*/ 24 h 40"/>
                <a:gd name="T6" fmla="*/ 8 w 64"/>
                <a:gd name="T7" fmla="*/ 40 h 40"/>
                <a:gd name="T8" fmla="*/ 64 w 64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64" y="16"/>
                  </a:moveTo>
                  <a:lnTo>
                    <a:pt x="56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9" name="Freeform 350">
              <a:extLst>
                <a:ext uri="{FF2B5EF4-FFF2-40B4-BE49-F238E27FC236}">
                  <a16:creationId xmlns:a16="http://schemas.microsoft.com/office/drawing/2014/main" id="{0A65CDF8-8710-C300-6288-1CC3C3476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1265"/>
              <a:ext cx="24" cy="16"/>
            </a:xfrm>
            <a:custGeom>
              <a:avLst/>
              <a:gdLst>
                <a:gd name="T0" fmla="*/ 24 w 24"/>
                <a:gd name="T1" fmla="*/ 16 h 16"/>
                <a:gd name="T2" fmla="*/ 24 w 24"/>
                <a:gd name="T3" fmla="*/ 0 h 16"/>
                <a:gd name="T4" fmla="*/ 0 w 24"/>
                <a:gd name="T5" fmla="*/ 0 h 16"/>
                <a:gd name="T6" fmla="*/ 0 w 24"/>
                <a:gd name="T7" fmla="*/ 0 h 16"/>
                <a:gd name="T8" fmla="*/ 8 w 24"/>
                <a:gd name="T9" fmla="*/ 16 h 16"/>
                <a:gd name="T10" fmla="*/ 0 w 24"/>
                <a:gd name="T11" fmla="*/ 16 h 16"/>
                <a:gd name="T12" fmla="*/ 24 w 24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16"/>
                <a:gd name="T23" fmla="*/ 24 w 24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16">
                  <a:moveTo>
                    <a:pt x="24" y="16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2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0" name="Freeform 351">
              <a:extLst>
                <a:ext uri="{FF2B5EF4-FFF2-40B4-BE49-F238E27FC236}">
                  <a16:creationId xmlns:a16="http://schemas.microsoft.com/office/drawing/2014/main" id="{0722CBB6-5BCF-8EC2-2252-1ABA35E3B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265"/>
              <a:ext cx="48" cy="40"/>
            </a:xfrm>
            <a:custGeom>
              <a:avLst/>
              <a:gdLst>
                <a:gd name="T0" fmla="*/ 48 w 48"/>
                <a:gd name="T1" fmla="*/ 16 h 40"/>
                <a:gd name="T2" fmla="*/ 40 w 48"/>
                <a:gd name="T3" fmla="*/ 0 h 40"/>
                <a:gd name="T4" fmla="*/ 0 w 48"/>
                <a:gd name="T5" fmla="*/ 24 h 40"/>
                <a:gd name="T6" fmla="*/ 8 w 48"/>
                <a:gd name="T7" fmla="*/ 40 h 40"/>
                <a:gd name="T8" fmla="*/ 48 w 4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40"/>
                <a:gd name="T17" fmla="*/ 48 w 48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40">
                  <a:moveTo>
                    <a:pt x="48" y="16"/>
                  </a:moveTo>
                  <a:lnTo>
                    <a:pt x="40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48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1" name="Freeform 352">
              <a:extLst>
                <a:ext uri="{FF2B5EF4-FFF2-40B4-BE49-F238E27FC236}">
                  <a16:creationId xmlns:a16="http://schemas.microsoft.com/office/drawing/2014/main" id="{B1B4059E-D196-6A0B-F41F-40358E704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305"/>
              <a:ext cx="64" cy="40"/>
            </a:xfrm>
            <a:custGeom>
              <a:avLst/>
              <a:gdLst>
                <a:gd name="T0" fmla="*/ 64 w 64"/>
                <a:gd name="T1" fmla="*/ 16 h 40"/>
                <a:gd name="T2" fmla="*/ 56 w 64"/>
                <a:gd name="T3" fmla="*/ 0 h 40"/>
                <a:gd name="T4" fmla="*/ 0 w 64"/>
                <a:gd name="T5" fmla="*/ 24 h 40"/>
                <a:gd name="T6" fmla="*/ 8 w 64"/>
                <a:gd name="T7" fmla="*/ 40 h 40"/>
                <a:gd name="T8" fmla="*/ 64 w 64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64" y="16"/>
                  </a:moveTo>
                  <a:lnTo>
                    <a:pt x="56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2" name="Freeform 353">
              <a:extLst>
                <a:ext uri="{FF2B5EF4-FFF2-40B4-BE49-F238E27FC236}">
                  <a16:creationId xmlns:a16="http://schemas.microsoft.com/office/drawing/2014/main" id="{562266CC-3602-0FE2-973B-510355CEE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1353"/>
              <a:ext cx="64" cy="40"/>
            </a:xfrm>
            <a:custGeom>
              <a:avLst/>
              <a:gdLst>
                <a:gd name="T0" fmla="*/ 64 w 64"/>
                <a:gd name="T1" fmla="*/ 16 h 40"/>
                <a:gd name="T2" fmla="*/ 56 w 64"/>
                <a:gd name="T3" fmla="*/ 0 h 40"/>
                <a:gd name="T4" fmla="*/ 0 w 64"/>
                <a:gd name="T5" fmla="*/ 24 h 40"/>
                <a:gd name="T6" fmla="*/ 0 w 64"/>
                <a:gd name="T7" fmla="*/ 24 h 40"/>
                <a:gd name="T8" fmla="*/ 8 w 64"/>
                <a:gd name="T9" fmla="*/ 40 h 40"/>
                <a:gd name="T10" fmla="*/ 8 w 64"/>
                <a:gd name="T11" fmla="*/ 40 h 40"/>
                <a:gd name="T12" fmla="*/ 64 w 64"/>
                <a:gd name="T13" fmla="*/ 16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64" y="16"/>
                  </a:moveTo>
                  <a:lnTo>
                    <a:pt x="56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3" name="Freeform 354">
              <a:extLst>
                <a:ext uri="{FF2B5EF4-FFF2-40B4-BE49-F238E27FC236}">
                  <a16:creationId xmlns:a16="http://schemas.microsoft.com/office/drawing/2014/main" id="{7C6DB3E6-A939-19AD-FBC6-6344E5A24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1377"/>
              <a:ext cx="8" cy="16"/>
            </a:xfrm>
            <a:custGeom>
              <a:avLst/>
              <a:gdLst>
                <a:gd name="T0" fmla="*/ 8 w 8"/>
                <a:gd name="T1" fmla="*/ 16 h 16"/>
                <a:gd name="T2" fmla="*/ 0 w 8"/>
                <a:gd name="T3" fmla="*/ 0 h 16"/>
                <a:gd name="T4" fmla="*/ 0 w 8"/>
                <a:gd name="T5" fmla="*/ 0 h 16"/>
                <a:gd name="T6" fmla="*/ 8 w 8"/>
                <a:gd name="T7" fmla="*/ 16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8" y="16"/>
                  </a:moveTo>
                  <a:lnTo>
                    <a:pt x="0" y="0"/>
                  </a:lnTo>
                  <a:lnTo>
                    <a:pt x="8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4" name="Freeform 355">
              <a:extLst>
                <a:ext uri="{FF2B5EF4-FFF2-40B4-BE49-F238E27FC236}">
                  <a16:creationId xmlns:a16="http://schemas.microsoft.com/office/drawing/2014/main" id="{9A961E32-7185-6455-0BCA-B93DA1346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401"/>
              <a:ext cx="64" cy="40"/>
            </a:xfrm>
            <a:custGeom>
              <a:avLst/>
              <a:gdLst>
                <a:gd name="T0" fmla="*/ 64 w 64"/>
                <a:gd name="T1" fmla="*/ 16 h 40"/>
                <a:gd name="T2" fmla="*/ 56 w 64"/>
                <a:gd name="T3" fmla="*/ 0 h 40"/>
                <a:gd name="T4" fmla="*/ 0 w 64"/>
                <a:gd name="T5" fmla="*/ 24 h 40"/>
                <a:gd name="T6" fmla="*/ 8 w 64"/>
                <a:gd name="T7" fmla="*/ 40 h 40"/>
                <a:gd name="T8" fmla="*/ 64 w 64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64" y="16"/>
                  </a:moveTo>
                  <a:lnTo>
                    <a:pt x="56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5" name="Freeform 356">
              <a:extLst>
                <a:ext uri="{FF2B5EF4-FFF2-40B4-BE49-F238E27FC236}">
                  <a16:creationId xmlns:a16="http://schemas.microsoft.com/office/drawing/2014/main" id="{5A25CCFA-9F2D-FFE2-32AD-3A39C98FF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449"/>
              <a:ext cx="65" cy="48"/>
            </a:xfrm>
            <a:custGeom>
              <a:avLst/>
              <a:gdLst>
                <a:gd name="T0" fmla="*/ 65 w 65"/>
                <a:gd name="T1" fmla="*/ 16 h 48"/>
                <a:gd name="T2" fmla="*/ 57 w 65"/>
                <a:gd name="T3" fmla="*/ 0 h 48"/>
                <a:gd name="T4" fmla="*/ 0 w 65"/>
                <a:gd name="T5" fmla="*/ 32 h 48"/>
                <a:gd name="T6" fmla="*/ 8 w 65"/>
                <a:gd name="T7" fmla="*/ 48 h 48"/>
                <a:gd name="T8" fmla="*/ 65 w 65"/>
                <a:gd name="T9" fmla="*/ 16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48"/>
                <a:gd name="T17" fmla="*/ 65 w 65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48">
                  <a:moveTo>
                    <a:pt x="65" y="16"/>
                  </a:moveTo>
                  <a:lnTo>
                    <a:pt x="57" y="0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65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6" name="Freeform 357">
              <a:extLst>
                <a:ext uri="{FF2B5EF4-FFF2-40B4-BE49-F238E27FC236}">
                  <a16:creationId xmlns:a16="http://schemas.microsoft.com/office/drawing/2014/main" id="{81C890C4-A485-BB56-23EB-15BE15412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5" y="1505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24 w 32"/>
                <a:gd name="T3" fmla="*/ 0 h 24"/>
                <a:gd name="T4" fmla="*/ 0 w 32"/>
                <a:gd name="T5" fmla="*/ 8 h 24"/>
                <a:gd name="T6" fmla="*/ 8 w 32"/>
                <a:gd name="T7" fmla="*/ 24 h 24"/>
                <a:gd name="T8" fmla="*/ 32 w 32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16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7" name="Freeform 358">
              <a:extLst>
                <a:ext uri="{FF2B5EF4-FFF2-40B4-BE49-F238E27FC236}">
                  <a16:creationId xmlns:a16="http://schemas.microsoft.com/office/drawing/2014/main" id="{F64876DB-0F49-899A-09A3-6121FB6C6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386"/>
              <a:ext cx="32" cy="24"/>
            </a:xfrm>
            <a:custGeom>
              <a:avLst/>
              <a:gdLst>
                <a:gd name="T0" fmla="*/ 24 w 32"/>
                <a:gd name="T1" fmla="*/ 24 h 24"/>
                <a:gd name="T2" fmla="*/ 32 w 32"/>
                <a:gd name="T3" fmla="*/ 16 h 24"/>
                <a:gd name="T4" fmla="*/ 8 w 32"/>
                <a:gd name="T5" fmla="*/ 0 h 24"/>
                <a:gd name="T6" fmla="*/ 0 w 32"/>
                <a:gd name="T7" fmla="*/ 8 h 24"/>
                <a:gd name="T8" fmla="*/ 24 w 32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24" y="24"/>
                  </a:moveTo>
                  <a:lnTo>
                    <a:pt x="32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24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8" name="Freeform 359">
              <a:extLst>
                <a:ext uri="{FF2B5EF4-FFF2-40B4-BE49-F238E27FC236}">
                  <a16:creationId xmlns:a16="http://schemas.microsoft.com/office/drawing/2014/main" id="{079131AF-EA9B-ADE1-AF24-1C67E57E2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2394"/>
              <a:ext cx="224" cy="936"/>
            </a:xfrm>
            <a:custGeom>
              <a:avLst/>
              <a:gdLst>
                <a:gd name="T0" fmla="*/ 224 w 224"/>
                <a:gd name="T1" fmla="*/ 16 h 936"/>
                <a:gd name="T2" fmla="*/ 144 w 224"/>
                <a:gd name="T3" fmla="*/ 144 h 936"/>
                <a:gd name="T4" fmla="*/ 144 w 224"/>
                <a:gd name="T5" fmla="*/ 144 h 936"/>
                <a:gd name="T6" fmla="*/ 144 w 224"/>
                <a:gd name="T7" fmla="*/ 144 h 936"/>
                <a:gd name="T8" fmla="*/ 88 w 224"/>
                <a:gd name="T9" fmla="*/ 288 h 936"/>
                <a:gd name="T10" fmla="*/ 88 w 224"/>
                <a:gd name="T11" fmla="*/ 288 h 936"/>
                <a:gd name="T12" fmla="*/ 88 w 224"/>
                <a:gd name="T13" fmla="*/ 288 h 936"/>
                <a:gd name="T14" fmla="*/ 48 w 224"/>
                <a:gd name="T15" fmla="*/ 440 h 936"/>
                <a:gd name="T16" fmla="*/ 48 w 224"/>
                <a:gd name="T17" fmla="*/ 432 h 936"/>
                <a:gd name="T18" fmla="*/ 48 w 224"/>
                <a:gd name="T19" fmla="*/ 432 h 936"/>
                <a:gd name="T20" fmla="*/ 32 w 224"/>
                <a:gd name="T21" fmla="*/ 600 h 936"/>
                <a:gd name="T22" fmla="*/ 32 w 224"/>
                <a:gd name="T23" fmla="*/ 600 h 936"/>
                <a:gd name="T24" fmla="*/ 32 w 224"/>
                <a:gd name="T25" fmla="*/ 600 h 936"/>
                <a:gd name="T26" fmla="*/ 32 w 224"/>
                <a:gd name="T27" fmla="*/ 768 h 936"/>
                <a:gd name="T28" fmla="*/ 32 w 224"/>
                <a:gd name="T29" fmla="*/ 768 h 936"/>
                <a:gd name="T30" fmla="*/ 32 w 224"/>
                <a:gd name="T31" fmla="*/ 768 h 936"/>
                <a:gd name="T32" fmla="*/ 48 w 224"/>
                <a:gd name="T33" fmla="*/ 928 h 936"/>
                <a:gd name="T34" fmla="*/ 48 w 224"/>
                <a:gd name="T35" fmla="*/ 928 h 936"/>
                <a:gd name="T36" fmla="*/ 16 w 224"/>
                <a:gd name="T37" fmla="*/ 936 h 936"/>
                <a:gd name="T38" fmla="*/ 16 w 224"/>
                <a:gd name="T39" fmla="*/ 928 h 936"/>
                <a:gd name="T40" fmla="*/ 0 w 224"/>
                <a:gd name="T41" fmla="*/ 768 h 936"/>
                <a:gd name="T42" fmla="*/ 0 w 224"/>
                <a:gd name="T43" fmla="*/ 768 h 936"/>
                <a:gd name="T44" fmla="*/ 0 w 224"/>
                <a:gd name="T45" fmla="*/ 768 h 936"/>
                <a:gd name="T46" fmla="*/ 0 w 224"/>
                <a:gd name="T47" fmla="*/ 600 h 936"/>
                <a:gd name="T48" fmla="*/ 0 w 224"/>
                <a:gd name="T49" fmla="*/ 600 h 936"/>
                <a:gd name="T50" fmla="*/ 0 w 224"/>
                <a:gd name="T51" fmla="*/ 600 h 936"/>
                <a:gd name="T52" fmla="*/ 16 w 224"/>
                <a:gd name="T53" fmla="*/ 432 h 936"/>
                <a:gd name="T54" fmla="*/ 16 w 224"/>
                <a:gd name="T55" fmla="*/ 432 h 936"/>
                <a:gd name="T56" fmla="*/ 16 w 224"/>
                <a:gd name="T57" fmla="*/ 432 h 936"/>
                <a:gd name="T58" fmla="*/ 56 w 224"/>
                <a:gd name="T59" fmla="*/ 280 h 936"/>
                <a:gd name="T60" fmla="*/ 56 w 224"/>
                <a:gd name="T61" fmla="*/ 280 h 936"/>
                <a:gd name="T62" fmla="*/ 56 w 224"/>
                <a:gd name="T63" fmla="*/ 280 h 936"/>
                <a:gd name="T64" fmla="*/ 112 w 224"/>
                <a:gd name="T65" fmla="*/ 136 h 936"/>
                <a:gd name="T66" fmla="*/ 112 w 224"/>
                <a:gd name="T67" fmla="*/ 136 h 936"/>
                <a:gd name="T68" fmla="*/ 120 w 224"/>
                <a:gd name="T69" fmla="*/ 128 h 936"/>
                <a:gd name="T70" fmla="*/ 200 w 224"/>
                <a:gd name="T71" fmla="*/ 0 h 936"/>
                <a:gd name="T72" fmla="*/ 224 w 224"/>
                <a:gd name="T73" fmla="*/ 16 h 9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24"/>
                <a:gd name="T112" fmla="*/ 0 h 936"/>
                <a:gd name="T113" fmla="*/ 224 w 224"/>
                <a:gd name="T114" fmla="*/ 936 h 9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24" h="936">
                  <a:moveTo>
                    <a:pt x="224" y="16"/>
                  </a:moveTo>
                  <a:lnTo>
                    <a:pt x="144" y="144"/>
                  </a:lnTo>
                  <a:lnTo>
                    <a:pt x="88" y="288"/>
                  </a:lnTo>
                  <a:lnTo>
                    <a:pt x="48" y="440"/>
                  </a:lnTo>
                  <a:lnTo>
                    <a:pt x="48" y="432"/>
                  </a:lnTo>
                  <a:lnTo>
                    <a:pt x="32" y="600"/>
                  </a:lnTo>
                  <a:lnTo>
                    <a:pt x="32" y="768"/>
                  </a:lnTo>
                  <a:lnTo>
                    <a:pt x="48" y="928"/>
                  </a:lnTo>
                  <a:lnTo>
                    <a:pt x="16" y="936"/>
                  </a:lnTo>
                  <a:lnTo>
                    <a:pt x="16" y="928"/>
                  </a:lnTo>
                  <a:lnTo>
                    <a:pt x="0" y="768"/>
                  </a:lnTo>
                  <a:lnTo>
                    <a:pt x="0" y="600"/>
                  </a:lnTo>
                  <a:lnTo>
                    <a:pt x="16" y="432"/>
                  </a:lnTo>
                  <a:lnTo>
                    <a:pt x="56" y="280"/>
                  </a:lnTo>
                  <a:lnTo>
                    <a:pt x="112" y="136"/>
                  </a:lnTo>
                  <a:lnTo>
                    <a:pt x="120" y="128"/>
                  </a:lnTo>
                  <a:lnTo>
                    <a:pt x="200" y="0"/>
                  </a:lnTo>
                  <a:lnTo>
                    <a:pt x="22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9" name="Freeform 360">
              <a:extLst>
                <a:ext uri="{FF2B5EF4-FFF2-40B4-BE49-F238E27FC236}">
                  <a16:creationId xmlns:a16="http://schemas.microsoft.com/office/drawing/2014/main" id="{9FF3D5A3-5837-B374-8860-E69056EC6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3322"/>
              <a:ext cx="64" cy="160"/>
            </a:xfrm>
            <a:custGeom>
              <a:avLst/>
              <a:gdLst>
                <a:gd name="T0" fmla="*/ 32 w 64"/>
                <a:gd name="T1" fmla="*/ 0 h 160"/>
                <a:gd name="T2" fmla="*/ 64 w 64"/>
                <a:gd name="T3" fmla="*/ 152 h 160"/>
                <a:gd name="T4" fmla="*/ 64 w 64"/>
                <a:gd name="T5" fmla="*/ 152 h 160"/>
                <a:gd name="T6" fmla="*/ 32 w 64"/>
                <a:gd name="T7" fmla="*/ 160 h 160"/>
                <a:gd name="T8" fmla="*/ 32 w 64"/>
                <a:gd name="T9" fmla="*/ 160 h 160"/>
                <a:gd name="T10" fmla="*/ 0 w 64"/>
                <a:gd name="T11" fmla="*/ 8 h 160"/>
                <a:gd name="T12" fmla="*/ 32 w 64"/>
                <a:gd name="T13" fmla="*/ 0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160"/>
                <a:gd name="T23" fmla="*/ 64 w 64"/>
                <a:gd name="T24" fmla="*/ 160 h 16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160">
                  <a:moveTo>
                    <a:pt x="32" y="0"/>
                  </a:moveTo>
                  <a:lnTo>
                    <a:pt x="64" y="152"/>
                  </a:lnTo>
                  <a:lnTo>
                    <a:pt x="32" y="160"/>
                  </a:lnTo>
                  <a:lnTo>
                    <a:pt x="0" y="8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0" name="Freeform 361">
              <a:extLst>
                <a:ext uri="{FF2B5EF4-FFF2-40B4-BE49-F238E27FC236}">
                  <a16:creationId xmlns:a16="http://schemas.microsoft.com/office/drawing/2014/main" id="{3C45C4B4-8EA5-7BB6-5572-F1BE6BE95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3618"/>
              <a:ext cx="32" cy="24"/>
            </a:xfrm>
            <a:custGeom>
              <a:avLst/>
              <a:gdLst>
                <a:gd name="T0" fmla="*/ 32 w 32"/>
                <a:gd name="T1" fmla="*/ 0 h 24"/>
                <a:gd name="T2" fmla="*/ 32 w 32"/>
                <a:gd name="T3" fmla="*/ 16 h 24"/>
                <a:gd name="T4" fmla="*/ 0 w 32"/>
                <a:gd name="T5" fmla="*/ 24 h 24"/>
                <a:gd name="T6" fmla="*/ 0 w 32"/>
                <a:gd name="T7" fmla="*/ 8 h 24"/>
                <a:gd name="T8" fmla="*/ 32 w 32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0"/>
                  </a:moveTo>
                  <a:lnTo>
                    <a:pt x="32" y="16"/>
                  </a:lnTo>
                  <a:lnTo>
                    <a:pt x="0" y="24"/>
                  </a:lnTo>
                  <a:lnTo>
                    <a:pt x="0" y="8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1" name="Freeform 362">
              <a:extLst>
                <a:ext uri="{FF2B5EF4-FFF2-40B4-BE49-F238E27FC236}">
                  <a16:creationId xmlns:a16="http://schemas.microsoft.com/office/drawing/2014/main" id="{3D639CE9-9DAA-2E1F-4D9C-1F450A903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3474"/>
              <a:ext cx="80" cy="152"/>
            </a:xfrm>
            <a:custGeom>
              <a:avLst/>
              <a:gdLst>
                <a:gd name="T0" fmla="*/ 32 w 80"/>
                <a:gd name="T1" fmla="*/ 0 h 152"/>
                <a:gd name="T2" fmla="*/ 0 w 80"/>
                <a:gd name="T3" fmla="*/ 8 h 152"/>
                <a:gd name="T4" fmla="*/ 48 w 80"/>
                <a:gd name="T5" fmla="*/ 152 h 152"/>
                <a:gd name="T6" fmla="*/ 80 w 80"/>
                <a:gd name="T7" fmla="*/ 144 h 152"/>
                <a:gd name="T8" fmla="*/ 32 w 80"/>
                <a:gd name="T9" fmla="*/ 0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32" y="0"/>
                  </a:moveTo>
                  <a:lnTo>
                    <a:pt x="0" y="8"/>
                  </a:lnTo>
                  <a:lnTo>
                    <a:pt x="48" y="152"/>
                  </a:lnTo>
                  <a:lnTo>
                    <a:pt x="80" y="144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2" name="Freeform 363">
              <a:extLst>
                <a:ext uri="{FF2B5EF4-FFF2-40B4-BE49-F238E27FC236}">
                  <a16:creationId xmlns:a16="http://schemas.microsoft.com/office/drawing/2014/main" id="{C9C3B27D-5A77-73B3-F655-A88067187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1705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3" name="Freeform 364">
              <a:extLst>
                <a:ext uri="{FF2B5EF4-FFF2-40B4-BE49-F238E27FC236}">
                  <a16:creationId xmlns:a16="http://schemas.microsoft.com/office/drawing/2014/main" id="{0EB6313E-2F1E-432C-942B-806397D81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1689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4" name="Freeform 365">
              <a:extLst>
                <a:ext uri="{FF2B5EF4-FFF2-40B4-BE49-F238E27FC236}">
                  <a16:creationId xmlns:a16="http://schemas.microsoft.com/office/drawing/2014/main" id="{E129F6FF-7F84-1F07-DB3A-330896D14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1833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5" name="Rectangle 366">
              <a:extLst>
                <a:ext uri="{FF2B5EF4-FFF2-40B4-BE49-F238E27FC236}">
                  <a16:creationId xmlns:a16="http://schemas.microsoft.com/office/drawing/2014/main" id="{FF69746D-C505-1D68-A139-AA29837B4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761"/>
              <a:ext cx="25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JFK</a:t>
              </a:r>
              <a:endParaRPr lang="en-US" altLang="en-US" sz="1800"/>
            </a:p>
          </p:txBody>
        </p:sp>
        <p:sp>
          <p:nvSpPr>
            <p:cNvPr id="40316" name="Freeform 367">
              <a:extLst>
                <a:ext uri="{FF2B5EF4-FFF2-40B4-BE49-F238E27FC236}">
                  <a16:creationId xmlns:a16="http://schemas.microsoft.com/office/drawing/2014/main" id="{1D4CB3BA-567B-0A37-E0DA-1EB3AA72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769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7" name="Freeform 368">
              <a:extLst>
                <a:ext uri="{FF2B5EF4-FFF2-40B4-BE49-F238E27FC236}">
                  <a16:creationId xmlns:a16="http://schemas.microsoft.com/office/drawing/2014/main" id="{21803381-2654-15B5-385F-E37B8E9D1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753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8" name="Freeform 369">
              <a:extLst>
                <a:ext uri="{FF2B5EF4-FFF2-40B4-BE49-F238E27FC236}">
                  <a16:creationId xmlns:a16="http://schemas.microsoft.com/office/drawing/2014/main" id="{2EE7E761-7081-F992-6D54-A85D60F69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897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9" name="Rectangle 370">
              <a:extLst>
                <a:ext uri="{FF2B5EF4-FFF2-40B4-BE49-F238E27FC236}">
                  <a16:creationId xmlns:a16="http://schemas.microsoft.com/office/drawing/2014/main" id="{31CD763F-2B9F-B441-15A0-AD944765D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" y="825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BOS</a:t>
              </a:r>
              <a:endParaRPr lang="en-US" altLang="en-US" sz="1800"/>
            </a:p>
          </p:txBody>
        </p:sp>
        <p:sp>
          <p:nvSpPr>
            <p:cNvPr id="40320" name="Freeform 371">
              <a:extLst>
                <a:ext uri="{FF2B5EF4-FFF2-40B4-BE49-F238E27FC236}">
                  <a16:creationId xmlns:a16="http://schemas.microsoft.com/office/drawing/2014/main" id="{E094769E-DAC5-9549-23AC-BEF99A8AD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3482"/>
              <a:ext cx="464" cy="281"/>
            </a:xfrm>
            <a:custGeom>
              <a:avLst/>
              <a:gdLst>
                <a:gd name="T0" fmla="*/ 464 w 464"/>
                <a:gd name="T1" fmla="*/ 136 h 281"/>
                <a:gd name="T2" fmla="*/ 440 w 464"/>
                <a:gd name="T3" fmla="*/ 88 h 281"/>
                <a:gd name="T4" fmla="*/ 392 w 464"/>
                <a:gd name="T5" fmla="*/ 40 h 281"/>
                <a:gd name="T6" fmla="*/ 320 w 464"/>
                <a:gd name="T7" fmla="*/ 8 h 281"/>
                <a:gd name="T8" fmla="*/ 232 w 464"/>
                <a:gd name="T9" fmla="*/ 0 h 281"/>
                <a:gd name="T10" fmla="*/ 144 w 464"/>
                <a:gd name="T11" fmla="*/ 8 h 281"/>
                <a:gd name="T12" fmla="*/ 64 w 464"/>
                <a:gd name="T13" fmla="*/ 40 h 281"/>
                <a:gd name="T14" fmla="*/ 16 w 464"/>
                <a:gd name="T15" fmla="*/ 88 h 281"/>
                <a:gd name="T16" fmla="*/ 0 w 464"/>
                <a:gd name="T17" fmla="*/ 136 h 281"/>
                <a:gd name="T18" fmla="*/ 16 w 464"/>
                <a:gd name="T19" fmla="*/ 192 h 281"/>
                <a:gd name="T20" fmla="*/ 64 w 464"/>
                <a:gd name="T21" fmla="*/ 241 h 281"/>
                <a:gd name="T22" fmla="*/ 144 w 464"/>
                <a:gd name="T23" fmla="*/ 265 h 281"/>
                <a:gd name="T24" fmla="*/ 232 w 464"/>
                <a:gd name="T25" fmla="*/ 281 h 281"/>
                <a:gd name="T26" fmla="*/ 320 w 464"/>
                <a:gd name="T27" fmla="*/ 265 h 281"/>
                <a:gd name="T28" fmla="*/ 392 w 464"/>
                <a:gd name="T29" fmla="*/ 241 h 281"/>
                <a:gd name="T30" fmla="*/ 440 w 464"/>
                <a:gd name="T31" fmla="*/ 192 h 281"/>
                <a:gd name="T32" fmla="*/ 464 w 464"/>
                <a:gd name="T33" fmla="*/ 136 h 2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1"/>
                <a:gd name="T53" fmla="*/ 464 w 464"/>
                <a:gd name="T54" fmla="*/ 281 h 2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1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1"/>
                  </a:lnTo>
                  <a:lnTo>
                    <a:pt x="144" y="265"/>
                  </a:lnTo>
                  <a:lnTo>
                    <a:pt x="232" y="281"/>
                  </a:lnTo>
                  <a:lnTo>
                    <a:pt x="320" y="265"/>
                  </a:lnTo>
                  <a:lnTo>
                    <a:pt x="392" y="241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1" name="Freeform 372">
              <a:extLst>
                <a:ext uri="{FF2B5EF4-FFF2-40B4-BE49-F238E27FC236}">
                  <a16:creationId xmlns:a16="http://schemas.microsoft.com/office/drawing/2014/main" id="{D9AB7DAB-4E72-07CF-D85B-74669D806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3466"/>
              <a:ext cx="496" cy="313"/>
            </a:xfrm>
            <a:custGeom>
              <a:avLst/>
              <a:gdLst>
                <a:gd name="T0" fmla="*/ 440 w 496"/>
                <a:gd name="T1" fmla="*/ 112 h 313"/>
                <a:gd name="T2" fmla="*/ 448 w 496"/>
                <a:gd name="T3" fmla="*/ 120 h 313"/>
                <a:gd name="T4" fmla="*/ 400 w 496"/>
                <a:gd name="T5" fmla="*/ 72 h 313"/>
                <a:gd name="T6" fmla="*/ 328 w 496"/>
                <a:gd name="T7" fmla="*/ 40 h 313"/>
                <a:gd name="T8" fmla="*/ 336 w 496"/>
                <a:gd name="T9" fmla="*/ 40 h 313"/>
                <a:gd name="T10" fmla="*/ 248 w 496"/>
                <a:gd name="T11" fmla="*/ 32 h 313"/>
                <a:gd name="T12" fmla="*/ 160 w 496"/>
                <a:gd name="T13" fmla="*/ 40 h 313"/>
                <a:gd name="T14" fmla="*/ 168 w 496"/>
                <a:gd name="T15" fmla="*/ 40 h 313"/>
                <a:gd name="T16" fmla="*/ 96 w 496"/>
                <a:gd name="T17" fmla="*/ 72 h 313"/>
                <a:gd name="T18" fmla="*/ 48 w 496"/>
                <a:gd name="T19" fmla="*/ 120 h 313"/>
                <a:gd name="T20" fmla="*/ 48 w 496"/>
                <a:gd name="T21" fmla="*/ 112 h 313"/>
                <a:gd name="T22" fmla="*/ 32 w 496"/>
                <a:gd name="T23" fmla="*/ 152 h 313"/>
                <a:gd name="T24" fmla="*/ 48 w 496"/>
                <a:gd name="T25" fmla="*/ 208 h 313"/>
                <a:gd name="T26" fmla="*/ 48 w 496"/>
                <a:gd name="T27" fmla="*/ 200 h 313"/>
                <a:gd name="T28" fmla="*/ 88 w 496"/>
                <a:gd name="T29" fmla="*/ 241 h 313"/>
                <a:gd name="T30" fmla="*/ 168 w 496"/>
                <a:gd name="T31" fmla="*/ 265 h 313"/>
                <a:gd name="T32" fmla="*/ 168 w 496"/>
                <a:gd name="T33" fmla="*/ 265 h 313"/>
                <a:gd name="T34" fmla="*/ 248 w 496"/>
                <a:gd name="T35" fmla="*/ 281 h 313"/>
                <a:gd name="T36" fmla="*/ 336 w 496"/>
                <a:gd name="T37" fmla="*/ 265 h 313"/>
                <a:gd name="T38" fmla="*/ 336 w 496"/>
                <a:gd name="T39" fmla="*/ 265 h 313"/>
                <a:gd name="T40" fmla="*/ 400 w 496"/>
                <a:gd name="T41" fmla="*/ 249 h 313"/>
                <a:gd name="T42" fmla="*/ 448 w 496"/>
                <a:gd name="T43" fmla="*/ 200 h 313"/>
                <a:gd name="T44" fmla="*/ 440 w 496"/>
                <a:gd name="T45" fmla="*/ 200 h 313"/>
                <a:gd name="T46" fmla="*/ 464 w 496"/>
                <a:gd name="T47" fmla="*/ 144 h 313"/>
                <a:gd name="T48" fmla="*/ 496 w 496"/>
                <a:gd name="T49" fmla="*/ 160 h 313"/>
                <a:gd name="T50" fmla="*/ 472 w 496"/>
                <a:gd name="T51" fmla="*/ 216 h 313"/>
                <a:gd name="T52" fmla="*/ 424 w 496"/>
                <a:gd name="T53" fmla="*/ 273 h 313"/>
                <a:gd name="T54" fmla="*/ 416 w 496"/>
                <a:gd name="T55" fmla="*/ 273 h 313"/>
                <a:gd name="T56" fmla="*/ 344 w 496"/>
                <a:gd name="T57" fmla="*/ 297 h 313"/>
                <a:gd name="T58" fmla="*/ 256 w 496"/>
                <a:gd name="T59" fmla="*/ 313 h 313"/>
                <a:gd name="T60" fmla="*/ 248 w 496"/>
                <a:gd name="T61" fmla="*/ 313 h 313"/>
                <a:gd name="T62" fmla="*/ 160 w 496"/>
                <a:gd name="T63" fmla="*/ 297 h 313"/>
                <a:gd name="T64" fmla="*/ 80 w 496"/>
                <a:gd name="T65" fmla="*/ 273 h 313"/>
                <a:gd name="T66" fmla="*/ 72 w 496"/>
                <a:gd name="T67" fmla="*/ 273 h 313"/>
                <a:gd name="T68" fmla="*/ 24 w 496"/>
                <a:gd name="T69" fmla="*/ 224 h 313"/>
                <a:gd name="T70" fmla="*/ 0 w 496"/>
                <a:gd name="T71" fmla="*/ 160 h 313"/>
                <a:gd name="T72" fmla="*/ 0 w 496"/>
                <a:gd name="T73" fmla="*/ 152 h 313"/>
                <a:gd name="T74" fmla="*/ 16 w 496"/>
                <a:gd name="T75" fmla="*/ 104 h 313"/>
                <a:gd name="T76" fmla="*/ 72 w 496"/>
                <a:gd name="T77" fmla="*/ 48 h 313"/>
                <a:gd name="T78" fmla="*/ 80 w 496"/>
                <a:gd name="T79" fmla="*/ 40 h 313"/>
                <a:gd name="T80" fmla="*/ 160 w 496"/>
                <a:gd name="T81" fmla="*/ 8 h 313"/>
                <a:gd name="T82" fmla="*/ 248 w 496"/>
                <a:gd name="T83" fmla="*/ 0 h 313"/>
                <a:gd name="T84" fmla="*/ 248 w 496"/>
                <a:gd name="T85" fmla="*/ 0 h 313"/>
                <a:gd name="T86" fmla="*/ 336 w 496"/>
                <a:gd name="T87" fmla="*/ 8 h 313"/>
                <a:gd name="T88" fmla="*/ 416 w 496"/>
                <a:gd name="T89" fmla="*/ 40 h 313"/>
                <a:gd name="T90" fmla="*/ 424 w 496"/>
                <a:gd name="T91" fmla="*/ 48 h 313"/>
                <a:gd name="T92" fmla="*/ 472 w 496"/>
                <a:gd name="T93" fmla="*/ 96 h 313"/>
                <a:gd name="T94" fmla="*/ 496 w 496"/>
                <a:gd name="T95" fmla="*/ 144 h 31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3"/>
                <a:gd name="T146" fmla="*/ 496 w 496"/>
                <a:gd name="T147" fmla="*/ 313 h 313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3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9"/>
                  </a:lnTo>
                  <a:lnTo>
                    <a:pt x="88" y="241"/>
                  </a:lnTo>
                  <a:lnTo>
                    <a:pt x="168" y="265"/>
                  </a:lnTo>
                  <a:lnTo>
                    <a:pt x="256" y="281"/>
                  </a:lnTo>
                  <a:lnTo>
                    <a:pt x="248" y="281"/>
                  </a:lnTo>
                  <a:lnTo>
                    <a:pt x="336" y="265"/>
                  </a:lnTo>
                  <a:lnTo>
                    <a:pt x="408" y="241"/>
                  </a:lnTo>
                  <a:lnTo>
                    <a:pt x="400" y="249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3"/>
                  </a:lnTo>
                  <a:lnTo>
                    <a:pt x="416" y="273"/>
                  </a:lnTo>
                  <a:lnTo>
                    <a:pt x="344" y="297"/>
                  </a:lnTo>
                  <a:lnTo>
                    <a:pt x="256" y="313"/>
                  </a:lnTo>
                  <a:lnTo>
                    <a:pt x="248" y="313"/>
                  </a:lnTo>
                  <a:lnTo>
                    <a:pt x="160" y="297"/>
                  </a:lnTo>
                  <a:lnTo>
                    <a:pt x="80" y="273"/>
                  </a:lnTo>
                  <a:lnTo>
                    <a:pt x="72" y="273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2" name="Freeform 373">
              <a:extLst>
                <a:ext uri="{FF2B5EF4-FFF2-40B4-BE49-F238E27FC236}">
                  <a16:creationId xmlns:a16="http://schemas.microsoft.com/office/drawing/2014/main" id="{09D69317-9D68-EF42-4286-7690ED10F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8" y="3610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3" name="Rectangle 374">
              <a:extLst>
                <a:ext uri="{FF2B5EF4-FFF2-40B4-BE49-F238E27FC236}">
                  <a16:creationId xmlns:a16="http://schemas.microsoft.com/office/drawing/2014/main" id="{9449979D-F844-F9EC-6F59-943D7BBFA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3538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MIA</a:t>
              </a:r>
              <a:endParaRPr lang="en-US" altLang="en-US" sz="1800"/>
            </a:p>
          </p:txBody>
        </p:sp>
        <p:sp>
          <p:nvSpPr>
            <p:cNvPr id="40324" name="Freeform 375">
              <a:extLst>
                <a:ext uri="{FF2B5EF4-FFF2-40B4-BE49-F238E27FC236}">
                  <a16:creationId xmlns:a16="http://schemas.microsoft.com/office/drawing/2014/main" id="{812F6D40-81FD-A93D-CBCE-659BD34D5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1385"/>
              <a:ext cx="465" cy="280"/>
            </a:xfrm>
            <a:custGeom>
              <a:avLst/>
              <a:gdLst>
                <a:gd name="T0" fmla="*/ 465 w 465"/>
                <a:gd name="T1" fmla="*/ 136 h 280"/>
                <a:gd name="T2" fmla="*/ 441 w 465"/>
                <a:gd name="T3" fmla="*/ 88 h 280"/>
                <a:gd name="T4" fmla="*/ 393 w 465"/>
                <a:gd name="T5" fmla="*/ 40 h 280"/>
                <a:gd name="T6" fmla="*/ 320 w 465"/>
                <a:gd name="T7" fmla="*/ 8 h 280"/>
                <a:gd name="T8" fmla="*/ 232 w 465"/>
                <a:gd name="T9" fmla="*/ 0 h 280"/>
                <a:gd name="T10" fmla="*/ 144 w 465"/>
                <a:gd name="T11" fmla="*/ 8 h 280"/>
                <a:gd name="T12" fmla="*/ 64 w 465"/>
                <a:gd name="T13" fmla="*/ 40 h 280"/>
                <a:gd name="T14" fmla="*/ 16 w 465"/>
                <a:gd name="T15" fmla="*/ 88 h 280"/>
                <a:gd name="T16" fmla="*/ 0 w 465"/>
                <a:gd name="T17" fmla="*/ 136 h 280"/>
                <a:gd name="T18" fmla="*/ 16 w 465"/>
                <a:gd name="T19" fmla="*/ 192 h 280"/>
                <a:gd name="T20" fmla="*/ 64 w 465"/>
                <a:gd name="T21" fmla="*/ 240 h 280"/>
                <a:gd name="T22" fmla="*/ 144 w 465"/>
                <a:gd name="T23" fmla="*/ 264 h 280"/>
                <a:gd name="T24" fmla="*/ 232 w 465"/>
                <a:gd name="T25" fmla="*/ 280 h 280"/>
                <a:gd name="T26" fmla="*/ 320 w 465"/>
                <a:gd name="T27" fmla="*/ 264 h 280"/>
                <a:gd name="T28" fmla="*/ 393 w 465"/>
                <a:gd name="T29" fmla="*/ 240 h 280"/>
                <a:gd name="T30" fmla="*/ 441 w 465"/>
                <a:gd name="T31" fmla="*/ 192 h 280"/>
                <a:gd name="T32" fmla="*/ 465 w 465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5"/>
                <a:gd name="T52" fmla="*/ 0 h 280"/>
                <a:gd name="T53" fmla="*/ 465 w 465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5" h="280">
                  <a:moveTo>
                    <a:pt x="465" y="136"/>
                  </a:moveTo>
                  <a:lnTo>
                    <a:pt x="441" y="88"/>
                  </a:lnTo>
                  <a:lnTo>
                    <a:pt x="393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3" y="240"/>
                  </a:lnTo>
                  <a:lnTo>
                    <a:pt x="441" y="192"/>
                  </a:lnTo>
                  <a:lnTo>
                    <a:pt x="465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5" name="Freeform 376">
              <a:extLst>
                <a:ext uri="{FF2B5EF4-FFF2-40B4-BE49-F238E27FC236}">
                  <a16:creationId xmlns:a16="http://schemas.microsoft.com/office/drawing/2014/main" id="{4D52E302-CCFF-0E7D-D7C5-89C7A9D20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1369"/>
              <a:ext cx="497" cy="312"/>
            </a:xfrm>
            <a:custGeom>
              <a:avLst/>
              <a:gdLst>
                <a:gd name="T0" fmla="*/ 441 w 497"/>
                <a:gd name="T1" fmla="*/ 112 h 312"/>
                <a:gd name="T2" fmla="*/ 449 w 497"/>
                <a:gd name="T3" fmla="*/ 120 h 312"/>
                <a:gd name="T4" fmla="*/ 401 w 497"/>
                <a:gd name="T5" fmla="*/ 72 h 312"/>
                <a:gd name="T6" fmla="*/ 328 w 497"/>
                <a:gd name="T7" fmla="*/ 40 h 312"/>
                <a:gd name="T8" fmla="*/ 336 w 497"/>
                <a:gd name="T9" fmla="*/ 40 h 312"/>
                <a:gd name="T10" fmla="*/ 248 w 497"/>
                <a:gd name="T11" fmla="*/ 32 h 312"/>
                <a:gd name="T12" fmla="*/ 160 w 497"/>
                <a:gd name="T13" fmla="*/ 40 h 312"/>
                <a:gd name="T14" fmla="*/ 168 w 497"/>
                <a:gd name="T15" fmla="*/ 40 h 312"/>
                <a:gd name="T16" fmla="*/ 96 w 497"/>
                <a:gd name="T17" fmla="*/ 72 h 312"/>
                <a:gd name="T18" fmla="*/ 48 w 497"/>
                <a:gd name="T19" fmla="*/ 120 h 312"/>
                <a:gd name="T20" fmla="*/ 48 w 497"/>
                <a:gd name="T21" fmla="*/ 112 h 312"/>
                <a:gd name="T22" fmla="*/ 32 w 497"/>
                <a:gd name="T23" fmla="*/ 152 h 312"/>
                <a:gd name="T24" fmla="*/ 48 w 497"/>
                <a:gd name="T25" fmla="*/ 208 h 312"/>
                <a:gd name="T26" fmla="*/ 48 w 497"/>
                <a:gd name="T27" fmla="*/ 200 h 312"/>
                <a:gd name="T28" fmla="*/ 88 w 497"/>
                <a:gd name="T29" fmla="*/ 240 h 312"/>
                <a:gd name="T30" fmla="*/ 168 w 497"/>
                <a:gd name="T31" fmla="*/ 264 h 312"/>
                <a:gd name="T32" fmla="*/ 168 w 497"/>
                <a:gd name="T33" fmla="*/ 264 h 312"/>
                <a:gd name="T34" fmla="*/ 248 w 497"/>
                <a:gd name="T35" fmla="*/ 280 h 312"/>
                <a:gd name="T36" fmla="*/ 336 w 497"/>
                <a:gd name="T37" fmla="*/ 264 h 312"/>
                <a:gd name="T38" fmla="*/ 336 w 497"/>
                <a:gd name="T39" fmla="*/ 264 h 312"/>
                <a:gd name="T40" fmla="*/ 401 w 497"/>
                <a:gd name="T41" fmla="*/ 248 h 312"/>
                <a:gd name="T42" fmla="*/ 449 w 497"/>
                <a:gd name="T43" fmla="*/ 200 h 312"/>
                <a:gd name="T44" fmla="*/ 441 w 497"/>
                <a:gd name="T45" fmla="*/ 200 h 312"/>
                <a:gd name="T46" fmla="*/ 465 w 497"/>
                <a:gd name="T47" fmla="*/ 144 h 312"/>
                <a:gd name="T48" fmla="*/ 497 w 497"/>
                <a:gd name="T49" fmla="*/ 160 h 312"/>
                <a:gd name="T50" fmla="*/ 473 w 497"/>
                <a:gd name="T51" fmla="*/ 216 h 312"/>
                <a:gd name="T52" fmla="*/ 425 w 497"/>
                <a:gd name="T53" fmla="*/ 272 h 312"/>
                <a:gd name="T54" fmla="*/ 417 w 497"/>
                <a:gd name="T55" fmla="*/ 272 h 312"/>
                <a:gd name="T56" fmla="*/ 344 w 497"/>
                <a:gd name="T57" fmla="*/ 296 h 312"/>
                <a:gd name="T58" fmla="*/ 256 w 497"/>
                <a:gd name="T59" fmla="*/ 312 h 312"/>
                <a:gd name="T60" fmla="*/ 248 w 497"/>
                <a:gd name="T61" fmla="*/ 312 h 312"/>
                <a:gd name="T62" fmla="*/ 160 w 497"/>
                <a:gd name="T63" fmla="*/ 296 h 312"/>
                <a:gd name="T64" fmla="*/ 80 w 497"/>
                <a:gd name="T65" fmla="*/ 272 h 312"/>
                <a:gd name="T66" fmla="*/ 72 w 497"/>
                <a:gd name="T67" fmla="*/ 272 h 312"/>
                <a:gd name="T68" fmla="*/ 24 w 497"/>
                <a:gd name="T69" fmla="*/ 224 h 312"/>
                <a:gd name="T70" fmla="*/ 0 w 497"/>
                <a:gd name="T71" fmla="*/ 160 h 312"/>
                <a:gd name="T72" fmla="*/ 0 w 497"/>
                <a:gd name="T73" fmla="*/ 152 h 312"/>
                <a:gd name="T74" fmla="*/ 16 w 497"/>
                <a:gd name="T75" fmla="*/ 104 h 312"/>
                <a:gd name="T76" fmla="*/ 72 w 497"/>
                <a:gd name="T77" fmla="*/ 48 h 312"/>
                <a:gd name="T78" fmla="*/ 80 w 497"/>
                <a:gd name="T79" fmla="*/ 40 h 312"/>
                <a:gd name="T80" fmla="*/ 160 w 497"/>
                <a:gd name="T81" fmla="*/ 8 h 312"/>
                <a:gd name="T82" fmla="*/ 248 w 497"/>
                <a:gd name="T83" fmla="*/ 0 h 312"/>
                <a:gd name="T84" fmla="*/ 248 w 497"/>
                <a:gd name="T85" fmla="*/ 0 h 312"/>
                <a:gd name="T86" fmla="*/ 336 w 497"/>
                <a:gd name="T87" fmla="*/ 8 h 312"/>
                <a:gd name="T88" fmla="*/ 417 w 497"/>
                <a:gd name="T89" fmla="*/ 40 h 312"/>
                <a:gd name="T90" fmla="*/ 425 w 497"/>
                <a:gd name="T91" fmla="*/ 48 h 312"/>
                <a:gd name="T92" fmla="*/ 473 w 497"/>
                <a:gd name="T93" fmla="*/ 96 h 312"/>
                <a:gd name="T94" fmla="*/ 497 w 497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7"/>
                <a:gd name="T145" fmla="*/ 0 h 312"/>
                <a:gd name="T146" fmla="*/ 497 w 497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7" h="312">
                  <a:moveTo>
                    <a:pt x="465" y="160"/>
                  </a:moveTo>
                  <a:lnTo>
                    <a:pt x="441" y="112"/>
                  </a:lnTo>
                  <a:lnTo>
                    <a:pt x="449" y="120"/>
                  </a:lnTo>
                  <a:lnTo>
                    <a:pt x="401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9" y="240"/>
                  </a:lnTo>
                  <a:lnTo>
                    <a:pt x="401" y="248"/>
                  </a:lnTo>
                  <a:lnTo>
                    <a:pt x="449" y="200"/>
                  </a:lnTo>
                  <a:lnTo>
                    <a:pt x="441" y="200"/>
                  </a:lnTo>
                  <a:lnTo>
                    <a:pt x="465" y="144"/>
                  </a:lnTo>
                  <a:lnTo>
                    <a:pt x="497" y="160"/>
                  </a:lnTo>
                  <a:lnTo>
                    <a:pt x="473" y="216"/>
                  </a:lnTo>
                  <a:lnTo>
                    <a:pt x="473" y="224"/>
                  </a:lnTo>
                  <a:lnTo>
                    <a:pt x="425" y="272"/>
                  </a:lnTo>
                  <a:lnTo>
                    <a:pt x="417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7" y="40"/>
                  </a:lnTo>
                  <a:lnTo>
                    <a:pt x="425" y="48"/>
                  </a:lnTo>
                  <a:lnTo>
                    <a:pt x="473" y="96"/>
                  </a:lnTo>
                  <a:lnTo>
                    <a:pt x="497" y="144"/>
                  </a:lnTo>
                  <a:lnTo>
                    <a:pt x="465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6" name="Freeform 377">
              <a:extLst>
                <a:ext uri="{FF2B5EF4-FFF2-40B4-BE49-F238E27FC236}">
                  <a16:creationId xmlns:a16="http://schemas.microsoft.com/office/drawing/2014/main" id="{8D3DFABC-2DF6-4172-0B36-B723ACDDE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513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7" name="Rectangle 378">
              <a:extLst>
                <a:ext uri="{FF2B5EF4-FFF2-40B4-BE49-F238E27FC236}">
                  <a16:creationId xmlns:a16="http://schemas.microsoft.com/office/drawing/2014/main" id="{369DCA0C-81C2-3B30-3024-BEFE0D640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" y="1441"/>
              <a:ext cx="32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ORD</a:t>
              </a:r>
              <a:endParaRPr lang="en-US" altLang="en-US" sz="1800"/>
            </a:p>
          </p:txBody>
        </p:sp>
        <p:sp>
          <p:nvSpPr>
            <p:cNvPr id="40328" name="Freeform 379">
              <a:extLst>
                <a:ext uri="{FF2B5EF4-FFF2-40B4-BE49-F238E27FC236}">
                  <a16:creationId xmlns:a16="http://schemas.microsoft.com/office/drawing/2014/main" id="{421BEF5B-7593-60C7-3ADB-964CC5861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" y="3010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9" name="Freeform 380">
              <a:extLst>
                <a:ext uri="{FF2B5EF4-FFF2-40B4-BE49-F238E27FC236}">
                  <a16:creationId xmlns:a16="http://schemas.microsoft.com/office/drawing/2014/main" id="{F57A3DEA-63BD-7B23-FA33-CEDF5B4D9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" y="2994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0" name="Freeform 381">
              <a:extLst>
                <a:ext uri="{FF2B5EF4-FFF2-40B4-BE49-F238E27FC236}">
                  <a16:creationId xmlns:a16="http://schemas.microsoft.com/office/drawing/2014/main" id="{10A3B8D1-C5FE-3C52-8F0E-B19D75767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" y="3138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1" name="Rectangle 382">
              <a:extLst>
                <a:ext uri="{FF2B5EF4-FFF2-40B4-BE49-F238E27FC236}">
                  <a16:creationId xmlns:a16="http://schemas.microsoft.com/office/drawing/2014/main" id="{EEEEAC6A-0AFC-8132-12B7-2FC3D2E92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" y="3066"/>
              <a:ext cx="31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LAX</a:t>
              </a:r>
              <a:endParaRPr lang="en-US" altLang="en-US" sz="1800"/>
            </a:p>
          </p:txBody>
        </p:sp>
        <p:sp>
          <p:nvSpPr>
            <p:cNvPr id="40332" name="Freeform 383">
              <a:extLst>
                <a:ext uri="{FF2B5EF4-FFF2-40B4-BE49-F238E27FC236}">
                  <a16:creationId xmlns:a16="http://schemas.microsoft.com/office/drawing/2014/main" id="{75FDEF31-E7F3-C2DD-FB9A-34074D2A5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2858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3" name="Freeform 384">
              <a:extLst>
                <a:ext uri="{FF2B5EF4-FFF2-40B4-BE49-F238E27FC236}">
                  <a16:creationId xmlns:a16="http://schemas.microsoft.com/office/drawing/2014/main" id="{DE6956AA-C921-E5D4-E581-7EB25E8C3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2842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4" name="Freeform 385">
              <a:extLst>
                <a:ext uri="{FF2B5EF4-FFF2-40B4-BE49-F238E27FC236}">
                  <a16:creationId xmlns:a16="http://schemas.microsoft.com/office/drawing/2014/main" id="{01FB4C85-36EB-5991-8FD9-91035C9CB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2986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5" name="Rectangle 386">
              <a:extLst>
                <a:ext uri="{FF2B5EF4-FFF2-40B4-BE49-F238E27FC236}">
                  <a16:creationId xmlns:a16="http://schemas.microsoft.com/office/drawing/2014/main" id="{AC7C16AB-B9B4-518C-2032-9A3258BBC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0" y="2914"/>
              <a:ext cx="34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DFW</a:t>
              </a:r>
              <a:endParaRPr lang="en-US" altLang="en-US" sz="1800"/>
            </a:p>
          </p:txBody>
        </p:sp>
        <p:sp>
          <p:nvSpPr>
            <p:cNvPr id="40336" name="Freeform 387">
              <a:extLst>
                <a:ext uri="{FF2B5EF4-FFF2-40B4-BE49-F238E27FC236}">
                  <a16:creationId xmlns:a16="http://schemas.microsoft.com/office/drawing/2014/main" id="{36D49435-E462-3FA0-75D5-FE8DE85FB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" y="2193"/>
              <a:ext cx="464" cy="281"/>
            </a:xfrm>
            <a:custGeom>
              <a:avLst/>
              <a:gdLst>
                <a:gd name="T0" fmla="*/ 464 w 464"/>
                <a:gd name="T1" fmla="*/ 137 h 281"/>
                <a:gd name="T2" fmla="*/ 440 w 464"/>
                <a:gd name="T3" fmla="*/ 89 h 281"/>
                <a:gd name="T4" fmla="*/ 392 w 464"/>
                <a:gd name="T5" fmla="*/ 41 h 281"/>
                <a:gd name="T6" fmla="*/ 320 w 464"/>
                <a:gd name="T7" fmla="*/ 8 h 281"/>
                <a:gd name="T8" fmla="*/ 232 w 464"/>
                <a:gd name="T9" fmla="*/ 0 h 281"/>
                <a:gd name="T10" fmla="*/ 144 w 464"/>
                <a:gd name="T11" fmla="*/ 8 h 281"/>
                <a:gd name="T12" fmla="*/ 64 w 464"/>
                <a:gd name="T13" fmla="*/ 41 h 281"/>
                <a:gd name="T14" fmla="*/ 16 w 464"/>
                <a:gd name="T15" fmla="*/ 89 h 281"/>
                <a:gd name="T16" fmla="*/ 0 w 464"/>
                <a:gd name="T17" fmla="*/ 137 h 281"/>
                <a:gd name="T18" fmla="*/ 16 w 464"/>
                <a:gd name="T19" fmla="*/ 193 h 281"/>
                <a:gd name="T20" fmla="*/ 64 w 464"/>
                <a:gd name="T21" fmla="*/ 241 h 281"/>
                <a:gd name="T22" fmla="*/ 144 w 464"/>
                <a:gd name="T23" fmla="*/ 265 h 281"/>
                <a:gd name="T24" fmla="*/ 232 w 464"/>
                <a:gd name="T25" fmla="*/ 281 h 281"/>
                <a:gd name="T26" fmla="*/ 320 w 464"/>
                <a:gd name="T27" fmla="*/ 265 h 281"/>
                <a:gd name="T28" fmla="*/ 392 w 464"/>
                <a:gd name="T29" fmla="*/ 241 h 281"/>
                <a:gd name="T30" fmla="*/ 440 w 464"/>
                <a:gd name="T31" fmla="*/ 193 h 281"/>
                <a:gd name="T32" fmla="*/ 464 w 464"/>
                <a:gd name="T33" fmla="*/ 137 h 2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1"/>
                <a:gd name="T53" fmla="*/ 464 w 464"/>
                <a:gd name="T54" fmla="*/ 281 h 2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1">
                  <a:moveTo>
                    <a:pt x="464" y="137"/>
                  </a:moveTo>
                  <a:lnTo>
                    <a:pt x="440" y="89"/>
                  </a:lnTo>
                  <a:lnTo>
                    <a:pt x="392" y="41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1"/>
                  </a:lnTo>
                  <a:lnTo>
                    <a:pt x="16" y="89"/>
                  </a:lnTo>
                  <a:lnTo>
                    <a:pt x="0" y="137"/>
                  </a:lnTo>
                  <a:lnTo>
                    <a:pt x="16" y="193"/>
                  </a:lnTo>
                  <a:lnTo>
                    <a:pt x="64" y="241"/>
                  </a:lnTo>
                  <a:lnTo>
                    <a:pt x="144" y="265"/>
                  </a:lnTo>
                  <a:lnTo>
                    <a:pt x="232" y="281"/>
                  </a:lnTo>
                  <a:lnTo>
                    <a:pt x="320" y="265"/>
                  </a:lnTo>
                  <a:lnTo>
                    <a:pt x="392" y="241"/>
                  </a:lnTo>
                  <a:lnTo>
                    <a:pt x="440" y="193"/>
                  </a:lnTo>
                  <a:lnTo>
                    <a:pt x="464" y="137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7" name="Freeform 388">
              <a:extLst>
                <a:ext uri="{FF2B5EF4-FFF2-40B4-BE49-F238E27FC236}">
                  <a16:creationId xmlns:a16="http://schemas.microsoft.com/office/drawing/2014/main" id="{83263A04-D0FA-55A6-989E-AB9447C5F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" y="2177"/>
              <a:ext cx="496" cy="313"/>
            </a:xfrm>
            <a:custGeom>
              <a:avLst/>
              <a:gdLst>
                <a:gd name="T0" fmla="*/ 440 w 496"/>
                <a:gd name="T1" fmla="*/ 113 h 313"/>
                <a:gd name="T2" fmla="*/ 448 w 496"/>
                <a:gd name="T3" fmla="*/ 121 h 313"/>
                <a:gd name="T4" fmla="*/ 400 w 496"/>
                <a:gd name="T5" fmla="*/ 73 h 313"/>
                <a:gd name="T6" fmla="*/ 328 w 496"/>
                <a:gd name="T7" fmla="*/ 40 h 313"/>
                <a:gd name="T8" fmla="*/ 336 w 496"/>
                <a:gd name="T9" fmla="*/ 40 h 313"/>
                <a:gd name="T10" fmla="*/ 248 w 496"/>
                <a:gd name="T11" fmla="*/ 32 h 313"/>
                <a:gd name="T12" fmla="*/ 160 w 496"/>
                <a:gd name="T13" fmla="*/ 40 h 313"/>
                <a:gd name="T14" fmla="*/ 168 w 496"/>
                <a:gd name="T15" fmla="*/ 40 h 313"/>
                <a:gd name="T16" fmla="*/ 96 w 496"/>
                <a:gd name="T17" fmla="*/ 73 h 313"/>
                <a:gd name="T18" fmla="*/ 48 w 496"/>
                <a:gd name="T19" fmla="*/ 121 h 313"/>
                <a:gd name="T20" fmla="*/ 48 w 496"/>
                <a:gd name="T21" fmla="*/ 113 h 313"/>
                <a:gd name="T22" fmla="*/ 32 w 496"/>
                <a:gd name="T23" fmla="*/ 153 h 313"/>
                <a:gd name="T24" fmla="*/ 48 w 496"/>
                <a:gd name="T25" fmla="*/ 209 h 313"/>
                <a:gd name="T26" fmla="*/ 48 w 496"/>
                <a:gd name="T27" fmla="*/ 201 h 313"/>
                <a:gd name="T28" fmla="*/ 88 w 496"/>
                <a:gd name="T29" fmla="*/ 241 h 313"/>
                <a:gd name="T30" fmla="*/ 168 w 496"/>
                <a:gd name="T31" fmla="*/ 265 h 313"/>
                <a:gd name="T32" fmla="*/ 168 w 496"/>
                <a:gd name="T33" fmla="*/ 265 h 313"/>
                <a:gd name="T34" fmla="*/ 248 w 496"/>
                <a:gd name="T35" fmla="*/ 281 h 313"/>
                <a:gd name="T36" fmla="*/ 336 w 496"/>
                <a:gd name="T37" fmla="*/ 265 h 313"/>
                <a:gd name="T38" fmla="*/ 336 w 496"/>
                <a:gd name="T39" fmla="*/ 265 h 313"/>
                <a:gd name="T40" fmla="*/ 400 w 496"/>
                <a:gd name="T41" fmla="*/ 249 h 313"/>
                <a:gd name="T42" fmla="*/ 448 w 496"/>
                <a:gd name="T43" fmla="*/ 201 h 313"/>
                <a:gd name="T44" fmla="*/ 440 w 496"/>
                <a:gd name="T45" fmla="*/ 201 h 313"/>
                <a:gd name="T46" fmla="*/ 464 w 496"/>
                <a:gd name="T47" fmla="*/ 145 h 313"/>
                <a:gd name="T48" fmla="*/ 496 w 496"/>
                <a:gd name="T49" fmla="*/ 161 h 313"/>
                <a:gd name="T50" fmla="*/ 472 w 496"/>
                <a:gd name="T51" fmla="*/ 217 h 313"/>
                <a:gd name="T52" fmla="*/ 424 w 496"/>
                <a:gd name="T53" fmla="*/ 273 h 313"/>
                <a:gd name="T54" fmla="*/ 416 w 496"/>
                <a:gd name="T55" fmla="*/ 273 h 313"/>
                <a:gd name="T56" fmla="*/ 344 w 496"/>
                <a:gd name="T57" fmla="*/ 297 h 313"/>
                <a:gd name="T58" fmla="*/ 256 w 496"/>
                <a:gd name="T59" fmla="*/ 313 h 313"/>
                <a:gd name="T60" fmla="*/ 248 w 496"/>
                <a:gd name="T61" fmla="*/ 313 h 313"/>
                <a:gd name="T62" fmla="*/ 160 w 496"/>
                <a:gd name="T63" fmla="*/ 297 h 313"/>
                <a:gd name="T64" fmla="*/ 80 w 496"/>
                <a:gd name="T65" fmla="*/ 273 h 313"/>
                <a:gd name="T66" fmla="*/ 72 w 496"/>
                <a:gd name="T67" fmla="*/ 273 h 313"/>
                <a:gd name="T68" fmla="*/ 24 w 496"/>
                <a:gd name="T69" fmla="*/ 225 h 313"/>
                <a:gd name="T70" fmla="*/ 0 w 496"/>
                <a:gd name="T71" fmla="*/ 161 h 313"/>
                <a:gd name="T72" fmla="*/ 0 w 496"/>
                <a:gd name="T73" fmla="*/ 153 h 313"/>
                <a:gd name="T74" fmla="*/ 16 w 496"/>
                <a:gd name="T75" fmla="*/ 105 h 313"/>
                <a:gd name="T76" fmla="*/ 72 w 496"/>
                <a:gd name="T77" fmla="*/ 49 h 313"/>
                <a:gd name="T78" fmla="*/ 80 w 496"/>
                <a:gd name="T79" fmla="*/ 40 h 313"/>
                <a:gd name="T80" fmla="*/ 160 w 496"/>
                <a:gd name="T81" fmla="*/ 8 h 313"/>
                <a:gd name="T82" fmla="*/ 248 w 496"/>
                <a:gd name="T83" fmla="*/ 0 h 313"/>
                <a:gd name="T84" fmla="*/ 248 w 496"/>
                <a:gd name="T85" fmla="*/ 0 h 313"/>
                <a:gd name="T86" fmla="*/ 336 w 496"/>
                <a:gd name="T87" fmla="*/ 8 h 313"/>
                <a:gd name="T88" fmla="*/ 416 w 496"/>
                <a:gd name="T89" fmla="*/ 40 h 313"/>
                <a:gd name="T90" fmla="*/ 424 w 496"/>
                <a:gd name="T91" fmla="*/ 49 h 313"/>
                <a:gd name="T92" fmla="*/ 472 w 496"/>
                <a:gd name="T93" fmla="*/ 97 h 313"/>
                <a:gd name="T94" fmla="*/ 496 w 496"/>
                <a:gd name="T95" fmla="*/ 145 h 31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3"/>
                <a:gd name="T146" fmla="*/ 496 w 496"/>
                <a:gd name="T147" fmla="*/ 313 h 313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3">
                  <a:moveTo>
                    <a:pt x="464" y="161"/>
                  </a:moveTo>
                  <a:lnTo>
                    <a:pt x="440" y="113"/>
                  </a:lnTo>
                  <a:lnTo>
                    <a:pt x="448" y="121"/>
                  </a:lnTo>
                  <a:lnTo>
                    <a:pt x="400" y="73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3"/>
                  </a:lnTo>
                  <a:lnTo>
                    <a:pt x="96" y="73"/>
                  </a:lnTo>
                  <a:lnTo>
                    <a:pt x="48" y="121"/>
                  </a:lnTo>
                  <a:lnTo>
                    <a:pt x="48" y="113"/>
                  </a:lnTo>
                  <a:lnTo>
                    <a:pt x="32" y="161"/>
                  </a:lnTo>
                  <a:lnTo>
                    <a:pt x="32" y="153"/>
                  </a:lnTo>
                  <a:lnTo>
                    <a:pt x="48" y="209"/>
                  </a:lnTo>
                  <a:lnTo>
                    <a:pt x="48" y="201"/>
                  </a:lnTo>
                  <a:lnTo>
                    <a:pt x="96" y="249"/>
                  </a:lnTo>
                  <a:lnTo>
                    <a:pt x="88" y="241"/>
                  </a:lnTo>
                  <a:lnTo>
                    <a:pt x="168" y="265"/>
                  </a:lnTo>
                  <a:lnTo>
                    <a:pt x="256" y="281"/>
                  </a:lnTo>
                  <a:lnTo>
                    <a:pt x="248" y="281"/>
                  </a:lnTo>
                  <a:lnTo>
                    <a:pt x="336" y="265"/>
                  </a:lnTo>
                  <a:lnTo>
                    <a:pt x="408" y="241"/>
                  </a:lnTo>
                  <a:lnTo>
                    <a:pt x="400" y="249"/>
                  </a:lnTo>
                  <a:lnTo>
                    <a:pt x="448" y="201"/>
                  </a:lnTo>
                  <a:lnTo>
                    <a:pt x="440" y="201"/>
                  </a:lnTo>
                  <a:lnTo>
                    <a:pt x="464" y="145"/>
                  </a:lnTo>
                  <a:lnTo>
                    <a:pt x="496" y="161"/>
                  </a:lnTo>
                  <a:lnTo>
                    <a:pt x="472" y="217"/>
                  </a:lnTo>
                  <a:lnTo>
                    <a:pt x="472" y="225"/>
                  </a:lnTo>
                  <a:lnTo>
                    <a:pt x="424" y="273"/>
                  </a:lnTo>
                  <a:lnTo>
                    <a:pt x="416" y="273"/>
                  </a:lnTo>
                  <a:lnTo>
                    <a:pt x="344" y="297"/>
                  </a:lnTo>
                  <a:lnTo>
                    <a:pt x="256" y="313"/>
                  </a:lnTo>
                  <a:lnTo>
                    <a:pt x="248" y="313"/>
                  </a:lnTo>
                  <a:lnTo>
                    <a:pt x="160" y="297"/>
                  </a:lnTo>
                  <a:lnTo>
                    <a:pt x="80" y="273"/>
                  </a:lnTo>
                  <a:lnTo>
                    <a:pt x="72" y="273"/>
                  </a:lnTo>
                  <a:lnTo>
                    <a:pt x="24" y="225"/>
                  </a:lnTo>
                  <a:lnTo>
                    <a:pt x="16" y="217"/>
                  </a:lnTo>
                  <a:lnTo>
                    <a:pt x="0" y="161"/>
                  </a:lnTo>
                  <a:lnTo>
                    <a:pt x="0" y="153"/>
                  </a:lnTo>
                  <a:lnTo>
                    <a:pt x="16" y="105"/>
                  </a:lnTo>
                  <a:lnTo>
                    <a:pt x="24" y="97"/>
                  </a:lnTo>
                  <a:lnTo>
                    <a:pt x="72" y="49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9"/>
                  </a:lnTo>
                  <a:lnTo>
                    <a:pt x="472" y="97"/>
                  </a:lnTo>
                  <a:lnTo>
                    <a:pt x="496" y="145"/>
                  </a:lnTo>
                  <a:lnTo>
                    <a:pt x="464" y="161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8" name="Freeform 389">
              <a:extLst>
                <a:ext uri="{FF2B5EF4-FFF2-40B4-BE49-F238E27FC236}">
                  <a16:creationId xmlns:a16="http://schemas.microsoft.com/office/drawing/2014/main" id="{09105F41-7F46-8CD0-1DA0-947B59464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322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9" name="Rectangle 390">
              <a:extLst>
                <a:ext uri="{FF2B5EF4-FFF2-40B4-BE49-F238E27FC236}">
                  <a16:creationId xmlns:a16="http://schemas.microsoft.com/office/drawing/2014/main" id="{2694F5C4-99E9-B80C-ECAB-7FEB68194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" y="2250"/>
              <a:ext cx="28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SFO</a:t>
              </a:r>
              <a:endParaRPr lang="en-US" altLang="en-US" sz="1800"/>
            </a:p>
          </p:txBody>
        </p:sp>
        <p:sp>
          <p:nvSpPr>
            <p:cNvPr id="40340" name="Freeform 391">
              <a:extLst>
                <a:ext uri="{FF2B5EF4-FFF2-40B4-BE49-F238E27FC236}">
                  <a16:creationId xmlns:a16="http://schemas.microsoft.com/office/drawing/2014/main" id="{133733AF-273E-E2E7-C329-D1DA6884F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266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1" name="Freeform 392">
              <a:extLst>
                <a:ext uri="{FF2B5EF4-FFF2-40B4-BE49-F238E27FC236}">
                  <a16:creationId xmlns:a16="http://schemas.microsoft.com/office/drawing/2014/main" id="{236B738E-7629-B053-32F4-A66F38EC9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2250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2" name="Freeform 393">
              <a:extLst>
                <a:ext uri="{FF2B5EF4-FFF2-40B4-BE49-F238E27FC236}">
                  <a16:creationId xmlns:a16="http://schemas.microsoft.com/office/drawing/2014/main" id="{CF655B9D-6C17-FE29-5BD1-B84EC062B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2394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3" name="Rectangle 394">
              <a:extLst>
                <a:ext uri="{FF2B5EF4-FFF2-40B4-BE49-F238E27FC236}">
                  <a16:creationId xmlns:a16="http://schemas.microsoft.com/office/drawing/2014/main" id="{E3152A07-AFC1-0FE2-223C-9DF95D1DD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9" y="2322"/>
              <a:ext cx="2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BWI</a:t>
              </a:r>
              <a:endParaRPr lang="en-US" altLang="en-US" sz="1800"/>
            </a:p>
          </p:txBody>
        </p:sp>
        <p:sp>
          <p:nvSpPr>
            <p:cNvPr id="40344" name="Freeform 395">
              <a:extLst>
                <a:ext uri="{FF2B5EF4-FFF2-40B4-BE49-F238E27FC236}">
                  <a16:creationId xmlns:a16="http://schemas.microsoft.com/office/drawing/2014/main" id="{0A253907-E98F-2DA8-4CEC-8C23C2592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201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5" name="Freeform 396">
              <a:extLst>
                <a:ext uri="{FF2B5EF4-FFF2-40B4-BE49-F238E27FC236}">
                  <a16:creationId xmlns:a16="http://schemas.microsoft.com/office/drawing/2014/main" id="{8541F258-4FC3-FD0E-DEF1-F738DDF6E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1185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6" name="Freeform 397">
              <a:extLst>
                <a:ext uri="{FF2B5EF4-FFF2-40B4-BE49-F238E27FC236}">
                  <a16:creationId xmlns:a16="http://schemas.microsoft.com/office/drawing/2014/main" id="{E5FDAC06-3ED1-8980-DFC6-A2EF383B1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1329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7" name="Rectangle 398">
              <a:extLst>
                <a:ext uri="{FF2B5EF4-FFF2-40B4-BE49-F238E27FC236}">
                  <a16:creationId xmlns:a16="http://schemas.microsoft.com/office/drawing/2014/main" id="{D9CC55AE-0ECA-95E5-5FF2-52F1C1E2E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1257"/>
              <a:ext cx="3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PVD</a:t>
              </a:r>
              <a:endParaRPr lang="en-US" altLang="en-US" sz="1800"/>
            </a:p>
          </p:txBody>
        </p:sp>
        <p:sp>
          <p:nvSpPr>
            <p:cNvPr id="40348" name="Rectangle 399">
              <a:extLst>
                <a:ext uri="{FF2B5EF4-FFF2-40B4-BE49-F238E27FC236}">
                  <a16:creationId xmlns:a16="http://schemas.microsoft.com/office/drawing/2014/main" id="{87D02810-783E-2D08-1084-D259CFE8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865"/>
              <a:ext cx="230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867</a:t>
              </a:r>
              <a:endParaRPr lang="en-US" altLang="en-US" sz="1800"/>
            </a:p>
          </p:txBody>
        </p:sp>
        <p:sp>
          <p:nvSpPr>
            <p:cNvPr id="40349" name="Rectangle 400">
              <a:extLst>
                <a:ext uri="{FF2B5EF4-FFF2-40B4-BE49-F238E27FC236}">
                  <a16:creationId xmlns:a16="http://schemas.microsoft.com/office/drawing/2014/main" id="{283F1438-C7CC-921B-90F5-5ED991176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4" y="728"/>
              <a:ext cx="30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00"/>
                  </a:solidFill>
                  <a:latin typeface="Times" panose="02020603050405020304" pitchFamily="18" charset="0"/>
                </a:rPr>
                <a:t>2704</a:t>
              </a:r>
              <a:endParaRPr lang="en-US" altLang="en-US" sz="1800"/>
            </a:p>
          </p:txBody>
        </p:sp>
        <p:sp>
          <p:nvSpPr>
            <p:cNvPr id="40350" name="Rectangle 401">
              <a:extLst>
                <a:ext uri="{FF2B5EF4-FFF2-40B4-BE49-F238E27FC236}">
                  <a16:creationId xmlns:a16="http://schemas.microsoft.com/office/drawing/2014/main" id="{5BA7AF26-2D8D-E3DF-2B83-B49E5B834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1449"/>
              <a:ext cx="230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187</a:t>
              </a:r>
              <a:endParaRPr lang="en-US" altLang="en-US" sz="1800"/>
            </a:p>
          </p:txBody>
        </p:sp>
        <p:sp>
          <p:nvSpPr>
            <p:cNvPr id="40351" name="Rectangle 402">
              <a:extLst>
                <a:ext uri="{FF2B5EF4-FFF2-40B4-BE49-F238E27FC236}">
                  <a16:creationId xmlns:a16="http://schemas.microsoft.com/office/drawing/2014/main" id="{F3383CFE-ED3C-D1D8-EDAC-4FA89DC0E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001"/>
              <a:ext cx="30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00"/>
                  </a:solidFill>
                  <a:latin typeface="Times" panose="02020603050405020304" pitchFamily="18" charset="0"/>
                </a:rPr>
                <a:t>1258</a:t>
              </a:r>
              <a:endParaRPr lang="en-US" altLang="en-US" sz="1800"/>
            </a:p>
          </p:txBody>
        </p:sp>
        <p:sp>
          <p:nvSpPr>
            <p:cNvPr id="40352" name="Rectangle 403">
              <a:extLst>
                <a:ext uri="{FF2B5EF4-FFF2-40B4-BE49-F238E27FC236}">
                  <a16:creationId xmlns:a16="http://schemas.microsoft.com/office/drawing/2014/main" id="{FBAD45A2-6C9E-2C41-1087-22B50C482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" y="1217"/>
              <a:ext cx="230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849</a:t>
              </a:r>
              <a:endParaRPr lang="en-US" altLang="en-US" sz="1800"/>
            </a:p>
          </p:txBody>
        </p:sp>
      </p:grpSp>
      <p:sp>
        <p:nvSpPr>
          <p:cNvPr id="40139" name="Rectangle 404">
            <a:extLst>
              <a:ext uri="{FF2B5EF4-FFF2-40B4-BE49-F238E27FC236}">
                <a16:creationId xmlns:a16="http://schemas.microsoft.com/office/drawing/2014/main" id="{31582C18-CC03-30C3-5B17-81C67138D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4058" y="25923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144</a:t>
            </a:r>
            <a:endParaRPr lang="en-US" altLang="en-US" sz="1800"/>
          </a:p>
        </p:txBody>
      </p:sp>
      <p:sp>
        <p:nvSpPr>
          <p:cNvPr id="40140" name="Rectangle 405">
            <a:extLst>
              <a:ext uri="{FF2B5EF4-FFF2-40B4-BE49-F238E27FC236}">
                <a16:creationId xmlns:a16="http://schemas.microsoft.com/office/drawing/2014/main" id="{24311E02-1896-97F0-07FF-F721E5BCB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6858" y="25669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740</a:t>
            </a:r>
            <a:endParaRPr lang="en-US" altLang="en-US" sz="1800"/>
          </a:p>
        </p:txBody>
      </p:sp>
      <p:sp>
        <p:nvSpPr>
          <p:cNvPr id="40141" name="Rectangle 406">
            <a:extLst>
              <a:ext uri="{FF2B5EF4-FFF2-40B4-BE49-F238E27FC236}">
                <a16:creationId xmlns:a16="http://schemas.microsoft.com/office/drawing/2014/main" id="{D95E1F07-3C2A-6DAC-3EBF-D18AB4C17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657" y="3800475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00"/>
                </a:solidFill>
                <a:latin typeface="Times" panose="02020603050405020304" pitchFamily="18" charset="0"/>
              </a:rPr>
              <a:t>1391</a:t>
            </a:r>
            <a:endParaRPr lang="en-US" altLang="en-US" sz="1800"/>
          </a:p>
        </p:txBody>
      </p:sp>
      <p:sp>
        <p:nvSpPr>
          <p:cNvPr id="40142" name="Rectangle 407">
            <a:extLst>
              <a:ext uri="{FF2B5EF4-FFF2-40B4-BE49-F238E27FC236}">
                <a16:creationId xmlns:a16="http://schemas.microsoft.com/office/drawing/2014/main" id="{741966ED-14DC-916B-4C49-C31B93472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358" y="32273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184</a:t>
            </a:r>
            <a:endParaRPr lang="en-US" altLang="en-US" sz="1800"/>
          </a:p>
        </p:txBody>
      </p:sp>
      <p:sp>
        <p:nvSpPr>
          <p:cNvPr id="40143" name="Rectangle 408">
            <a:extLst>
              <a:ext uri="{FF2B5EF4-FFF2-40B4-BE49-F238E27FC236}">
                <a16:creationId xmlns:a16="http://schemas.microsoft.com/office/drawing/2014/main" id="{C11E1A7F-AF6A-33CD-04D2-D960032C6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158" y="4625975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946</a:t>
            </a:r>
            <a:endParaRPr lang="en-US" altLang="en-US" sz="1800"/>
          </a:p>
        </p:txBody>
      </p:sp>
      <p:sp>
        <p:nvSpPr>
          <p:cNvPr id="40144" name="Rectangle 409">
            <a:extLst>
              <a:ext uri="{FF2B5EF4-FFF2-40B4-BE49-F238E27FC236}">
                <a16:creationId xmlns:a16="http://schemas.microsoft.com/office/drawing/2014/main" id="{204BDA04-E56D-7F4D-7210-AB0C66B9E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9444" y="4232275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1090</a:t>
            </a:r>
            <a:endParaRPr lang="en-US" altLang="en-US" sz="1800"/>
          </a:p>
        </p:txBody>
      </p:sp>
      <p:sp>
        <p:nvSpPr>
          <p:cNvPr id="40145" name="Rectangle 410">
            <a:extLst>
              <a:ext uri="{FF2B5EF4-FFF2-40B4-BE49-F238E27FC236}">
                <a16:creationId xmlns:a16="http://schemas.microsoft.com/office/drawing/2014/main" id="{842741C0-9B06-8475-7E7C-BD4028812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1477" y="5311775"/>
            <a:ext cx="47827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1121</a:t>
            </a:r>
            <a:endParaRPr lang="en-US" altLang="en-US" sz="1800"/>
          </a:p>
        </p:txBody>
      </p:sp>
      <p:sp>
        <p:nvSpPr>
          <p:cNvPr id="40146" name="Rectangle 411">
            <a:extLst>
              <a:ext uri="{FF2B5EF4-FFF2-40B4-BE49-F238E27FC236}">
                <a16:creationId xmlns:a16="http://schemas.microsoft.com/office/drawing/2014/main" id="{0D6ED635-D5FF-4632-CCAC-EC2D05379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957" y="5948363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00"/>
                </a:solidFill>
                <a:latin typeface="Times" panose="02020603050405020304" pitchFamily="18" charset="0"/>
              </a:rPr>
              <a:t>2342</a:t>
            </a:r>
            <a:endParaRPr lang="en-US" altLang="en-US" sz="1800"/>
          </a:p>
        </p:txBody>
      </p:sp>
      <p:sp>
        <p:nvSpPr>
          <p:cNvPr id="40147" name="Rectangle 412">
            <a:extLst>
              <a:ext uri="{FF2B5EF4-FFF2-40B4-BE49-F238E27FC236}">
                <a16:creationId xmlns:a16="http://schemas.microsoft.com/office/drawing/2014/main" id="{BE478F13-7FDE-C915-D2FF-D5EF94010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657" y="2820988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00"/>
                </a:solidFill>
                <a:latin typeface="Times" panose="02020603050405020304" pitchFamily="18" charset="0"/>
              </a:rPr>
              <a:t>1846</a:t>
            </a:r>
            <a:endParaRPr lang="en-US" altLang="en-US" sz="1800"/>
          </a:p>
        </p:txBody>
      </p:sp>
      <p:sp>
        <p:nvSpPr>
          <p:cNvPr id="40148" name="Rectangle 413">
            <a:extLst>
              <a:ext uri="{FF2B5EF4-FFF2-40B4-BE49-F238E27FC236}">
                <a16:creationId xmlns:a16="http://schemas.microsoft.com/office/drawing/2014/main" id="{88BF5153-D09D-6981-F6C7-1564BB66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658" y="28844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621</a:t>
            </a:r>
            <a:endParaRPr lang="en-US" altLang="en-US" sz="1800"/>
          </a:p>
        </p:txBody>
      </p:sp>
      <p:sp>
        <p:nvSpPr>
          <p:cNvPr id="40149" name="Rectangle 414">
            <a:extLst>
              <a:ext uri="{FF2B5EF4-FFF2-40B4-BE49-F238E27FC236}">
                <a16:creationId xmlns:a16="http://schemas.microsoft.com/office/drawing/2014/main" id="{2C9A53F9-87F2-E233-5534-79A36B5D8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171" y="33797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802</a:t>
            </a:r>
            <a:endParaRPr lang="en-US" altLang="en-US" sz="1800"/>
          </a:p>
        </p:txBody>
      </p:sp>
      <p:sp>
        <p:nvSpPr>
          <p:cNvPr id="40150" name="Rectangle 415">
            <a:extLst>
              <a:ext uri="{FF2B5EF4-FFF2-40B4-BE49-F238E27FC236}">
                <a16:creationId xmlns:a16="http://schemas.microsoft.com/office/drawing/2014/main" id="{2F1BF222-A0AB-00A0-D11D-628850522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057" y="4003675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00"/>
                </a:solidFill>
                <a:latin typeface="Times" panose="02020603050405020304" pitchFamily="18" charset="0"/>
              </a:rPr>
              <a:t>1464</a:t>
            </a:r>
            <a:endParaRPr lang="en-US" altLang="en-US" sz="1800"/>
          </a:p>
        </p:txBody>
      </p:sp>
      <p:sp>
        <p:nvSpPr>
          <p:cNvPr id="40151" name="Rectangle 416">
            <a:extLst>
              <a:ext uri="{FF2B5EF4-FFF2-40B4-BE49-F238E27FC236}">
                <a16:creationId xmlns:a16="http://schemas.microsoft.com/office/drawing/2014/main" id="{A1260924-5B1F-79B9-66C4-76D4DAC90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957" y="4867275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1235</a:t>
            </a:r>
            <a:endParaRPr lang="en-US" altLang="en-US" sz="1800"/>
          </a:p>
        </p:txBody>
      </p:sp>
      <p:sp>
        <p:nvSpPr>
          <p:cNvPr id="40152" name="Rectangle 417">
            <a:extLst>
              <a:ext uri="{FF2B5EF4-FFF2-40B4-BE49-F238E27FC236}">
                <a16:creationId xmlns:a16="http://schemas.microsoft.com/office/drawing/2014/main" id="{B0B5A952-F9F0-72DF-35D8-9BDEC5AEB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971" y="4181475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337</a:t>
            </a:r>
            <a:endParaRPr lang="en-US" altLang="en-US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D8B69EE8-72D4-D67E-4CF9-D9B1773F9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Prim-Jarnik’s Algorithm</a:t>
            </a:r>
          </a:p>
        </p:txBody>
      </p:sp>
      <p:sp>
        <p:nvSpPr>
          <p:cNvPr id="4096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B06BFBD-4104-797C-5CB0-998164EB6F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371600"/>
            <a:ext cx="83058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Similar to Dijkstra’s algorithm (for a connected graph)</a:t>
            </a:r>
          </a:p>
          <a:p>
            <a:pPr>
              <a:lnSpc>
                <a:spcPct val="90000"/>
              </a:lnSpc>
            </a:pPr>
            <a:r>
              <a:rPr lang="en-US" altLang="en-US"/>
              <a:t>We pick an arbitrary vertex </a:t>
            </a:r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r>
              <a:rPr lang="en-US" altLang="en-US"/>
              <a:t> and we grow the MST as a cloud of vertices, starting from </a:t>
            </a:r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We store with each vertex </a:t>
            </a:r>
            <a:r>
              <a:rPr lang="en-US" altLang="en-US" b="1" i="1">
                <a:latin typeface="Times New Roman" panose="02020603050405020304" pitchFamily="18" charset="0"/>
              </a:rPr>
              <a:t>v</a:t>
            </a:r>
            <a:r>
              <a:rPr lang="en-US" altLang="en-US"/>
              <a:t> a label </a:t>
            </a:r>
            <a:r>
              <a:rPr lang="en-US" altLang="en-US" b="1" i="1">
                <a:latin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v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/>
              <a:t> = the smallest weight of an edge connecting </a:t>
            </a:r>
            <a:r>
              <a:rPr lang="en-US" altLang="en-US" b="1" i="1">
                <a:latin typeface="Times New Roman" panose="02020603050405020304" pitchFamily="18" charset="0"/>
              </a:rPr>
              <a:t>v </a:t>
            </a:r>
            <a:r>
              <a:rPr lang="en-US" altLang="en-US"/>
              <a:t>to a vertex in the cloud </a:t>
            </a:r>
          </a:p>
        </p:txBody>
      </p:sp>
      <p:pic>
        <p:nvPicPr>
          <p:cNvPr id="40963" name="Picture 4">
            <a:extLst>
              <a:ext uri="{FF2B5EF4-FFF2-40B4-BE49-F238E27FC236}">
                <a16:creationId xmlns:a16="http://schemas.microsoft.com/office/drawing/2014/main" id="{98051A98-90D2-24F9-A60B-259DFAEAF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3505201"/>
            <a:ext cx="36957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 Box 5">
            <a:extLst>
              <a:ext uri="{FF2B5EF4-FFF2-40B4-BE49-F238E27FC236}">
                <a16:creationId xmlns:a16="http://schemas.microsoft.com/office/drawing/2014/main" id="{983A7A63-EEE6-D4A5-F600-E4E8A8896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429000"/>
            <a:ext cx="40767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</a:pPr>
            <a:r>
              <a:rPr lang="en-US" altLang="en-US" dirty="0"/>
              <a:t>   At each step: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/>
              <a:t> We add to the cloud the vertex </a:t>
            </a:r>
            <a:r>
              <a:rPr lang="en-US" altLang="en-US" b="1" i="1" dirty="0">
                <a:latin typeface="Times New Roman" panose="02020603050405020304" pitchFamily="18" charset="0"/>
              </a:rPr>
              <a:t>u </a:t>
            </a:r>
            <a:r>
              <a:rPr lang="en-US" altLang="en-US" dirty="0"/>
              <a:t>outside the cloud with the smallest distance label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dirty="0"/>
              <a:t> We update the labels of the vertices adjacent to </a:t>
            </a:r>
            <a:r>
              <a:rPr lang="en-US" altLang="en-US" b="1" i="1" dirty="0">
                <a:latin typeface="Times New Roman" panose="02020603050405020304" pitchFamily="18" charset="0"/>
              </a:rPr>
              <a:t>u</a:t>
            </a:r>
            <a:r>
              <a:rPr lang="en-US" altLang="en-US" dirty="0"/>
              <a:t> </a:t>
            </a: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CAFEF7F9-3F93-0D3F-C455-5235CEA3C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Prim-Jarnik’s Algorithm (cont’d)</a:t>
            </a:r>
          </a:p>
        </p:txBody>
      </p:sp>
      <p:sp>
        <p:nvSpPr>
          <p:cNvPr id="4198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A88639D-E7E5-5275-8024-F586AA9B4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600201"/>
            <a:ext cx="3429000" cy="4702175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 priority queue stores the vertices outside the cloud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Key: distance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Element: vertex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Locator-based methods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insert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returns a locator 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replaceKey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changes the key of an item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We store three labels with each vertex: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Distance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Parent edge in MST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Locator in priority queue</a:t>
            </a:r>
            <a:endParaRPr lang="en-US" altLang="en-US"/>
          </a:p>
        </p:txBody>
      </p:sp>
      <p:sp>
        <p:nvSpPr>
          <p:cNvPr id="41987" name="Text Box 4">
            <a:extLst>
              <a:ext uri="{FF2B5EF4-FFF2-40B4-BE49-F238E27FC236}">
                <a16:creationId xmlns:a16="http://schemas.microsoft.com/office/drawing/2014/main" id="{BB324543-5028-B32C-0D6C-CF0EBBC7B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622426"/>
            <a:ext cx="4572000" cy="4302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PrimJarnikMST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Q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new heap-based priority queue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vertex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D[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←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D[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←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Construct the heap Q with items 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,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D[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]) 	where D[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 is the key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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Q.isEmpty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u, 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Q.removeMin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Add u and e to the MST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each vertex z in Q and adjacent to u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w(u,z)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D[z] ← w(u,z)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Change the element of vertex z in Q 					to (z, (u,z), D[z])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reeform 39">
            <a:extLst>
              <a:ext uri="{FF2B5EF4-FFF2-40B4-BE49-F238E27FC236}">
                <a16:creationId xmlns:a16="http://schemas.microsoft.com/office/drawing/2014/main" id="{9A654CEC-9F43-C4F2-BE8A-58B4271FEE18}"/>
              </a:ext>
            </a:extLst>
          </p:cNvPr>
          <p:cNvSpPr>
            <a:spLocks/>
          </p:cNvSpPr>
          <p:nvPr/>
        </p:nvSpPr>
        <p:spPr bwMode="auto">
          <a:xfrm>
            <a:off x="2133600" y="3124201"/>
            <a:ext cx="806450" cy="862013"/>
          </a:xfrm>
          <a:custGeom>
            <a:avLst/>
            <a:gdLst>
              <a:gd name="T0" fmla="*/ 2147483646 w 508"/>
              <a:gd name="T1" fmla="*/ 2147483646 h 543"/>
              <a:gd name="T2" fmla="*/ 2147483646 w 508"/>
              <a:gd name="T3" fmla="*/ 2147483646 h 543"/>
              <a:gd name="T4" fmla="*/ 2147483646 w 508"/>
              <a:gd name="T5" fmla="*/ 2147483646 h 543"/>
              <a:gd name="T6" fmla="*/ 2147483646 w 508"/>
              <a:gd name="T7" fmla="*/ 2147483646 h 543"/>
              <a:gd name="T8" fmla="*/ 2147483646 w 508"/>
              <a:gd name="T9" fmla="*/ 2147483646 h 543"/>
              <a:gd name="T10" fmla="*/ 2147483646 w 508"/>
              <a:gd name="T11" fmla="*/ 2147483646 h 54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8"/>
              <a:gd name="T19" fmla="*/ 0 h 543"/>
              <a:gd name="T20" fmla="*/ 508 w 508"/>
              <a:gd name="T21" fmla="*/ 543 h 54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8" h="543">
                <a:moveTo>
                  <a:pt x="42" y="246"/>
                </a:moveTo>
                <a:cubicBezTo>
                  <a:pt x="0" y="396"/>
                  <a:pt x="35" y="401"/>
                  <a:pt x="84" y="444"/>
                </a:cubicBezTo>
                <a:cubicBezTo>
                  <a:pt x="133" y="487"/>
                  <a:pt x="267" y="543"/>
                  <a:pt x="336" y="504"/>
                </a:cubicBezTo>
                <a:cubicBezTo>
                  <a:pt x="405" y="465"/>
                  <a:pt x="508" y="293"/>
                  <a:pt x="498" y="210"/>
                </a:cubicBezTo>
                <a:cubicBezTo>
                  <a:pt x="488" y="127"/>
                  <a:pt x="352" y="0"/>
                  <a:pt x="276" y="6"/>
                </a:cubicBezTo>
                <a:cubicBezTo>
                  <a:pt x="200" y="12"/>
                  <a:pt x="84" y="96"/>
                  <a:pt x="42" y="246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BA42B596-9C7C-F81F-0A8D-C7DDEC360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43011" name="Oval 4">
            <a:extLst>
              <a:ext uri="{FF2B5EF4-FFF2-40B4-BE49-F238E27FC236}">
                <a16:creationId xmlns:a16="http://schemas.microsoft.com/office/drawing/2014/main" id="{46382ACF-496C-6FA2-3FA8-B2C68245A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150" y="1981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43012" name="Oval 5">
            <a:extLst>
              <a:ext uri="{FF2B5EF4-FFF2-40B4-BE49-F238E27FC236}">
                <a16:creationId xmlns:a16="http://schemas.microsoft.com/office/drawing/2014/main" id="{B1A805D2-75A6-AB4E-3481-7E49685AC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16764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43013" name="Oval 6">
            <a:extLst>
              <a:ext uri="{FF2B5EF4-FFF2-40B4-BE49-F238E27FC236}">
                <a16:creationId xmlns:a16="http://schemas.microsoft.com/office/drawing/2014/main" id="{11C54FBF-2731-305C-6F75-46A6493DB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950" y="25908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3014" name="Oval 7">
            <a:extLst>
              <a:ext uri="{FF2B5EF4-FFF2-40B4-BE49-F238E27FC236}">
                <a16:creationId xmlns:a16="http://schemas.microsoft.com/office/drawing/2014/main" id="{66737786-AE3D-0D4D-E056-05FDB897F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350" y="32766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3015" name="Oval 8">
            <a:extLst>
              <a:ext uri="{FF2B5EF4-FFF2-40B4-BE49-F238E27FC236}">
                <a16:creationId xmlns:a16="http://schemas.microsoft.com/office/drawing/2014/main" id="{E70348B4-FC24-4F10-9189-8178D3D36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24384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43016" name="Oval 9">
            <a:extLst>
              <a:ext uri="{FF2B5EF4-FFF2-40B4-BE49-F238E27FC236}">
                <a16:creationId xmlns:a16="http://schemas.microsoft.com/office/drawing/2014/main" id="{749AC4BD-8F5C-3C14-F307-32DD98A2A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3124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3017" name="AutoShape 10">
            <a:extLst>
              <a:ext uri="{FF2B5EF4-FFF2-40B4-BE49-F238E27FC236}">
                <a16:creationId xmlns:a16="http://schemas.microsoft.com/office/drawing/2014/main" id="{CBC1994C-0817-EEAE-09F3-6C119E481CC5}"/>
              </a:ext>
            </a:extLst>
          </p:cNvPr>
          <p:cNvCxnSpPr>
            <a:cxnSpLocks noChangeShapeType="1"/>
            <a:stCxn id="43011" idx="5"/>
            <a:endCxn id="43013" idx="1"/>
          </p:cNvCxnSpPr>
          <p:nvPr/>
        </p:nvCxnSpPr>
        <p:spPr bwMode="auto">
          <a:xfrm>
            <a:off x="2984500" y="2251075"/>
            <a:ext cx="469900" cy="374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8" name="AutoShape 11">
            <a:extLst>
              <a:ext uri="{FF2B5EF4-FFF2-40B4-BE49-F238E27FC236}">
                <a16:creationId xmlns:a16="http://schemas.microsoft.com/office/drawing/2014/main" id="{346A6D87-8984-2C4A-3E96-61D39877778C}"/>
              </a:ext>
            </a:extLst>
          </p:cNvPr>
          <p:cNvCxnSpPr>
            <a:cxnSpLocks noChangeShapeType="1"/>
            <a:stCxn id="43013" idx="3"/>
            <a:endCxn id="43014" idx="7"/>
          </p:cNvCxnSpPr>
          <p:nvPr/>
        </p:nvCxnSpPr>
        <p:spPr bwMode="auto">
          <a:xfrm flipH="1">
            <a:off x="2679700" y="2860676"/>
            <a:ext cx="774700" cy="4413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9" name="AutoShape 12">
            <a:extLst>
              <a:ext uri="{FF2B5EF4-FFF2-40B4-BE49-F238E27FC236}">
                <a16:creationId xmlns:a16="http://schemas.microsoft.com/office/drawing/2014/main" id="{55122D00-DD6E-1CC6-A5BC-A1C31320CEA4}"/>
              </a:ext>
            </a:extLst>
          </p:cNvPr>
          <p:cNvCxnSpPr>
            <a:cxnSpLocks noChangeShapeType="1"/>
            <a:stCxn id="43011" idx="3"/>
            <a:endCxn id="43014" idx="0"/>
          </p:cNvCxnSpPr>
          <p:nvPr/>
        </p:nvCxnSpPr>
        <p:spPr bwMode="auto">
          <a:xfrm flipH="1">
            <a:off x="2571750" y="2251076"/>
            <a:ext cx="196850" cy="10064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0" name="AutoShape 13">
            <a:extLst>
              <a:ext uri="{FF2B5EF4-FFF2-40B4-BE49-F238E27FC236}">
                <a16:creationId xmlns:a16="http://schemas.microsoft.com/office/drawing/2014/main" id="{0F7B2F7F-1C41-BE7D-B26F-55F66E2E408A}"/>
              </a:ext>
            </a:extLst>
          </p:cNvPr>
          <p:cNvCxnSpPr>
            <a:cxnSpLocks noChangeShapeType="1"/>
            <a:stCxn id="43013" idx="6"/>
            <a:endCxn id="43016" idx="1"/>
          </p:cNvCxnSpPr>
          <p:nvPr/>
        </p:nvCxnSpPr>
        <p:spPr bwMode="auto">
          <a:xfrm>
            <a:off x="3724276" y="2743201"/>
            <a:ext cx="1177925" cy="415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1" name="AutoShape 14">
            <a:extLst>
              <a:ext uri="{FF2B5EF4-FFF2-40B4-BE49-F238E27FC236}">
                <a16:creationId xmlns:a16="http://schemas.microsoft.com/office/drawing/2014/main" id="{405EE953-C0EE-A308-8A6C-A8B2C615F8A7}"/>
              </a:ext>
            </a:extLst>
          </p:cNvPr>
          <p:cNvCxnSpPr>
            <a:cxnSpLocks noChangeShapeType="1"/>
            <a:stCxn id="43014" idx="6"/>
            <a:endCxn id="43016" idx="2"/>
          </p:cNvCxnSpPr>
          <p:nvPr/>
        </p:nvCxnSpPr>
        <p:spPr bwMode="auto">
          <a:xfrm flipV="1">
            <a:off x="2743201" y="3276600"/>
            <a:ext cx="2105025" cy="1524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2" name="AutoShape 15">
            <a:extLst>
              <a:ext uri="{FF2B5EF4-FFF2-40B4-BE49-F238E27FC236}">
                <a16:creationId xmlns:a16="http://schemas.microsoft.com/office/drawing/2014/main" id="{6367E63A-D18C-EC05-202B-9A28EC78B0CD}"/>
              </a:ext>
            </a:extLst>
          </p:cNvPr>
          <p:cNvCxnSpPr>
            <a:cxnSpLocks noChangeShapeType="1"/>
            <a:stCxn id="43011" idx="6"/>
            <a:endCxn id="43012" idx="2"/>
          </p:cNvCxnSpPr>
          <p:nvPr/>
        </p:nvCxnSpPr>
        <p:spPr bwMode="auto">
          <a:xfrm flipV="1">
            <a:off x="3038475" y="1828800"/>
            <a:ext cx="1657350" cy="3048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3" name="AutoShape 16">
            <a:extLst>
              <a:ext uri="{FF2B5EF4-FFF2-40B4-BE49-F238E27FC236}">
                <a16:creationId xmlns:a16="http://schemas.microsoft.com/office/drawing/2014/main" id="{5F78E960-0C63-6356-10BB-9C045EEB3761}"/>
              </a:ext>
            </a:extLst>
          </p:cNvPr>
          <p:cNvCxnSpPr>
            <a:cxnSpLocks noChangeShapeType="1"/>
            <a:stCxn id="43013" idx="7"/>
            <a:endCxn id="43012" idx="3"/>
          </p:cNvCxnSpPr>
          <p:nvPr/>
        </p:nvCxnSpPr>
        <p:spPr bwMode="auto">
          <a:xfrm flipV="1">
            <a:off x="3670300" y="1946275"/>
            <a:ext cx="1079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4" name="AutoShape 17">
            <a:extLst>
              <a:ext uri="{FF2B5EF4-FFF2-40B4-BE49-F238E27FC236}">
                <a16:creationId xmlns:a16="http://schemas.microsoft.com/office/drawing/2014/main" id="{3E38744C-29DE-B714-D3D5-F1D91996589E}"/>
              </a:ext>
            </a:extLst>
          </p:cNvPr>
          <p:cNvCxnSpPr>
            <a:cxnSpLocks noChangeShapeType="1"/>
            <a:stCxn id="43015" idx="1"/>
            <a:endCxn id="43012" idx="5"/>
          </p:cNvCxnSpPr>
          <p:nvPr/>
        </p:nvCxnSpPr>
        <p:spPr bwMode="auto">
          <a:xfrm flipH="1" flipV="1">
            <a:off x="4965700" y="1946275"/>
            <a:ext cx="469900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5" name="AutoShape 18">
            <a:extLst>
              <a:ext uri="{FF2B5EF4-FFF2-40B4-BE49-F238E27FC236}">
                <a16:creationId xmlns:a16="http://schemas.microsoft.com/office/drawing/2014/main" id="{0B458F08-F131-09FD-A6AF-D7DB83583E42}"/>
              </a:ext>
            </a:extLst>
          </p:cNvPr>
          <p:cNvCxnSpPr>
            <a:cxnSpLocks noChangeShapeType="1"/>
            <a:stCxn id="43016" idx="7"/>
            <a:endCxn id="43015" idx="3"/>
          </p:cNvCxnSpPr>
          <p:nvPr/>
        </p:nvCxnSpPr>
        <p:spPr bwMode="auto">
          <a:xfrm flipV="1">
            <a:off x="5118100" y="2708275"/>
            <a:ext cx="3175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6" name="Text Box 19">
            <a:extLst>
              <a:ext uri="{FF2B5EF4-FFF2-40B4-BE49-F238E27FC236}">
                <a16:creationId xmlns:a16="http://schemas.microsoft.com/office/drawing/2014/main" id="{7AEF9EAC-BBEA-D393-DDEB-43209D88B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791" y="1676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3027" name="Text Box 20">
            <a:extLst>
              <a:ext uri="{FF2B5EF4-FFF2-40B4-BE49-F238E27FC236}">
                <a16:creationId xmlns:a16="http://schemas.microsoft.com/office/drawing/2014/main" id="{3DD0FEF5-66E0-2572-5F0B-7F280244B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454" y="19954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43028" name="Text Box 21">
            <a:extLst>
              <a:ext uri="{FF2B5EF4-FFF2-40B4-BE49-F238E27FC236}">
                <a16:creationId xmlns:a16="http://schemas.microsoft.com/office/drawing/2014/main" id="{044E5931-01D1-ABD7-5AD4-E55592125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416" y="24638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3029" name="Text Box 22">
            <a:extLst>
              <a:ext uri="{FF2B5EF4-FFF2-40B4-BE49-F238E27FC236}">
                <a16:creationId xmlns:a16="http://schemas.microsoft.com/office/drawing/2014/main" id="{39B15229-F470-AD1F-D032-ACCF8FE7F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7916" y="26812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3030" name="Text Box 23">
            <a:extLst>
              <a:ext uri="{FF2B5EF4-FFF2-40B4-BE49-F238E27FC236}">
                <a16:creationId xmlns:a16="http://schemas.microsoft.com/office/drawing/2014/main" id="{F8FA049F-FAB0-A762-2E69-30D898233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791" y="23764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43031" name="Text Box 24">
            <a:extLst>
              <a:ext uri="{FF2B5EF4-FFF2-40B4-BE49-F238E27FC236}">
                <a16:creationId xmlns:a16="http://schemas.microsoft.com/office/drawing/2014/main" id="{15F80A83-53A9-3C3C-37F6-DF5D68992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554" y="3367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3032" name="Text Box 25">
            <a:extLst>
              <a:ext uri="{FF2B5EF4-FFF2-40B4-BE49-F238E27FC236}">
                <a16:creationId xmlns:a16="http://schemas.microsoft.com/office/drawing/2014/main" id="{7EB7173F-7A80-AF38-D058-F922F5866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841" y="28384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43033" name="Text Box 26">
            <a:extLst>
              <a:ext uri="{FF2B5EF4-FFF2-40B4-BE49-F238E27FC236}">
                <a16:creationId xmlns:a16="http://schemas.microsoft.com/office/drawing/2014/main" id="{4D96215D-70E0-8E13-15A2-A814B7D71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279" y="2224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43034" name="Text Box 27">
            <a:extLst>
              <a:ext uri="{FF2B5EF4-FFF2-40B4-BE49-F238E27FC236}">
                <a16:creationId xmlns:a16="http://schemas.microsoft.com/office/drawing/2014/main" id="{B7E39F16-17E7-81CB-222F-691A945E7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166" y="29400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43035" name="Text Box 32">
            <a:extLst>
              <a:ext uri="{FF2B5EF4-FFF2-40B4-BE49-F238E27FC236}">
                <a16:creationId xmlns:a16="http://schemas.microsoft.com/office/drawing/2014/main" id="{371F24BE-A656-F92E-FD2E-9684F2A2E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164" y="342900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036" name="Text Box 33">
            <a:extLst>
              <a:ext uri="{FF2B5EF4-FFF2-40B4-BE49-F238E27FC236}">
                <a16:creationId xmlns:a16="http://schemas.microsoft.com/office/drawing/2014/main" id="{157E188D-B871-B165-75C3-D81F82C80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764" y="329088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3037" name="Text Box 34">
            <a:extLst>
              <a:ext uri="{FF2B5EF4-FFF2-40B4-BE49-F238E27FC236}">
                <a16:creationId xmlns:a16="http://schemas.microsoft.com/office/drawing/2014/main" id="{A1FF1325-63B2-FA94-088C-4063424BF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4" y="176688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3038" name="Text Box 35">
            <a:extLst>
              <a:ext uri="{FF2B5EF4-FFF2-40B4-BE49-F238E27FC236}">
                <a16:creationId xmlns:a16="http://schemas.microsoft.com/office/drawing/2014/main" id="{1BE9CA84-15EB-F9CD-8598-474239DE5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364" y="22764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3039" name="Text Box 36">
            <a:extLst>
              <a:ext uri="{FF2B5EF4-FFF2-40B4-BE49-F238E27FC236}">
                <a16:creationId xmlns:a16="http://schemas.microsoft.com/office/drawing/2014/main" id="{419D7576-8843-AAEF-BDED-B745596C2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913" y="2224089"/>
            <a:ext cx="354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3040" name="Text Box 37">
            <a:extLst>
              <a:ext uri="{FF2B5EF4-FFF2-40B4-BE49-F238E27FC236}">
                <a16:creationId xmlns:a16="http://schemas.microsoft.com/office/drawing/2014/main" id="{2FF4A057-745C-301D-FC89-7A81CD96B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6" y="1463675"/>
            <a:ext cx="354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</a:t>
            </a:r>
            <a:endParaRPr lang="en-US" altLang="en-US" sz="1800" b="1">
              <a:solidFill>
                <a:srgbClr val="FF0000"/>
              </a:solidFill>
            </a:endParaRPr>
          </a:p>
        </p:txBody>
      </p:sp>
      <p:sp>
        <p:nvSpPr>
          <p:cNvPr id="43041" name="Freeform 40">
            <a:extLst>
              <a:ext uri="{FF2B5EF4-FFF2-40B4-BE49-F238E27FC236}">
                <a16:creationId xmlns:a16="http://schemas.microsoft.com/office/drawing/2014/main" id="{88DCD9BD-436B-5EB7-6909-A3DEA9A4CA30}"/>
              </a:ext>
            </a:extLst>
          </p:cNvPr>
          <p:cNvSpPr>
            <a:spLocks/>
          </p:cNvSpPr>
          <p:nvPr/>
        </p:nvSpPr>
        <p:spPr bwMode="auto">
          <a:xfrm>
            <a:off x="2219326" y="4195763"/>
            <a:ext cx="1120775" cy="2184400"/>
          </a:xfrm>
          <a:custGeom>
            <a:avLst/>
            <a:gdLst>
              <a:gd name="T0" fmla="*/ 2147483646 w 706"/>
              <a:gd name="T1" fmla="*/ 2147483646 h 1376"/>
              <a:gd name="T2" fmla="*/ 2147483646 w 706"/>
              <a:gd name="T3" fmla="*/ 2147483646 h 1376"/>
              <a:gd name="T4" fmla="*/ 2147483646 w 706"/>
              <a:gd name="T5" fmla="*/ 2147483646 h 1376"/>
              <a:gd name="T6" fmla="*/ 2147483646 w 706"/>
              <a:gd name="T7" fmla="*/ 2147483646 h 1376"/>
              <a:gd name="T8" fmla="*/ 2147483646 w 706"/>
              <a:gd name="T9" fmla="*/ 2147483646 h 1376"/>
              <a:gd name="T10" fmla="*/ 2147483646 w 706"/>
              <a:gd name="T11" fmla="*/ 2147483646 h 1376"/>
              <a:gd name="T12" fmla="*/ 2147483646 w 706"/>
              <a:gd name="T13" fmla="*/ 2147483646 h 1376"/>
              <a:gd name="T14" fmla="*/ 2147483646 w 706"/>
              <a:gd name="T15" fmla="*/ 2147483646 h 137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06"/>
              <a:gd name="T25" fmla="*/ 0 h 1376"/>
              <a:gd name="T26" fmla="*/ 706 w 706"/>
              <a:gd name="T27" fmla="*/ 1376 h 137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06" h="1376">
                <a:moveTo>
                  <a:pt x="42" y="717"/>
                </a:moveTo>
                <a:cubicBezTo>
                  <a:pt x="48" y="879"/>
                  <a:pt x="0" y="1167"/>
                  <a:pt x="48" y="1275"/>
                </a:cubicBezTo>
                <a:cubicBezTo>
                  <a:pt x="93" y="1376"/>
                  <a:pt x="236" y="1364"/>
                  <a:pt x="312" y="1323"/>
                </a:cubicBezTo>
                <a:cubicBezTo>
                  <a:pt x="388" y="1282"/>
                  <a:pt x="440" y="1192"/>
                  <a:pt x="504" y="1029"/>
                </a:cubicBezTo>
                <a:cubicBezTo>
                  <a:pt x="568" y="866"/>
                  <a:pt x="686" y="508"/>
                  <a:pt x="696" y="345"/>
                </a:cubicBezTo>
                <a:cubicBezTo>
                  <a:pt x="706" y="182"/>
                  <a:pt x="652" y="90"/>
                  <a:pt x="564" y="51"/>
                </a:cubicBezTo>
                <a:cubicBezTo>
                  <a:pt x="476" y="12"/>
                  <a:pt x="255" y="0"/>
                  <a:pt x="168" y="111"/>
                </a:cubicBezTo>
                <a:cubicBezTo>
                  <a:pt x="81" y="222"/>
                  <a:pt x="36" y="555"/>
                  <a:pt x="42" y="71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2" name="Oval 41">
            <a:extLst>
              <a:ext uri="{FF2B5EF4-FFF2-40B4-BE49-F238E27FC236}">
                <a16:creationId xmlns:a16="http://schemas.microsoft.com/office/drawing/2014/main" id="{BAE4A44B-37A8-773A-09AF-A2C0B0D74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44196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3043" name="Oval 42">
            <a:extLst>
              <a:ext uri="{FF2B5EF4-FFF2-40B4-BE49-F238E27FC236}">
                <a16:creationId xmlns:a16="http://schemas.microsoft.com/office/drawing/2014/main" id="{E12A58C9-6236-FBC5-6E89-F24553754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41148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43044" name="Oval 43">
            <a:extLst>
              <a:ext uri="{FF2B5EF4-FFF2-40B4-BE49-F238E27FC236}">
                <a16:creationId xmlns:a16="http://schemas.microsoft.com/office/drawing/2014/main" id="{C59FEA66-518D-94DB-3780-A2E711EFE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5029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3045" name="Oval 44">
            <a:extLst>
              <a:ext uri="{FF2B5EF4-FFF2-40B4-BE49-F238E27FC236}">
                <a16:creationId xmlns:a16="http://schemas.microsoft.com/office/drawing/2014/main" id="{88B291B8-7E42-E09C-EC50-5F52D12FD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57150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3046" name="Oval 45">
            <a:extLst>
              <a:ext uri="{FF2B5EF4-FFF2-40B4-BE49-F238E27FC236}">
                <a16:creationId xmlns:a16="http://schemas.microsoft.com/office/drawing/2014/main" id="{C9E7A766-85E5-8A82-716B-44F3D4786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350" y="48768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43047" name="Oval 46">
            <a:extLst>
              <a:ext uri="{FF2B5EF4-FFF2-40B4-BE49-F238E27FC236}">
                <a16:creationId xmlns:a16="http://schemas.microsoft.com/office/drawing/2014/main" id="{DE880B5F-5A5A-F83F-B8B6-B0C829890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950" y="55626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3048" name="AutoShape 47">
            <a:extLst>
              <a:ext uri="{FF2B5EF4-FFF2-40B4-BE49-F238E27FC236}">
                <a16:creationId xmlns:a16="http://schemas.microsoft.com/office/drawing/2014/main" id="{429FB93C-1EA7-4251-D399-F3F169990EF5}"/>
              </a:ext>
            </a:extLst>
          </p:cNvPr>
          <p:cNvCxnSpPr>
            <a:cxnSpLocks noChangeShapeType="1"/>
            <a:stCxn id="43042" idx="5"/>
            <a:endCxn id="43044" idx="1"/>
          </p:cNvCxnSpPr>
          <p:nvPr/>
        </p:nvCxnSpPr>
        <p:spPr bwMode="auto">
          <a:xfrm>
            <a:off x="3060700" y="4699001"/>
            <a:ext cx="469900" cy="3651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9" name="AutoShape 48">
            <a:extLst>
              <a:ext uri="{FF2B5EF4-FFF2-40B4-BE49-F238E27FC236}">
                <a16:creationId xmlns:a16="http://schemas.microsoft.com/office/drawing/2014/main" id="{DFE60336-44EB-82E9-BDD9-1C1D8500DE4B}"/>
              </a:ext>
            </a:extLst>
          </p:cNvPr>
          <p:cNvCxnSpPr>
            <a:cxnSpLocks noChangeShapeType="1"/>
            <a:stCxn id="43044" idx="3"/>
            <a:endCxn id="43045" idx="7"/>
          </p:cNvCxnSpPr>
          <p:nvPr/>
        </p:nvCxnSpPr>
        <p:spPr bwMode="auto">
          <a:xfrm flipH="1">
            <a:off x="2755900" y="5299076"/>
            <a:ext cx="774700" cy="4413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50" name="AutoShape 49">
            <a:extLst>
              <a:ext uri="{FF2B5EF4-FFF2-40B4-BE49-F238E27FC236}">
                <a16:creationId xmlns:a16="http://schemas.microsoft.com/office/drawing/2014/main" id="{4E477A60-33DC-DB7F-49E0-30F8EE7B0ED9}"/>
              </a:ext>
            </a:extLst>
          </p:cNvPr>
          <p:cNvCxnSpPr>
            <a:cxnSpLocks noChangeShapeType="1"/>
            <a:stCxn id="43042" idx="3"/>
            <a:endCxn id="43045" idx="0"/>
          </p:cNvCxnSpPr>
          <p:nvPr/>
        </p:nvCxnSpPr>
        <p:spPr bwMode="auto">
          <a:xfrm flipH="1">
            <a:off x="2647950" y="46990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51" name="AutoShape 50">
            <a:extLst>
              <a:ext uri="{FF2B5EF4-FFF2-40B4-BE49-F238E27FC236}">
                <a16:creationId xmlns:a16="http://schemas.microsoft.com/office/drawing/2014/main" id="{72C0EADB-50C0-6561-39C7-694880B56C83}"/>
              </a:ext>
            </a:extLst>
          </p:cNvPr>
          <p:cNvCxnSpPr>
            <a:cxnSpLocks noChangeShapeType="1"/>
            <a:stCxn id="43044" idx="6"/>
            <a:endCxn id="43047" idx="1"/>
          </p:cNvCxnSpPr>
          <p:nvPr/>
        </p:nvCxnSpPr>
        <p:spPr bwMode="auto">
          <a:xfrm>
            <a:off x="3800476" y="5181601"/>
            <a:ext cx="1177925" cy="415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52" name="AutoShape 51">
            <a:extLst>
              <a:ext uri="{FF2B5EF4-FFF2-40B4-BE49-F238E27FC236}">
                <a16:creationId xmlns:a16="http://schemas.microsoft.com/office/drawing/2014/main" id="{21044240-93FF-8432-BF9D-16F730375578}"/>
              </a:ext>
            </a:extLst>
          </p:cNvPr>
          <p:cNvCxnSpPr>
            <a:cxnSpLocks noChangeShapeType="1"/>
            <a:stCxn id="43045" idx="6"/>
            <a:endCxn id="43047" idx="2"/>
          </p:cNvCxnSpPr>
          <p:nvPr/>
        </p:nvCxnSpPr>
        <p:spPr bwMode="auto">
          <a:xfrm flipV="1">
            <a:off x="2819401" y="5715000"/>
            <a:ext cx="2105025" cy="1524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53" name="AutoShape 52">
            <a:extLst>
              <a:ext uri="{FF2B5EF4-FFF2-40B4-BE49-F238E27FC236}">
                <a16:creationId xmlns:a16="http://schemas.microsoft.com/office/drawing/2014/main" id="{FE797F32-B3F8-DAD0-8B4C-745F4A96E9B0}"/>
              </a:ext>
            </a:extLst>
          </p:cNvPr>
          <p:cNvCxnSpPr>
            <a:cxnSpLocks noChangeShapeType="1"/>
            <a:stCxn id="43042" idx="6"/>
            <a:endCxn id="43043" idx="2"/>
          </p:cNvCxnSpPr>
          <p:nvPr/>
        </p:nvCxnSpPr>
        <p:spPr bwMode="auto">
          <a:xfrm flipV="1">
            <a:off x="3124201" y="4267200"/>
            <a:ext cx="1647825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54" name="AutoShape 53">
            <a:extLst>
              <a:ext uri="{FF2B5EF4-FFF2-40B4-BE49-F238E27FC236}">
                <a16:creationId xmlns:a16="http://schemas.microsoft.com/office/drawing/2014/main" id="{71AF1B7B-3261-987F-9D82-12C58AE6928B}"/>
              </a:ext>
            </a:extLst>
          </p:cNvPr>
          <p:cNvCxnSpPr>
            <a:cxnSpLocks noChangeShapeType="1"/>
            <a:stCxn id="43044" idx="7"/>
            <a:endCxn id="43043" idx="3"/>
          </p:cNvCxnSpPr>
          <p:nvPr/>
        </p:nvCxnSpPr>
        <p:spPr bwMode="auto">
          <a:xfrm flipV="1">
            <a:off x="3746500" y="4384675"/>
            <a:ext cx="1079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55" name="AutoShape 54">
            <a:extLst>
              <a:ext uri="{FF2B5EF4-FFF2-40B4-BE49-F238E27FC236}">
                <a16:creationId xmlns:a16="http://schemas.microsoft.com/office/drawing/2014/main" id="{BAF96440-43D9-D9BB-76DC-E1E7A51E1B4A}"/>
              </a:ext>
            </a:extLst>
          </p:cNvPr>
          <p:cNvCxnSpPr>
            <a:cxnSpLocks noChangeShapeType="1"/>
            <a:stCxn id="43046" idx="1"/>
            <a:endCxn id="43043" idx="5"/>
          </p:cNvCxnSpPr>
          <p:nvPr/>
        </p:nvCxnSpPr>
        <p:spPr bwMode="auto">
          <a:xfrm flipH="1" flipV="1">
            <a:off x="5041900" y="4384675"/>
            <a:ext cx="469900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56" name="AutoShape 55">
            <a:extLst>
              <a:ext uri="{FF2B5EF4-FFF2-40B4-BE49-F238E27FC236}">
                <a16:creationId xmlns:a16="http://schemas.microsoft.com/office/drawing/2014/main" id="{D3CC0613-8307-C76E-747D-31EE3C94E7CE}"/>
              </a:ext>
            </a:extLst>
          </p:cNvPr>
          <p:cNvCxnSpPr>
            <a:cxnSpLocks noChangeShapeType="1"/>
            <a:stCxn id="43047" idx="7"/>
            <a:endCxn id="43046" idx="3"/>
          </p:cNvCxnSpPr>
          <p:nvPr/>
        </p:nvCxnSpPr>
        <p:spPr bwMode="auto">
          <a:xfrm flipV="1">
            <a:off x="5194300" y="5146675"/>
            <a:ext cx="3175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57" name="Text Box 56">
            <a:extLst>
              <a:ext uri="{FF2B5EF4-FFF2-40B4-BE49-F238E27FC236}">
                <a16:creationId xmlns:a16="http://schemas.microsoft.com/office/drawing/2014/main" id="{7460E235-B1CC-9F9F-81F9-D56A1BD69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4991" y="41148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3058" name="Text Box 57">
            <a:extLst>
              <a:ext uri="{FF2B5EF4-FFF2-40B4-BE49-F238E27FC236}">
                <a16:creationId xmlns:a16="http://schemas.microsoft.com/office/drawing/2014/main" id="{29865BFE-D1FD-4AC3-B906-3915F2C53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654" y="44338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43059" name="Text Box 58">
            <a:extLst>
              <a:ext uri="{FF2B5EF4-FFF2-40B4-BE49-F238E27FC236}">
                <a16:creationId xmlns:a16="http://schemas.microsoft.com/office/drawing/2014/main" id="{EBD886B4-CD1F-18F4-D849-AE5DED18D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616" y="49022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3060" name="Text Box 59">
            <a:extLst>
              <a:ext uri="{FF2B5EF4-FFF2-40B4-BE49-F238E27FC236}">
                <a16:creationId xmlns:a16="http://schemas.microsoft.com/office/drawing/2014/main" id="{050F3418-FC52-E6D2-85F2-3CECCB115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116" y="51196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3061" name="Text Box 60">
            <a:extLst>
              <a:ext uri="{FF2B5EF4-FFF2-40B4-BE49-F238E27FC236}">
                <a16:creationId xmlns:a16="http://schemas.microsoft.com/office/drawing/2014/main" id="{9FB0BB9F-8786-9D7B-F4ED-0B68BDE3E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991" y="48148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3062" name="Text Box 61">
            <a:extLst>
              <a:ext uri="{FF2B5EF4-FFF2-40B4-BE49-F238E27FC236}">
                <a16:creationId xmlns:a16="http://schemas.microsoft.com/office/drawing/2014/main" id="{927EC5C9-33AE-C45B-35A2-D280CFD73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754" y="58054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3063" name="Text Box 62">
            <a:extLst>
              <a:ext uri="{FF2B5EF4-FFF2-40B4-BE49-F238E27FC236}">
                <a16:creationId xmlns:a16="http://schemas.microsoft.com/office/drawing/2014/main" id="{2190CA50-480C-3ABD-351C-82DB7A064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041" y="52768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43064" name="Text Box 63">
            <a:extLst>
              <a:ext uri="{FF2B5EF4-FFF2-40B4-BE49-F238E27FC236}">
                <a16:creationId xmlns:a16="http://schemas.microsoft.com/office/drawing/2014/main" id="{4AF4D1FE-6210-87EB-CE9A-C69521279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479" y="46624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43065" name="Text Box 64">
            <a:extLst>
              <a:ext uri="{FF2B5EF4-FFF2-40B4-BE49-F238E27FC236}">
                <a16:creationId xmlns:a16="http://schemas.microsoft.com/office/drawing/2014/main" id="{C1DF1F6C-35BB-09E9-E672-47B5A23E8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9366" y="53784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3066" name="Text Box 65">
            <a:extLst>
              <a:ext uri="{FF2B5EF4-FFF2-40B4-BE49-F238E27FC236}">
                <a16:creationId xmlns:a16="http://schemas.microsoft.com/office/drawing/2014/main" id="{F723F99A-EA75-AA04-6B1B-0146DD679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364" y="586740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067" name="Text Box 66">
            <a:extLst>
              <a:ext uri="{FF2B5EF4-FFF2-40B4-BE49-F238E27FC236}">
                <a16:creationId xmlns:a16="http://schemas.microsoft.com/office/drawing/2014/main" id="{94B25789-F443-8A35-709D-DD73B882B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964" y="572928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3068" name="Text Box 67">
            <a:extLst>
              <a:ext uri="{FF2B5EF4-FFF2-40B4-BE49-F238E27FC236}">
                <a16:creationId xmlns:a16="http://schemas.microsoft.com/office/drawing/2014/main" id="{94970EBB-2AB3-2824-2024-71A8470F7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164" y="420528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3069" name="Text Box 68">
            <a:extLst>
              <a:ext uri="{FF2B5EF4-FFF2-40B4-BE49-F238E27FC236}">
                <a16:creationId xmlns:a16="http://schemas.microsoft.com/office/drawing/2014/main" id="{CA1B9223-4C8F-AD40-2994-E35704054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564" y="47148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3070" name="Text Box 69">
            <a:extLst>
              <a:ext uri="{FF2B5EF4-FFF2-40B4-BE49-F238E27FC236}">
                <a16:creationId xmlns:a16="http://schemas.microsoft.com/office/drawing/2014/main" id="{40259429-D4B0-F68B-224E-E2A9C73F8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4662489"/>
            <a:ext cx="354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3071" name="Text Box 70">
            <a:extLst>
              <a:ext uri="{FF2B5EF4-FFF2-40B4-BE49-F238E27FC236}">
                <a16:creationId xmlns:a16="http://schemas.microsoft.com/office/drawing/2014/main" id="{C0F2044D-A17D-4871-253B-6522969A9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6975" y="3900489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7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43072" name="Freeform 71">
            <a:extLst>
              <a:ext uri="{FF2B5EF4-FFF2-40B4-BE49-F238E27FC236}">
                <a16:creationId xmlns:a16="http://schemas.microsoft.com/office/drawing/2014/main" id="{A331AC4E-9DCA-F680-0AA8-E51FE8C4449A}"/>
              </a:ext>
            </a:extLst>
          </p:cNvPr>
          <p:cNvSpPr>
            <a:spLocks/>
          </p:cNvSpPr>
          <p:nvPr/>
        </p:nvSpPr>
        <p:spPr bwMode="auto">
          <a:xfrm>
            <a:off x="6581775" y="1760539"/>
            <a:ext cx="1841500" cy="2181225"/>
          </a:xfrm>
          <a:custGeom>
            <a:avLst/>
            <a:gdLst>
              <a:gd name="T0" fmla="*/ 2147483646 w 1160"/>
              <a:gd name="T1" fmla="*/ 2147483646 h 1374"/>
              <a:gd name="T2" fmla="*/ 2147483646 w 1160"/>
              <a:gd name="T3" fmla="*/ 2147483646 h 1374"/>
              <a:gd name="T4" fmla="*/ 2147483646 w 1160"/>
              <a:gd name="T5" fmla="*/ 2147483646 h 1374"/>
              <a:gd name="T6" fmla="*/ 2147483646 w 1160"/>
              <a:gd name="T7" fmla="*/ 2147483646 h 1374"/>
              <a:gd name="T8" fmla="*/ 2147483646 w 1160"/>
              <a:gd name="T9" fmla="*/ 2147483646 h 1374"/>
              <a:gd name="T10" fmla="*/ 2147483646 w 1160"/>
              <a:gd name="T11" fmla="*/ 2147483646 h 1374"/>
              <a:gd name="T12" fmla="*/ 2147483646 w 1160"/>
              <a:gd name="T13" fmla="*/ 2147483646 h 1374"/>
              <a:gd name="T14" fmla="*/ 2147483646 w 1160"/>
              <a:gd name="T15" fmla="*/ 2147483646 h 137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0"/>
              <a:gd name="T25" fmla="*/ 0 h 1374"/>
              <a:gd name="T26" fmla="*/ 1160 w 1160"/>
              <a:gd name="T27" fmla="*/ 1374 h 137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0" h="1374">
                <a:moveTo>
                  <a:pt x="42" y="715"/>
                </a:moveTo>
                <a:cubicBezTo>
                  <a:pt x="48" y="877"/>
                  <a:pt x="0" y="1165"/>
                  <a:pt x="48" y="1273"/>
                </a:cubicBezTo>
                <a:cubicBezTo>
                  <a:pt x="93" y="1374"/>
                  <a:pt x="206" y="1346"/>
                  <a:pt x="312" y="1321"/>
                </a:cubicBezTo>
                <a:cubicBezTo>
                  <a:pt x="418" y="1296"/>
                  <a:pt x="544" y="1252"/>
                  <a:pt x="684" y="1123"/>
                </a:cubicBezTo>
                <a:cubicBezTo>
                  <a:pt x="824" y="994"/>
                  <a:pt x="1160" y="722"/>
                  <a:pt x="1152" y="547"/>
                </a:cubicBezTo>
                <a:cubicBezTo>
                  <a:pt x="1144" y="372"/>
                  <a:pt x="800" y="146"/>
                  <a:pt x="636" y="73"/>
                </a:cubicBezTo>
                <a:cubicBezTo>
                  <a:pt x="472" y="0"/>
                  <a:pt x="267" y="2"/>
                  <a:pt x="168" y="109"/>
                </a:cubicBezTo>
                <a:cubicBezTo>
                  <a:pt x="69" y="216"/>
                  <a:pt x="36" y="553"/>
                  <a:pt x="42" y="715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73" name="Oval 72">
            <a:extLst>
              <a:ext uri="{FF2B5EF4-FFF2-40B4-BE49-F238E27FC236}">
                <a16:creationId xmlns:a16="http://schemas.microsoft.com/office/drawing/2014/main" id="{6422962E-856A-44E7-E422-B51B043F9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9812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3074" name="Oval 73">
            <a:extLst>
              <a:ext uri="{FF2B5EF4-FFF2-40B4-BE49-F238E27FC236}">
                <a16:creationId xmlns:a16="http://schemas.microsoft.com/office/drawing/2014/main" id="{49B0CF66-7BAD-E36A-098D-AA24A3845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16764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43075" name="Oval 74">
            <a:extLst>
              <a:ext uri="{FF2B5EF4-FFF2-40B4-BE49-F238E27FC236}">
                <a16:creationId xmlns:a16="http://schemas.microsoft.com/office/drawing/2014/main" id="{96023A99-5C91-70C4-9826-A8C6A0BE7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5908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43076" name="Oval 75">
            <a:extLst>
              <a:ext uri="{FF2B5EF4-FFF2-40B4-BE49-F238E27FC236}">
                <a16:creationId xmlns:a16="http://schemas.microsoft.com/office/drawing/2014/main" id="{0E91BB65-A488-2C17-8319-7C429DD5B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2766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3077" name="Oval 76">
            <a:extLst>
              <a:ext uri="{FF2B5EF4-FFF2-40B4-BE49-F238E27FC236}">
                <a16:creationId xmlns:a16="http://schemas.microsoft.com/office/drawing/2014/main" id="{1CCF82E5-E1A5-1AF1-58C9-34915DF8B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9800" y="24384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43078" name="Oval 77">
            <a:extLst>
              <a:ext uri="{FF2B5EF4-FFF2-40B4-BE49-F238E27FC236}">
                <a16:creationId xmlns:a16="http://schemas.microsoft.com/office/drawing/2014/main" id="{C421C472-7033-C9AD-4B5C-D90FBE98D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3124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3079" name="AutoShape 78">
            <a:extLst>
              <a:ext uri="{FF2B5EF4-FFF2-40B4-BE49-F238E27FC236}">
                <a16:creationId xmlns:a16="http://schemas.microsoft.com/office/drawing/2014/main" id="{82BC9DD5-9978-F4B4-FC9B-254D82990DC7}"/>
              </a:ext>
            </a:extLst>
          </p:cNvPr>
          <p:cNvCxnSpPr>
            <a:cxnSpLocks noChangeShapeType="1"/>
            <a:stCxn id="43073" idx="5"/>
            <a:endCxn id="43075" idx="1"/>
          </p:cNvCxnSpPr>
          <p:nvPr/>
        </p:nvCxnSpPr>
        <p:spPr bwMode="auto">
          <a:xfrm>
            <a:off x="7423150" y="2260600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80" name="AutoShape 79">
            <a:extLst>
              <a:ext uri="{FF2B5EF4-FFF2-40B4-BE49-F238E27FC236}">
                <a16:creationId xmlns:a16="http://schemas.microsoft.com/office/drawing/2014/main" id="{6EE886C9-6F32-CD93-2809-C24277F8AEE1}"/>
              </a:ext>
            </a:extLst>
          </p:cNvPr>
          <p:cNvCxnSpPr>
            <a:cxnSpLocks noChangeShapeType="1"/>
            <a:stCxn id="43075" idx="3"/>
            <a:endCxn id="43076" idx="7"/>
          </p:cNvCxnSpPr>
          <p:nvPr/>
        </p:nvCxnSpPr>
        <p:spPr bwMode="auto">
          <a:xfrm flipH="1">
            <a:off x="7118350" y="2870200"/>
            <a:ext cx="774700" cy="4318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81" name="AutoShape 80">
            <a:extLst>
              <a:ext uri="{FF2B5EF4-FFF2-40B4-BE49-F238E27FC236}">
                <a16:creationId xmlns:a16="http://schemas.microsoft.com/office/drawing/2014/main" id="{B42BADBF-C78B-A60E-866C-C725842DED3D}"/>
              </a:ext>
            </a:extLst>
          </p:cNvPr>
          <p:cNvCxnSpPr>
            <a:cxnSpLocks noChangeShapeType="1"/>
            <a:stCxn id="43073" idx="3"/>
            <a:endCxn id="43076" idx="0"/>
          </p:cNvCxnSpPr>
          <p:nvPr/>
        </p:nvCxnSpPr>
        <p:spPr bwMode="auto">
          <a:xfrm flipH="1">
            <a:off x="7010400" y="22606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82" name="AutoShape 81">
            <a:extLst>
              <a:ext uri="{FF2B5EF4-FFF2-40B4-BE49-F238E27FC236}">
                <a16:creationId xmlns:a16="http://schemas.microsoft.com/office/drawing/2014/main" id="{564FD7C8-9277-0830-DAF2-9A60D0D31A3C}"/>
              </a:ext>
            </a:extLst>
          </p:cNvPr>
          <p:cNvCxnSpPr>
            <a:cxnSpLocks noChangeShapeType="1"/>
            <a:stCxn id="43075" idx="6"/>
            <a:endCxn id="43078" idx="1"/>
          </p:cNvCxnSpPr>
          <p:nvPr/>
        </p:nvCxnSpPr>
        <p:spPr bwMode="auto">
          <a:xfrm>
            <a:off x="8172450" y="2743201"/>
            <a:ext cx="1168400" cy="4159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83" name="AutoShape 82">
            <a:extLst>
              <a:ext uri="{FF2B5EF4-FFF2-40B4-BE49-F238E27FC236}">
                <a16:creationId xmlns:a16="http://schemas.microsoft.com/office/drawing/2014/main" id="{54242497-0C3C-58BB-0749-DF93E8064B20}"/>
              </a:ext>
            </a:extLst>
          </p:cNvPr>
          <p:cNvCxnSpPr>
            <a:cxnSpLocks noChangeShapeType="1"/>
            <a:stCxn id="43076" idx="6"/>
            <a:endCxn id="43078" idx="2"/>
          </p:cNvCxnSpPr>
          <p:nvPr/>
        </p:nvCxnSpPr>
        <p:spPr bwMode="auto">
          <a:xfrm flipV="1">
            <a:off x="7181851" y="3276600"/>
            <a:ext cx="2105025" cy="1524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84" name="AutoShape 83">
            <a:extLst>
              <a:ext uri="{FF2B5EF4-FFF2-40B4-BE49-F238E27FC236}">
                <a16:creationId xmlns:a16="http://schemas.microsoft.com/office/drawing/2014/main" id="{17648906-E0D8-197C-A0BC-AEBD184C929A}"/>
              </a:ext>
            </a:extLst>
          </p:cNvPr>
          <p:cNvCxnSpPr>
            <a:cxnSpLocks noChangeShapeType="1"/>
            <a:stCxn id="43073" idx="6"/>
            <a:endCxn id="43074" idx="2"/>
          </p:cNvCxnSpPr>
          <p:nvPr/>
        </p:nvCxnSpPr>
        <p:spPr bwMode="auto">
          <a:xfrm flipV="1">
            <a:off x="7486651" y="1828800"/>
            <a:ext cx="1647825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85" name="AutoShape 84">
            <a:extLst>
              <a:ext uri="{FF2B5EF4-FFF2-40B4-BE49-F238E27FC236}">
                <a16:creationId xmlns:a16="http://schemas.microsoft.com/office/drawing/2014/main" id="{31DE4516-0D7F-AD25-27D7-1E9418000FD4}"/>
              </a:ext>
            </a:extLst>
          </p:cNvPr>
          <p:cNvCxnSpPr>
            <a:cxnSpLocks noChangeShapeType="1"/>
            <a:stCxn id="43075" idx="7"/>
            <a:endCxn id="43074" idx="3"/>
          </p:cNvCxnSpPr>
          <p:nvPr/>
        </p:nvCxnSpPr>
        <p:spPr bwMode="auto">
          <a:xfrm flipV="1">
            <a:off x="8108950" y="1946276"/>
            <a:ext cx="1079500" cy="6699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86" name="AutoShape 85">
            <a:extLst>
              <a:ext uri="{FF2B5EF4-FFF2-40B4-BE49-F238E27FC236}">
                <a16:creationId xmlns:a16="http://schemas.microsoft.com/office/drawing/2014/main" id="{57271D37-66AC-9EFF-4EEE-A00D8312332F}"/>
              </a:ext>
            </a:extLst>
          </p:cNvPr>
          <p:cNvCxnSpPr>
            <a:cxnSpLocks noChangeShapeType="1"/>
            <a:stCxn id="43077" idx="1"/>
            <a:endCxn id="43074" idx="5"/>
          </p:cNvCxnSpPr>
          <p:nvPr/>
        </p:nvCxnSpPr>
        <p:spPr bwMode="auto">
          <a:xfrm flipH="1" flipV="1">
            <a:off x="9404350" y="1946275"/>
            <a:ext cx="469900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87" name="AutoShape 86">
            <a:extLst>
              <a:ext uri="{FF2B5EF4-FFF2-40B4-BE49-F238E27FC236}">
                <a16:creationId xmlns:a16="http://schemas.microsoft.com/office/drawing/2014/main" id="{C2D245DA-56F3-8096-8CAE-E012BF633406}"/>
              </a:ext>
            </a:extLst>
          </p:cNvPr>
          <p:cNvCxnSpPr>
            <a:cxnSpLocks noChangeShapeType="1"/>
            <a:stCxn id="43078" idx="7"/>
            <a:endCxn id="43077" idx="3"/>
          </p:cNvCxnSpPr>
          <p:nvPr/>
        </p:nvCxnSpPr>
        <p:spPr bwMode="auto">
          <a:xfrm flipV="1">
            <a:off x="9556750" y="2708275"/>
            <a:ext cx="3175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88" name="Text Box 87">
            <a:extLst>
              <a:ext uri="{FF2B5EF4-FFF2-40B4-BE49-F238E27FC236}">
                <a16:creationId xmlns:a16="http://schemas.microsoft.com/office/drawing/2014/main" id="{056C2CB8-3239-50EF-89B7-BF07C299B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441" y="1676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3089" name="Text Box 88">
            <a:extLst>
              <a:ext uri="{FF2B5EF4-FFF2-40B4-BE49-F238E27FC236}">
                <a16:creationId xmlns:a16="http://schemas.microsoft.com/office/drawing/2014/main" id="{7BE656FE-1712-E47F-3E49-B1EB1D3CC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104" y="19954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43090" name="Text Box 89">
            <a:extLst>
              <a:ext uri="{FF2B5EF4-FFF2-40B4-BE49-F238E27FC236}">
                <a16:creationId xmlns:a16="http://schemas.microsoft.com/office/drawing/2014/main" id="{05108723-9295-1B10-0F4F-0B650F929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8066" y="24638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3091" name="Text Box 90">
            <a:extLst>
              <a:ext uri="{FF2B5EF4-FFF2-40B4-BE49-F238E27FC236}">
                <a16:creationId xmlns:a16="http://schemas.microsoft.com/office/drawing/2014/main" id="{CBA2BF4C-C99E-53C5-C2AF-1747AFA51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6566" y="26812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3092" name="Text Box 91">
            <a:extLst>
              <a:ext uri="{FF2B5EF4-FFF2-40B4-BE49-F238E27FC236}">
                <a16:creationId xmlns:a16="http://schemas.microsoft.com/office/drawing/2014/main" id="{B14645C3-22E7-8549-D2F1-8960E62D6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441" y="23764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3093" name="Text Box 92">
            <a:extLst>
              <a:ext uri="{FF2B5EF4-FFF2-40B4-BE49-F238E27FC236}">
                <a16:creationId xmlns:a16="http://schemas.microsoft.com/office/drawing/2014/main" id="{6CCDF3F7-BC1B-EAA9-B8D8-CEF9A6A25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5204" y="3367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3094" name="Text Box 93">
            <a:extLst>
              <a:ext uri="{FF2B5EF4-FFF2-40B4-BE49-F238E27FC236}">
                <a16:creationId xmlns:a16="http://schemas.microsoft.com/office/drawing/2014/main" id="{3F2B3F01-C7EA-88E0-7B27-6213E601E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0491" y="28384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43095" name="Text Box 94">
            <a:extLst>
              <a:ext uri="{FF2B5EF4-FFF2-40B4-BE49-F238E27FC236}">
                <a16:creationId xmlns:a16="http://schemas.microsoft.com/office/drawing/2014/main" id="{D1E4B294-EA46-A7F1-0B09-E2914AD9A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8929" y="2224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43096" name="Text Box 95">
            <a:extLst>
              <a:ext uri="{FF2B5EF4-FFF2-40B4-BE49-F238E27FC236}">
                <a16:creationId xmlns:a16="http://schemas.microsoft.com/office/drawing/2014/main" id="{DF272684-698A-EE52-A1A4-067E4536D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816" y="29400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3097" name="Text Box 96">
            <a:extLst>
              <a:ext uri="{FF2B5EF4-FFF2-40B4-BE49-F238E27FC236}">
                <a16:creationId xmlns:a16="http://schemas.microsoft.com/office/drawing/2014/main" id="{07437F11-2E22-708A-0BA6-D25BEE059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7814" y="342900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098" name="Text Box 97">
            <a:extLst>
              <a:ext uri="{FF2B5EF4-FFF2-40B4-BE49-F238E27FC236}">
                <a16:creationId xmlns:a16="http://schemas.microsoft.com/office/drawing/2014/main" id="{BD5659FB-F489-BC50-BD4C-303366969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3414" y="329088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3099" name="Text Box 98">
            <a:extLst>
              <a:ext uri="{FF2B5EF4-FFF2-40B4-BE49-F238E27FC236}">
                <a16:creationId xmlns:a16="http://schemas.microsoft.com/office/drawing/2014/main" id="{3F825217-0E4C-A8F1-1E8D-B3EB4D631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2614" y="176688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3100" name="Text Box 99">
            <a:extLst>
              <a:ext uri="{FF2B5EF4-FFF2-40B4-BE49-F238E27FC236}">
                <a16:creationId xmlns:a16="http://schemas.microsoft.com/office/drawing/2014/main" id="{6E57E582-C4B3-0FA2-EB3E-56B981B22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7014" y="22764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3101" name="Text Box 100">
            <a:extLst>
              <a:ext uri="{FF2B5EF4-FFF2-40B4-BE49-F238E27FC236}">
                <a16:creationId xmlns:a16="http://schemas.microsoft.com/office/drawing/2014/main" id="{05FF48F3-DE72-40B7-DDD0-427C7F43F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8563" y="2224089"/>
            <a:ext cx="354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3102" name="Text Box 101">
            <a:extLst>
              <a:ext uri="{FF2B5EF4-FFF2-40B4-BE49-F238E27FC236}">
                <a16:creationId xmlns:a16="http://schemas.microsoft.com/office/drawing/2014/main" id="{C096DAA4-C11B-9D77-9614-441A52F34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9425" y="1462089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7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43103" name="Freeform 102">
            <a:extLst>
              <a:ext uri="{FF2B5EF4-FFF2-40B4-BE49-F238E27FC236}">
                <a16:creationId xmlns:a16="http://schemas.microsoft.com/office/drawing/2014/main" id="{2CAE2BC2-5942-4A14-4440-2198C4CE8BC8}"/>
              </a:ext>
            </a:extLst>
          </p:cNvPr>
          <p:cNvSpPr>
            <a:spLocks/>
          </p:cNvSpPr>
          <p:nvPr/>
        </p:nvSpPr>
        <p:spPr bwMode="auto">
          <a:xfrm>
            <a:off x="6553201" y="3889376"/>
            <a:ext cx="3336925" cy="2511425"/>
          </a:xfrm>
          <a:custGeom>
            <a:avLst/>
            <a:gdLst>
              <a:gd name="T0" fmla="*/ 2147483646 w 2102"/>
              <a:gd name="T1" fmla="*/ 2147483646 h 1582"/>
              <a:gd name="T2" fmla="*/ 2147483646 w 2102"/>
              <a:gd name="T3" fmla="*/ 2147483646 h 1582"/>
              <a:gd name="T4" fmla="*/ 2147483646 w 2102"/>
              <a:gd name="T5" fmla="*/ 2147483646 h 1582"/>
              <a:gd name="T6" fmla="*/ 2147483646 w 2102"/>
              <a:gd name="T7" fmla="*/ 2147483646 h 1582"/>
              <a:gd name="T8" fmla="*/ 2147483646 w 2102"/>
              <a:gd name="T9" fmla="*/ 2147483646 h 1582"/>
              <a:gd name="T10" fmla="*/ 2147483646 w 2102"/>
              <a:gd name="T11" fmla="*/ 2147483646 h 1582"/>
              <a:gd name="T12" fmla="*/ 2147483646 w 2102"/>
              <a:gd name="T13" fmla="*/ 2147483646 h 1582"/>
              <a:gd name="T14" fmla="*/ 2147483646 w 2102"/>
              <a:gd name="T15" fmla="*/ 2147483646 h 1582"/>
              <a:gd name="T16" fmla="*/ 2147483646 w 2102"/>
              <a:gd name="T17" fmla="*/ 2147483646 h 15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02"/>
              <a:gd name="T28" fmla="*/ 0 h 1582"/>
              <a:gd name="T29" fmla="*/ 2102 w 2102"/>
              <a:gd name="T30" fmla="*/ 1582 h 158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02" h="1582">
                <a:moveTo>
                  <a:pt x="82" y="971"/>
                </a:moveTo>
                <a:cubicBezTo>
                  <a:pt x="88" y="1133"/>
                  <a:pt x="0" y="1416"/>
                  <a:pt x="70" y="1499"/>
                </a:cubicBezTo>
                <a:cubicBezTo>
                  <a:pt x="140" y="1582"/>
                  <a:pt x="297" y="1572"/>
                  <a:pt x="502" y="1469"/>
                </a:cubicBezTo>
                <a:cubicBezTo>
                  <a:pt x="707" y="1366"/>
                  <a:pt x="1046" y="1072"/>
                  <a:pt x="1300" y="881"/>
                </a:cubicBezTo>
                <a:cubicBezTo>
                  <a:pt x="1554" y="690"/>
                  <a:pt x="1950" y="466"/>
                  <a:pt x="2026" y="323"/>
                </a:cubicBezTo>
                <a:cubicBezTo>
                  <a:pt x="2102" y="180"/>
                  <a:pt x="1933" y="46"/>
                  <a:pt x="1756" y="23"/>
                </a:cubicBezTo>
                <a:cubicBezTo>
                  <a:pt x="1579" y="0"/>
                  <a:pt x="1222" y="128"/>
                  <a:pt x="964" y="185"/>
                </a:cubicBezTo>
                <a:cubicBezTo>
                  <a:pt x="706" y="242"/>
                  <a:pt x="355" y="234"/>
                  <a:pt x="208" y="365"/>
                </a:cubicBezTo>
                <a:cubicBezTo>
                  <a:pt x="61" y="496"/>
                  <a:pt x="76" y="809"/>
                  <a:pt x="82" y="97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04" name="Oval 103">
            <a:extLst>
              <a:ext uri="{FF2B5EF4-FFF2-40B4-BE49-F238E27FC236}">
                <a16:creationId xmlns:a16="http://schemas.microsoft.com/office/drawing/2014/main" id="{54A7DD26-DDF2-7AF2-1591-71BD3AE3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725" y="4516438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3105" name="Oval 104">
            <a:extLst>
              <a:ext uri="{FF2B5EF4-FFF2-40B4-BE49-F238E27FC236}">
                <a16:creationId xmlns:a16="http://schemas.microsoft.com/office/drawing/2014/main" id="{5712041B-2C2A-4353-0612-8382458C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8925" y="4211638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43106" name="Oval 105">
            <a:extLst>
              <a:ext uri="{FF2B5EF4-FFF2-40B4-BE49-F238E27FC236}">
                <a16:creationId xmlns:a16="http://schemas.microsoft.com/office/drawing/2014/main" id="{66AB4717-7F2D-52DB-5BB1-163F9270E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3525" y="5126038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43107" name="Oval 106">
            <a:extLst>
              <a:ext uri="{FF2B5EF4-FFF2-40B4-BE49-F238E27FC236}">
                <a16:creationId xmlns:a16="http://schemas.microsoft.com/office/drawing/2014/main" id="{19C52099-056C-3236-812E-3CC26F00D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925" y="5811838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3108" name="Oval 107">
            <a:extLst>
              <a:ext uri="{FF2B5EF4-FFF2-40B4-BE49-F238E27FC236}">
                <a16:creationId xmlns:a16="http://schemas.microsoft.com/office/drawing/2014/main" id="{C64C5514-407D-A28C-8775-63CDAAF51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4725" y="497363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43109" name="Oval 108">
            <a:extLst>
              <a:ext uri="{FF2B5EF4-FFF2-40B4-BE49-F238E27FC236}">
                <a16:creationId xmlns:a16="http://schemas.microsoft.com/office/drawing/2014/main" id="{939B9C32-B16D-8A1A-14DA-E4DD6FD00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1325" y="565943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3110" name="AutoShape 109">
            <a:extLst>
              <a:ext uri="{FF2B5EF4-FFF2-40B4-BE49-F238E27FC236}">
                <a16:creationId xmlns:a16="http://schemas.microsoft.com/office/drawing/2014/main" id="{302CD16D-5F6A-17ED-F0A0-10257ABD77A8}"/>
              </a:ext>
            </a:extLst>
          </p:cNvPr>
          <p:cNvCxnSpPr>
            <a:cxnSpLocks noChangeShapeType="1"/>
            <a:stCxn id="43104" idx="5"/>
            <a:endCxn id="43106" idx="1"/>
          </p:cNvCxnSpPr>
          <p:nvPr/>
        </p:nvCxnSpPr>
        <p:spPr bwMode="auto">
          <a:xfrm>
            <a:off x="7458075" y="4795838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11" name="AutoShape 110">
            <a:extLst>
              <a:ext uri="{FF2B5EF4-FFF2-40B4-BE49-F238E27FC236}">
                <a16:creationId xmlns:a16="http://schemas.microsoft.com/office/drawing/2014/main" id="{59B13AA1-DBBE-2387-9D74-6EE3E58BA324}"/>
              </a:ext>
            </a:extLst>
          </p:cNvPr>
          <p:cNvCxnSpPr>
            <a:cxnSpLocks noChangeShapeType="1"/>
            <a:stCxn id="43106" idx="3"/>
            <a:endCxn id="43107" idx="7"/>
          </p:cNvCxnSpPr>
          <p:nvPr/>
        </p:nvCxnSpPr>
        <p:spPr bwMode="auto">
          <a:xfrm flipH="1">
            <a:off x="7153275" y="5405438"/>
            <a:ext cx="774700" cy="4318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12" name="AutoShape 111">
            <a:extLst>
              <a:ext uri="{FF2B5EF4-FFF2-40B4-BE49-F238E27FC236}">
                <a16:creationId xmlns:a16="http://schemas.microsoft.com/office/drawing/2014/main" id="{7C95B237-7FF7-79C1-AA69-2140D9995FE9}"/>
              </a:ext>
            </a:extLst>
          </p:cNvPr>
          <p:cNvCxnSpPr>
            <a:cxnSpLocks noChangeShapeType="1"/>
            <a:stCxn id="43104" idx="3"/>
            <a:endCxn id="43107" idx="0"/>
          </p:cNvCxnSpPr>
          <p:nvPr/>
        </p:nvCxnSpPr>
        <p:spPr bwMode="auto">
          <a:xfrm flipH="1">
            <a:off x="7045325" y="4795838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13" name="AutoShape 112">
            <a:extLst>
              <a:ext uri="{FF2B5EF4-FFF2-40B4-BE49-F238E27FC236}">
                <a16:creationId xmlns:a16="http://schemas.microsoft.com/office/drawing/2014/main" id="{8939668F-1A18-3F41-FCF0-48616EDC23BB}"/>
              </a:ext>
            </a:extLst>
          </p:cNvPr>
          <p:cNvCxnSpPr>
            <a:cxnSpLocks noChangeShapeType="1"/>
            <a:stCxn id="43106" idx="6"/>
            <a:endCxn id="43109" idx="1"/>
          </p:cNvCxnSpPr>
          <p:nvPr/>
        </p:nvCxnSpPr>
        <p:spPr bwMode="auto">
          <a:xfrm>
            <a:off x="8207375" y="5278439"/>
            <a:ext cx="1168400" cy="4159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14" name="AutoShape 113">
            <a:extLst>
              <a:ext uri="{FF2B5EF4-FFF2-40B4-BE49-F238E27FC236}">
                <a16:creationId xmlns:a16="http://schemas.microsoft.com/office/drawing/2014/main" id="{40E0E5F9-4249-DE72-235A-3970D639366A}"/>
              </a:ext>
            </a:extLst>
          </p:cNvPr>
          <p:cNvCxnSpPr>
            <a:cxnSpLocks noChangeShapeType="1"/>
            <a:stCxn id="43107" idx="6"/>
            <a:endCxn id="43109" idx="2"/>
          </p:cNvCxnSpPr>
          <p:nvPr/>
        </p:nvCxnSpPr>
        <p:spPr bwMode="auto">
          <a:xfrm flipV="1">
            <a:off x="7216776" y="5811838"/>
            <a:ext cx="2105025" cy="1524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15" name="AutoShape 114">
            <a:extLst>
              <a:ext uri="{FF2B5EF4-FFF2-40B4-BE49-F238E27FC236}">
                <a16:creationId xmlns:a16="http://schemas.microsoft.com/office/drawing/2014/main" id="{772CF5EB-8FC3-179D-B0C5-69A57D858C07}"/>
              </a:ext>
            </a:extLst>
          </p:cNvPr>
          <p:cNvCxnSpPr>
            <a:cxnSpLocks noChangeShapeType="1"/>
            <a:stCxn id="43104" idx="6"/>
            <a:endCxn id="43105" idx="2"/>
          </p:cNvCxnSpPr>
          <p:nvPr/>
        </p:nvCxnSpPr>
        <p:spPr bwMode="auto">
          <a:xfrm flipV="1">
            <a:off x="7521575" y="4364038"/>
            <a:ext cx="163830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16" name="AutoShape 115">
            <a:extLst>
              <a:ext uri="{FF2B5EF4-FFF2-40B4-BE49-F238E27FC236}">
                <a16:creationId xmlns:a16="http://schemas.microsoft.com/office/drawing/2014/main" id="{3DD05655-433C-710F-86E2-F75653C5E08A}"/>
              </a:ext>
            </a:extLst>
          </p:cNvPr>
          <p:cNvCxnSpPr>
            <a:cxnSpLocks noChangeShapeType="1"/>
            <a:stCxn id="43106" idx="7"/>
            <a:endCxn id="43105" idx="3"/>
          </p:cNvCxnSpPr>
          <p:nvPr/>
        </p:nvCxnSpPr>
        <p:spPr bwMode="auto">
          <a:xfrm flipV="1">
            <a:off x="8143875" y="4491038"/>
            <a:ext cx="1079500" cy="6604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17" name="AutoShape 116">
            <a:extLst>
              <a:ext uri="{FF2B5EF4-FFF2-40B4-BE49-F238E27FC236}">
                <a16:creationId xmlns:a16="http://schemas.microsoft.com/office/drawing/2014/main" id="{75386984-63D7-8F7F-87F6-FEABDACEC288}"/>
              </a:ext>
            </a:extLst>
          </p:cNvPr>
          <p:cNvCxnSpPr>
            <a:cxnSpLocks noChangeShapeType="1"/>
            <a:stCxn id="43108" idx="1"/>
            <a:endCxn id="43105" idx="5"/>
          </p:cNvCxnSpPr>
          <p:nvPr/>
        </p:nvCxnSpPr>
        <p:spPr bwMode="auto">
          <a:xfrm flipH="1" flipV="1">
            <a:off x="9439275" y="4491039"/>
            <a:ext cx="469900" cy="5175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18" name="AutoShape 117">
            <a:extLst>
              <a:ext uri="{FF2B5EF4-FFF2-40B4-BE49-F238E27FC236}">
                <a16:creationId xmlns:a16="http://schemas.microsoft.com/office/drawing/2014/main" id="{CFC55278-7917-72E4-F285-9D0B68567666}"/>
              </a:ext>
            </a:extLst>
          </p:cNvPr>
          <p:cNvCxnSpPr>
            <a:cxnSpLocks noChangeShapeType="1"/>
            <a:stCxn id="43109" idx="7"/>
            <a:endCxn id="43108" idx="3"/>
          </p:cNvCxnSpPr>
          <p:nvPr/>
        </p:nvCxnSpPr>
        <p:spPr bwMode="auto">
          <a:xfrm flipV="1">
            <a:off x="9591675" y="5243513"/>
            <a:ext cx="3175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119" name="Text Box 118">
            <a:extLst>
              <a:ext uri="{FF2B5EF4-FFF2-40B4-BE49-F238E27FC236}">
                <a16:creationId xmlns:a16="http://schemas.microsoft.com/office/drawing/2014/main" id="{E1311F30-2784-6559-BA2C-4B6265D9E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366" y="42116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3120" name="Text Box 119">
            <a:extLst>
              <a:ext uri="{FF2B5EF4-FFF2-40B4-BE49-F238E27FC236}">
                <a16:creationId xmlns:a16="http://schemas.microsoft.com/office/drawing/2014/main" id="{749E381D-0733-3982-D3CE-33A402492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3029" y="45307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3121" name="Text Box 120">
            <a:extLst>
              <a:ext uri="{FF2B5EF4-FFF2-40B4-BE49-F238E27FC236}">
                <a16:creationId xmlns:a16="http://schemas.microsoft.com/office/drawing/2014/main" id="{83A2FAD4-4C45-9A6A-F0E3-9749973A0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991" y="49990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3122" name="Text Box 121">
            <a:extLst>
              <a:ext uri="{FF2B5EF4-FFF2-40B4-BE49-F238E27FC236}">
                <a16:creationId xmlns:a16="http://schemas.microsoft.com/office/drawing/2014/main" id="{FC69659D-F0ED-FB18-097F-15096BB81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491" y="52165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3123" name="Text Box 122">
            <a:extLst>
              <a:ext uri="{FF2B5EF4-FFF2-40B4-BE49-F238E27FC236}">
                <a16:creationId xmlns:a16="http://schemas.microsoft.com/office/drawing/2014/main" id="{41C195C5-6CD7-D99E-1BBA-398344F33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0366" y="49117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3124" name="Text Box 123">
            <a:extLst>
              <a:ext uri="{FF2B5EF4-FFF2-40B4-BE49-F238E27FC236}">
                <a16:creationId xmlns:a16="http://schemas.microsoft.com/office/drawing/2014/main" id="{B13E42C1-FE03-800E-887D-C9AAC2275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0129" y="59023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3125" name="Text Box 124">
            <a:extLst>
              <a:ext uri="{FF2B5EF4-FFF2-40B4-BE49-F238E27FC236}">
                <a16:creationId xmlns:a16="http://schemas.microsoft.com/office/drawing/2014/main" id="{58183B7E-4FFD-5D25-77B1-1A4215083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416" y="53736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43126" name="Text Box 125">
            <a:extLst>
              <a:ext uri="{FF2B5EF4-FFF2-40B4-BE49-F238E27FC236}">
                <a16:creationId xmlns:a16="http://schemas.microsoft.com/office/drawing/2014/main" id="{711FB412-266C-4FA2-767D-0AF7715EE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854" y="47593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43127" name="Text Box 126">
            <a:extLst>
              <a:ext uri="{FF2B5EF4-FFF2-40B4-BE49-F238E27FC236}">
                <a16:creationId xmlns:a16="http://schemas.microsoft.com/office/drawing/2014/main" id="{EF6CB95E-02DE-D525-6A8A-7157F2DBD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741" y="54752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3128" name="Text Box 127">
            <a:extLst>
              <a:ext uri="{FF2B5EF4-FFF2-40B4-BE49-F238E27FC236}">
                <a16:creationId xmlns:a16="http://schemas.microsoft.com/office/drawing/2014/main" id="{22655D40-407B-030E-1996-4FEF3DB46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739" y="596423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129" name="Text Box 128">
            <a:extLst>
              <a:ext uri="{FF2B5EF4-FFF2-40B4-BE49-F238E27FC236}">
                <a16:creationId xmlns:a16="http://schemas.microsoft.com/office/drawing/2014/main" id="{3F9EE93D-B236-DAC7-0688-8019C2D08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8339" y="582612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3130" name="Text Box 129">
            <a:extLst>
              <a:ext uri="{FF2B5EF4-FFF2-40B4-BE49-F238E27FC236}">
                <a16:creationId xmlns:a16="http://schemas.microsoft.com/office/drawing/2014/main" id="{44DB940B-D67D-68F8-14C1-496FF90D8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7539" y="430212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3131" name="Text Box 130">
            <a:extLst>
              <a:ext uri="{FF2B5EF4-FFF2-40B4-BE49-F238E27FC236}">
                <a16:creationId xmlns:a16="http://schemas.microsoft.com/office/drawing/2014/main" id="{A0256DD9-48AC-D279-66B9-DBDB8FF10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939" y="4811714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3132" name="Text Box 131">
            <a:extLst>
              <a:ext uri="{FF2B5EF4-FFF2-40B4-BE49-F238E27FC236}">
                <a16:creationId xmlns:a16="http://schemas.microsoft.com/office/drawing/2014/main" id="{E13CE718-F19D-ECB4-7BD7-62E1D7CDA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2539" y="475773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4</a:t>
            </a:r>
          </a:p>
        </p:txBody>
      </p:sp>
      <p:sp>
        <p:nvSpPr>
          <p:cNvPr id="43133" name="Text Box 132">
            <a:extLst>
              <a:ext uri="{FF2B5EF4-FFF2-40B4-BE49-F238E27FC236}">
                <a16:creationId xmlns:a16="http://schemas.microsoft.com/office/drawing/2014/main" id="{26273389-D1D0-9DF4-DE9F-7004A5936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4350" y="399732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7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43134" name="AutoShape 133">
            <a:extLst>
              <a:ext uri="{FF2B5EF4-FFF2-40B4-BE49-F238E27FC236}">
                <a16:creationId xmlns:a16="http://schemas.microsoft.com/office/drawing/2014/main" id="{6A1C88B6-4D0F-026A-50E1-55C62CC6B5B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234363" y="36433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135" name="AutoShape 134">
            <a:extLst>
              <a:ext uri="{FF2B5EF4-FFF2-40B4-BE49-F238E27FC236}">
                <a16:creationId xmlns:a16="http://schemas.microsoft.com/office/drawing/2014/main" id="{308B06BE-88C3-0B75-168D-844C40A01895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764214" y="3797301"/>
            <a:ext cx="738187" cy="333375"/>
          </a:xfrm>
          <a:prstGeom prst="rightArrow">
            <a:avLst>
              <a:gd name="adj1" fmla="val 50000"/>
              <a:gd name="adj2" fmla="val 553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136" name="AutoShape 135">
            <a:extLst>
              <a:ext uri="{FF2B5EF4-FFF2-40B4-BE49-F238E27FC236}">
                <a16:creationId xmlns:a16="http://schemas.microsoft.com/office/drawing/2014/main" id="{F04CA161-8F94-7FF6-1F25-1319345C0C7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14763" y="36433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945F7332-36D4-3D06-BB92-A702A6A1D9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(contd.)</a:t>
            </a:r>
          </a:p>
        </p:txBody>
      </p:sp>
      <p:sp>
        <p:nvSpPr>
          <p:cNvPr id="44034" name="Freeform 3">
            <a:extLst>
              <a:ext uri="{FF2B5EF4-FFF2-40B4-BE49-F238E27FC236}">
                <a16:creationId xmlns:a16="http://schemas.microsoft.com/office/drawing/2014/main" id="{D9E72614-9FC4-48EA-A5E9-BF4635C26CF4}"/>
              </a:ext>
            </a:extLst>
          </p:cNvPr>
          <p:cNvSpPr>
            <a:spLocks/>
          </p:cNvSpPr>
          <p:nvPr/>
        </p:nvSpPr>
        <p:spPr bwMode="auto">
          <a:xfrm>
            <a:off x="2286001" y="1630363"/>
            <a:ext cx="4037013" cy="2557462"/>
          </a:xfrm>
          <a:custGeom>
            <a:avLst/>
            <a:gdLst>
              <a:gd name="T0" fmla="*/ 2147483646 w 2543"/>
              <a:gd name="T1" fmla="*/ 2147483646 h 1611"/>
              <a:gd name="T2" fmla="*/ 2147483646 w 2543"/>
              <a:gd name="T3" fmla="*/ 2147483646 h 1611"/>
              <a:gd name="T4" fmla="*/ 2147483646 w 2543"/>
              <a:gd name="T5" fmla="*/ 2147483646 h 1611"/>
              <a:gd name="T6" fmla="*/ 2147483646 w 2543"/>
              <a:gd name="T7" fmla="*/ 2147483646 h 1611"/>
              <a:gd name="T8" fmla="*/ 2147483646 w 2543"/>
              <a:gd name="T9" fmla="*/ 2147483646 h 1611"/>
              <a:gd name="T10" fmla="*/ 2147483646 w 2543"/>
              <a:gd name="T11" fmla="*/ 2147483646 h 1611"/>
              <a:gd name="T12" fmla="*/ 2147483646 w 2543"/>
              <a:gd name="T13" fmla="*/ 2147483646 h 1611"/>
              <a:gd name="T14" fmla="*/ 2147483646 w 2543"/>
              <a:gd name="T15" fmla="*/ 2147483646 h 1611"/>
              <a:gd name="T16" fmla="*/ 2147483646 w 2543"/>
              <a:gd name="T17" fmla="*/ 2147483646 h 1611"/>
              <a:gd name="T18" fmla="*/ 2147483646 w 2543"/>
              <a:gd name="T19" fmla="*/ 2147483646 h 1611"/>
              <a:gd name="T20" fmla="*/ 2147483646 w 2543"/>
              <a:gd name="T21" fmla="*/ 2147483646 h 1611"/>
              <a:gd name="T22" fmla="*/ 2147483646 w 2543"/>
              <a:gd name="T23" fmla="*/ 2147483646 h 161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543"/>
              <a:gd name="T37" fmla="*/ 0 h 1611"/>
              <a:gd name="T38" fmla="*/ 2543 w 2543"/>
              <a:gd name="T39" fmla="*/ 1611 h 161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543" h="1611">
                <a:moveTo>
                  <a:pt x="82" y="1000"/>
                </a:moveTo>
                <a:cubicBezTo>
                  <a:pt x="88" y="1162"/>
                  <a:pt x="0" y="1445"/>
                  <a:pt x="70" y="1528"/>
                </a:cubicBezTo>
                <a:cubicBezTo>
                  <a:pt x="140" y="1611"/>
                  <a:pt x="297" y="1601"/>
                  <a:pt x="502" y="1498"/>
                </a:cubicBezTo>
                <a:cubicBezTo>
                  <a:pt x="707" y="1395"/>
                  <a:pt x="1096" y="1060"/>
                  <a:pt x="1300" y="910"/>
                </a:cubicBezTo>
                <a:cubicBezTo>
                  <a:pt x="1504" y="760"/>
                  <a:pt x="1618" y="602"/>
                  <a:pt x="1728" y="599"/>
                </a:cubicBezTo>
                <a:cubicBezTo>
                  <a:pt x="1838" y="596"/>
                  <a:pt x="1844" y="833"/>
                  <a:pt x="1962" y="893"/>
                </a:cubicBezTo>
                <a:cubicBezTo>
                  <a:pt x="2080" y="953"/>
                  <a:pt x="2358" y="1020"/>
                  <a:pt x="2436" y="959"/>
                </a:cubicBezTo>
                <a:cubicBezTo>
                  <a:pt x="2514" y="898"/>
                  <a:pt x="2543" y="678"/>
                  <a:pt x="2430" y="527"/>
                </a:cubicBezTo>
                <a:cubicBezTo>
                  <a:pt x="2317" y="376"/>
                  <a:pt x="2000" y="104"/>
                  <a:pt x="1756" y="52"/>
                </a:cubicBezTo>
                <a:cubicBezTo>
                  <a:pt x="1512" y="0"/>
                  <a:pt x="1222" y="157"/>
                  <a:pt x="964" y="214"/>
                </a:cubicBezTo>
                <a:cubicBezTo>
                  <a:pt x="706" y="271"/>
                  <a:pt x="355" y="263"/>
                  <a:pt x="208" y="394"/>
                </a:cubicBezTo>
                <a:cubicBezTo>
                  <a:pt x="61" y="525"/>
                  <a:pt x="76" y="838"/>
                  <a:pt x="82" y="100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5" name="Oval 4">
            <a:extLst>
              <a:ext uri="{FF2B5EF4-FFF2-40B4-BE49-F238E27FC236}">
                <a16:creationId xmlns:a16="http://schemas.microsoft.com/office/drawing/2014/main" id="{90389719-A12D-A071-5378-5C959424D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2303463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4036" name="Oval 5">
            <a:extLst>
              <a:ext uri="{FF2B5EF4-FFF2-40B4-BE49-F238E27FC236}">
                <a16:creationId xmlns:a16="http://schemas.microsoft.com/office/drawing/2014/main" id="{F34D9AB7-4ECC-0484-E9F5-15E370CA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1998663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44037" name="Oval 6">
            <a:extLst>
              <a:ext uri="{FF2B5EF4-FFF2-40B4-BE49-F238E27FC236}">
                <a16:creationId xmlns:a16="http://schemas.microsoft.com/office/drawing/2014/main" id="{9374EB00-B147-3179-6993-9A1BF6149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325" y="2913063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44038" name="Oval 7">
            <a:extLst>
              <a:ext uri="{FF2B5EF4-FFF2-40B4-BE49-F238E27FC236}">
                <a16:creationId xmlns:a16="http://schemas.microsoft.com/office/drawing/2014/main" id="{3F399B8B-49B9-EBFB-70FF-FF119A6D7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725" y="3598863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4039" name="Oval 8">
            <a:extLst>
              <a:ext uri="{FF2B5EF4-FFF2-40B4-BE49-F238E27FC236}">
                <a16:creationId xmlns:a16="http://schemas.microsoft.com/office/drawing/2014/main" id="{F9899AC7-02C8-13A3-2BA8-B81310CF9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525" y="2760663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44040" name="Oval 9">
            <a:extLst>
              <a:ext uri="{FF2B5EF4-FFF2-40B4-BE49-F238E27FC236}">
                <a16:creationId xmlns:a16="http://schemas.microsoft.com/office/drawing/2014/main" id="{47C91FE6-BB96-ACBC-723E-876E08FA1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3446463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4041" name="AutoShape 10">
            <a:extLst>
              <a:ext uri="{FF2B5EF4-FFF2-40B4-BE49-F238E27FC236}">
                <a16:creationId xmlns:a16="http://schemas.microsoft.com/office/drawing/2014/main" id="{DC436C40-714E-146D-27A3-F0BF26B6F32E}"/>
              </a:ext>
            </a:extLst>
          </p:cNvPr>
          <p:cNvCxnSpPr>
            <a:cxnSpLocks noChangeShapeType="1"/>
            <a:stCxn id="44035" idx="5"/>
            <a:endCxn id="44037" idx="1"/>
          </p:cNvCxnSpPr>
          <p:nvPr/>
        </p:nvCxnSpPr>
        <p:spPr bwMode="auto">
          <a:xfrm>
            <a:off x="3190875" y="2582863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2" name="AutoShape 11">
            <a:extLst>
              <a:ext uri="{FF2B5EF4-FFF2-40B4-BE49-F238E27FC236}">
                <a16:creationId xmlns:a16="http://schemas.microsoft.com/office/drawing/2014/main" id="{708A513C-B533-3D18-8271-48F7703FA543}"/>
              </a:ext>
            </a:extLst>
          </p:cNvPr>
          <p:cNvCxnSpPr>
            <a:cxnSpLocks noChangeShapeType="1"/>
            <a:stCxn id="44037" idx="3"/>
            <a:endCxn id="44038" idx="7"/>
          </p:cNvCxnSpPr>
          <p:nvPr/>
        </p:nvCxnSpPr>
        <p:spPr bwMode="auto">
          <a:xfrm flipH="1">
            <a:off x="2886075" y="3192463"/>
            <a:ext cx="774700" cy="4318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3" name="AutoShape 12">
            <a:extLst>
              <a:ext uri="{FF2B5EF4-FFF2-40B4-BE49-F238E27FC236}">
                <a16:creationId xmlns:a16="http://schemas.microsoft.com/office/drawing/2014/main" id="{840BB1BA-F577-4164-F7D4-9F7CF7CA0AA8}"/>
              </a:ext>
            </a:extLst>
          </p:cNvPr>
          <p:cNvCxnSpPr>
            <a:cxnSpLocks noChangeShapeType="1"/>
            <a:stCxn id="44035" idx="3"/>
            <a:endCxn id="44038" idx="0"/>
          </p:cNvCxnSpPr>
          <p:nvPr/>
        </p:nvCxnSpPr>
        <p:spPr bwMode="auto">
          <a:xfrm flipH="1">
            <a:off x="2778125" y="2582863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4" name="AutoShape 13">
            <a:extLst>
              <a:ext uri="{FF2B5EF4-FFF2-40B4-BE49-F238E27FC236}">
                <a16:creationId xmlns:a16="http://schemas.microsoft.com/office/drawing/2014/main" id="{1C9FFE24-5922-8BA4-0C0C-25B610759FEC}"/>
              </a:ext>
            </a:extLst>
          </p:cNvPr>
          <p:cNvCxnSpPr>
            <a:cxnSpLocks noChangeShapeType="1"/>
            <a:stCxn id="44037" idx="6"/>
            <a:endCxn id="44040" idx="1"/>
          </p:cNvCxnSpPr>
          <p:nvPr/>
        </p:nvCxnSpPr>
        <p:spPr bwMode="auto">
          <a:xfrm>
            <a:off x="3940175" y="3065464"/>
            <a:ext cx="1168400" cy="4159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5" name="AutoShape 14">
            <a:extLst>
              <a:ext uri="{FF2B5EF4-FFF2-40B4-BE49-F238E27FC236}">
                <a16:creationId xmlns:a16="http://schemas.microsoft.com/office/drawing/2014/main" id="{D4E47E65-660E-DE6F-214F-B7151F3F9CE6}"/>
              </a:ext>
            </a:extLst>
          </p:cNvPr>
          <p:cNvCxnSpPr>
            <a:cxnSpLocks noChangeShapeType="1"/>
            <a:stCxn id="44038" idx="6"/>
            <a:endCxn id="44040" idx="2"/>
          </p:cNvCxnSpPr>
          <p:nvPr/>
        </p:nvCxnSpPr>
        <p:spPr bwMode="auto">
          <a:xfrm flipV="1">
            <a:off x="2949576" y="3598863"/>
            <a:ext cx="2105025" cy="1524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6" name="AutoShape 15">
            <a:extLst>
              <a:ext uri="{FF2B5EF4-FFF2-40B4-BE49-F238E27FC236}">
                <a16:creationId xmlns:a16="http://schemas.microsoft.com/office/drawing/2014/main" id="{554C8FC3-3AA4-F218-794D-FDB54D79D6B4}"/>
              </a:ext>
            </a:extLst>
          </p:cNvPr>
          <p:cNvCxnSpPr>
            <a:cxnSpLocks noChangeShapeType="1"/>
            <a:stCxn id="44035" idx="6"/>
            <a:endCxn id="44036" idx="2"/>
          </p:cNvCxnSpPr>
          <p:nvPr/>
        </p:nvCxnSpPr>
        <p:spPr bwMode="auto">
          <a:xfrm flipV="1">
            <a:off x="3254375" y="2151063"/>
            <a:ext cx="163830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7" name="AutoShape 16">
            <a:extLst>
              <a:ext uri="{FF2B5EF4-FFF2-40B4-BE49-F238E27FC236}">
                <a16:creationId xmlns:a16="http://schemas.microsoft.com/office/drawing/2014/main" id="{35F7B420-FC85-8372-0675-66D23697DC30}"/>
              </a:ext>
            </a:extLst>
          </p:cNvPr>
          <p:cNvCxnSpPr>
            <a:cxnSpLocks noChangeShapeType="1"/>
            <a:stCxn id="44037" idx="7"/>
            <a:endCxn id="44036" idx="3"/>
          </p:cNvCxnSpPr>
          <p:nvPr/>
        </p:nvCxnSpPr>
        <p:spPr bwMode="auto">
          <a:xfrm flipV="1">
            <a:off x="3876675" y="2278063"/>
            <a:ext cx="1079500" cy="6604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8" name="AutoShape 17">
            <a:extLst>
              <a:ext uri="{FF2B5EF4-FFF2-40B4-BE49-F238E27FC236}">
                <a16:creationId xmlns:a16="http://schemas.microsoft.com/office/drawing/2014/main" id="{4C2161C1-6E80-BD97-333C-7AA5AC912837}"/>
              </a:ext>
            </a:extLst>
          </p:cNvPr>
          <p:cNvCxnSpPr>
            <a:cxnSpLocks noChangeShapeType="1"/>
            <a:stCxn id="44039" idx="1"/>
            <a:endCxn id="44036" idx="5"/>
          </p:cNvCxnSpPr>
          <p:nvPr/>
        </p:nvCxnSpPr>
        <p:spPr bwMode="auto">
          <a:xfrm flipH="1" flipV="1">
            <a:off x="5172075" y="2278063"/>
            <a:ext cx="469900" cy="5080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AutoShape 18">
            <a:extLst>
              <a:ext uri="{FF2B5EF4-FFF2-40B4-BE49-F238E27FC236}">
                <a16:creationId xmlns:a16="http://schemas.microsoft.com/office/drawing/2014/main" id="{7CE06AFB-42A0-0582-2F20-C807D28A6E7D}"/>
              </a:ext>
            </a:extLst>
          </p:cNvPr>
          <p:cNvCxnSpPr>
            <a:cxnSpLocks noChangeShapeType="1"/>
            <a:stCxn id="44040" idx="7"/>
            <a:endCxn id="44039" idx="3"/>
          </p:cNvCxnSpPr>
          <p:nvPr/>
        </p:nvCxnSpPr>
        <p:spPr bwMode="auto">
          <a:xfrm flipV="1">
            <a:off x="5324475" y="3040064"/>
            <a:ext cx="317500" cy="4413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50" name="Text Box 19">
            <a:extLst>
              <a:ext uri="{FF2B5EF4-FFF2-40B4-BE49-F238E27FC236}">
                <a16:creationId xmlns:a16="http://schemas.microsoft.com/office/drawing/2014/main" id="{CE47A343-A5B4-F7C8-D771-D70BAC313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166" y="199866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4051" name="Text Box 20">
            <a:extLst>
              <a:ext uri="{FF2B5EF4-FFF2-40B4-BE49-F238E27FC236}">
                <a16:creationId xmlns:a16="http://schemas.microsoft.com/office/drawing/2014/main" id="{D00F9B71-4206-1DBC-8438-DF00E01C5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829" y="23177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4052" name="Text Box 21">
            <a:extLst>
              <a:ext uri="{FF2B5EF4-FFF2-40B4-BE49-F238E27FC236}">
                <a16:creationId xmlns:a16="http://schemas.microsoft.com/office/drawing/2014/main" id="{7971F7DB-D478-7194-5087-0EEE2A7C2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91" y="278606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4053" name="Text Box 22">
            <a:extLst>
              <a:ext uri="{FF2B5EF4-FFF2-40B4-BE49-F238E27FC236}">
                <a16:creationId xmlns:a16="http://schemas.microsoft.com/office/drawing/2014/main" id="{88494F52-6D14-ED7A-C940-8F20DA54A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291" y="30035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54" name="Text Box 23">
            <a:extLst>
              <a:ext uri="{FF2B5EF4-FFF2-40B4-BE49-F238E27FC236}">
                <a16:creationId xmlns:a16="http://schemas.microsoft.com/office/drawing/2014/main" id="{23622065-9D41-AB82-7C7E-73CDF4474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166" y="26987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4055" name="Text Box 24">
            <a:extLst>
              <a:ext uri="{FF2B5EF4-FFF2-40B4-BE49-F238E27FC236}">
                <a16:creationId xmlns:a16="http://schemas.microsoft.com/office/drawing/2014/main" id="{F5FD3193-B36F-D954-709F-93EE5D8D5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2929" y="36893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4056" name="Text Box 25">
            <a:extLst>
              <a:ext uri="{FF2B5EF4-FFF2-40B4-BE49-F238E27FC236}">
                <a16:creationId xmlns:a16="http://schemas.microsoft.com/office/drawing/2014/main" id="{7E743ACA-4DF0-8AB1-695E-EC1674CF3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216" y="31607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4057" name="Text Box 26">
            <a:extLst>
              <a:ext uri="{FF2B5EF4-FFF2-40B4-BE49-F238E27FC236}">
                <a16:creationId xmlns:a16="http://schemas.microsoft.com/office/drawing/2014/main" id="{58CFECBE-22AD-DF2E-3881-C58215359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654" y="25463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44058" name="Text Box 27">
            <a:extLst>
              <a:ext uri="{FF2B5EF4-FFF2-40B4-BE49-F238E27FC236}">
                <a16:creationId xmlns:a16="http://schemas.microsoft.com/office/drawing/2014/main" id="{6BF852B0-DB99-CF9C-EE36-1E33DD747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541" y="326231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59" name="Text Box 28">
            <a:extLst>
              <a:ext uri="{FF2B5EF4-FFF2-40B4-BE49-F238E27FC236}">
                <a16:creationId xmlns:a16="http://schemas.microsoft.com/office/drawing/2014/main" id="{B7BDB225-CD6E-61D5-C6C5-0D7F2F490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9" y="3751264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4060" name="Text Box 29">
            <a:extLst>
              <a:ext uri="{FF2B5EF4-FFF2-40B4-BE49-F238E27FC236}">
                <a16:creationId xmlns:a16="http://schemas.microsoft.com/office/drawing/2014/main" id="{51250FBD-5F87-FB0D-FEC3-A9219B011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9" y="36131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4061" name="Text Box 30">
            <a:extLst>
              <a:ext uri="{FF2B5EF4-FFF2-40B4-BE49-F238E27FC236}">
                <a16:creationId xmlns:a16="http://schemas.microsoft.com/office/drawing/2014/main" id="{598427CA-B729-CE37-623C-232F90B65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9" y="20891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4062" name="Text Box 31">
            <a:extLst>
              <a:ext uri="{FF2B5EF4-FFF2-40B4-BE49-F238E27FC236}">
                <a16:creationId xmlns:a16="http://schemas.microsoft.com/office/drawing/2014/main" id="{B3A971FA-46A7-05C2-7FCA-56ECEA8C0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739" y="259873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4063" name="Text Box 32">
            <a:extLst>
              <a:ext uri="{FF2B5EF4-FFF2-40B4-BE49-F238E27FC236}">
                <a16:creationId xmlns:a16="http://schemas.microsoft.com/office/drawing/2014/main" id="{8BFA96CD-C433-5064-3BC7-602747387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339" y="2544764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4</a:t>
            </a:r>
          </a:p>
        </p:txBody>
      </p:sp>
      <p:sp>
        <p:nvSpPr>
          <p:cNvPr id="44064" name="Text Box 33">
            <a:extLst>
              <a:ext uri="{FF2B5EF4-FFF2-40B4-BE49-F238E27FC236}">
                <a16:creationId xmlns:a16="http://schemas.microsoft.com/office/drawing/2014/main" id="{4870EA48-3097-4B1A-BC2C-FA07F33D1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150" y="178435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7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44065" name="Freeform 34">
            <a:extLst>
              <a:ext uri="{FF2B5EF4-FFF2-40B4-BE49-F238E27FC236}">
                <a16:creationId xmlns:a16="http://schemas.microsoft.com/office/drawing/2014/main" id="{DB28F56B-3C17-22C8-270C-C64F3C7D8C4F}"/>
              </a:ext>
            </a:extLst>
          </p:cNvPr>
          <p:cNvSpPr>
            <a:spLocks/>
          </p:cNvSpPr>
          <p:nvPr/>
        </p:nvSpPr>
        <p:spPr bwMode="auto">
          <a:xfrm>
            <a:off x="6257926" y="3467101"/>
            <a:ext cx="4037013" cy="2582863"/>
          </a:xfrm>
          <a:custGeom>
            <a:avLst/>
            <a:gdLst>
              <a:gd name="T0" fmla="*/ 2147483646 w 2543"/>
              <a:gd name="T1" fmla="*/ 2147483646 h 1627"/>
              <a:gd name="T2" fmla="*/ 2147483646 w 2543"/>
              <a:gd name="T3" fmla="*/ 2147483646 h 1627"/>
              <a:gd name="T4" fmla="*/ 2147483646 w 2543"/>
              <a:gd name="T5" fmla="*/ 2147483646 h 1627"/>
              <a:gd name="T6" fmla="*/ 2147483646 w 2543"/>
              <a:gd name="T7" fmla="*/ 2147483646 h 1627"/>
              <a:gd name="T8" fmla="*/ 2147483646 w 2543"/>
              <a:gd name="T9" fmla="*/ 2147483646 h 1627"/>
              <a:gd name="T10" fmla="*/ 2147483646 w 2543"/>
              <a:gd name="T11" fmla="*/ 2147483646 h 1627"/>
              <a:gd name="T12" fmla="*/ 2147483646 w 2543"/>
              <a:gd name="T13" fmla="*/ 2147483646 h 1627"/>
              <a:gd name="T14" fmla="*/ 2147483646 w 2543"/>
              <a:gd name="T15" fmla="*/ 2147483646 h 1627"/>
              <a:gd name="T16" fmla="*/ 2147483646 w 2543"/>
              <a:gd name="T17" fmla="*/ 2147483646 h 1627"/>
              <a:gd name="T18" fmla="*/ 2147483646 w 2543"/>
              <a:gd name="T19" fmla="*/ 2147483646 h 162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543"/>
              <a:gd name="T31" fmla="*/ 0 h 1627"/>
              <a:gd name="T32" fmla="*/ 2543 w 2543"/>
              <a:gd name="T33" fmla="*/ 1627 h 162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543" h="1627">
                <a:moveTo>
                  <a:pt x="82" y="1000"/>
                </a:moveTo>
                <a:cubicBezTo>
                  <a:pt x="88" y="1162"/>
                  <a:pt x="0" y="1445"/>
                  <a:pt x="70" y="1528"/>
                </a:cubicBezTo>
                <a:cubicBezTo>
                  <a:pt x="260" y="1627"/>
                  <a:pt x="892" y="1604"/>
                  <a:pt x="1224" y="1596"/>
                </a:cubicBezTo>
                <a:cubicBezTo>
                  <a:pt x="1556" y="1588"/>
                  <a:pt x="1862" y="1588"/>
                  <a:pt x="2064" y="1482"/>
                </a:cubicBezTo>
                <a:cubicBezTo>
                  <a:pt x="2266" y="1376"/>
                  <a:pt x="2375" y="1118"/>
                  <a:pt x="2436" y="959"/>
                </a:cubicBezTo>
                <a:cubicBezTo>
                  <a:pt x="2497" y="800"/>
                  <a:pt x="2543" y="678"/>
                  <a:pt x="2430" y="527"/>
                </a:cubicBezTo>
                <a:cubicBezTo>
                  <a:pt x="2317" y="376"/>
                  <a:pt x="2000" y="104"/>
                  <a:pt x="1756" y="52"/>
                </a:cubicBezTo>
                <a:cubicBezTo>
                  <a:pt x="1512" y="0"/>
                  <a:pt x="1222" y="157"/>
                  <a:pt x="964" y="214"/>
                </a:cubicBezTo>
                <a:cubicBezTo>
                  <a:pt x="706" y="271"/>
                  <a:pt x="355" y="263"/>
                  <a:pt x="208" y="394"/>
                </a:cubicBezTo>
                <a:cubicBezTo>
                  <a:pt x="61" y="525"/>
                  <a:pt x="76" y="838"/>
                  <a:pt x="82" y="100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6" name="Oval 35">
            <a:extLst>
              <a:ext uri="{FF2B5EF4-FFF2-40B4-BE49-F238E27FC236}">
                <a16:creationId xmlns:a16="http://schemas.microsoft.com/office/drawing/2014/main" id="{8AA31FCA-EAD3-C66E-5C71-D906D29F4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41402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4067" name="Oval 36">
            <a:extLst>
              <a:ext uri="{FF2B5EF4-FFF2-40B4-BE49-F238E27FC236}">
                <a16:creationId xmlns:a16="http://schemas.microsoft.com/office/drawing/2014/main" id="{51E92F2A-1B1E-1BA6-314B-95C42CE4C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650" y="38354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44068" name="Oval 37">
            <a:extLst>
              <a:ext uri="{FF2B5EF4-FFF2-40B4-BE49-F238E27FC236}">
                <a16:creationId xmlns:a16="http://schemas.microsoft.com/office/drawing/2014/main" id="{71271D40-CA57-A89A-1615-444A6355E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0" y="47498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44069" name="Oval 38">
            <a:extLst>
              <a:ext uri="{FF2B5EF4-FFF2-40B4-BE49-F238E27FC236}">
                <a16:creationId xmlns:a16="http://schemas.microsoft.com/office/drawing/2014/main" id="{D4C3C96C-F494-A8A1-0326-8EC30EE4B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54356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4070" name="Oval 39">
            <a:extLst>
              <a:ext uri="{FF2B5EF4-FFF2-40B4-BE49-F238E27FC236}">
                <a16:creationId xmlns:a16="http://schemas.microsoft.com/office/drawing/2014/main" id="{EF91F757-CAFF-7D3C-40BA-0E32AFF8D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9450" y="45974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44071" name="Oval 40">
            <a:extLst>
              <a:ext uri="{FF2B5EF4-FFF2-40B4-BE49-F238E27FC236}">
                <a16:creationId xmlns:a16="http://schemas.microsoft.com/office/drawing/2014/main" id="{E2B1B7A3-E996-0068-E5CF-B3CB7391E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6050" y="5283200"/>
            <a:ext cx="304800" cy="3048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44072" name="AutoShape 41">
            <a:extLst>
              <a:ext uri="{FF2B5EF4-FFF2-40B4-BE49-F238E27FC236}">
                <a16:creationId xmlns:a16="http://schemas.microsoft.com/office/drawing/2014/main" id="{4E24E596-7E2B-D2B4-D3A6-3B0CF246948D}"/>
              </a:ext>
            </a:extLst>
          </p:cNvPr>
          <p:cNvCxnSpPr>
            <a:cxnSpLocks noChangeShapeType="1"/>
            <a:stCxn id="44066" idx="5"/>
            <a:endCxn id="44068" idx="1"/>
          </p:cNvCxnSpPr>
          <p:nvPr/>
        </p:nvCxnSpPr>
        <p:spPr bwMode="auto">
          <a:xfrm>
            <a:off x="7162800" y="4419600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73" name="AutoShape 42">
            <a:extLst>
              <a:ext uri="{FF2B5EF4-FFF2-40B4-BE49-F238E27FC236}">
                <a16:creationId xmlns:a16="http://schemas.microsoft.com/office/drawing/2014/main" id="{3BBDD0E5-059E-B67C-EE6B-F712C63E5872}"/>
              </a:ext>
            </a:extLst>
          </p:cNvPr>
          <p:cNvCxnSpPr>
            <a:cxnSpLocks noChangeShapeType="1"/>
            <a:stCxn id="44068" idx="3"/>
            <a:endCxn id="44069" idx="7"/>
          </p:cNvCxnSpPr>
          <p:nvPr/>
        </p:nvCxnSpPr>
        <p:spPr bwMode="auto">
          <a:xfrm flipH="1">
            <a:off x="6858000" y="5029200"/>
            <a:ext cx="774700" cy="4318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74" name="AutoShape 43">
            <a:extLst>
              <a:ext uri="{FF2B5EF4-FFF2-40B4-BE49-F238E27FC236}">
                <a16:creationId xmlns:a16="http://schemas.microsoft.com/office/drawing/2014/main" id="{E52EAC16-F48B-9CF2-F1B5-E83B4A68D73A}"/>
              </a:ext>
            </a:extLst>
          </p:cNvPr>
          <p:cNvCxnSpPr>
            <a:cxnSpLocks noChangeShapeType="1"/>
            <a:stCxn id="44066" idx="3"/>
            <a:endCxn id="44069" idx="0"/>
          </p:cNvCxnSpPr>
          <p:nvPr/>
        </p:nvCxnSpPr>
        <p:spPr bwMode="auto">
          <a:xfrm flipH="1">
            <a:off x="6750050" y="44196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75" name="AutoShape 44">
            <a:extLst>
              <a:ext uri="{FF2B5EF4-FFF2-40B4-BE49-F238E27FC236}">
                <a16:creationId xmlns:a16="http://schemas.microsoft.com/office/drawing/2014/main" id="{A82CE848-775A-7DD1-214A-EA2579658FBC}"/>
              </a:ext>
            </a:extLst>
          </p:cNvPr>
          <p:cNvCxnSpPr>
            <a:cxnSpLocks noChangeShapeType="1"/>
            <a:stCxn id="44068" idx="6"/>
            <a:endCxn id="44071" idx="1"/>
          </p:cNvCxnSpPr>
          <p:nvPr/>
        </p:nvCxnSpPr>
        <p:spPr bwMode="auto">
          <a:xfrm>
            <a:off x="7912100" y="4902200"/>
            <a:ext cx="1168400" cy="4064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76" name="AutoShape 45">
            <a:extLst>
              <a:ext uri="{FF2B5EF4-FFF2-40B4-BE49-F238E27FC236}">
                <a16:creationId xmlns:a16="http://schemas.microsoft.com/office/drawing/2014/main" id="{F5CC737A-D2C3-60F8-1190-938C04B94FB6}"/>
              </a:ext>
            </a:extLst>
          </p:cNvPr>
          <p:cNvCxnSpPr>
            <a:cxnSpLocks noChangeShapeType="1"/>
            <a:stCxn id="44069" idx="6"/>
            <a:endCxn id="44071" idx="2"/>
          </p:cNvCxnSpPr>
          <p:nvPr/>
        </p:nvCxnSpPr>
        <p:spPr bwMode="auto">
          <a:xfrm flipV="1">
            <a:off x="6921500" y="5435600"/>
            <a:ext cx="2095500" cy="1524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77" name="AutoShape 46">
            <a:extLst>
              <a:ext uri="{FF2B5EF4-FFF2-40B4-BE49-F238E27FC236}">
                <a16:creationId xmlns:a16="http://schemas.microsoft.com/office/drawing/2014/main" id="{751CC234-A277-83FD-3089-E570E06F1875}"/>
              </a:ext>
            </a:extLst>
          </p:cNvPr>
          <p:cNvCxnSpPr>
            <a:cxnSpLocks noChangeShapeType="1"/>
            <a:stCxn id="44066" idx="6"/>
            <a:endCxn id="44067" idx="2"/>
          </p:cNvCxnSpPr>
          <p:nvPr/>
        </p:nvCxnSpPr>
        <p:spPr bwMode="auto">
          <a:xfrm flipV="1">
            <a:off x="7226300" y="3987800"/>
            <a:ext cx="163830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78" name="AutoShape 47">
            <a:extLst>
              <a:ext uri="{FF2B5EF4-FFF2-40B4-BE49-F238E27FC236}">
                <a16:creationId xmlns:a16="http://schemas.microsoft.com/office/drawing/2014/main" id="{95EEA51E-CA29-B28B-886B-217433853AF9}"/>
              </a:ext>
            </a:extLst>
          </p:cNvPr>
          <p:cNvCxnSpPr>
            <a:cxnSpLocks noChangeShapeType="1"/>
            <a:stCxn id="44068" idx="7"/>
            <a:endCxn id="44067" idx="3"/>
          </p:cNvCxnSpPr>
          <p:nvPr/>
        </p:nvCxnSpPr>
        <p:spPr bwMode="auto">
          <a:xfrm flipV="1">
            <a:off x="7848600" y="4114800"/>
            <a:ext cx="1079500" cy="6604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79" name="AutoShape 48">
            <a:extLst>
              <a:ext uri="{FF2B5EF4-FFF2-40B4-BE49-F238E27FC236}">
                <a16:creationId xmlns:a16="http://schemas.microsoft.com/office/drawing/2014/main" id="{72A64654-AF46-A1B2-E0DF-5C5B4A818D93}"/>
              </a:ext>
            </a:extLst>
          </p:cNvPr>
          <p:cNvCxnSpPr>
            <a:cxnSpLocks noChangeShapeType="1"/>
            <a:stCxn id="44070" idx="1"/>
            <a:endCxn id="44067" idx="5"/>
          </p:cNvCxnSpPr>
          <p:nvPr/>
        </p:nvCxnSpPr>
        <p:spPr bwMode="auto">
          <a:xfrm flipH="1" flipV="1">
            <a:off x="9144000" y="4114800"/>
            <a:ext cx="469900" cy="5080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80" name="AutoShape 49">
            <a:extLst>
              <a:ext uri="{FF2B5EF4-FFF2-40B4-BE49-F238E27FC236}">
                <a16:creationId xmlns:a16="http://schemas.microsoft.com/office/drawing/2014/main" id="{AEA5C342-F0AB-F808-7794-57B0952F50DF}"/>
              </a:ext>
            </a:extLst>
          </p:cNvPr>
          <p:cNvCxnSpPr>
            <a:cxnSpLocks noChangeShapeType="1"/>
            <a:stCxn id="44071" idx="7"/>
            <a:endCxn id="44070" idx="3"/>
          </p:cNvCxnSpPr>
          <p:nvPr/>
        </p:nvCxnSpPr>
        <p:spPr bwMode="auto">
          <a:xfrm flipV="1">
            <a:off x="9296400" y="4876800"/>
            <a:ext cx="317500" cy="431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81" name="Text Box 50">
            <a:extLst>
              <a:ext uri="{FF2B5EF4-FFF2-40B4-BE49-F238E27FC236}">
                <a16:creationId xmlns:a16="http://schemas.microsoft.com/office/drawing/2014/main" id="{CE17071D-4241-2692-8C79-0EE774B84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7091" y="3835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4082" name="Text Box 51">
            <a:extLst>
              <a:ext uri="{FF2B5EF4-FFF2-40B4-BE49-F238E27FC236}">
                <a16:creationId xmlns:a16="http://schemas.microsoft.com/office/drawing/2014/main" id="{84B12FD4-6CDD-8C9E-037C-C71167687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7754" y="41544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4083" name="Text Box 52">
            <a:extLst>
              <a:ext uri="{FF2B5EF4-FFF2-40B4-BE49-F238E27FC236}">
                <a16:creationId xmlns:a16="http://schemas.microsoft.com/office/drawing/2014/main" id="{F816AD25-0436-C39A-3A79-CD3486568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716" y="46228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4084" name="Text Box 53">
            <a:extLst>
              <a:ext uri="{FF2B5EF4-FFF2-40B4-BE49-F238E27FC236}">
                <a16:creationId xmlns:a16="http://schemas.microsoft.com/office/drawing/2014/main" id="{6222A1EE-4B8A-2100-6081-731E981A6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6216" y="48402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85" name="Text Box 54">
            <a:extLst>
              <a:ext uri="{FF2B5EF4-FFF2-40B4-BE49-F238E27FC236}">
                <a16:creationId xmlns:a16="http://schemas.microsoft.com/office/drawing/2014/main" id="{CB87B2F8-E62A-D576-EE00-8C199C9E9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091" y="45354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4086" name="Text Box 55">
            <a:extLst>
              <a:ext uri="{FF2B5EF4-FFF2-40B4-BE49-F238E27FC236}">
                <a16:creationId xmlns:a16="http://schemas.microsoft.com/office/drawing/2014/main" id="{94E2AFCF-ED6F-63E2-0C75-057F11F41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854" y="5526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4087" name="Text Box 56">
            <a:extLst>
              <a:ext uri="{FF2B5EF4-FFF2-40B4-BE49-F238E27FC236}">
                <a16:creationId xmlns:a16="http://schemas.microsoft.com/office/drawing/2014/main" id="{4789C0D4-29B7-35F2-0FDD-E6E2FFF31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0141" y="49974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4088" name="Text Box 57">
            <a:extLst>
              <a:ext uri="{FF2B5EF4-FFF2-40B4-BE49-F238E27FC236}">
                <a16:creationId xmlns:a16="http://schemas.microsoft.com/office/drawing/2014/main" id="{6AB83155-63C3-F0A4-5073-596B106F7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8579" y="4383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44089" name="Text Box 58">
            <a:extLst>
              <a:ext uri="{FF2B5EF4-FFF2-40B4-BE49-F238E27FC236}">
                <a16:creationId xmlns:a16="http://schemas.microsoft.com/office/drawing/2014/main" id="{F094B887-3E96-F0C2-42A7-032014907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466" y="50990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90" name="Text Box 59">
            <a:extLst>
              <a:ext uri="{FF2B5EF4-FFF2-40B4-BE49-F238E27FC236}">
                <a16:creationId xmlns:a16="http://schemas.microsoft.com/office/drawing/2014/main" id="{49645A20-82B4-234C-B1D2-335F52BFE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464" y="558800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4091" name="Text Box 60">
            <a:extLst>
              <a:ext uri="{FF2B5EF4-FFF2-40B4-BE49-F238E27FC236}">
                <a16:creationId xmlns:a16="http://schemas.microsoft.com/office/drawing/2014/main" id="{9EBAB72D-C5CD-8A37-C46B-8D1223C39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3064" y="544988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4092" name="Text Box 61">
            <a:extLst>
              <a:ext uri="{FF2B5EF4-FFF2-40B4-BE49-F238E27FC236}">
                <a16:creationId xmlns:a16="http://schemas.microsoft.com/office/drawing/2014/main" id="{D5C7A261-D30F-CD93-C761-DAD0E8308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4" y="3925889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4093" name="Text Box 62">
            <a:extLst>
              <a:ext uri="{FF2B5EF4-FFF2-40B4-BE49-F238E27FC236}">
                <a16:creationId xmlns:a16="http://schemas.microsoft.com/office/drawing/2014/main" id="{67F63E4F-70A8-179D-8116-A12DFF71D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6664" y="44354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4094" name="Text Box 63">
            <a:extLst>
              <a:ext uri="{FF2B5EF4-FFF2-40B4-BE49-F238E27FC236}">
                <a16:creationId xmlns:a16="http://schemas.microsoft.com/office/drawing/2014/main" id="{EBB3FA56-8DD5-A5C0-F679-B48FEB39E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7264" y="438150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4</a:t>
            </a:r>
          </a:p>
        </p:txBody>
      </p:sp>
      <p:sp>
        <p:nvSpPr>
          <p:cNvPr id="44095" name="Text Box 64">
            <a:extLst>
              <a:ext uri="{FF2B5EF4-FFF2-40B4-BE49-F238E27FC236}">
                <a16:creationId xmlns:a16="http://schemas.microsoft.com/office/drawing/2014/main" id="{AFFB0BBC-1168-9F86-783E-BCE62BD20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9075" y="3621089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7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44096" name="AutoShape 65">
            <a:extLst>
              <a:ext uri="{FF2B5EF4-FFF2-40B4-BE49-F238E27FC236}">
                <a16:creationId xmlns:a16="http://schemas.microsoft.com/office/drawing/2014/main" id="{0F3CC86A-F287-D003-2706-05C92D20F152}"/>
              </a:ext>
            </a:extLst>
          </p:cNvPr>
          <p:cNvSpPr>
            <a:spLocks noChangeArrowheads="1"/>
          </p:cNvSpPr>
          <p:nvPr/>
        </p:nvSpPr>
        <p:spPr bwMode="auto">
          <a:xfrm rot="13500000" flipH="1" flipV="1">
            <a:off x="5765007" y="3796507"/>
            <a:ext cx="738188" cy="333375"/>
          </a:xfrm>
          <a:prstGeom prst="rightArrow">
            <a:avLst>
              <a:gd name="adj1" fmla="val 50000"/>
              <a:gd name="adj2" fmla="val 553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026">
            <a:extLst>
              <a:ext uri="{FF2B5EF4-FFF2-40B4-BE49-F238E27FC236}">
                <a16:creationId xmlns:a16="http://schemas.microsoft.com/office/drawing/2014/main" id="{E248AFE7-3DCF-2DFE-8AA9-09D541754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</a:t>
            </a:r>
          </a:p>
        </p:txBody>
      </p:sp>
      <p:sp>
        <p:nvSpPr>
          <p:cNvPr id="45058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926B3F5-F7D6-14D2-36F8-F540FD9A7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295400"/>
            <a:ext cx="80772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Graph operations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Method incidentEdges is called once for each vertex</a:t>
            </a:r>
          </a:p>
          <a:p>
            <a:pPr lvl="1">
              <a:lnSpc>
                <a:spcPct val="90000"/>
              </a:lnSpc>
            </a:pPr>
            <a:endParaRPr lang="en-US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Priority queue operations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Each vertex is inserted once into and removed once from the priority queue, where each insertion or removal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 key of a vertex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/>
              <a:t> in the priority queue is modified at most </a:t>
            </a:r>
            <a:r>
              <a:rPr lang="en-US" altLang="en-US" sz="1800">
                <a:latin typeface="Times New Roman" panose="02020603050405020304" pitchFamily="18" charset="0"/>
              </a:rPr>
              <a:t>deg(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times, where each key change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 </a:t>
            </a:r>
          </a:p>
          <a:p>
            <a:pPr lvl="1">
              <a:lnSpc>
                <a:spcPct val="90000"/>
              </a:lnSpc>
            </a:pPr>
            <a:endParaRPr lang="en-US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Prim-Jarnik’s algorithm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>
                <a:latin typeface="Times New Roman" panose="02020603050405020304" pitchFamily="18" charset="0"/>
              </a:rPr>
              <a:t> m</a:t>
            </a:r>
            <a:r>
              <a:rPr lang="en-US" altLang="en-US" sz="2000">
                <a:latin typeface="Times New Roman" panose="02020603050405020304" pitchFamily="18" charset="0"/>
              </a:rPr>
              <a:t>) 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 provided the graph is represented by the adjacency list structure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Recall that </a:t>
            </a:r>
            <a:r>
              <a:rPr lang="en-US" altLang="en-US" b="1">
                <a:latin typeface="Symbol" panose="05050102010706020507" pitchFamily="18" charset="2"/>
              </a:rPr>
              <a:t>S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latin typeface="Times New Roman" panose="02020603050405020304" pitchFamily="18" charset="0"/>
              </a:rPr>
              <a:t>deg(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Symbol" panose="05050102010706020507" pitchFamily="18" charset="2"/>
              </a:rPr>
              <a:t>=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>
                <a:latin typeface="Times New Roman" panose="02020603050405020304" pitchFamily="18" charset="0"/>
              </a:rPr>
              <a:t>m</a:t>
            </a:r>
          </a:p>
          <a:p>
            <a:pPr lvl="1">
              <a:lnSpc>
                <a:spcPct val="90000"/>
              </a:lnSpc>
            </a:pPr>
            <a:endParaRPr lang="en-US" altLang="en-US" sz="1800" b="1" i="1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/>
              <a:t>The running time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  <a:r>
              <a:rPr lang="en-US" altLang="en-US" sz="2000">
                <a:latin typeface="Times New Roman" panose="02020603050405020304" pitchFamily="18" charset="0"/>
              </a:rPr>
              <a:t> 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since the graph is connected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(m ≥ n-1).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8AAB2BE1-71D4-2720-6CF8-63427D1FD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Extra Slides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718DED34-9A45-D90F-63E3-A3A183E08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Baruvka’s Algorithm</a:t>
            </a:r>
          </a:p>
        </p:txBody>
      </p:sp>
      <p:sp>
        <p:nvSpPr>
          <p:cNvPr id="4710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959CF9B-7F1E-0367-4BD5-3568242696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371600"/>
            <a:ext cx="7924800" cy="4648200"/>
          </a:xfrm>
        </p:spPr>
        <p:txBody>
          <a:bodyPr>
            <a:normAutofit lnSpcReduction="10000"/>
          </a:bodyPr>
          <a:lstStyle/>
          <a:p>
            <a:r>
              <a:rPr lang="en-US" altLang="en-US" sz="2000"/>
              <a:t> Like Kruskal’s Algorithm, Baruvka’s algorithm grows many “clouds” at once.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Each iteration of the while-loop halves the number of connected compontents in T.</a:t>
            </a:r>
          </a:p>
          <a:p>
            <a:pPr lvl="1"/>
            <a:r>
              <a:rPr lang="en-US" altLang="en-US" sz="1800"/>
              <a:t>The running time is O(m log n).</a:t>
            </a:r>
          </a:p>
        </p:txBody>
      </p:sp>
      <p:sp>
        <p:nvSpPr>
          <p:cNvPr id="47107" name="Text Box 4">
            <a:extLst>
              <a:ext uri="{FF2B5EF4-FFF2-40B4-BE49-F238E27FC236}">
                <a16:creationId xmlns:a16="http://schemas.microsoft.com/office/drawing/2014/main" id="{88D8DC73-34D3-A507-BFCC-CFE71FCEC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362200"/>
            <a:ext cx="7848600" cy="1854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BaruvkaMST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 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{just the vertices of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en-US" sz="18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while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has fewer than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 edges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each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connected component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in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Let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edge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be the smallest-weight edge from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to another component in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is not in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en-US" altLang="en-US" sz="18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	Add edge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return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3">
            <a:extLst>
              <a:ext uri="{FF2B5EF4-FFF2-40B4-BE49-F238E27FC236}">
                <a16:creationId xmlns:a16="http://schemas.microsoft.com/office/drawing/2014/main" id="{79BA2CC3-B01C-BB84-0FD9-43604BAB0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25" y="31750"/>
            <a:ext cx="8007350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0" name="Rectangle 2">
            <a:extLst>
              <a:ext uri="{FF2B5EF4-FFF2-40B4-BE49-F238E27FC236}">
                <a16:creationId xmlns:a16="http://schemas.microsoft.com/office/drawing/2014/main" id="{55A9117B-0E2C-D8C7-AEDC-67782E0D4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3200400" cy="8382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Baruvka Example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81808586-78AB-FADE-C0C8-3511DAD4F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49154" name="Picture 3">
            <a:extLst>
              <a:ext uri="{FF2B5EF4-FFF2-40B4-BE49-F238E27FC236}">
                <a16:creationId xmlns:a16="http://schemas.microsoft.com/office/drawing/2014/main" id="{E63E39BA-3077-1C99-19D6-2D99E19B2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4" y="31750"/>
            <a:ext cx="810418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AutoShape 2">
            <a:extLst>
              <a:ext uri="{FF2B5EF4-FFF2-40B4-BE49-F238E27FC236}">
                <a16:creationId xmlns:a16="http://schemas.microsoft.com/office/drawing/2014/main" id="{4AA6B0DF-AFCB-9063-DF4F-8FDB4ABBBC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43114" y="31750"/>
            <a:ext cx="8104187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7844EC3F-CDDE-CDB7-8CB4-C95225011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altLang="en-US"/>
              <a:t>Example</a:t>
            </a:r>
          </a:p>
        </p:txBody>
      </p:sp>
      <p:sp>
        <p:nvSpPr>
          <p:cNvPr id="50178" name="Freeform 3">
            <a:extLst>
              <a:ext uri="{FF2B5EF4-FFF2-40B4-BE49-F238E27FC236}">
                <a16:creationId xmlns:a16="http://schemas.microsoft.com/office/drawing/2014/main" id="{2B517499-A4FD-DC4C-5E05-43DD1B0733D5}"/>
              </a:ext>
            </a:extLst>
          </p:cNvPr>
          <p:cNvSpPr>
            <a:spLocks/>
          </p:cNvSpPr>
          <p:nvPr/>
        </p:nvSpPr>
        <p:spPr bwMode="auto">
          <a:xfrm>
            <a:off x="2082800" y="533400"/>
            <a:ext cx="7518400" cy="5867400"/>
          </a:xfrm>
          <a:custGeom>
            <a:avLst/>
            <a:gdLst>
              <a:gd name="T0" fmla="*/ 2147483646 w 4736"/>
              <a:gd name="T1" fmla="*/ 2147483646 h 4002"/>
              <a:gd name="T2" fmla="*/ 2147483646 w 4736"/>
              <a:gd name="T3" fmla="*/ 2147483646 h 4002"/>
              <a:gd name="T4" fmla="*/ 2147483646 w 4736"/>
              <a:gd name="T5" fmla="*/ 2147483646 h 4002"/>
              <a:gd name="T6" fmla="*/ 2147483646 w 4736"/>
              <a:gd name="T7" fmla="*/ 2147483646 h 4002"/>
              <a:gd name="T8" fmla="*/ 2147483646 w 4736"/>
              <a:gd name="T9" fmla="*/ 2147483646 h 4002"/>
              <a:gd name="T10" fmla="*/ 2147483646 w 4736"/>
              <a:gd name="T11" fmla="*/ 2147483646 h 4002"/>
              <a:gd name="T12" fmla="*/ 2147483646 w 4736"/>
              <a:gd name="T13" fmla="*/ 2147483646 h 4002"/>
              <a:gd name="T14" fmla="*/ 2147483646 w 4736"/>
              <a:gd name="T15" fmla="*/ 0 h 4002"/>
              <a:gd name="T16" fmla="*/ 2147483646 w 4736"/>
              <a:gd name="T17" fmla="*/ 2147483646 h 4002"/>
              <a:gd name="T18" fmla="*/ 2147483646 w 4736"/>
              <a:gd name="T19" fmla="*/ 2147483646 h 4002"/>
              <a:gd name="T20" fmla="*/ 2147483646 w 4736"/>
              <a:gd name="T21" fmla="*/ 2147483646 h 4002"/>
              <a:gd name="T22" fmla="*/ 2147483646 w 4736"/>
              <a:gd name="T23" fmla="*/ 2147483646 h 4002"/>
              <a:gd name="T24" fmla="*/ 2147483646 w 4736"/>
              <a:gd name="T25" fmla="*/ 2147483646 h 4002"/>
              <a:gd name="T26" fmla="*/ 2147483646 w 4736"/>
              <a:gd name="T27" fmla="*/ 2147483646 h 4002"/>
              <a:gd name="T28" fmla="*/ 2147483646 w 4736"/>
              <a:gd name="T29" fmla="*/ 2147483646 h 4002"/>
              <a:gd name="T30" fmla="*/ 2147483646 w 4736"/>
              <a:gd name="T31" fmla="*/ 2147483646 h 4002"/>
              <a:gd name="T32" fmla="*/ 2147483646 w 4736"/>
              <a:gd name="T33" fmla="*/ 2147483646 h 4002"/>
              <a:gd name="T34" fmla="*/ 2147483646 w 4736"/>
              <a:gd name="T35" fmla="*/ 2147483646 h 4002"/>
              <a:gd name="T36" fmla="*/ 2147483646 w 4736"/>
              <a:gd name="T37" fmla="*/ 2147483646 h 4002"/>
              <a:gd name="T38" fmla="*/ 2147483646 w 4736"/>
              <a:gd name="T39" fmla="*/ 2147483646 h 4002"/>
              <a:gd name="T40" fmla="*/ 2147483646 w 4736"/>
              <a:gd name="T41" fmla="*/ 2147483646 h 4002"/>
              <a:gd name="T42" fmla="*/ 2147483646 w 4736"/>
              <a:gd name="T43" fmla="*/ 2147483646 h 4002"/>
              <a:gd name="T44" fmla="*/ 2147483646 w 4736"/>
              <a:gd name="T45" fmla="*/ 2147483646 h 4002"/>
              <a:gd name="T46" fmla="*/ 2147483646 w 4736"/>
              <a:gd name="T47" fmla="*/ 2147483646 h 4002"/>
              <a:gd name="T48" fmla="*/ 2147483646 w 4736"/>
              <a:gd name="T49" fmla="*/ 2147483646 h 4002"/>
              <a:gd name="T50" fmla="*/ 2147483646 w 4736"/>
              <a:gd name="T51" fmla="*/ 2147483646 h 4002"/>
              <a:gd name="T52" fmla="*/ 2147483646 w 4736"/>
              <a:gd name="T53" fmla="*/ 2147483646 h 4002"/>
              <a:gd name="T54" fmla="*/ 2147483646 w 4736"/>
              <a:gd name="T55" fmla="*/ 2147483646 h 4002"/>
              <a:gd name="T56" fmla="*/ 2147483646 w 4736"/>
              <a:gd name="T57" fmla="*/ 2147483646 h 4002"/>
              <a:gd name="T58" fmla="*/ 2147483646 w 4736"/>
              <a:gd name="T59" fmla="*/ 2147483646 h 4002"/>
              <a:gd name="T60" fmla="*/ 2147483646 w 4736"/>
              <a:gd name="T61" fmla="*/ 2147483646 h 4002"/>
              <a:gd name="T62" fmla="*/ 2147483646 w 4736"/>
              <a:gd name="T63" fmla="*/ 2147483646 h 4002"/>
              <a:gd name="T64" fmla="*/ 2147483646 w 4736"/>
              <a:gd name="T65" fmla="*/ 2147483646 h 4002"/>
              <a:gd name="T66" fmla="*/ 2147483646 w 4736"/>
              <a:gd name="T67" fmla="*/ 2147483646 h 4002"/>
              <a:gd name="T68" fmla="*/ 2147483646 w 4736"/>
              <a:gd name="T69" fmla="*/ 2147483646 h 4002"/>
              <a:gd name="T70" fmla="*/ 2147483646 w 4736"/>
              <a:gd name="T71" fmla="*/ 2147483646 h 4002"/>
              <a:gd name="T72" fmla="*/ 2147483646 w 4736"/>
              <a:gd name="T73" fmla="*/ 2147483646 h 4002"/>
              <a:gd name="T74" fmla="*/ 2147483646 w 4736"/>
              <a:gd name="T75" fmla="*/ 2147483646 h 4002"/>
              <a:gd name="T76" fmla="*/ 2147483646 w 4736"/>
              <a:gd name="T77" fmla="*/ 2147483646 h 4002"/>
              <a:gd name="T78" fmla="*/ 2147483646 w 4736"/>
              <a:gd name="T79" fmla="*/ 2147483646 h 4002"/>
              <a:gd name="T80" fmla="*/ 2147483646 w 4736"/>
              <a:gd name="T81" fmla="*/ 2147483646 h 4002"/>
              <a:gd name="T82" fmla="*/ 2147483646 w 4736"/>
              <a:gd name="T83" fmla="*/ 2147483646 h 4002"/>
              <a:gd name="T84" fmla="*/ 2147483646 w 4736"/>
              <a:gd name="T85" fmla="*/ 2147483646 h 4002"/>
              <a:gd name="T86" fmla="*/ 2147483646 w 4736"/>
              <a:gd name="T87" fmla="*/ 2147483646 h 4002"/>
              <a:gd name="T88" fmla="*/ 2147483646 w 4736"/>
              <a:gd name="T89" fmla="*/ 2147483646 h 4002"/>
              <a:gd name="T90" fmla="*/ 2147483646 w 4736"/>
              <a:gd name="T91" fmla="*/ 2147483646 h 4002"/>
              <a:gd name="T92" fmla="*/ 2147483646 w 4736"/>
              <a:gd name="T93" fmla="*/ 2147483646 h 4002"/>
              <a:gd name="T94" fmla="*/ 0 w 4736"/>
              <a:gd name="T95" fmla="*/ 2147483646 h 4002"/>
              <a:gd name="T96" fmla="*/ 0 w 4736"/>
              <a:gd name="T97" fmla="*/ 2147483646 h 4002"/>
              <a:gd name="T98" fmla="*/ 2147483646 w 4736"/>
              <a:gd name="T99" fmla="*/ 2147483646 h 4002"/>
              <a:gd name="T100" fmla="*/ 2147483646 w 4736"/>
              <a:gd name="T101" fmla="*/ 2147483646 h 4002"/>
              <a:gd name="T102" fmla="*/ 2147483646 w 4736"/>
              <a:gd name="T103" fmla="*/ 2147483646 h 4002"/>
              <a:gd name="T104" fmla="*/ 2147483646 w 4736"/>
              <a:gd name="T105" fmla="*/ 2147483646 h 4002"/>
              <a:gd name="T106" fmla="*/ 2147483646 w 4736"/>
              <a:gd name="T107" fmla="*/ 2147483646 h 4002"/>
              <a:gd name="T108" fmla="*/ 2147483646 w 4736"/>
              <a:gd name="T109" fmla="*/ 2147483646 h 4002"/>
              <a:gd name="T110" fmla="*/ 2147483646 w 4736"/>
              <a:gd name="T111" fmla="*/ 2147483646 h 4002"/>
              <a:gd name="T112" fmla="*/ 2147483646 w 4736"/>
              <a:gd name="T113" fmla="*/ 2147483646 h 4002"/>
              <a:gd name="T114" fmla="*/ 2147483646 w 4736"/>
              <a:gd name="T115" fmla="*/ 2147483646 h 4002"/>
              <a:gd name="T116" fmla="*/ 2147483646 w 4736"/>
              <a:gd name="T117" fmla="*/ 2147483646 h 400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4736"/>
              <a:gd name="T178" fmla="*/ 0 h 4002"/>
              <a:gd name="T179" fmla="*/ 4736 w 4736"/>
              <a:gd name="T180" fmla="*/ 4002 h 4002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4736" h="4002">
                <a:moveTo>
                  <a:pt x="1336" y="528"/>
                </a:moveTo>
                <a:lnTo>
                  <a:pt x="1592" y="416"/>
                </a:lnTo>
                <a:lnTo>
                  <a:pt x="1840" y="280"/>
                </a:lnTo>
                <a:lnTo>
                  <a:pt x="2088" y="160"/>
                </a:lnTo>
                <a:lnTo>
                  <a:pt x="2224" y="112"/>
                </a:lnTo>
                <a:lnTo>
                  <a:pt x="2368" y="88"/>
                </a:lnTo>
                <a:lnTo>
                  <a:pt x="3008" y="24"/>
                </a:lnTo>
                <a:lnTo>
                  <a:pt x="3336" y="0"/>
                </a:lnTo>
                <a:lnTo>
                  <a:pt x="3656" y="16"/>
                </a:lnTo>
                <a:lnTo>
                  <a:pt x="3808" y="48"/>
                </a:lnTo>
                <a:lnTo>
                  <a:pt x="3960" y="88"/>
                </a:lnTo>
                <a:lnTo>
                  <a:pt x="4096" y="144"/>
                </a:lnTo>
                <a:lnTo>
                  <a:pt x="4224" y="224"/>
                </a:lnTo>
                <a:lnTo>
                  <a:pt x="4312" y="296"/>
                </a:lnTo>
                <a:lnTo>
                  <a:pt x="4384" y="376"/>
                </a:lnTo>
                <a:lnTo>
                  <a:pt x="4512" y="560"/>
                </a:lnTo>
                <a:lnTo>
                  <a:pt x="4608" y="760"/>
                </a:lnTo>
                <a:lnTo>
                  <a:pt x="4664" y="969"/>
                </a:lnTo>
                <a:lnTo>
                  <a:pt x="4712" y="1249"/>
                </a:lnTo>
                <a:lnTo>
                  <a:pt x="4728" y="1537"/>
                </a:lnTo>
                <a:lnTo>
                  <a:pt x="4720" y="2113"/>
                </a:lnTo>
                <a:lnTo>
                  <a:pt x="4736" y="2673"/>
                </a:lnTo>
                <a:lnTo>
                  <a:pt x="4720" y="2801"/>
                </a:lnTo>
                <a:lnTo>
                  <a:pt x="4688" y="2921"/>
                </a:lnTo>
                <a:lnTo>
                  <a:pt x="4640" y="3034"/>
                </a:lnTo>
                <a:lnTo>
                  <a:pt x="4560" y="3138"/>
                </a:lnTo>
                <a:lnTo>
                  <a:pt x="4456" y="3242"/>
                </a:lnTo>
                <a:lnTo>
                  <a:pt x="4344" y="3322"/>
                </a:lnTo>
                <a:lnTo>
                  <a:pt x="4104" y="3466"/>
                </a:lnTo>
                <a:lnTo>
                  <a:pt x="3632" y="3714"/>
                </a:lnTo>
                <a:lnTo>
                  <a:pt x="3416" y="3834"/>
                </a:lnTo>
                <a:lnTo>
                  <a:pt x="3184" y="3914"/>
                </a:lnTo>
                <a:lnTo>
                  <a:pt x="2936" y="3970"/>
                </a:lnTo>
                <a:lnTo>
                  <a:pt x="2688" y="3994"/>
                </a:lnTo>
                <a:lnTo>
                  <a:pt x="2432" y="4002"/>
                </a:lnTo>
                <a:lnTo>
                  <a:pt x="2176" y="3986"/>
                </a:lnTo>
                <a:lnTo>
                  <a:pt x="1928" y="3946"/>
                </a:lnTo>
                <a:lnTo>
                  <a:pt x="1688" y="3890"/>
                </a:lnTo>
                <a:lnTo>
                  <a:pt x="1088" y="3738"/>
                </a:lnTo>
                <a:lnTo>
                  <a:pt x="784" y="3658"/>
                </a:lnTo>
                <a:lnTo>
                  <a:pt x="496" y="3554"/>
                </a:lnTo>
                <a:lnTo>
                  <a:pt x="384" y="3490"/>
                </a:lnTo>
                <a:lnTo>
                  <a:pt x="280" y="3410"/>
                </a:lnTo>
                <a:lnTo>
                  <a:pt x="192" y="3314"/>
                </a:lnTo>
                <a:lnTo>
                  <a:pt x="120" y="3202"/>
                </a:lnTo>
                <a:lnTo>
                  <a:pt x="64" y="3082"/>
                </a:lnTo>
                <a:lnTo>
                  <a:pt x="24" y="2953"/>
                </a:lnTo>
                <a:lnTo>
                  <a:pt x="0" y="2817"/>
                </a:lnTo>
                <a:lnTo>
                  <a:pt x="0" y="2681"/>
                </a:lnTo>
                <a:lnTo>
                  <a:pt x="48" y="2145"/>
                </a:lnTo>
                <a:lnTo>
                  <a:pt x="88" y="1961"/>
                </a:lnTo>
                <a:lnTo>
                  <a:pt x="128" y="1817"/>
                </a:lnTo>
                <a:lnTo>
                  <a:pt x="240" y="1577"/>
                </a:lnTo>
                <a:lnTo>
                  <a:pt x="400" y="1313"/>
                </a:lnTo>
                <a:lnTo>
                  <a:pt x="568" y="1057"/>
                </a:lnTo>
                <a:lnTo>
                  <a:pt x="632" y="969"/>
                </a:lnTo>
                <a:lnTo>
                  <a:pt x="712" y="889"/>
                </a:lnTo>
                <a:lnTo>
                  <a:pt x="928" y="744"/>
                </a:lnTo>
                <a:lnTo>
                  <a:pt x="1336" y="52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79" name="Freeform 4">
            <a:extLst>
              <a:ext uri="{FF2B5EF4-FFF2-40B4-BE49-F238E27FC236}">
                <a16:creationId xmlns:a16="http://schemas.microsoft.com/office/drawing/2014/main" id="{82D2EBE1-91F3-C97F-D447-FF81F779E88C}"/>
              </a:ext>
            </a:extLst>
          </p:cNvPr>
          <p:cNvSpPr>
            <a:spLocks/>
          </p:cNvSpPr>
          <p:nvPr/>
        </p:nvSpPr>
        <p:spPr bwMode="auto">
          <a:xfrm>
            <a:off x="2197100" y="3138489"/>
            <a:ext cx="1168400" cy="2185987"/>
          </a:xfrm>
          <a:custGeom>
            <a:avLst/>
            <a:gdLst>
              <a:gd name="T0" fmla="*/ 2147483646 w 736"/>
              <a:gd name="T1" fmla="*/ 2147483646 h 1377"/>
              <a:gd name="T2" fmla="*/ 2147483646 w 736"/>
              <a:gd name="T3" fmla="*/ 2147483646 h 1377"/>
              <a:gd name="T4" fmla="*/ 2147483646 w 736"/>
              <a:gd name="T5" fmla="*/ 2147483646 h 1377"/>
              <a:gd name="T6" fmla="*/ 2147483646 w 736"/>
              <a:gd name="T7" fmla="*/ 2147483646 h 1377"/>
              <a:gd name="T8" fmla="*/ 2147483646 w 736"/>
              <a:gd name="T9" fmla="*/ 2147483646 h 1377"/>
              <a:gd name="T10" fmla="*/ 2147483646 w 736"/>
              <a:gd name="T11" fmla="*/ 2147483646 h 1377"/>
              <a:gd name="T12" fmla="*/ 2147483646 w 736"/>
              <a:gd name="T13" fmla="*/ 2147483646 h 1377"/>
              <a:gd name="T14" fmla="*/ 2147483646 w 736"/>
              <a:gd name="T15" fmla="*/ 0 h 1377"/>
              <a:gd name="T16" fmla="*/ 2147483646 w 736"/>
              <a:gd name="T17" fmla="*/ 2147483646 h 1377"/>
              <a:gd name="T18" fmla="*/ 2147483646 w 736"/>
              <a:gd name="T19" fmla="*/ 2147483646 h 1377"/>
              <a:gd name="T20" fmla="*/ 2147483646 w 736"/>
              <a:gd name="T21" fmla="*/ 2147483646 h 1377"/>
              <a:gd name="T22" fmla="*/ 2147483646 w 736"/>
              <a:gd name="T23" fmla="*/ 2147483646 h 1377"/>
              <a:gd name="T24" fmla="*/ 2147483646 w 736"/>
              <a:gd name="T25" fmla="*/ 2147483646 h 1377"/>
              <a:gd name="T26" fmla="*/ 0 w 736"/>
              <a:gd name="T27" fmla="*/ 2147483646 h 1377"/>
              <a:gd name="T28" fmla="*/ 2147483646 w 736"/>
              <a:gd name="T29" fmla="*/ 2147483646 h 1377"/>
              <a:gd name="T30" fmla="*/ 2147483646 w 736"/>
              <a:gd name="T31" fmla="*/ 2147483646 h 1377"/>
              <a:gd name="T32" fmla="*/ 2147483646 w 736"/>
              <a:gd name="T33" fmla="*/ 2147483646 h 1377"/>
              <a:gd name="T34" fmla="*/ 2147483646 w 736"/>
              <a:gd name="T35" fmla="*/ 2147483646 h 1377"/>
              <a:gd name="T36" fmla="*/ 2147483646 w 736"/>
              <a:gd name="T37" fmla="*/ 2147483646 h 1377"/>
              <a:gd name="T38" fmla="*/ 2147483646 w 736"/>
              <a:gd name="T39" fmla="*/ 2147483646 h 1377"/>
              <a:gd name="T40" fmla="*/ 2147483646 w 736"/>
              <a:gd name="T41" fmla="*/ 2147483646 h 1377"/>
              <a:gd name="T42" fmla="*/ 2147483646 w 736"/>
              <a:gd name="T43" fmla="*/ 2147483646 h 1377"/>
              <a:gd name="T44" fmla="*/ 2147483646 w 736"/>
              <a:gd name="T45" fmla="*/ 2147483646 h 1377"/>
              <a:gd name="T46" fmla="*/ 2147483646 w 736"/>
              <a:gd name="T47" fmla="*/ 2147483646 h 1377"/>
              <a:gd name="T48" fmla="*/ 2147483646 w 736"/>
              <a:gd name="T49" fmla="*/ 2147483646 h 1377"/>
              <a:gd name="T50" fmla="*/ 2147483646 w 736"/>
              <a:gd name="T51" fmla="*/ 2147483646 h 1377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736"/>
              <a:gd name="T79" fmla="*/ 0 h 1377"/>
              <a:gd name="T80" fmla="*/ 736 w 736"/>
              <a:gd name="T81" fmla="*/ 1377 h 1377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736" h="1377">
                <a:moveTo>
                  <a:pt x="688" y="1040"/>
                </a:moveTo>
                <a:lnTo>
                  <a:pt x="736" y="800"/>
                </a:lnTo>
                <a:lnTo>
                  <a:pt x="736" y="496"/>
                </a:lnTo>
                <a:lnTo>
                  <a:pt x="696" y="224"/>
                </a:lnTo>
                <a:lnTo>
                  <a:pt x="656" y="128"/>
                </a:lnTo>
                <a:lnTo>
                  <a:pt x="608" y="72"/>
                </a:lnTo>
                <a:lnTo>
                  <a:pt x="448" y="8"/>
                </a:lnTo>
                <a:lnTo>
                  <a:pt x="352" y="0"/>
                </a:lnTo>
                <a:lnTo>
                  <a:pt x="256" y="16"/>
                </a:lnTo>
                <a:lnTo>
                  <a:pt x="168" y="64"/>
                </a:lnTo>
                <a:lnTo>
                  <a:pt x="96" y="160"/>
                </a:lnTo>
                <a:lnTo>
                  <a:pt x="40" y="304"/>
                </a:lnTo>
                <a:lnTo>
                  <a:pt x="8" y="512"/>
                </a:lnTo>
                <a:lnTo>
                  <a:pt x="0" y="712"/>
                </a:lnTo>
                <a:lnTo>
                  <a:pt x="16" y="896"/>
                </a:lnTo>
                <a:lnTo>
                  <a:pt x="64" y="1048"/>
                </a:lnTo>
                <a:lnTo>
                  <a:pt x="120" y="1184"/>
                </a:lnTo>
                <a:lnTo>
                  <a:pt x="200" y="1281"/>
                </a:lnTo>
                <a:lnTo>
                  <a:pt x="288" y="1345"/>
                </a:lnTo>
                <a:lnTo>
                  <a:pt x="384" y="1377"/>
                </a:lnTo>
                <a:lnTo>
                  <a:pt x="488" y="1369"/>
                </a:lnTo>
                <a:lnTo>
                  <a:pt x="552" y="1345"/>
                </a:lnTo>
                <a:lnTo>
                  <a:pt x="592" y="1313"/>
                </a:lnTo>
                <a:lnTo>
                  <a:pt x="632" y="1232"/>
                </a:lnTo>
                <a:lnTo>
                  <a:pt x="656" y="1128"/>
                </a:lnTo>
                <a:lnTo>
                  <a:pt x="688" y="104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0" name="Freeform 5">
            <a:extLst>
              <a:ext uri="{FF2B5EF4-FFF2-40B4-BE49-F238E27FC236}">
                <a16:creationId xmlns:a16="http://schemas.microsoft.com/office/drawing/2014/main" id="{9491AAD0-7084-7C19-B2A4-B64F3F32502E}"/>
              </a:ext>
            </a:extLst>
          </p:cNvPr>
          <p:cNvSpPr>
            <a:spLocks/>
          </p:cNvSpPr>
          <p:nvPr/>
        </p:nvSpPr>
        <p:spPr bwMode="auto">
          <a:xfrm>
            <a:off x="4394200" y="825501"/>
            <a:ext cx="5181600" cy="5299075"/>
          </a:xfrm>
          <a:custGeom>
            <a:avLst/>
            <a:gdLst>
              <a:gd name="T0" fmla="*/ 2147483646 w 3264"/>
              <a:gd name="T1" fmla="*/ 2147483646 h 3338"/>
              <a:gd name="T2" fmla="*/ 2147483646 w 3264"/>
              <a:gd name="T3" fmla="*/ 2147483646 h 3338"/>
              <a:gd name="T4" fmla="*/ 2147483646 w 3264"/>
              <a:gd name="T5" fmla="*/ 2147483646 h 3338"/>
              <a:gd name="T6" fmla="*/ 2147483646 w 3264"/>
              <a:gd name="T7" fmla="*/ 2147483646 h 3338"/>
              <a:gd name="T8" fmla="*/ 2147483646 w 3264"/>
              <a:gd name="T9" fmla="*/ 2147483646 h 3338"/>
              <a:gd name="T10" fmla="*/ 2147483646 w 3264"/>
              <a:gd name="T11" fmla="*/ 2147483646 h 3338"/>
              <a:gd name="T12" fmla="*/ 2147483646 w 3264"/>
              <a:gd name="T13" fmla="*/ 2147483646 h 3338"/>
              <a:gd name="T14" fmla="*/ 2147483646 w 3264"/>
              <a:gd name="T15" fmla="*/ 2147483646 h 3338"/>
              <a:gd name="T16" fmla="*/ 2147483646 w 3264"/>
              <a:gd name="T17" fmla="*/ 2147483646 h 3338"/>
              <a:gd name="T18" fmla="*/ 2147483646 w 3264"/>
              <a:gd name="T19" fmla="*/ 2147483646 h 3338"/>
              <a:gd name="T20" fmla="*/ 2147483646 w 3264"/>
              <a:gd name="T21" fmla="*/ 2147483646 h 3338"/>
              <a:gd name="T22" fmla="*/ 2147483646 w 3264"/>
              <a:gd name="T23" fmla="*/ 2147483646 h 3338"/>
              <a:gd name="T24" fmla="*/ 2147483646 w 3264"/>
              <a:gd name="T25" fmla="*/ 2147483646 h 3338"/>
              <a:gd name="T26" fmla="*/ 2147483646 w 3264"/>
              <a:gd name="T27" fmla="*/ 2147483646 h 3338"/>
              <a:gd name="T28" fmla="*/ 2147483646 w 3264"/>
              <a:gd name="T29" fmla="*/ 0 h 3338"/>
              <a:gd name="T30" fmla="*/ 2147483646 w 3264"/>
              <a:gd name="T31" fmla="*/ 0 h 3338"/>
              <a:gd name="T32" fmla="*/ 2147483646 w 3264"/>
              <a:gd name="T33" fmla="*/ 2147483646 h 3338"/>
              <a:gd name="T34" fmla="*/ 2147483646 w 3264"/>
              <a:gd name="T35" fmla="*/ 2147483646 h 3338"/>
              <a:gd name="T36" fmla="*/ 2147483646 w 3264"/>
              <a:gd name="T37" fmla="*/ 2147483646 h 3338"/>
              <a:gd name="T38" fmla="*/ 2147483646 w 3264"/>
              <a:gd name="T39" fmla="*/ 2147483646 h 3338"/>
              <a:gd name="T40" fmla="*/ 2147483646 w 3264"/>
              <a:gd name="T41" fmla="*/ 2147483646 h 3338"/>
              <a:gd name="T42" fmla="*/ 2147483646 w 3264"/>
              <a:gd name="T43" fmla="*/ 2147483646 h 3338"/>
              <a:gd name="T44" fmla="*/ 2147483646 w 3264"/>
              <a:gd name="T45" fmla="*/ 2147483646 h 3338"/>
              <a:gd name="T46" fmla="*/ 2147483646 w 3264"/>
              <a:gd name="T47" fmla="*/ 2147483646 h 3338"/>
              <a:gd name="T48" fmla="*/ 2147483646 w 3264"/>
              <a:gd name="T49" fmla="*/ 2147483646 h 3338"/>
              <a:gd name="T50" fmla="*/ 2147483646 w 3264"/>
              <a:gd name="T51" fmla="*/ 2147483646 h 3338"/>
              <a:gd name="T52" fmla="*/ 2147483646 w 3264"/>
              <a:gd name="T53" fmla="*/ 2147483646 h 3338"/>
              <a:gd name="T54" fmla="*/ 2147483646 w 3264"/>
              <a:gd name="T55" fmla="*/ 2147483646 h 3338"/>
              <a:gd name="T56" fmla="*/ 2147483646 w 3264"/>
              <a:gd name="T57" fmla="*/ 2147483646 h 3338"/>
              <a:gd name="T58" fmla="*/ 2147483646 w 3264"/>
              <a:gd name="T59" fmla="*/ 2147483646 h 3338"/>
              <a:gd name="T60" fmla="*/ 0 w 3264"/>
              <a:gd name="T61" fmla="*/ 2147483646 h 3338"/>
              <a:gd name="T62" fmla="*/ 2147483646 w 3264"/>
              <a:gd name="T63" fmla="*/ 2147483646 h 3338"/>
              <a:gd name="T64" fmla="*/ 2147483646 w 3264"/>
              <a:gd name="T65" fmla="*/ 2147483646 h 3338"/>
              <a:gd name="T66" fmla="*/ 2147483646 w 3264"/>
              <a:gd name="T67" fmla="*/ 2147483646 h 3338"/>
              <a:gd name="T68" fmla="*/ 2147483646 w 3264"/>
              <a:gd name="T69" fmla="*/ 2147483646 h 3338"/>
              <a:gd name="T70" fmla="*/ 2147483646 w 3264"/>
              <a:gd name="T71" fmla="*/ 2147483646 h 3338"/>
              <a:gd name="T72" fmla="*/ 2147483646 w 3264"/>
              <a:gd name="T73" fmla="*/ 2147483646 h 3338"/>
              <a:gd name="T74" fmla="*/ 2147483646 w 3264"/>
              <a:gd name="T75" fmla="*/ 2147483646 h 3338"/>
              <a:gd name="T76" fmla="*/ 2147483646 w 3264"/>
              <a:gd name="T77" fmla="*/ 2147483646 h 3338"/>
              <a:gd name="T78" fmla="*/ 2147483646 w 3264"/>
              <a:gd name="T79" fmla="*/ 2147483646 h 3338"/>
              <a:gd name="T80" fmla="*/ 2147483646 w 3264"/>
              <a:gd name="T81" fmla="*/ 2147483646 h 3338"/>
              <a:gd name="T82" fmla="*/ 2147483646 w 3264"/>
              <a:gd name="T83" fmla="*/ 2147483646 h 3338"/>
              <a:gd name="T84" fmla="*/ 2147483646 w 3264"/>
              <a:gd name="T85" fmla="*/ 2147483646 h 3338"/>
              <a:gd name="T86" fmla="*/ 2147483646 w 3264"/>
              <a:gd name="T87" fmla="*/ 2147483646 h 3338"/>
              <a:gd name="T88" fmla="*/ 2147483646 w 3264"/>
              <a:gd name="T89" fmla="*/ 2147483646 h 3338"/>
              <a:gd name="T90" fmla="*/ 2147483646 w 3264"/>
              <a:gd name="T91" fmla="*/ 2147483646 h 3338"/>
              <a:gd name="T92" fmla="*/ 2147483646 w 3264"/>
              <a:gd name="T93" fmla="*/ 2147483646 h 3338"/>
              <a:gd name="T94" fmla="*/ 2147483646 w 3264"/>
              <a:gd name="T95" fmla="*/ 2147483646 h 3338"/>
              <a:gd name="T96" fmla="*/ 2147483646 w 3264"/>
              <a:gd name="T97" fmla="*/ 2147483646 h 3338"/>
              <a:gd name="T98" fmla="*/ 2147483646 w 3264"/>
              <a:gd name="T99" fmla="*/ 2147483646 h 3338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3264"/>
              <a:gd name="T151" fmla="*/ 0 h 3338"/>
              <a:gd name="T152" fmla="*/ 3264 w 3264"/>
              <a:gd name="T153" fmla="*/ 3338 h 3338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3264" h="3338">
                <a:moveTo>
                  <a:pt x="3040" y="2441"/>
                </a:moveTo>
                <a:lnTo>
                  <a:pt x="3104" y="2321"/>
                </a:lnTo>
                <a:lnTo>
                  <a:pt x="3160" y="2177"/>
                </a:lnTo>
                <a:lnTo>
                  <a:pt x="3232" y="1849"/>
                </a:lnTo>
                <a:lnTo>
                  <a:pt x="3264" y="1481"/>
                </a:lnTo>
                <a:lnTo>
                  <a:pt x="3240" y="1105"/>
                </a:lnTo>
                <a:lnTo>
                  <a:pt x="3184" y="745"/>
                </a:lnTo>
                <a:lnTo>
                  <a:pt x="3128" y="585"/>
                </a:lnTo>
                <a:lnTo>
                  <a:pt x="3072" y="432"/>
                </a:lnTo>
                <a:lnTo>
                  <a:pt x="3000" y="304"/>
                </a:lnTo>
                <a:lnTo>
                  <a:pt x="2912" y="192"/>
                </a:lnTo>
                <a:lnTo>
                  <a:pt x="2816" y="112"/>
                </a:lnTo>
                <a:lnTo>
                  <a:pt x="2712" y="56"/>
                </a:lnTo>
                <a:lnTo>
                  <a:pt x="2560" y="24"/>
                </a:lnTo>
                <a:lnTo>
                  <a:pt x="2392" y="0"/>
                </a:lnTo>
                <a:lnTo>
                  <a:pt x="2216" y="0"/>
                </a:lnTo>
                <a:lnTo>
                  <a:pt x="2032" y="16"/>
                </a:lnTo>
                <a:lnTo>
                  <a:pt x="1848" y="56"/>
                </a:lnTo>
                <a:lnTo>
                  <a:pt x="1656" y="120"/>
                </a:lnTo>
                <a:lnTo>
                  <a:pt x="1472" y="192"/>
                </a:lnTo>
                <a:lnTo>
                  <a:pt x="1280" y="288"/>
                </a:lnTo>
                <a:lnTo>
                  <a:pt x="1096" y="408"/>
                </a:lnTo>
                <a:lnTo>
                  <a:pt x="912" y="544"/>
                </a:lnTo>
                <a:lnTo>
                  <a:pt x="744" y="697"/>
                </a:lnTo>
                <a:lnTo>
                  <a:pt x="584" y="873"/>
                </a:lnTo>
                <a:lnTo>
                  <a:pt x="432" y="1065"/>
                </a:lnTo>
                <a:lnTo>
                  <a:pt x="296" y="1281"/>
                </a:lnTo>
                <a:lnTo>
                  <a:pt x="176" y="1513"/>
                </a:lnTo>
                <a:lnTo>
                  <a:pt x="72" y="1761"/>
                </a:lnTo>
                <a:lnTo>
                  <a:pt x="8" y="2001"/>
                </a:lnTo>
                <a:lnTo>
                  <a:pt x="0" y="2225"/>
                </a:lnTo>
                <a:lnTo>
                  <a:pt x="32" y="2425"/>
                </a:lnTo>
                <a:lnTo>
                  <a:pt x="112" y="2601"/>
                </a:lnTo>
                <a:lnTo>
                  <a:pt x="216" y="2762"/>
                </a:lnTo>
                <a:lnTo>
                  <a:pt x="360" y="2898"/>
                </a:lnTo>
                <a:lnTo>
                  <a:pt x="520" y="3026"/>
                </a:lnTo>
                <a:lnTo>
                  <a:pt x="704" y="3122"/>
                </a:lnTo>
                <a:lnTo>
                  <a:pt x="896" y="3202"/>
                </a:lnTo>
                <a:lnTo>
                  <a:pt x="1096" y="3266"/>
                </a:lnTo>
                <a:lnTo>
                  <a:pt x="1304" y="3314"/>
                </a:lnTo>
                <a:lnTo>
                  <a:pt x="1512" y="3338"/>
                </a:lnTo>
                <a:lnTo>
                  <a:pt x="1704" y="3338"/>
                </a:lnTo>
                <a:lnTo>
                  <a:pt x="1888" y="3330"/>
                </a:lnTo>
                <a:lnTo>
                  <a:pt x="2056" y="3298"/>
                </a:lnTo>
                <a:lnTo>
                  <a:pt x="2200" y="3242"/>
                </a:lnTo>
                <a:lnTo>
                  <a:pt x="2320" y="3178"/>
                </a:lnTo>
                <a:lnTo>
                  <a:pt x="2432" y="3090"/>
                </a:lnTo>
                <a:lnTo>
                  <a:pt x="2632" y="2882"/>
                </a:lnTo>
                <a:lnTo>
                  <a:pt x="2832" y="2649"/>
                </a:lnTo>
                <a:lnTo>
                  <a:pt x="3040" y="2441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1" name="Rectangle 6">
            <a:extLst>
              <a:ext uri="{FF2B5EF4-FFF2-40B4-BE49-F238E27FC236}">
                <a16:creationId xmlns:a16="http://schemas.microsoft.com/office/drawing/2014/main" id="{8436CEB1-9E1A-5A9F-445A-2FA581E86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9800" y="1931988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82" name="Freeform 7">
            <a:extLst>
              <a:ext uri="{FF2B5EF4-FFF2-40B4-BE49-F238E27FC236}">
                <a16:creationId xmlns:a16="http://schemas.microsoft.com/office/drawing/2014/main" id="{4020A76A-42C3-3A54-027E-F87BCD83E7C8}"/>
              </a:ext>
            </a:extLst>
          </p:cNvPr>
          <p:cNvSpPr>
            <a:spLocks/>
          </p:cNvSpPr>
          <p:nvPr/>
        </p:nvSpPr>
        <p:spPr bwMode="auto">
          <a:xfrm>
            <a:off x="8255000" y="1957388"/>
            <a:ext cx="355600" cy="711200"/>
          </a:xfrm>
          <a:custGeom>
            <a:avLst/>
            <a:gdLst>
              <a:gd name="T0" fmla="*/ 2147483646 w 224"/>
              <a:gd name="T1" fmla="*/ 0 h 448"/>
              <a:gd name="T2" fmla="*/ 2147483646 w 224"/>
              <a:gd name="T3" fmla="*/ 2147483646 h 448"/>
              <a:gd name="T4" fmla="*/ 2147483646 w 224"/>
              <a:gd name="T5" fmla="*/ 2147483646 h 448"/>
              <a:gd name="T6" fmla="*/ 2147483646 w 224"/>
              <a:gd name="T7" fmla="*/ 2147483646 h 448"/>
              <a:gd name="T8" fmla="*/ 2147483646 w 224"/>
              <a:gd name="T9" fmla="*/ 2147483646 h 448"/>
              <a:gd name="T10" fmla="*/ 2147483646 w 224"/>
              <a:gd name="T11" fmla="*/ 2147483646 h 448"/>
              <a:gd name="T12" fmla="*/ 2147483646 w 224"/>
              <a:gd name="T13" fmla="*/ 2147483646 h 448"/>
              <a:gd name="T14" fmla="*/ 2147483646 w 224"/>
              <a:gd name="T15" fmla="*/ 2147483646 h 448"/>
              <a:gd name="T16" fmla="*/ 2147483646 w 224"/>
              <a:gd name="T17" fmla="*/ 2147483646 h 448"/>
              <a:gd name="T18" fmla="*/ 2147483646 w 224"/>
              <a:gd name="T19" fmla="*/ 2147483646 h 448"/>
              <a:gd name="T20" fmla="*/ 2147483646 w 224"/>
              <a:gd name="T21" fmla="*/ 2147483646 h 448"/>
              <a:gd name="T22" fmla="*/ 2147483646 w 224"/>
              <a:gd name="T23" fmla="*/ 2147483646 h 448"/>
              <a:gd name="T24" fmla="*/ 2147483646 w 224"/>
              <a:gd name="T25" fmla="*/ 2147483646 h 448"/>
              <a:gd name="T26" fmla="*/ 2147483646 w 224"/>
              <a:gd name="T27" fmla="*/ 2147483646 h 448"/>
              <a:gd name="T28" fmla="*/ 2147483646 w 224"/>
              <a:gd name="T29" fmla="*/ 2147483646 h 448"/>
              <a:gd name="T30" fmla="*/ 2147483646 w 224"/>
              <a:gd name="T31" fmla="*/ 2147483646 h 448"/>
              <a:gd name="T32" fmla="*/ 0 w 224"/>
              <a:gd name="T33" fmla="*/ 2147483646 h 448"/>
              <a:gd name="T34" fmla="*/ 2147483646 w 224"/>
              <a:gd name="T35" fmla="*/ 2147483646 h 448"/>
              <a:gd name="T36" fmla="*/ 2147483646 w 224"/>
              <a:gd name="T37" fmla="*/ 2147483646 h 448"/>
              <a:gd name="T38" fmla="*/ 2147483646 w 224"/>
              <a:gd name="T39" fmla="*/ 2147483646 h 448"/>
              <a:gd name="T40" fmla="*/ 2147483646 w 224"/>
              <a:gd name="T41" fmla="*/ 2147483646 h 448"/>
              <a:gd name="T42" fmla="*/ 2147483646 w 224"/>
              <a:gd name="T43" fmla="*/ 2147483646 h 448"/>
              <a:gd name="T44" fmla="*/ 2147483646 w 224"/>
              <a:gd name="T45" fmla="*/ 2147483646 h 448"/>
              <a:gd name="T46" fmla="*/ 2147483646 w 224"/>
              <a:gd name="T47" fmla="*/ 2147483646 h 448"/>
              <a:gd name="T48" fmla="*/ 2147483646 w 224"/>
              <a:gd name="T49" fmla="*/ 2147483646 h 448"/>
              <a:gd name="T50" fmla="*/ 2147483646 w 224"/>
              <a:gd name="T51" fmla="*/ 2147483646 h 448"/>
              <a:gd name="T52" fmla="*/ 2147483646 w 224"/>
              <a:gd name="T53" fmla="*/ 2147483646 h 448"/>
              <a:gd name="T54" fmla="*/ 2147483646 w 224"/>
              <a:gd name="T55" fmla="*/ 2147483646 h 448"/>
              <a:gd name="T56" fmla="*/ 2147483646 w 224"/>
              <a:gd name="T57" fmla="*/ 2147483646 h 448"/>
              <a:gd name="T58" fmla="*/ 2147483646 w 224"/>
              <a:gd name="T59" fmla="*/ 0 h 448"/>
              <a:gd name="T60" fmla="*/ 2147483646 w 224"/>
              <a:gd name="T61" fmla="*/ 0 h 448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24"/>
              <a:gd name="T94" fmla="*/ 0 h 448"/>
              <a:gd name="T95" fmla="*/ 224 w 224"/>
              <a:gd name="T96" fmla="*/ 448 h 448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24" h="448">
                <a:moveTo>
                  <a:pt x="224" y="0"/>
                </a:moveTo>
                <a:lnTo>
                  <a:pt x="208" y="136"/>
                </a:lnTo>
                <a:lnTo>
                  <a:pt x="208" y="144"/>
                </a:lnTo>
                <a:lnTo>
                  <a:pt x="184" y="248"/>
                </a:lnTo>
                <a:lnTo>
                  <a:pt x="144" y="328"/>
                </a:lnTo>
                <a:lnTo>
                  <a:pt x="144" y="336"/>
                </a:lnTo>
                <a:lnTo>
                  <a:pt x="88" y="400"/>
                </a:lnTo>
                <a:lnTo>
                  <a:pt x="80" y="400"/>
                </a:lnTo>
                <a:lnTo>
                  <a:pt x="16" y="448"/>
                </a:lnTo>
                <a:lnTo>
                  <a:pt x="8" y="416"/>
                </a:lnTo>
                <a:lnTo>
                  <a:pt x="0" y="424"/>
                </a:lnTo>
                <a:lnTo>
                  <a:pt x="64" y="376"/>
                </a:lnTo>
                <a:lnTo>
                  <a:pt x="120" y="312"/>
                </a:lnTo>
                <a:lnTo>
                  <a:pt x="112" y="312"/>
                </a:lnTo>
                <a:lnTo>
                  <a:pt x="152" y="232"/>
                </a:lnTo>
                <a:lnTo>
                  <a:pt x="152" y="240"/>
                </a:lnTo>
                <a:lnTo>
                  <a:pt x="176" y="136"/>
                </a:lnTo>
                <a:lnTo>
                  <a:pt x="192" y="0"/>
                </a:lnTo>
                <a:lnTo>
                  <a:pt x="224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3" name="Freeform 8">
            <a:extLst>
              <a:ext uri="{FF2B5EF4-FFF2-40B4-BE49-F238E27FC236}">
                <a16:creationId xmlns:a16="http://schemas.microsoft.com/office/drawing/2014/main" id="{4E193E5C-8EE0-23EE-B22D-2B680BDFDF26}"/>
              </a:ext>
            </a:extLst>
          </p:cNvPr>
          <p:cNvSpPr>
            <a:spLocks/>
          </p:cNvSpPr>
          <p:nvPr/>
        </p:nvSpPr>
        <p:spPr bwMode="auto">
          <a:xfrm>
            <a:off x="8128000" y="2617788"/>
            <a:ext cx="152400" cy="101600"/>
          </a:xfrm>
          <a:custGeom>
            <a:avLst/>
            <a:gdLst>
              <a:gd name="T0" fmla="*/ 2147483646 w 96"/>
              <a:gd name="T1" fmla="*/ 2147483646 h 64"/>
              <a:gd name="T2" fmla="*/ 2147483646 w 96"/>
              <a:gd name="T3" fmla="*/ 2147483646 h 64"/>
              <a:gd name="T4" fmla="*/ 2147483646 w 96"/>
              <a:gd name="T5" fmla="*/ 2147483646 h 64"/>
              <a:gd name="T6" fmla="*/ 0 w 96"/>
              <a:gd name="T7" fmla="*/ 2147483646 h 64"/>
              <a:gd name="T8" fmla="*/ 0 w 96"/>
              <a:gd name="T9" fmla="*/ 2147483646 h 64"/>
              <a:gd name="T10" fmla="*/ 2147483646 w 96"/>
              <a:gd name="T11" fmla="*/ 0 h 64"/>
              <a:gd name="T12" fmla="*/ 2147483646 w 96"/>
              <a:gd name="T13" fmla="*/ 2147483646 h 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6"/>
              <a:gd name="T22" fmla="*/ 0 h 64"/>
              <a:gd name="T23" fmla="*/ 96 w 96"/>
              <a:gd name="T24" fmla="*/ 64 h 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6" h="64">
                <a:moveTo>
                  <a:pt x="96" y="32"/>
                </a:moveTo>
                <a:lnTo>
                  <a:pt x="8" y="64"/>
                </a:lnTo>
                <a:lnTo>
                  <a:pt x="0" y="32"/>
                </a:lnTo>
                <a:lnTo>
                  <a:pt x="88" y="0"/>
                </a:lnTo>
                <a:lnTo>
                  <a:pt x="96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4" name="Freeform 9">
            <a:extLst>
              <a:ext uri="{FF2B5EF4-FFF2-40B4-BE49-F238E27FC236}">
                <a16:creationId xmlns:a16="http://schemas.microsoft.com/office/drawing/2014/main" id="{988A1504-EABA-9D02-E2BB-B272D4E6E5B2}"/>
              </a:ext>
            </a:extLst>
          </p:cNvPr>
          <p:cNvSpPr>
            <a:spLocks/>
          </p:cNvSpPr>
          <p:nvPr/>
        </p:nvSpPr>
        <p:spPr bwMode="auto">
          <a:xfrm>
            <a:off x="7785100" y="2732088"/>
            <a:ext cx="38100" cy="50800"/>
          </a:xfrm>
          <a:custGeom>
            <a:avLst/>
            <a:gdLst>
              <a:gd name="T0" fmla="*/ 2147483646 w 24"/>
              <a:gd name="T1" fmla="*/ 2147483646 h 32"/>
              <a:gd name="T2" fmla="*/ 2147483646 w 24"/>
              <a:gd name="T3" fmla="*/ 2147483646 h 32"/>
              <a:gd name="T4" fmla="*/ 0 w 24"/>
              <a:gd name="T5" fmla="*/ 0 h 32"/>
              <a:gd name="T6" fmla="*/ 2147483646 w 24"/>
              <a:gd name="T7" fmla="*/ 0 h 32"/>
              <a:gd name="T8" fmla="*/ 2147483646 w 2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32"/>
              <a:gd name="T17" fmla="*/ 24 w 2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32">
                <a:moveTo>
                  <a:pt x="24" y="32"/>
                </a:moveTo>
                <a:lnTo>
                  <a:pt x="8" y="32"/>
                </a:lnTo>
                <a:lnTo>
                  <a:pt x="0" y="0"/>
                </a:lnTo>
                <a:lnTo>
                  <a:pt x="16" y="0"/>
                </a:lnTo>
                <a:lnTo>
                  <a:pt x="24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5" name="Freeform 10">
            <a:extLst>
              <a:ext uri="{FF2B5EF4-FFF2-40B4-BE49-F238E27FC236}">
                <a16:creationId xmlns:a16="http://schemas.microsoft.com/office/drawing/2014/main" id="{97FA6A7D-11D6-984C-24B9-960BB97E522B}"/>
              </a:ext>
            </a:extLst>
          </p:cNvPr>
          <p:cNvSpPr>
            <a:spLocks/>
          </p:cNvSpPr>
          <p:nvPr/>
        </p:nvSpPr>
        <p:spPr bwMode="auto">
          <a:xfrm>
            <a:off x="7810500" y="2668588"/>
            <a:ext cx="330200" cy="114300"/>
          </a:xfrm>
          <a:custGeom>
            <a:avLst/>
            <a:gdLst>
              <a:gd name="T0" fmla="*/ 2147483646 w 208"/>
              <a:gd name="T1" fmla="*/ 2147483646 h 72"/>
              <a:gd name="T2" fmla="*/ 2147483646 w 208"/>
              <a:gd name="T3" fmla="*/ 0 h 72"/>
              <a:gd name="T4" fmla="*/ 0 w 208"/>
              <a:gd name="T5" fmla="*/ 2147483646 h 72"/>
              <a:gd name="T6" fmla="*/ 2147483646 w 208"/>
              <a:gd name="T7" fmla="*/ 2147483646 h 72"/>
              <a:gd name="T8" fmla="*/ 2147483646 w 208"/>
              <a:gd name="T9" fmla="*/ 2147483646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8"/>
              <a:gd name="T16" fmla="*/ 0 h 72"/>
              <a:gd name="T17" fmla="*/ 208 w 20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8" h="72">
                <a:moveTo>
                  <a:pt x="208" y="32"/>
                </a:moveTo>
                <a:lnTo>
                  <a:pt x="200" y="0"/>
                </a:lnTo>
                <a:lnTo>
                  <a:pt x="0" y="40"/>
                </a:lnTo>
                <a:lnTo>
                  <a:pt x="8" y="72"/>
                </a:lnTo>
                <a:lnTo>
                  <a:pt x="208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6" name="Freeform 11">
            <a:extLst>
              <a:ext uri="{FF2B5EF4-FFF2-40B4-BE49-F238E27FC236}">
                <a16:creationId xmlns:a16="http://schemas.microsoft.com/office/drawing/2014/main" id="{1EF62D08-79FC-69C5-C59D-B9A47D258419}"/>
              </a:ext>
            </a:extLst>
          </p:cNvPr>
          <p:cNvSpPr>
            <a:spLocks/>
          </p:cNvSpPr>
          <p:nvPr/>
        </p:nvSpPr>
        <p:spPr bwMode="auto">
          <a:xfrm>
            <a:off x="7785100" y="2744788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2147483646 h 32"/>
              <a:gd name="T4" fmla="*/ 2147483646 w 40"/>
              <a:gd name="T5" fmla="*/ 0 h 32"/>
              <a:gd name="T6" fmla="*/ 0 w 40"/>
              <a:gd name="T7" fmla="*/ 2147483646 h 32"/>
              <a:gd name="T8" fmla="*/ 2147483646 w 40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2"/>
              <a:gd name="T17" fmla="*/ 40 w 40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2">
                <a:moveTo>
                  <a:pt x="32" y="32"/>
                </a:moveTo>
                <a:lnTo>
                  <a:pt x="40" y="16"/>
                </a:lnTo>
                <a:lnTo>
                  <a:pt x="8" y="0"/>
                </a:lnTo>
                <a:lnTo>
                  <a:pt x="0" y="16"/>
                </a:lnTo>
                <a:lnTo>
                  <a:pt x="32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7" name="Freeform 12">
            <a:extLst>
              <a:ext uri="{FF2B5EF4-FFF2-40B4-BE49-F238E27FC236}">
                <a16:creationId xmlns:a16="http://schemas.microsoft.com/office/drawing/2014/main" id="{8D957397-379E-A4A4-DCBA-81846CE84F5F}"/>
              </a:ext>
            </a:extLst>
          </p:cNvPr>
          <p:cNvSpPr>
            <a:spLocks/>
          </p:cNvSpPr>
          <p:nvPr/>
        </p:nvSpPr>
        <p:spPr bwMode="auto">
          <a:xfrm>
            <a:off x="7645400" y="2643188"/>
            <a:ext cx="88900" cy="76200"/>
          </a:xfrm>
          <a:custGeom>
            <a:avLst/>
            <a:gdLst>
              <a:gd name="T0" fmla="*/ 2147483646 w 56"/>
              <a:gd name="T1" fmla="*/ 2147483646 h 48"/>
              <a:gd name="T2" fmla="*/ 2147483646 w 56"/>
              <a:gd name="T3" fmla="*/ 2147483646 h 48"/>
              <a:gd name="T4" fmla="*/ 2147483646 w 56"/>
              <a:gd name="T5" fmla="*/ 0 h 48"/>
              <a:gd name="T6" fmla="*/ 0 w 56"/>
              <a:gd name="T7" fmla="*/ 2147483646 h 48"/>
              <a:gd name="T8" fmla="*/ 2147483646 w 56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8"/>
              <a:gd name="T17" fmla="*/ 56 w 56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8">
                <a:moveTo>
                  <a:pt x="48" y="48"/>
                </a:moveTo>
                <a:lnTo>
                  <a:pt x="56" y="32"/>
                </a:lnTo>
                <a:lnTo>
                  <a:pt x="8" y="0"/>
                </a:lnTo>
                <a:lnTo>
                  <a:pt x="0" y="16"/>
                </a:lnTo>
                <a:lnTo>
                  <a:pt x="48" y="4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8" name="Freeform 13">
            <a:extLst>
              <a:ext uri="{FF2B5EF4-FFF2-40B4-BE49-F238E27FC236}">
                <a16:creationId xmlns:a16="http://schemas.microsoft.com/office/drawing/2014/main" id="{E1C9B17D-D098-E5FB-D676-FD9600404737}"/>
              </a:ext>
            </a:extLst>
          </p:cNvPr>
          <p:cNvSpPr>
            <a:spLocks/>
          </p:cNvSpPr>
          <p:nvPr/>
        </p:nvSpPr>
        <p:spPr bwMode="auto">
          <a:xfrm>
            <a:off x="7543800" y="25669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32"/>
              <a:gd name="T23" fmla="*/ 32 w 32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32">
                <a:moveTo>
                  <a:pt x="24" y="32"/>
                </a:moveTo>
                <a:lnTo>
                  <a:pt x="32" y="16"/>
                </a:lnTo>
                <a:lnTo>
                  <a:pt x="8" y="0"/>
                </a:lnTo>
                <a:lnTo>
                  <a:pt x="0" y="0"/>
                </a:lnTo>
                <a:lnTo>
                  <a:pt x="0" y="16"/>
                </a:lnTo>
                <a:lnTo>
                  <a:pt x="24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9" name="Freeform 14">
            <a:extLst>
              <a:ext uri="{FF2B5EF4-FFF2-40B4-BE49-F238E27FC236}">
                <a16:creationId xmlns:a16="http://schemas.microsoft.com/office/drawing/2014/main" id="{FF2F0CD5-1A66-0C56-F5A2-5462760960D0}"/>
              </a:ext>
            </a:extLst>
          </p:cNvPr>
          <p:cNvSpPr>
            <a:spLocks/>
          </p:cNvSpPr>
          <p:nvPr/>
        </p:nvSpPr>
        <p:spPr bwMode="auto">
          <a:xfrm>
            <a:off x="7493000" y="25542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2147483646 h 24"/>
              <a:gd name="T4" fmla="*/ 0 w 32"/>
              <a:gd name="T5" fmla="*/ 0 h 24"/>
              <a:gd name="T6" fmla="*/ 0 w 32"/>
              <a:gd name="T7" fmla="*/ 2147483646 h 24"/>
              <a:gd name="T8" fmla="*/ 2147483646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32" y="24"/>
                </a:moveTo>
                <a:lnTo>
                  <a:pt x="32" y="8"/>
                </a:lnTo>
                <a:lnTo>
                  <a:pt x="0" y="0"/>
                </a:lnTo>
                <a:lnTo>
                  <a:pt x="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0" name="Freeform 15">
            <a:extLst>
              <a:ext uri="{FF2B5EF4-FFF2-40B4-BE49-F238E27FC236}">
                <a16:creationId xmlns:a16="http://schemas.microsoft.com/office/drawing/2014/main" id="{88082BFC-DA1E-2985-8268-E8CFD1C0F57A}"/>
              </a:ext>
            </a:extLst>
          </p:cNvPr>
          <p:cNvSpPr>
            <a:spLocks/>
          </p:cNvSpPr>
          <p:nvPr/>
        </p:nvSpPr>
        <p:spPr bwMode="auto">
          <a:xfrm>
            <a:off x="7315200" y="2478088"/>
            <a:ext cx="114300" cy="63500"/>
          </a:xfrm>
          <a:custGeom>
            <a:avLst/>
            <a:gdLst>
              <a:gd name="T0" fmla="*/ 2147483646 w 72"/>
              <a:gd name="T1" fmla="*/ 2147483646 h 40"/>
              <a:gd name="T2" fmla="*/ 2147483646 w 72"/>
              <a:gd name="T3" fmla="*/ 2147483646 h 40"/>
              <a:gd name="T4" fmla="*/ 2147483646 w 72"/>
              <a:gd name="T5" fmla="*/ 0 h 40"/>
              <a:gd name="T6" fmla="*/ 0 w 72"/>
              <a:gd name="T7" fmla="*/ 2147483646 h 40"/>
              <a:gd name="T8" fmla="*/ 2147483646 w 72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64" y="40"/>
                </a:moveTo>
                <a:lnTo>
                  <a:pt x="72" y="24"/>
                </a:lnTo>
                <a:lnTo>
                  <a:pt x="8" y="0"/>
                </a:lnTo>
                <a:lnTo>
                  <a:pt x="0" y="16"/>
                </a:lnTo>
                <a:lnTo>
                  <a:pt x="64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1" name="Freeform 16">
            <a:extLst>
              <a:ext uri="{FF2B5EF4-FFF2-40B4-BE49-F238E27FC236}">
                <a16:creationId xmlns:a16="http://schemas.microsoft.com/office/drawing/2014/main" id="{6371F427-9601-C45A-BB69-7E492E5BCB7A}"/>
              </a:ext>
            </a:extLst>
          </p:cNvPr>
          <p:cNvSpPr>
            <a:spLocks/>
          </p:cNvSpPr>
          <p:nvPr/>
        </p:nvSpPr>
        <p:spPr bwMode="auto">
          <a:xfrm>
            <a:off x="7175500" y="2427288"/>
            <a:ext cx="88900" cy="50800"/>
          </a:xfrm>
          <a:custGeom>
            <a:avLst/>
            <a:gdLst>
              <a:gd name="T0" fmla="*/ 2147483646 w 56"/>
              <a:gd name="T1" fmla="*/ 2147483646 h 32"/>
              <a:gd name="T2" fmla="*/ 2147483646 w 56"/>
              <a:gd name="T3" fmla="*/ 2147483646 h 32"/>
              <a:gd name="T4" fmla="*/ 2147483646 w 56"/>
              <a:gd name="T5" fmla="*/ 0 h 32"/>
              <a:gd name="T6" fmla="*/ 0 w 56"/>
              <a:gd name="T7" fmla="*/ 0 h 32"/>
              <a:gd name="T8" fmla="*/ 0 w 56"/>
              <a:gd name="T9" fmla="*/ 2147483646 h 32"/>
              <a:gd name="T10" fmla="*/ 0 w 56"/>
              <a:gd name="T11" fmla="*/ 2147483646 h 32"/>
              <a:gd name="T12" fmla="*/ 2147483646 w 56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6"/>
              <a:gd name="T22" fmla="*/ 0 h 32"/>
              <a:gd name="T23" fmla="*/ 56 w 56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6" h="32">
                <a:moveTo>
                  <a:pt x="48" y="32"/>
                </a:moveTo>
                <a:lnTo>
                  <a:pt x="56" y="16"/>
                </a:lnTo>
                <a:lnTo>
                  <a:pt x="8" y="0"/>
                </a:lnTo>
                <a:lnTo>
                  <a:pt x="0" y="0"/>
                </a:lnTo>
                <a:lnTo>
                  <a:pt x="0" y="16"/>
                </a:lnTo>
                <a:lnTo>
                  <a:pt x="48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2" name="Rectangle 17">
            <a:extLst>
              <a:ext uri="{FF2B5EF4-FFF2-40B4-BE49-F238E27FC236}">
                <a16:creationId xmlns:a16="http://schemas.microsoft.com/office/drawing/2014/main" id="{C310DFC2-8C06-12A9-592F-9FFC5CE5F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100" y="2427288"/>
            <a:ext cx="254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93" name="Freeform 18">
            <a:extLst>
              <a:ext uri="{FF2B5EF4-FFF2-40B4-BE49-F238E27FC236}">
                <a16:creationId xmlns:a16="http://schemas.microsoft.com/office/drawing/2014/main" id="{B2DAF5F3-3147-03AB-64A3-C5A2296DE0B5}"/>
              </a:ext>
            </a:extLst>
          </p:cNvPr>
          <p:cNvSpPr>
            <a:spLocks/>
          </p:cNvSpPr>
          <p:nvPr/>
        </p:nvSpPr>
        <p:spPr bwMode="auto">
          <a:xfrm>
            <a:off x="6972300" y="23891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4" name="Freeform 19">
            <a:extLst>
              <a:ext uri="{FF2B5EF4-FFF2-40B4-BE49-F238E27FC236}">
                <a16:creationId xmlns:a16="http://schemas.microsoft.com/office/drawing/2014/main" id="{D3E4A7B4-1E80-749A-E142-D9A43DABCA53}"/>
              </a:ext>
            </a:extLst>
          </p:cNvPr>
          <p:cNvSpPr>
            <a:spLocks/>
          </p:cNvSpPr>
          <p:nvPr/>
        </p:nvSpPr>
        <p:spPr bwMode="auto">
          <a:xfrm>
            <a:off x="6794500" y="23510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2147483646 h 32"/>
              <a:gd name="T4" fmla="*/ 0 w 64"/>
              <a:gd name="T5" fmla="*/ 0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32"/>
                </a:moveTo>
                <a:lnTo>
                  <a:pt x="64" y="16"/>
                </a:lnTo>
                <a:lnTo>
                  <a:pt x="0" y="0"/>
                </a:lnTo>
                <a:lnTo>
                  <a:pt x="0" y="16"/>
                </a:lnTo>
                <a:lnTo>
                  <a:pt x="64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5" name="Freeform 20">
            <a:extLst>
              <a:ext uri="{FF2B5EF4-FFF2-40B4-BE49-F238E27FC236}">
                <a16:creationId xmlns:a16="http://schemas.microsoft.com/office/drawing/2014/main" id="{036499DB-0CE8-EBCD-450C-33ADEF80F3FE}"/>
              </a:ext>
            </a:extLst>
          </p:cNvPr>
          <p:cNvSpPr>
            <a:spLocks/>
          </p:cNvSpPr>
          <p:nvPr/>
        </p:nvSpPr>
        <p:spPr bwMode="auto">
          <a:xfrm>
            <a:off x="6667500" y="23256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2147483646 h 24"/>
              <a:gd name="T4" fmla="*/ 0 w 32"/>
              <a:gd name="T5" fmla="*/ 0 h 24"/>
              <a:gd name="T6" fmla="*/ 0 w 32"/>
              <a:gd name="T7" fmla="*/ 0 h 24"/>
              <a:gd name="T8" fmla="*/ 0 w 32"/>
              <a:gd name="T9" fmla="*/ 2147483646 h 24"/>
              <a:gd name="T10" fmla="*/ 0 w 32"/>
              <a:gd name="T11" fmla="*/ 2147483646 h 24"/>
              <a:gd name="T12" fmla="*/ 2147483646 w 32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24"/>
              <a:gd name="T23" fmla="*/ 32 w 32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24">
                <a:moveTo>
                  <a:pt x="32" y="24"/>
                </a:moveTo>
                <a:lnTo>
                  <a:pt x="32" y="8"/>
                </a:lnTo>
                <a:lnTo>
                  <a:pt x="0" y="0"/>
                </a:lnTo>
                <a:lnTo>
                  <a:pt x="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6" name="Rectangle 21">
            <a:extLst>
              <a:ext uri="{FF2B5EF4-FFF2-40B4-BE49-F238E27FC236}">
                <a16:creationId xmlns:a16="http://schemas.microsoft.com/office/drawing/2014/main" id="{C4E33C79-7D87-F5A3-C22B-1967EE599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2325688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97" name="Rectangle 22">
            <a:extLst>
              <a:ext uri="{FF2B5EF4-FFF2-40B4-BE49-F238E27FC236}">
                <a16:creationId xmlns:a16="http://schemas.microsoft.com/office/drawing/2014/main" id="{C385474E-85C1-FE7F-E1F1-0E1A03874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2312988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98" name="Freeform 23">
            <a:extLst>
              <a:ext uri="{FF2B5EF4-FFF2-40B4-BE49-F238E27FC236}">
                <a16:creationId xmlns:a16="http://schemas.microsoft.com/office/drawing/2014/main" id="{50FB6B00-F300-0407-33DC-8AE41EC480D2}"/>
              </a:ext>
            </a:extLst>
          </p:cNvPr>
          <p:cNvSpPr>
            <a:spLocks/>
          </p:cNvSpPr>
          <p:nvPr/>
        </p:nvSpPr>
        <p:spPr bwMode="auto">
          <a:xfrm>
            <a:off x="6261100" y="22875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9" name="Freeform 24">
            <a:extLst>
              <a:ext uri="{FF2B5EF4-FFF2-40B4-BE49-F238E27FC236}">
                <a16:creationId xmlns:a16="http://schemas.microsoft.com/office/drawing/2014/main" id="{72B43020-4E0A-B3B0-E75C-DEF4522E5AFE}"/>
              </a:ext>
            </a:extLst>
          </p:cNvPr>
          <p:cNvSpPr>
            <a:spLocks/>
          </p:cNvSpPr>
          <p:nvPr/>
        </p:nvSpPr>
        <p:spPr bwMode="auto">
          <a:xfrm>
            <a:off x="6083300" y="22748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0" name="Freeform 25">
            <a:extLst>
              <a:ext uri="{FF2B5EF4-FFF2-40B4-BE49-F238E27FC236}">
                <a16:creationId xmlns:a16="http://schemas.microsoft.com/office/drawing/2014/main" id="{FA47E837-447E-4996-61C8-B274E39CC28F}"/>
              </a:ext>
            </a:extLst>
          </p:cNvPr>
          <p:cNvSpPr>
            <a:spLocks/>
          </p:cNvSpPr>
          <p:nvPr/>
        </p:nvSpPr>
        <p:spPr bwMode="auto">
          <a:xfrm>
            <a:off x="5956300" y="22621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2147483646 h 24"/>
              <a:gd name="T4" fmla="*/ 0 w 32"/>
              <a:gd name="T5" fmla="*/ 0 h 24"/>
              <a:gd name="T6" fmla="*/ 0 w 32"/>
              <a:gd name="T7" fmla="*/ 2147483646 h 24"/>
              <a:gd name="T8" fmla="*/ 2147483646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32" y="24"/>
                </a:moveTo>
                <a:lnTo>
                  <a:pt x="32" y="8"/>
                </a:lnTo>
                <a:lnTo>
                  <a:pt x="0" y="0"/>
                </a:lnTo>
                <a:lnTo>
                  <a:pt x="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1" name="Rectangle 26">
            <a:extLst>
              <a:ext uri="{FF2B5EF4-FFF2-40B4-BE49-F238E27FC236}">
                <a16:creationId xmlns:a16="http://schemas.microsoft.com/office/drawing/2014/main" id="{41C6397E-8D95-A27E-BDF5-92507C91B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2262188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02" name="Rectangle 27">
            <a:extLst>
              <a:ext uri="{FF2B5EF4-FFF2-40B4-BE49-F238E27FC236}">
                <a16:creationId xmlns:a16="http://schemas.microsoft.com/office/drawing/2014/main" id="{908FD4B7-614F-A552-CC62-BCD30B5DD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2262188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03" name="Freeform 28">
            <a:extLst>
              <a:ext uri="{FF2B5EF4-FFF2-40B4-BE49-F238E27FC236}">
                <a16:creationId xmlns:a16="http://schemas.microsoft.com/office/drawing/2014/main" id="{609B69B3-8BDD-C534-67BC-4DE005B8C448}"/>
              </a:ext>
            </a:extLst>
          </p:cNvPr>
          <p:cNvSpPr>
            <a:spLocks/>
          </p:cNvSpPr>
          <p:nvPr/>
        </p:nvSpPr>
        <p:spPr bwMode="auto">
          <a:xfrm>
            <a:off x="5600700" y="2262188"/>
            <a:ext cx="50800" cy="25400"/>
          </a:xfrm>
          <a:custGeom>
            <a:avLst/>
            <a:gdLst>
              <a:gd name="T0" fmla="*/ 2147483646 w 32"/>
              <a:gd name="T1" fmla="*/ 2147483646 h 16"/>
              <a:gd name="T2" fmla="*/ 2147483646 w 32"/>
              <a:gd name="T3" fmla="*/ 0 h 16"/>
              <a:gd name="T4" fmla="*/ 0 w 32"/>
              <a:gd name="T5" fmla="*/ 0 h 16"/>
              <a:gd name="T6" fmla="*/ 0 w 32"/>
              <a:gd name="T7" fmla="*/ 0 h 16"/>
              <a:gd name="T8" fmla="*/ 0 w 32"/>
              <a:gd name="T9" fmla="*/ 2147483646 h 16"/>
              <a:gd name="T10" fmla="*/ 0 w 32"/>
              <a:gd name="T11" fmla="*/ 2147483646 h 16"/>
              <a:gd name="T12" fmla="*/ 2147483646 w 32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16"/>
              <a:gd name="T23" fmla="*/ 32 w 32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16">
                <a:moveTo>
                  <a:pt x="32" y="16"/>
                </a:moveTo>
                <a:lnTo>
                  <a:pt x="32" y="0"/>
                </a:lnTo>
                <a:lnTo>
                  <a:pt x="0" y="0"/>
                </a:lnTo>
                <a:lnTo>
                  <a:pt x="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4" name="Rectangle 29">
            <a:extLst>
              <a:ext uri="{FF2B5EF4-FFF2-40B4-BE49-F238E27FC236}">
                <a16:creationId xmlns:a16="http://schemas.microsoft.com/office/drawing/2014/main" id="{0E704DA3-3B3A-9216-16E0-28D5685CC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9900" y="2262188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05" name="Freeform 30">
            <a:extLst>
              <a:ext uri="{FF2B5EF4-FFF2-40B4-BE49-F238E27FC236}">
                <a16:creationId xmlns:a16="http://schemas.microsoft.com/office/drawing/2014/main" id="{98CA8FF9-AF4B-D1FF-FD1E-08295428C77A}"/>
              </a:ext>
            </a:extLst>
          </p:cNvPr>
          <p:cNvSpPr>
            <a:spLocks/>
          </p:cNvSpPr>
          <p:nvPr/>
        </p:nvSpPr>
        <p:spPr bwMode="auto">
          <a:xfrm>
            <a:off x="5372100" y="2274888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0 h 24"/>
              <a:gd name="T4" fmla="*/ 0 w 64"/>
              <a:gd name="T5" fmla="*/ 2147483646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16"/>
                </a:moveTo>
                <a:lnTo>
                  <a:pt x="64" y="0"/>
                </a:lnTo>
                <a:lnTo>
                  <a:pt x="0" y="8"/>
                </a:lnTo>
                <a:lnTo>
                  <a:pt x="0" y="24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6" name="Freeform 31">
            <a:extLst>
              <a:ext uri="{FF2B5EF4-FFF2-40B4-BE49-F238E27FC236}">
                <a16:creationId xmlns:a16="http://schemas.microsoft.com/office/drawing/2014/main" id="{C6F3C138-CDEA-F324-7CAE-3D5F57783881}"/>
              </a:ext>
            </a:extLst>
          </p:cNvPr>
          <p:cNvSpPr>
            <a:spLocks/>
          </p:cNvSpPr>
          <p:nvPr/>
        </p:nvSpPr>
        <p:spPr bwMode="auto">
          <a:xfrm>
            <a:off x="5232400" y="2300288"/>
            <a:ext cx="63500" cy="25400"/>
          </a:xfrm>
          <a:custGeom>
            <a:avLst/>
            <a:gdLst>
              <a:gd name="T0" fmla="*/ 2147483646 w 40"/>
              <a:gd name="T1" fmla="*/ 2147483646 h 16"/>
              <a:gd name="T2" fmla="*/ 2147483646 w 40"/>
              <a:gd name="T3" fmla="*/ 0 h 16"/>
              <a:gd name="T4" fmla="*/ 0 w 40"/>
              <a:gd name="T5" fmla="*/ 0 h 16"/>
              <a:gd name="T6" fmla="*/ 0 w 40"/>
              <a:gd name="T7" fmla="*/ 0 h 16"/>
              <a:gd name="T8" fmla="*/ 2147483646 w 40"/>
              <a:gd name="T9" fmla="*/ 2147483646 h 16"/>
              <a:gd name="T10" fmla="*/ 0 w 40"/>
              <a:gd name="T11" fmla="*/ 2147483646 h 16"/>
              <a:gd name="T12" fmla="*/ 2147483646 w 40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16"/>
              <a:gd name="T23" fmla="*/ 40 w 40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16">
                <a:moveTo>
                  <a:pt x="40" y="16"/>
                </a:moveTo>
                <a:lnTo>
                  <a:pt x="40" y="0"/>
                </a:lnTo>
                <a:lnTo>
                  <a:pt x="0" y="0"/>
                </a:lnTo>
                <a:lnTo>
                  <a:pt x="8" y="16"/>
                </a:lnTo>
                <a:lnTo>
                  <a:pt x="0" y="16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7" name="Freeform 32">
            <a:extLst>
              <a:ext uri="{FF2B5EF4-FFF2-40B4-BE49-F238E27FC236}">
                <a16:creationId xmlns:a16="http://schemas.microsoft.com/office/drawing/2014/main" id="{38EACF87-06C3-0FBA-C012-DF569337A903}"/>
              </a:ext>
            </a:extLst>
          </p:cNvPr>
          <p:cNvSpPr>
            <a:spLocks/>
          </p:cNvSpPr>
          <p:nvPr/>
        </p:nvSpPr>
        <p:spPr bwMode="auto">
          <a:xfrm>
            <a:off x="5194300" y="2300288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0 w 32"/>
              <a:gd name="T5" fmla="*/ 2147483646 h 24"/>
              <a:gd name="T6" fmla="*/ 2147483646 w 32"/>
              <a:gd name="T7" fmla="*/ 2147483646 h 24"/>
              <a:gd name="T8" fmla="*/ 2147483646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0" y="8"/>
                </a:lnTo>
                <a:lnTo>
                  <a:pt x="8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8" name="Freeform 33">
            <a:extLst>
              <a:ext uri="{FF2B5EF4-FFF2-40B4-BE49-F238E27FC236}">
                <a16:creationId xmlns:a16="http://schemas.microsoft.com/office/drawing/2014/main" id="{D1E09A1A-2ED0-C25E-DA8F-E749722CDE94}"/>
              </a:ext>
            </a:extLst>
          </p:cNvPr>
          <p:cNvSpPr>
            <a:spLocks/>
          </p:cNvSpPr>
          <p:nvPr/>
        </p:nvSpPr>
        <p:spPr bwMode="auto">
          <a:xfrm>
            <a:off x="5029200" y="23256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2147483646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56" y="0"/>
                </a:lnTo>
                <a:lnTo>
                  <a:pt x="0" y="16"/>
                </a:lnTo>
                <a:lnTo>
                  <a:pt x="8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09" name="Freeform 34">
            <a:extLst>
              <a:ext uri="{FF2B5EF4-FFF2-40B4-BE49-F238E27FC236}">
                <a16:creationId xmlns:a16="http://schemas.microsoft.com/office/drawing/2014/main" id="{31D77EB5-21AE-16A9-2DE3-72B7FDC71075}"/>
              </a:ext>
            </a:extLst>
          </p:cNvPr>
          <p:cNvSpPr>
            <a:spLocks/>
          </p:cNvSpPr>
          <p:nvPr/>
        </p:nvSpPr>
        <p:spPr bwMode="auto">
          <a:xfrm>
            <a:off x="4851400" y="23637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64" y="0"/>
                </a:lnTo>
                <a:lnTo>
                  <a:pt x="0" y="16"/>
                </a:lnTo>
                <a:lnTo>
                  <a:pt x="0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0" name="Freeform 35">
            <a:extLst>
              <a:ext uri="{FF2B5EF4-FFF2-40B4-BE49-F238E27FC236}">
                <a16:creationId xmlns:a16="http://schemas.microsoft.com/office/drawing/2014/main" id="{1116DFD0-390A-8C90-7321-F8993343A361}"/>
              </a:ext>
            </a:extLst>
          </p:cNvPr>
          <p:cNvSpPr>
            <a:spLocks/>
          </p:cNvSpPr>
          <p:nvPr/>
        </p:nvSpPr>
        <p:spPr bwMode="auto">
          <a:xfrm>
            <a:off x="4686300" y="24145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1" name="Freeform 36">
            <a:extLst>
              <a:ext uri="{FF2B5EF4-FFF2-40B4-BE49-F238E27FC236}">
                <a16:creationId xmlns:a16="http://schemas.microsoft.com/office/drawing/2014/main" id="{82A9990A-E999-4B4C-B5D0-928206224BFB}"/>
              </a:ext>
            </a:extLst>
          </p:cNvPr>
          <p:cNvSpPr>
            <a:spLocks/>
          </p:cNvSpPr>
          <p:nvPr/>
        </p:nvSpPr>
        <p:spPr bwMode="auto">
          <a:xfrm>
            <a:off x="4521200" y="2478088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2147483646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56" y="0"/>
                </a:lnTo>
                <a:lnTo>
                  <a:pt x="0" y="16"/>
                </a:lnTo>
                <a:lnTo>
                  <a:pt x="8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2" name="Freeform 37">
            <a:extLst>
              <a:ext uri="{FF2B5EF4-FFF2-40B4-BE49-F238E27FC236}">
                <a16:creationId xmlns:a16="http://schemas.microsoft.com/office/drawing/2014/main" id="{F93716EC-A2EB-F540-9444-8F605A6C21A0}"/>
              </a:ext>
            </a:extLst>
          </p:cNvPr>
          <p:cNvSpPr>
            <a:spLocks/>
          </p:cNvSpPr>
          <p:nvPr/>
        </p:nvSpPr>
        <p:spPr bwMode="auto">
          <a:xfrm>
            <a:off x="4432300" y="2528888"/>
            <a:ext cx="12700" cy="25400"/>
          </a:xfrm>
          <a:custGeom>
            <a:avLst/>
            <a:gdLst>
              <a:gd name="T0" fmla="*/ 2147483646 w 8"/>
              <a:gd name="T1" fmla="*/ 2147483646 h 16"/>
              <a:gd name="T2" fmla="*/ 2147483646 w 8"/>
              <a:gd name="T3" fmla="*/ 0 h 16"/>
              <a:gd name="T4" fmla="*/ 0 w 8"/>
              <a:gd name="T5" fmla="*/ 0 h 16"/>
              <a:gd name="T6" fmla="*/ 0 w 8"/>
              <a:gd name="T7" fmla="*/ 0 h 16"/>
              <a:gd name="T8" fmla="*/ 2147483646 w 8"/>
              <a:gd name="T9" fmla="*/ 2147483646 h 16"/>
              <a:gd name="T10" fmla="*/ 0 w 8"/>
              <a:gd name="T11" fmla="*/ 2147483646 h 16"/>
              <a:gd name="T12" fmla="*/ 2147483646 w 8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6"/>
              <a:gd name="T23" fmla="*/ 8 w 8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6">
                <a:moveTo>
                  <a:pt x="8" y="16"/>
                </a:moveTo>
                <a:lnTo>
                  <a:pt x="8" y="0"/>
                </a:lnTo>
                <a:lnTo>
                  <a:pt x="0" y="0"/>
                </a:lnTo>
                <a:lnTo>
                  <a:pt x="8" y="16"/>
                </a:lnTo>
                <a:lnTo>
                  <a:pt x="0" y="16"/>
                </a:lnTo>
                <a:lnTo>
                  <a:pt x="8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3" name="Freeform 38">
            <a:extLst>
              <a:ext uri="{FF2B5EF4-FFF2-40B4-BE49-F238E27FC236}">
                <a16:creationId xmlns:a16="http://schemas.microsoft.com/office/drawing/2014/main" id="{5B79F4F8-0387-BC9D-5D95-FABA198DC077}"/>
              </a:ext>
            </a:extLst>
          </p:cNvPr>
          <p:cNvSpPr>
            <a:spLocks/>
          </p:cNvSpPr>
          <p:nvPr/>
        </p:nvSpPr>
        <p:spPr bwMode="auto">
          <a:xfrm>
            <a:off x="4356100" y="2528888"/>
            <a:ext cx="88900" cy="63500"/>
          </a:xfrm>
          <a:custGeom>
            <a:avLst/>
            <a:gdLst>
              <a:gd name="T0" fmla="*/ 2147483646 w 56"/>
              <a:gd name="T1" fmla="*/ 2147483646 h 40"/>
              <a:gd name="T2" fmla="*/ 2147483646 w 56"/>
              <a:gd name="T3" fmla="*/ 0 h 40"/>
              <a:gd name="T4" fmla="*/ 0 w 56"/>
              <a:gd name="T5" fmla="*/ 2147483646 h 40"/>
              <a:gd name="T6" fmla="*/ 2147483646 w 56"/>
              <a:gd name="T7" fmla="*/ 2147483646 h 40"/>
              <a:gd name="T8" fmla="*/ 2147483646 w 56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0"/>
              <a:gd name="T17" fmla="*/ 56 w 56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0">
                <a:moveTo>
                  <a:pt x="56" y="16"/>
                </a:moveTo>
                <a:lnTo>
                  <a:pt x="48" y="0"/>
                </a:lnTo>
                <a:lnTo>
                  <a:pt x="0" y="24"/>
                </a:lnTo>
                <a:lnTo>
                  <a:pt x="8" y="40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4" name="Freeform 39">
            <a:extLst>
              <a:ext uri="{FF2B5EF4-FFF2-40B4-BE49-F238E27FC236}">
                <a16:creationId xmlns:a16="http://schemas.microsoft.com/office/drawing/2014/main" id="{9880502D-B684-BC7F-14FC-E30FA7894953}"/>
              </a:ext>
            </a:extLst>
          </p:cNvPr>
          <p:cNvSpPr>
            <a:spLocks/>
          </p:cNvSpPr>
          <p:nvPr/>
        </p:nvSpPr>
        <p:spPr bwMode="auto">
          <a:xfrm>
            <a:off x="4191000" y="26050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5" name="Freeform 40">
            <a:extLst>
              <a:ext uri="{FF2B5EF4-FFF2-40B4-BE49-F238E27FC236}">
                <a16:creationId xmlns:a16="http://schemas.microsoft.com/office/drawing/2014/main" id="{F8C06A27-9083-4248-A65D-014444752F9E}"/>
              </a:ext>
            </a:extLst>
          </p:cNvPr>
          <p:cNvSpPr>
            <a:spLocks/>
          </p:cNvSpPr>
          <p:nvPr/>
        </p:nvSpPr>
        <p:spPr bwMode="auto">
          <a:xfrm>
            <a:off x="4025900" y="26685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6" name="Freeform 41">
            <a:extLst>
              <a:ext uri="{FF2B5EF4-FFF2-40B4-BE49-F238E27FC236}">
                <a16:creationId xmlns:a16="http://schemas.microsoft.com/office/drawing/2014/main" id="{552B1BFD-056A-486E-8753-EED526EB7D4A}"/>
              </a:ext>
            </a:extLst>
          </p:cNvPr>
          <p:cNvSpPr>
            <a:spLocks/>
          </p:cNvSpPr>
          <p:nvPr/>
        </p:nvSpPr>
        <p:spPr bwMode="auto">
          <a:xfrm>
            <a:off x="3873500" y="27574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7" name="Freeform 42">
            <a:extLst>
              <a:ext uri="{FF2B5EF4-FFF2-40B4-BE49-F238E27FC236}">
                <a16:creationId xmlns:a16="http://schemas.microsoft.com/office/drawing/2014/main" id="{019D0216-BBAF-29AD-C068-23C8D42D5DE4}"/>
              </a:ext>
            </a:extLst>
          </p:cNvPr>
          <p:cNvSpPr>
            <a:spLocks/>
          </p:cNvSpPr>
          <p:nvPr/>
        </p:nvSpPr>
        <p:spPr bwMode="auto">
          <a:xfrm>
            <a:off x="3721100" y="28336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8" name="Freeform 43">
            <a:extLst>
              <a:ext uri="{FF2B5EF4-FFF2-40B4-BE49-F238E27FC236}">
                <a16:creationId xmlns:a16="http://schemas.microsoft.com/office/drawing/2014/main" id="{8FCBD756-B4DC-725C-6DE9-6B0C5DA7D6D8}"/>
              </a:ext>
            </a:extLst>
          </p:cNvPr>
          <p:cNvSpPr>
            <a:spLocks/>
          </p:cNvSpPr>
          <p:nvPr/>
        </p:nvSpPr>
        <p:spPr bwMode="auto">
          <a:xfrm>
            <a:off x="3594100" y="2922588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0 w 40"/>
              <a:gd name="T5" fmla="*/ 2147483646 h 32"/>
              <a:gd name="T6" fmla="*/ 0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32"/>
              <a:gd name="T23" fmla="*/ 40 w 40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32">
                <a:moveTo>
                  <a:pt x="40" y="16"/>
                </a:moveTo>
                <a:lnTo>
                  <a:pt x="32" y="0"/>
                </a:lnTo>
                <a:lnTo>
                  <a:pt x="0" y="16"/>
                </a:lnTo>
                <a:lnTo>
                  <a:pt x="8" y="32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9" name="Freeform 44">
            <a:extLst>
              <a:ext uri="{FF2B5EF4-FFF2-40B4-BE49-F238E27FC236}">
                <a16:creationId xmlns:a16="http://schemas.microsoft.com/office/drawing/2014/main" id="{61AAC0A4-4D5F-EF05-A5C3-41E85B4D7F83}"/>
              </a:ext>
            </a:extLst>
          </p:cNvPr>
          <p:cNvSpPr>
            <a:spLocks/>
          </p:cNvSpPr>
          <p:nvPr/>
        </p:nvSpPr>
        <p:spPr bwMode="auto">
          <a:xfrm>
            <a:off x="3556000" y="29479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0" y="16"/>
                </a:lnTo>
                <a:lnTo>
                  <a:pt x="8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0" name="Freeform 45">
            <a:extLst>
              <a:ext uri="{FF2B5EF4-FFF2-40B4-BE49-F238E27FC236}">
                <a16:creationId xmlns:a16="http://schemas.microsoft.com/office/drawing/2014/main" id="{6ED7546F-8FC7-614D-6DDD-CD48BB1E7B18}"/>
              </a:ext>
            </a:extLst>
          </p:cNvPr>
          <p:cNvSpPr>
            <a:spLocks/>
          </p:cNvSpPr>
          <p:nvPr/>
        </p:nvSpPr>
        <p:spPr bwMode="auto">
          <a:xfrm>
            <a:off x="3416300" y="3011488"/>
            <a:ext cx="88900" cy="76200"/>
          </a:xfrm>
          <a:custGeom>
            <a:avLst/>
            <a:gdLst>
              <a:gd name="T0" fmla="*/ 2147483646 w 56"/>
              <a:gd name="T1" fmla="*/ 2147483646 h 48"/>
              <a:gd name="T2" fmla="*/ 2147483646 w 56"/>
              <a:gd name="T3" fmla="*/ 0 h 48"/>
              <a:gd name="T4" fmla="*/ 0 w 56"/>
              <a:gd name="T5" fmla="*/ 2147483646 h 48"/>
              <a:gd name="T6" fmla="*/ 2147483646 w 56"/>
              <a:gd name="T7" fmla="*/ 2147483646 h 48"/>
              <a:gd name="T8" fmla="*/ 2147483646 w 56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8"/>
              <a:gd name="T17" fmla="*/ 56 w 56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8">
                <a:moveTo>
                  <a:pt x="56" y="16"/>
                </a:moveTo>
                <a:lnTo>
                  <a:pt x="48" y="0"/>
                </a:lnTo>
                <a:lnTo>
                  <a:pt x="0" y="32"/>
                </a:lnTo>
                <a:lnTo>
                  <a:pt x="8" y="48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1" name="Freeform 46">
            <a:extLst>
              <a:ext uri="{FF2B5EF4-FFF2-40B4-BE49-F238E27FC236}">
                <a16:creationId xmlns:a16="http://schemas.microsoft.com/office/drawing/2014/main" id="{0734B3A0-4B7D-8470-9EB8-64D553B3D8D3}"/>
              </a:ext>
            </a:extLst>
          </p:cNvPr>
          <p:cNvSpPr>
            <a:spLocks/>
          </p:cNvSpPr>
          <p:nvPr/>
        </p:nvSpPr>
        <p:spPr bwMode="auto">
          <a:xfrm>
            <a:off x="3263900" y="31130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2" name="Freeform 47">
            <a:extLst>
              <a:ext uri="{FF2B5EF4-FFF2-40B4-BE49-F238E27FC236}">
                <a16:creationId xmlns:a16="http://schemas.microsoft.com/office/drawing/2014/main" id="{48CC7580-7D22-A85D-BA93-056D921124EA}"/>
              </a:ext>
            </a:extLst>
          </p:cNvPr>
          <p:cNvSpPr>
            <a:spLocks/>
          </p:cNvSpPr>
          <p:nvPr/>
        </p:nvSpPr>
        <p:spPr bwMode="auto">
          <a:xfrm>
            <a:off x="3162300" y="32019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0 w 32"/>
              <a:gd name="T7" fmla="*/ 2147483646 h 32"/>
              <a:gd name="T8" fmla="*/ 2147483646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32"/>
              <a:gd name="T23" fmla="*/ 32 w 32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0" y="16"/>
                </a:lnTo>
                <a:lnTo>
                  <a:pt x="8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3" name="Freeform 48">
            <a:extLst>
              <a:ext uri="{FF2B5EF4-FFF2-40B4-BE49-F238E27FC236}">
                <a16:creationId xmlns:a16="http://schemas.microsoft.com/office/drawing/2014/main" id="{FA8E9371-7B12-0586-9FA3-C8CAFCFE1A3D}"/>
              </a:ext>
            </a:extLst>
          </p:cNvPr>
          <p:cNvSpPr>
            <a:spLocks/>
          </p:cNvSpPr>
          <p:nvPr/>
        </p:nvSpPr>
        <p:spPr bwMode="auto">
          <a:xfrm>
            <a:off x="3111500" y="3227388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40"/>
              <a:gd name="T17" fmla="*/ 40 w 40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40">
                <a:moveTo>
                  <a:pt x="40" y="16"/>
                </a:moveTo>
                <a:lnTo>
                  <a:pt x="32" y="0"/>
                </a:lnTo>
                <a:lnTo>
                  <a:pt x="0" y="24"/>
                </a:lnTo>
                <a:lnTo>
                  <a:pt x="8" y="40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4" name="Freeform 49">
            <a:extLst>
              <a:ext uri="{FF2B5EF4-FFF2-40B4-BE49-F238E27FC236}">
                <a16:creationId xmlns:a16="http://schemas.microsoft.com/office/drawing/2014/main" id="{C5AF9EE5-79A0-55B5-DDF2-5D34E9B96C8F}"/>
              </a:ext>
            </a:extLst>
          </p:cNvPr>
          <p:cNvSpPr>
            <a:spLocks/>
          </p:cNvSpPr>
          <p:nvPr/>
        </p:nvSpPr>
        <p:spPr bwMode="auto">
          <a:xfrm>
            <a:off x="2971800" y="33035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6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5" name="Freeform 50">
            <a:extLst>
              <a:ext uri="{FF2B5EF4-FFF2-40B4-BE49-F238E27FC236}">
                <a16:creationId xmlns:a16="http://schemas.microsoft.com/office/drawing/2014/main" id="{DC9E6236-DE12-2600-33C3-1C33700E0F26}"/>
              </a:ext>
            </a:extLst>
          </p:cNvPr>
          <p:cNvSpPr>
            <a:spLocks/>
          </p:cNvSpPr>
          <p:nvPr/>
        </p:nvSpPr>
        <p:spPr bwMode="auto">
          <a:xfrm>
            <a:off x="2832100" y="3417888"/>
            <a:ext cx="88900" cy="76200"/>
          </a:xfrm>
          <a:custGeom>
            <a:avLst/>
            <a:gdLst>
              <a:gd name="T0" fmla="*/ 2147483646 w 56"/>
              <a:gd name="T1" fmla="*/ 2147483646 h 48"/>
              <a:gd name="T2" fmla="*/ 2147483646 w 56"/>
              <a:gd name="T3" fmla="*/ 0 h 48"/>
              <a:gd name="T4" fmla="*/ 0 w 56"/>
              <a:gd name="T5" fmla="*/ 2147483646 h 48"/>
              <a:gd name="T6" fmla="*/ 2147483646 w 56"/>
              <a:gd name="T7" fmla="*/ 2147483646 h 48"/>
              <a:gd name="T8" fmla="*/ 2147483646 w 56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8"/>
              <a:gd name="T17" fmla="*/ 56 w 56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8">
                <a:moveTo>
                  <a:pt x="56" y="16"/>
                </a:moveTo>
                <a:lnTo>
                  <a:pt x="48" y="0"/>
                </a:lnTo>
                <a:lnTo>
                  <a:pt x="0" y="32"/>
                </a:lnTo>
                <a:lnTo>
                  <a:pt x="8" y="48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6" name="Freeform 51">
            <a:extLst>
              <a:ext uri="{FF2B5EF4-FFF2-40B4-BE49-F238E27FC236}">
                <a16:creationId xmlns:a16="http://schemas.microsoft.com/office/drawing/2014/main" id="{F0883360-F45F-CB15-5EA0-F5145E0EA1D6}"/>
              </a:ext>
            </a:extLst>
          </p:cNvPr>
          <p:cNvSpPr>
            <a:spLocks/>
          </p:cNvSpPr>
          <p:nvPr/>
        </p:nvSpPr>
        <p:spPr bwMode="auto">
          <a:xfrm>
            <a:off x="2730500" y="35194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0" y="16"/>
                </a:lnTo>
                <a:lnTo>
                  <a:pt x="8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7" name="Freeform 52">
            <a:extLst>
              <a:ext uri="{FF2B5EF4-FFF2-40B4-BE49-F238E27FC236}">
                <a16:creationId xmlns:a16="http://schemas.microsoft.com/office/drawing/2014/main" id="{6D90E9C3-968D-BAFC-7242-3F96DBF0F5D1}"/>
              </a:ext>
            </a:extLst>
          </p:cNvPr>
          <p:cNvSpPr>
            <a:spLocks/>
          </p:cNvSpPr>
          <p:nvPr/>
        </p:nvSpPr>
        <p:spPr bwMode="auto">
          <a:xfrm>
            <a:off x="2705100" y="3519488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2147483646 h 32"/>
              <a:gd name="T4" fmla="*/ 2147483646 w 40"/>
              <a:gd name="T5" fmla="*/ 0 h 32"/>
              <a:gd name="T6" fmla="*/ 0 w 40"/>
              <a:gd name="T7" fmla="*/ 2147483646 h 32"/>
              <a:gd name="T8" fmla="*/ 2147483646 w 40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2"/>
              <a:gd name="T17" fmla="*/ 40 w 40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2">
                <a:moveTo>
                  <a:pt x="32" y="32"/>
                </a:moveTo>
                <a:lnTo>
                  <a:pt x="40" y="16"/>
                </a:lnTo>
                <a:lnTo>
                  <a:pt x="8" y="0"/>
                </a:lnTo>
                <a:lnTo>
                  <a:pt x="0" y="16"/>
                </a:lnTo>
                <a:lnTo>
                  <a:pt x="32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8" name="Freeform 53">
            <a:extLst>
              <a:ext uri="{FF2B5EF4-FFF2-40B4-BE49-F238E27FC236}">
                <a16:creationId xmlns:a16="http://schemas.microsoft.com/office/drawing/2014/main" id="{F5CCE1EA-729F-EF5A-C30F-BF98B5374A88}"/>
              </a:ext>
            </a:extLst>
          </p:cNvPr>
          <p:cNvSpPr>
            <a:spLocks/>
          </p:cNvSpPr>
          <p:nvPr/>
        </p:nvSpPr>
        <p:spPr bwMode="auto">
          <a:xfrm>
            <a:off x="2552700" y="3544888"/>
            <a:ext cx="203200" cy="1016000"/>
          </a:xfrm>
          <a:custGeom>
            <a:avLst/>
            <a:gdLst>
              <a:gd name="T0" fmla="*/ 2147483646 w 128"/>
              <a:gd name="T1" fmla="*/ 2147483646 h 640"/>
              <a:gd name="T2" fmla="*/ 2147483646 w 128"/>
              <a:gd name="T3" fmla="*/ 2147483646 h 640"/>
              <a:gd name="T4" fmla="*/ 2147483646 w 128"/>
              <a:gd name="T5" fmla="*/ 2147483646 h 640"/>
              <a:gd name="T6" fmla="*/ 2147483646 w 128"/>
              <a:gd name="T7" fmla="*/ 2147483646 h 640"/>
              <a:gd name="T8" fmla="*/ 2147483646 w 128"/>
              <a:gd name="T9" fmla="*/ 2147483646 h 640"/>
              <a:gd name="T10" fmla="*/ 2147483646 w 128"/>
              <a:gd name="T11" fmla="*/ 2147483646 h 640"/>
              <a:gd name="T12" fmla="*/ 2147483646 w 128"/>
              <a:gd name="T13" fmla="*/ 2147483646 h 640"/>
              <a:gd name="T14" fmla="*/ 2147483646 w 128"/>
              <a:gd name="T15" fmla="*/ 2147483646 h 640"/>
              <a:gd name="T16" fmla="*/ 2147483646 w 128"/>
              <a:gd name="T17" fmla="*/ 2147483646 h 640"/>
              <a:gd name="T18" fmla="*/ 2147483646 w 128"/>
              <a:gd name="T19" fmla="*/ 2147483646 h 640"/>
              <a:gd name="T20" fmla="*/ 2147483646 w 128"/>
              <a:gd name="T21" fmla="*/ 2147483646 h 640"/>
              <a:gd name="T22" fmla="*/ 2147483646 w 128"/>
              <a:gd name="T23" fmla="*/ 2147483646 h 640"/>
              <a:gd name="T24" fmla="*/ 2147483646 w 128"/>
              <a:gd name="T25" fmla="*/ 2147483646 h 640"/>
              <a:gd name="T26" fmla="*/ 2147483646 w 128"/>
              <a:gd name="T27" fmla="*/ 2147483646 h 640"/>
              <a:gd name="T28" fmla="*/ 2147483646 w 128"/>
              <a:gd name="T29" fmla="*/ 2147483646 h 640"/>
              <a:gd name="T30" fmla="*/ 2147483646 w 128"/>
              <a:gd name="T31" fmla="*/ 2147483646 h 640"/>
              <a:gd name="T32" fmla="*/ 2147483646 w 128"/>
              <a:gd name="T33" fmla="*/ 2147483646 h 640"/>
              <a:gd name="T34" fmla="*/ 2147483646 w 128"/>
              <a:gd name="T35" fmla="*/ 2147483646 h 640"/>
              <a:gd name="T36" fmla="*/ 2147483646 w 128"/>
              <a:gd name="T37" fmla="*/ 2147483646 h 640"/>
              <a:gd name="T38" fmla="*/ 2147483646 w 128"/>
              <a:gd name="T39" fmla="*/ 2147483646 h 640"/>
              <a:gd name="T40" fmla="*/ 2147483646 w 128"/>
              <a:gd name="T41" fmla="*/ 2147483646 h 640"/>
              <a:gd name="T42" fmla="*/ 2147483646 w 128"/>
              <a:gd name="T43" fmla="*/ 2147483646 h 640"/>
              <a:gd name="T44" fmla="*/ 2147483646 w 128"/>
              <a:gd name="T45" fmla="*/ 2147483646 h 640"/>
              <a:gd name="T46" fmla="*/ 0 w 128"/>
              <a:gd name="T47" fmla="*/ 2147483646 h 640"/>
              <a:gd name="T48" fmla="*/ 0 w 128"/>
              <a:gd name="T49" fmla="*/ 2147483646 h 640"/>
              <a:gd name="T50" fmla="*/ 0 w 128"/>
              <a:gd name="T51" fmla="*/ 2147483646 h 640"/>
              <a:gd name="T52" fmla="*/ 0 w 128"/>
              <a:gd name="T53" fmla="*/ 2147483646 h 640"/>
              <a:gd name="T54" fmla="*/ 0 w 128"/>
              <a:gd name="T55" fmla="*/ 2147483646 h 640"/>
              <a:gd name="T56" fmla="*/ 0 w 128"/>
              <a:gd name="T57" fmla="*/ 2147483646 h 640"/>
              <a:gd name="T58" fmla="*/ 2147483646 w 128"/>
              <a:gd name="T59" fmla="*/ 2147483646 h 640"/>
              <a:gd name="T60" fmla="*/ 2147483646 w 128"/>
              <a:gd name="T61" fmla="*/ 2147483646 h 640"/>
              <a:gd name="T62" fmla="*/ 2147483646 w 128"/>
              <a:gd name="T63" fmla="*/ 2147483646 h 640"/>
              <a:gd name="T64" fmla="*/ 2147483646 w 128"/>
              <a:gd name="T65" fmla="*/ 2147483646 h 640"/>
              <a:gd name="T66" fmla="*/ 2147483646 w 128"/>
              <a:gd name="T67" fmla="*/ 2147483646 h 640"/>
              <a:gd name="T68" fmla="*/ 2147483646 w 128"/>
              <a:gd name="T69" fmla="*/ 2147483646 h 640"/>
              <a:gd name="T70" fmla="*/ 2147483646 w 128"/>
              <a:gd name="T71" fmla="*/ 0 h 640"/>
              <a:gd name="T72" fmla="*/ 2147483646 w 128"/>
              <a:gd name="T73" fmla="*/ 2147483646 h 64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128"/>
              <a:gd name="T112" fmla="*/ 0 h 640"/>
              <a:gd name="T113" fmla="*/ 128 w 128"/>
              <a:gd name="T114" fmla="*/ 640 h 640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128" h="640">
                <a:moveTo>
                  <a:pt x="128" y="16"/>
                </a:moveTo>
                <a:lnTo>
                  <a:pt x="80" y="128"/>
                </a:lnTo>
                <a:lnTo>
                  <a:pt x="40" y="232"/>
                </a:lnTo>
                <a:lnTo>
                  <a:pt x="40" y="224"/>
                </a:lnTo>
                <a:lnTo>
                  <a:pt x="32" y="336"/>
                </a:lnTo>
                <a:lnTo>
                  <a:pt x="32" y="440"/>
                </a:lnTo>
                <a:lnTo>
                  <a:pt x="48" y="536"/>
                </a:lnTo>
                <a:lnTo>
                  <a:pt x="48" y="528"/>
                </a:lnTo>
                <a:lnTo>
                  <a:pt x="88" y="624"/>
                </a:lnTo>
                <a:lnTo>
                  <a:pt x="56" y="640"/>
                </a:lnTo>
                <a:lnTo>
                  <a:pt x="16" y="544"/>
                </a:lnTo>
                <a:lnTo>
                  <a:pt x="0" y="448"/>
                </a:lnTo>
                <a:lnTo>
                  <a:pt x="0" y="440"/>
                </a:lnTo>
                <a:lnTo>
                  <a:pt x="0" y="336"/>
                </a:lnTo>
                <a:lnTo>
                  <a:pt x="8" y="224"/>
                </a:lnTo>
                <a:lnTo>
                  <a:pt x="48" y="120"/>
                </a:lnTo>
                <a:lnTo>
                  <a:pt x="48" y="112"/>
                </a:lnTo>
                <a:lnTo>
                  <a:pt x="96" y="0"/>
                </a:lnTo>
                <a:lnTo>
                  <a:pt x="128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29" name="Freeform 54">
            <a:extLst>
              <a:ext uri="{FF2B5EF4-FFF2-40B4-BE49-F238E27FC236}">
                <a16:creationId xmlns:a16="http://schemas.microsoft.com/office/drawing/2014/main" id="{38BE23C1-F6BD-DAA2-6F66-04CBEDCCCF1D}"/>
              </a:ext>
            </a:extLst>
          </p:cNvPr>
          <p:cNvSpPr>
            <a:spLocks/>
          </p:cNvSpPr>
          <p:nvPr/>
        </p:nvSpPr>
        <p:spPr bwMode="auto">
          <a:xfrm>
            <a:off x="2641600" y="4535488"/>
            <a:ext cx="127000" cy="177800"/>
          </a:xfrm>
          <a:custGeom>
            <a:avLst/>
            <a:gdLst>
              <a:gd name="T0" fmla="*/ 2147483646 w 80"/>
              <a:gd name="T1" fmla="*/ 0 h 112"/>
              <a:gd name="T2" fmla="*/ 2147483646 w 80"/>
              <a:gd name="T3" fmla="*/ 2147483646 h 112"/>
              <a:gd name="T4" fmla="*/ 2147483646 w 80"/>
              <a:gd name="T5" fmla="*/ 2147483646 h 112"/>
              <a:gd name="T6" fmla="*/ 2147483646 w 80"/>
              <a:gd name="T7" fmla="*/ 2147483646 h 112"/>
              <a:gd name="T8" fmla="*/ 2147483646 w 80"/>
              <a:gd name="T9" fmla="*/ 2147483646 h 112"/>
              <a:gd name="T10" fmla="*/ 0 w 80"/>
              <a:gd name="T11" fmla="*/ 2147483646 h 112"/>
              <a:gd name="T12" fmla="*/ 2147483646 w 80"/>
              <a:gd name="T13" fmla="*/ 0 h 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0"/>
              <a:gd name="T22" fmla="*/ 0 h 112"/>
              <a:gd name="T23" fmla="*/ 80 w 80"/>
              <a:gd name="T24" fmla="*/ 112 h 11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0" h="112">
                <a:moveTo>
                  <a:pt x="32" y="0"/>
                </a:moveTo>
                <a:lnTo>
                  <a:pt x="80" y="96"/>
                </a:lnTo>
                <a:lnTo>
                  <a:pt x="56" y="112"/>
                </a:lnTo>
                <a:lnTo>
                  <a:pt x="48" y="112"/>
                </a:lnTo>
                <a:lnTo>
                  <a:pt x="0" y="16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0" name="Freeform 55">
            <a:extLst>
              <a:ext uri="{FF2B5EF4-FFF2-40B4-BE49-F238E27FC236}">
                <a16:creationId xmlns:a16="http://schemas.microsoft.com/office/drawing/2014/main" id="{5D2F1D9D-CEB0-D2C5-9EF4-D30143E6A9FB}"/>
              </a:ext>
            </a:extLst>
          </p:cNvPr>
          <p:cNvSpPr>
            <a:spLocks/>
          </p:cNvSpPr>
          <p:nvPr/>
        </p:nvSpPr>
        <p:spPr bwMode="auto">
          <a:xfrm>
            <a:off x="2832100" y="4827588"/>
            <a:ext cx="50800" cy="38100"/>
          </a:xfrm>
          <a:custGeom>
            <a:avLst/>
            <a:gdLst>
              <a:gd name="T0" fmla="*/ 2147483646 w 32"/>
              <a:gd name="T1" fmla="*/ 0 h 24"/>
              <a:gd name="T2" fmla="*/ 2147483646 w 32"/>
              <a:gd name="T3" fmla="*/ 2147483646 h 24"/>
              <a:gd name="T4" fmla="*/ 2147483646 w 32"/>
              <a:gd name="T5" fmla="*/ 2147483646 h 24"/>
              <a:gd name="T6" fmla="*/ 0 w 32"/>
              <a:gd name="T7" fmla="*/ 2147483646 h 24"/>
              <a:gd name="T8" fmla="*/ 2147483646 w 32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24" y="0"/>
                </a:moveTo>
                <a:lnTo>
                  <a:pt x="32" y="8"/>
                </a:lnTo>
                <a:lnTo>
                  <a:pt x="8" y="24"/>
                </a:lnTo>
                <a:lnTo>
                  <a:pt x="0" y="16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1" name="Freeform 56">
            <a:extLst>
              <a:ext uri="{FF2B5EF4-FFF2-40B4-BE49-F238E27FC236}">
                <a16:creationId xmlns:a16="http://schemas.microsoft.com/office/drawing/2014/main" id="{BA593891-21ED-DF4D-5177-C592E1809F72}"/>
              </a:ext>
            </a:extLst>
          </p:cNvPr>
          <p:cNvSpPr>
            <a:spLocks/>
          </p:cNvSpPr>
          <p:nvPr/>
        </p:nvSpPr>
        <p:spPr bwMode="auto">
          <a:xfrm>
            <a:off x="2730500" y="4687888"/>
            <a:ext cx="139700" cy="165100"/>
          </a:xfrm>
          <a:custGeom>
            <a:avLst/>
            <a:gdLst>
              <a:gd name="T0" fmla="*/ 2147483646 w 88"/>
              <a:gd name="T1" fmla="*/ 0 h 104"/>
              <a:gd name="T2" fmla="*/ 0 w 88"/>
              <a:gd name="T3" fmla="*/ 2147483646 h 104"/>
              <a:gd name="T4" fmla="*/ 2147483646 w 88"/>
              <a:gd name="T5" fmla="*/ 2147483646 h 104"/>
              <a:gd name="T6" fmla="*/ 2147483646 w 88"/>
              <a:gd name="T7" fmla="*/ 2147483646 h 104"/>
              <a:gd name="T8" fmla="*/ 2147483646 w 88"/>
              <a:gd name="T9" fmla="*/ 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8"/>
              <a:gd name="T16" fmla="*/ 0 h 104"/>
              <a:gd name="T17" fmla="*/ 88 w 88"/>
              <a:gd name="T18" fmla="*/ 104 h 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8" h="104">
                <a:moveTo>
                  <a:pt x="24" y="0"/>
                </a:moveTo>
                <a:lnTo>
                  <a:pt x="0" y="16"/>
                </a:lnTo>
                <a:lnTo>
                  <a:pt x="64" y="104"/>
                </a:lnTo>
                <a:lnTo>
                  <a:pt x="88" y="88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2" name="Freeform 57">
            <a:extLst>
              <a:ext uri="{FF2B5EF4-FFF2-40B4-BE49-F238E27FC236}">
                <a16:creationId xmlns:a16="http://schemas.microsoft.com/office/drawing/2014/main" id="{B1E5A8BE-9126-63D8-2E92-C68F6DB58D75}"/>
              </a:ext>
            </a:extLst>
          </p:cNvPr>
          <p:cNvSpPr>
            <a:spLocks/>
          </p:cNvSpPr>
          <p:nvPr/>
        </p:nvSpPr>
        <p:spPr bwMode="auto">
          <a:xfrm>
            <a:off x="2806700" y="4802188"/>
            <a:ext cx="50800" cy="63500"/>
          </a:xfrm>
          <a:custGeom>
            <a:avLst/>
            <a:gdLst>
              <a:gd name="T0" fmla="*/ 2147483646 w 32"/>
              <a:gd name="T1" fmla="*/ 2147483646 h 40"/>
              <a:gd name="T2" fmla="*/ 2147483646 w 32"/>
              <a:gd name="T3" fmla="*/ 0 h 40"/>
              <a:gd name="T4" fmla="*/ 0 w 32"/>
              <a:gd name="T5" fmla="*/ 2147483646 h 40"/>
              <a:gd name="T6" fmla="*/ 2147483646 w 32"/>
              <a:gd name="T7" fmla="*/ 2147483646 h 40"/>
              <a:gd name="T8" fmla="*/ 2147483646 w 32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40"/>
              <a:gd name="T17" fmla="*/ 32 w 3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40">
                <a:moveTo>
                  <a:pt x="32" y="8"/>
                </a:moveTo>
                <a:lnTo>
                  <a:pt x="16" y="0"/>
                </a:lnTo>
                <a:lnTo>
                  <a:pt x="0" y="32"/>
                </a:lnTo>
                <a:lnTo>
                  <a:pt x="16" y="40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3" name="Freeform 58">
            <a:extLst>
              <a:ext uri="{FF2B5EF4-FFF2-40B4-BE49-F238E27FC236}">
                <a16:creationId xmlns:a16="http://schemas.microsoft.com/office/drawing/2014/main" id="{913E145D-6F37-976F-FC8E-2EC81DFB7D9A}"/>
              </a:ext>
            </a:extLst>
          </p:cNvPr>
          <p:cNvSpPr>
            <a:spLocks/>
          </p:cNvSpPr>
          <p:nvPr/>
        </p:nvSpPr>
        <p:spPr bwMode="auto">
          <a:xfrm>
            <a:off x="2832100" y="4814888"/>
            <a:ext cx="1689100" cy="304800"/>
          </a:xfrm>
          <a:custGeom>
            <a:avLst/>
            <a:gdLst>
              <a:gd name="T0" fmla="*/ 2147483646 w 1064"/>
              <a:gd name="T1" fmla="*/ 0 h 192"/>
              <a:gd name="T2" fmla="*/ 2147483646 w 1064"/>
              <a:gd name="T3" fmla="*/ 2147483646 h 192"/>
              <a:gd name="T4" fmla="*/ 2147483646 w 1064"/>
              <a:gd name="T5" fmla="*/ 2147483646 h 192"/>
              <a:gd name="T6" fmla="*/ 2147483646 w 1064"/>
              <a:gd name="T7" fmla="*/ 2147483646 h 192"/>
              <a:gd name="T8" fmla="*/ 2147483646 w 1064"/>
              <a:gd name="T9" fmla="*/ 2147483646 h 192"/>
              <a:gd name="T10" fmla="*/ 2147483646 w 1064"/>
              <a:gd name="T11" fmla="*/ 2147483646 h 192"/>
              <a:gd name="T12" fmla="*/ 2147483646 w 1064"/>
              <a:gd name="T13" fmla="*/ 2147483646 h 192"/>
              <a:gd name="T14" fmla="*/ 2147483646 w 1064"/>
              <a:gd name="T15" fmla="*/ 2147483646 h 192"/>
              <a:gd name="T16" fmla="*/ 2147483646 w 1064"/>
              <a:gd name="T17" fmla="*/ 2147483646 h 192"/>
              <a:gd name="T18" fmla="*/ 2147483646 w 1064"/>
              <a:gd name="T19" fmla="*/ 2147483646 h 192"/>
              <a:gd name="T20" fmla="*/ 2147483646 w 1064"/>
              <a:gd name="T21" fmla="*/ 2147483646 h 192"/>
              <a:gd name="T22" fmla="*/ 2147483646 w 1064"/>
              <a:gd name="T23" fmla="*/ 2147483646 h 192"/>
              <a:gd name="T24" fmla="*/ 2147483646 w 1064"/>
              <a:gd name="T25" fmla="*/ 2147483646 h 192"/>
              <a:gd name="T26" fmla="*/ 2147483646 w 1064"/>
              <a:gd name="T27" fmla="*/ 2147483646 h 192"/>
              <a:gd name="T28" fmla="*/ 2147483646 w 1064"/>
              <a:gd name="T29" fmla="*/ 2147483646 h 192"/>
              <a:gd name="T30" fmla="*/ 2147483646 w 1064"/>
              <a:gd name="T31" fmla="*/ 2147483646 h 192"/>
              <a:gd name="T32" fmla="*/ 2147483646 w 1064"/>
              <a:gd name="T33" fmla="*/ 2147483646 h 192"/>
              <a:gd name="T34" fmla="*/ 2147483646 w 1064"/>
              <a:gd name="T35" fmla="*/ 2147483646 h 192"/>
              <a:gd name="T36" fmla="*/ 2147483646 w 1064"/>
              <a:gd name="T37" fmla="*/ 2147483646 h 192"/>
              <a:gd name="T38" fmla="*/ 2147483646 w 1064"/>
              <a:gd name="T39" fmla="*/ 2147483646 h 192"/>
              <a:gd name="T40" fmla="*/ 2147483646 w 1064"/>
              <a:gd name="T41" fmla="*/ 2147483646 h 192"/>
              <a:gd name="T42" fmla="*/ 2147483646 w 1064"/>
              <a:gd name="T43" fmla="*/ 2147483646 h 192"/>
              <a:gd name="T44" fmla="*/ 2147483646 w 1064"/>
              <a:gd name="T45" fmla="*/ 2147483646 h 192"/>
              <a:gd name="T46" fmla="*/ 2147483646 w 1064"/>
              <a:gd name="T47" fmla="*/ 2147483646 h 192"/>
              <a:gd name="T48" fmla="*/ 2147483646 w 1064"/>
              <a:gd name="T49" fmla="*/ 2147483646 h 192"/>
              <a:gd name="T50" fmla="*/ 2147483646 w 1064"/>
              <a:gd name="T51" fmla="*/ 2147483646 h 192"/>
              <a:gd name="T52" fmla="*/ 2147483646 w 1064"/>
              <a:gd name="T53" fmla="*/ 2147483646 h 192"/>
              <a:gd name="T54" fmla="*/ 2147483646 w 1064"/>
              <a:gd name="T55" fmla="*/ 2147483646 h 192"/>
              <a:gd name="T56" fmla="*/ 2147483646 w 1064"/>
              <a:gd name="T57" fmla="*/ 2147483646 h 192"/>
              <a:gd name="T58" fmla="*/ 2147483646 w 1064"/>
              <a:gd name="T59" fmla="*/ 2147483646 h 192"/>
              <a:gd name="T60" fmla="*/ 2147483646 w 1064"/>
              <a:gd name="T61" fmla="*/ 2147483646 h 192"/>
              <a:gd name="T62" fmla="*/ 2147483646 w 1064"/>
              <a:gd name="T63" fmla="*/ 2147483646 h 192"/>
              <a:gd name="T64" fmla="*/ 2147483646 w 1064"/>
              <a:gd name="T65" fmla="*/ 2147483646 h 192"/>
              <a:gd name="T66" fmla="*/ 2147483646 w 1064"/>
              <a:gd name="T67" fmla="*/ 2147483646 h 192"/>
              <a:gd name="T68" fmla="*/ 2147483646 w 1064"/>
              <a:gd name="T69" fmla="*/ 2147483646 h 192"/>
              <a:gd name="T70" fmla="*/ 0 w 1064"/>
              <a:gd name="T71" fmla="*/ 2147483646 h 192"/>
              <a:gd name="T72" fmla="*/ 2147483646 w 1064"/>
              <a:gd name="T73" fmla="*/ 0 h 19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1064"/>
              <a:gd name="T112" fmla="*/ 0 h 192"/>
              <a:gd name="T113" fmla="*/ 1064 w 1064"/>
              <a:gd name="T114" fmla="*/ 192 h 19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1064" h="192">
                <a:moveTo>
                  <a:pt x="16" y="0"/>
                </a:moveTo>
                <a:lnTo>
                  <a:pt x="192" y="80"/>
                </a:lnTo>
                <a:lnTo>
                  <a:pt x="360" y="136"/>
                </a:lnTo>
                <a:lnTo>
                  <a:pt x="536" y="160"/>
                </a:lnTo>
                <a:lnTo>
                  <a:pt x="528" y="160"/>
                </a:lnTo>
                <a:lnTo>
                  <a:pt x="704" y="160"/>
                </a:lnTo>
                <a:lnTo>
                  <a:pt x="872" y="128"/>
                </a:lnTo>
                <a:lnTo>
                  <a:pt x="1056" y="72"/>
                </a:lnTo>
                <a:lnTo>
                  <a:pt x="1048" y="72"/>
                </a:lnTo>
                <a:lnTo>
                  <a:pt x="1064" y="104"/>
                </a:lnTo>
                <a:lnTo>
                  <a:pt x="880" y="160"/>
                </a:lnTo>
                <a:lnTo>
                  <a:pt x="712" y="192"/>
                </a:lnTo>
                <a:lnTo>
                  <a:pt x="704" y="192"/>
                </a:lnTo>
                <a:lnTo>
                  <a:pt x="528" y="192"/>
                </a:lnTo>
                <a:lnTo>
                  <a:pt x="352" y="168"/>
                </a:lnTo>
                <a:lnTo>
                  <a:pt x="184" y="112"/>
                </a:lnTo>
                <a:lnTo>
                  <a:pt x="176" y="112"/>
                </a:lnTo>
                <a:lnTo>
                  <a:pt x="0" y="32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4" name="Freeform 59">
            <a:extLst>
              <a:ext uri="{FF2B5EF4-FFF2-40B4-BE49-F238E27FC236}">
                <a16:creationId xmlns:a16="http://schemas.microsoft.com/office/drawing/2014/main" id="{6E3291B3-8F2F-0853-0341-724E4C261C96}"/>
              </a:ext>
            </a:extLst>
          </p:cNvPr>
          <p:cNvSpPr>
            <a:spLocks/>
          </p:cNvSpPr>
          <p:nvPr/>
        </p:nvSpPr>
        <p:spPr bwMode="auto">
          <a:xfrm>
            <a:off x="4495800" y="4776788"/>
            <a:ext cx="304800" cy="203200"/>
          </a:xfrm>
          <a:custGeom>
            <a:avLst/>
            <a:gdLst>
              <a:gd name="T0" fmla="*/ 0 w 192"/>
              <a:gd name="T1" fmla="*/ 2147483646 h 128"/>
              <a:gd name="T2" fmla="*/ 2147483646 w 192"/>
              <a:gd name="T3" fmla="*/ 0 h 128"/>
              <a:gd name="T4" fmla="*/ 2147483646 w 192"/>
              <a:gd name="T5" fmla="*/ 2147483646 h 128"/>
              <a:gd name="T6" fmla="*/ 2147483646 w 192"/>
              <a:gd name="T7" fmla="*/ 2147483646 h 128"/>
              <a:gd name="T8" fmla="*/ 2147483646 w 192"/>
              <a:gd name="T9" fmla="*/ 2147483646 h 128"/>
              <a:gd name="T10" fmla="*/ 2147483646 w 192"/>
              <a:gd name="T11" fmla="*/ 2147483646 h 128"/>
              <a:gd name="T12" fmla="*/ 0 w 192"/>
              <a:gd name="T13" fmla="*/ 2147483646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2"/>
              <a:gd name="T22" fmla="*/ 0 h 128"/>
              <a:gd name="T23" fmla="*/ 192 w 192"/>
              <a:gd name="T24" fmla="*/ 128 h 1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2" h="128">
                <a:moveTo>
                  <a:pt x="0" y="96"/>
                </a:moveTo>
                <a:lnTo>
                  <a:pt x="176" y="0"/>
                </a:lnTo>
                <a:lnTo>
                  <a:pt x="176" y="8"/>
                </a:lnTo>
                <a:lnTo>
                  <a:pt x="192" y="32"/>
                </a:lnTo>
                <a:lnTo>
                  <a:pt x="16" y="128"/>
                </a:lnTo>
                <a:lnTo>
                  <a:pt x="0" y="9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5" name="Freeform 60">
            <a:extLst>
              <a:ext uri="{FF2B5EF4-FFF2-40B4-BE49-F238E27FC236}">
                <a16:creationId xmlns:a16="http://schemas.microsoft.com/office/drawing/2014/main" id="{93A128AE-F77A-88DA-B2D0-B001F9F7AED9}"/>
              </a:ext>
            </a:extLst>
          </p:cNvPr>
          <p:cNvSpPr>
            <a:spLocks/>
          </p:cNvSpPr>
          <p:nvPr/>
        </p:nvSpPr>
        <p:spPr bwMode="auto">
          <a:xfrm>
            <a:off x="5080000" y="4573588"/>
            <a:ext cx="38100" cy="50800"/>
          </a:xfrm>
          <a:custGeom>
            <a:avLst/>
            <a:gdLst>
              <a:gd name="T0" fmla="*/ 0 w 24"/>
              <a:gd name="T1" fmla="*/ 2147483646 h 32"/>
              <a:gd name="T2" fmla="*/ 2147483646 w 24"/>
              <a:gd name="T3" fmla="*/ 0 h 32"/>
              <a:gd name="T4" fmla="*/ 2147483646 w 24"/>
              <a:gd name="T5" fmla="*/ 2147483646 h 32"/>
              <a:gd name="T6" fmla="*/ 2147483646 w 24"/>
              <a:gd name="T7" fmla="*/ 2147483646 h 32"/>
              <a:gd name="T8" fmla="*/ 0 w 2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32"/>
              <a:gd name="T17" fmla="*/ 24 w 2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32">
                <a:moveTo>
                  <a:pt x="0" y="8"/>
                </a:moveTo>
                <a:lnTo>
                  <a:pt x="8" y="0"/>
                </a:lnTo>
                <a:lnTo>
                  <a:pt x="24" y="24"/>
                </a:lnTo>
                <a:lnTo>
                  <a:pt x="16" y="32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6" name="Freeform 61">
            <a:extLst>
              <a:ext uri="{FF2B5EF4-FFF2-40B4-BE49-F238E27FC236}">
                <a16:creationId xmlns:a16="http://schemas.microsoft.com/office/drawing/2014/main" id="{A656A7B3-A81A-07C4-8CDA-1FCD394897DA}"/>
              </a:ext>
            </a:extLst>
          </p:cNvPr>
          <p:cNvSpPr>
            <a:spLocks/>
          </p:cNvSpPr>
          <p:nvPr/>
        </p:nvSpPr>
        <p:spPr bwMode="auto">
          <a:xfrm>
            <a:off x="4775200" y="4586288"/>
            <a:ext cx="330200" cy="241300"/>
          </a:xfrm>
          <a:custGeom>
            <a:avLst/>
            <a:gdLst>
              <a:gd name="T0" fmla="*/ 0 w 208"/>
              <a:gd name="T1" fmla="*/ 2147483646 h 152"/>
              <a:gd name="T2" fmla="*/ 2147483646 w 208"/>
              <a:gd name="T3" fmla="*/ 2147483646 h 152"/>
              <a:gd name="T4" fmla="*/ 2147483646 w 208"/>
              <a:gd name="T5" fmla="*/ 2147483646 h 152"/>
              <a:gd name="T6" fmla="*/ 2147483646 w 208"/>
              <a:gd name="T7" fmla="*/ 0 h 152"/>
              <a:gd name="T8" fmla="*/ 0 w 208"/>
              <a:gd name="T9" fmla="*/ 2147483646 h 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8"/>
              <a:gd name="T16" fmla="*/ 0 h 152"/>
              <a:gd name="T17" fmla="*/ 208 w 208"/>
              <a:gd name="T18" fmla="*/ 152 h 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8" h="152">
                <a:moveTo>
                  <a:pt x="0" y="128"/>
                </a:moveTo>
                <a:lnTo>
                  <a:pt x="16" y="152"/>
                </a:lnTo>
                <a:lnTo>
                  <a:pt x="208" y="24"/>
                </a:lnTo>
                <a:lnTo>
                  <a:pt x="192" y="0"/>
                </a:lnTo>
                <a:lnTo>
                  <a:pt x="0" y="12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7" name="Freeform 62">
            <a:extLst>
              <a:ext uri="{FF2B5EF4-FFF2-40B4-BE49-F238E27FC236}">
                <a16:creationId xmlns:a16="http://schemas.microsoft.com/office/drawing/2014/main" id="{BDCBB294-8C78-35D9-BE20-E8A1A264E6E5}"/>
              </a:ext>
            </a:extLst>
          </p:cNvPr>
          <p:cNvSpPr>
            <a:spLocks/>
          </p:cNvSpPr>
          <p:nvPr/>
        </p:nvSpPr>
        <p:spPr bwMode="auto">
          <a:xfrm>
            <a:off x="5080000" y="4598988"/>
            <a:ext cx="50800" cy="63500"/>
          </a:xfrm>
          <a:custGeom>
            <a:avLst/>
            <a:gdLst>
              <a:gd name="T0" fmla="*/ 2147483646 w 32"/>
              <a:gd name="T1" fmla="*/ 0 h 40"/>
              <a:gd name="T2" fmla="*/ 0 w 32"/>
              <a:gd name="T3" fmla="*/ 2147483646 h 40"/>
              <a:gd name="T4" fmla="*/ 2147483646 w 32"/>
              <a:gd name="T5" fmla="*/ 2147483646 h 40"/>
              <a:gd name="T6" fmla="*/ 2147483646 w 32"/>
              <a:gd name="T7" fmla="*/ 2147483646 h 40"/>
              <a:gd name="T8" fmla="*/ 2147483646 w 32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40"/>
              <a:gd name="T17" fmla="*/ 32 w 3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40">
                <a:moveTo>
                  <a:pt x="16" y="0"/>
                </a:moveTo>
                <a:lnTo>
                  <a:pt x="0" y="8"/>
                </a:lnTo>
                <a:lnTo>
                  <a:pt x="16" y="40"/>
                </a:lnTo>
                <a:lnTo>
                  <a:pt x="32" y="32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8" name="Freeform 63">
            <a:extLst>
              <a:ext uri="{FF2B5EF4-FFF2-40B4-BE49-F238E27FC236}">
                <a16:creationId xmlns:a16="http://schemas.microsoft.com/office/drawing/2014/main" id="{12470E81-6BB0-1246-FDD8-9B8C9B031A4B}"/>
              </a:ext>
            </a:extLst>
          </p:cNvPr>
          <p:cNvSpPr>
            <a:spLocks/>
          </p:cNvSpPr>
          <p:nvPr/>
        </p:nvSpPr>
        <p:spPr bwMode="auto">
          <a:xfrm>
            <a:off x="5130800" y="4713288"/>
            <a:ext cx="76200" cy="114300"/>
          </a:xfrm>
          <a:custGeom>
            <a:avLst/>
            <a:gdLst>
              <a:gd name="T0" fmla="*/ 2147483646 w 48"/>
              <a:gd name="T1" fmla="*/ 0 h 72"/>
              <a:gd name="T2" fmla="*/ 0 w 48"/>
              <a:gd name="T3" fmla="*/ 2147483646 h 72"/>
              <a:gd name="T4" fmla="*/ 2147483646 w 48"/>
              <a:gd name="T5" fmla="*/ 2147483646 h 72"/>
              <a:gd name="T6" fmla="*/ 2147483646 w 48"/>
              <a:gd name="T7" fmla="*/ 2147483646 h 72"/>
              <a:gd name="T8" fmla="*/ 2147483646 w 48"/>
              <a:gd name="T9" fmla="*/ 0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72"/>
              <a:gd name="T17" fmla="*/ 48 w 48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72">
                <a:moveTo>
                  <a:pt x="16" y="0"/>
                </a:moveTo>
                <a:lnTo>
                  <a:pt x="0" y="8"/>
                </a:lnTo>
                <a:lnTo>
                  <a:pt x="32" y="72"/>
                </a:lnTo>
                <a:lnTo>
                  <a:pt x="48" y="64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39" name="Freeform 64">
            <a:extLst>
              <a:ext uri="{FF2B5EF4-FFF2-40B4-BE49-F238E27FC236}">
                <a16:creationId xmlns:a16="http://schemas.microsoft.com/office/drawing/2014/main" id="{FB119210-ECD1-33EF-7BB2-240D8C1AB0C2}"/>
              </a:ext>
            </a:extLst>
          </p:cNvPr>
          <p:cNvSpPr>
            <a:spLocks/>
          </p:cNvSpPr>
          <p:nvPr/>
        </p:nvSpPr>
        <p:spPr bwMode="auto">
          <a:xfrm>
            <a:off x="5219700" y="4878388"/>
            <a:ext cx="25400" cy="38100"/>
          </a:xfrm>
          <a:custGeom>
            <a:avLst/>
            <a:gdLst>
              <a:gd name="T0" fmla="*/ 2147483646 w 16"/>
              <a:gd name="T1" fmla="*/ 0 h 24"/>
              <a:gd name="T2" fmla="*/ 0 w 16"/>
              <a:gd name="T3" fmla="*/ 0 h 24"/>
              <a:gd name="T4" fmla="*/ 0 w 16"/>
              <a:gd name="T5" fmla="*/ 2147483646 h 24"/>
              <a:gd name="T6" fmla="*/ 0 w 16"/>
              <a:gd name="T7" fmla="*/ 2147483646 h 24"/>
              <a:gd name="T8" fmla="*/ 2147483646 w 16"/>
              <a:gd name="T9" fmla="*/ 2147483646 h 24"/>
              <a:gd name="T10" fmla="*/ 2147483646 w 16"/>
              <a:gd name="T11" fmla="*/ 2147483646 h 24"/>
              <a:gd name="T12" fmla="*/ 2147483646 w 16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24"/>
              <a:gd name="T23" fmla="*/ 16 w 16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24">
                <a:moveTo>
                  <a:pt x="16" y="0"/>
                </a:move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16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0" name="Freeform 65">
            <a:extLst>
              <a:ext uri="{FF2B5EF4-FFF2-40B4-BE49-F238E27FC236}">
                <a16:creationId xmlns:a16="http://schemas.microsoft.com/office/drawing/2014/main" id="{83F381C4-1C79-E6F3-A23A-F70A4699308B}"/>
              </a:ext>
            </a:extLst>
          </p:cNvPr>
          <p:cNvSpPr>
            <a:spLocks/>
          </p:cNvSpPr>
          <p:nvPr/>
        </p:nvSpPr>
        <p:spPr bwMode="auto">
          <a:xfrm>
            <a:off x="5219700" y="4903788"/>
            <a:ext cx="76200" cy="76200"/>
          </a:xfrm>
          <a:custGeom>
            <a:avLst/>
            <a:gdLst>
              <a:gd name="T0" fmla="*/ 2147483646 w 48"/>
              <a:gd name="T1" fmla="*/ 0 h 48"/>
              <a:gd name="T2" fmla="*/ 0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48"/>
              <a:gd name="T17" fmla="*/ 48 w 48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48">
                <a:moveTo>
                  <a:pt x="16" y="0"/>
                </a:moveTo>
                <a:lnTo>
                  <a:pt x="0" y="8"/>
                </a:lnTo>
                <a:lnTo>
                  <a:pt x="32" y="48"/>
                </a:lnTo>
                <a:lnTo>
                  <a:pt x="48" y="4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1" name="Freeform 66">
            <a:extLst>
              <a:ext uri="{FF2B5EF4-FFF2-40B4-BE49-F238E27FC236}">
                <a16:creationId xmlns:a16="http://schemas.microsoft.com/office/drawing/2014/main" id="{4A77AABA-0092-9E35-5741-D9E1A7B1D4A6}"/>
              </a:ext>
            </a:extLst>
          </p:cNvPr>
          <p:cNvSpPr>
            <a:spLocks/>
          </p:cNvSpPr>
          <p:nvPr/>
        </p:nvSpPr>
        <p:spPr bwMode="auto">
          <a:xfrm>
            <a:off x="5321300" y="5018088"/>
            <a:ext cx="88900" cy="101600"/>
          </a:xfrm>
          <a:custGeom>
            <a:avLst/>
            <a:gdLst>
              <a:gd name="T0" fmla="*/ 2147483646 w 56"/>
              <a:gd name="T1" fmla="*/ 0 h 64"/>
              <a:gd name="T2" fmla="*/ 0 w 56"/>
              <a:gd name="T3" fmla="*/ 2147483646 h 64"/>
              <a:gd name="T4" fmla="*/ 2147483646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0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16" y="0"/>
                </a:moveTo>
                <a:lnTo>
                  <a:pt x="0" y="8"/>
                </a:lnTo>
                <a:lnTo>
                  <a:pt x="40" y="64"/>
                </a:lnTo>
                <a:lnTo>
                  <a:pt x="56" y="56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2" name="Freeform 67">
            <a:extLst>
              <a:ext uri="{FF2B5EF4-FFF2-40B4-BE49-F238E27FC236}">
                <a16:creationId xmlns:a16="http://schemas.microsoft.com/office/drawing/2014/main" id="{4C6F2777-E779-E3D1-7A81-320F45A89ABF}"/>
              </a:ext>
            </a:extLst>
          </p:cNvPr>
          <p:cNvSpPr>
            <a:spLocks/>
          </p:cNvSpPr>
          <p:nvPr/>
        </p:nvSpPr>
        <p:spPr bwMode="auto">
          <a:xfrm>
            <a:off x="5448300" y="5146675"/>
            <a:ext cx="88900" cy="88900"/>
          </a:xfrm>
          <a:custGeom>
            <a:avLst/>
            <a:gdLst>
              <a:gd name="T0" fmla="*/ 2147483646 w 56"/>
              <a:gd name="T1" fmla="*/ 0 h 56"/>
              <a:gd name="T2" fmla="*/ 0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8" y="0"/>
                </a:moveTo>
                <a:lnTo>
                  <a:pt x="0" y="16"/>
                </a:lnTo>
                <a:lnTo>
                  <a:pt x="48" y="56"/>
                </a:lnTo>
                <a:lnTo>
                  <a:pt x="56" y="4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3" name="Freeform 68">
            <a:extLst>
              <a:ext uri="{FF2B5EF4-FFF2-40B4-BE49-F238E27FC236}">
                <a16:creationId xmlns:a16="http://schemas.microsoft.com/office/drawing/2014/main" id="{2C052BFD-A21A-B1F2-1533-413EDB680EA6}"/>
              </a:ext>
            </a:extLst>
          </p:cNvPr>
          <p:cNvSpPr>
            <a:spLocks/>
          </p:cNvSpPr>
          <p:nvPr/>
        </p:nvSpPr>
        <p:spPr bwMode="auto">
          <a:xfrm>
            <a:off x="5575300" y="5260975"/>
            <a:ext cx="101600" cy="88900"/>
          </a:xfrm>
          <a:custGeom>
            <a:avLst/>
            <a:gdLst>
              <a:gd name="T0" fmla="*/ 2147483646 w 64"/>
              <a:gd name="T1" fmla="*/ 0 h 56"/>
              <a:gd name="T2" fmla="*/ 0 w 64"/>
              <a:gd name="T3" fmla="*/ 2147483646 h 56"/>
              <a:gd name="T4" fmla="*/ 2147483646 w 64"/>
              <a:gd name="T5" fmla="*/ 2147483646 h 56"/>
              <a:gd name="T6" fmla="*/ 2147483646 w 64"/>
              <a:gd name="T7" fmla="*/ 2147483646 h 56"/>
              <a:gd name="T8" fmla="*/ 2147483646 w 64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8" y="0"/>
                </a:moveTo>
                <a:lnTo>
                  <a:pt x="0" y="16"/>
                </a:lnTo>
                <a:lnTo>
                  <a:pt x="56" y="56"/>
                </a:lnTo>
                <a:lnTo>
                  <a:pt x="64" y="4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4" name="Freeform 69">
            <a:extLst>
              <a:ext uri="{FF2B5EF4-FFF2-40B4-BE49-F238E27FC236}">
                <a16:creationId xmlns:a16="http://schemas.microsoft.com/office/drawing/2014/main" id="{2C538F16-7558-D3A8-5E5A-DBBC9033569F}"/>
              </a:ext>
            </a:extLst>
          </p:cNvPr>
          <p:cNvSpPr>
            <a:spLocks/>
          </p:cNvSpPr>
          <p:nvPr/>
        </p:nvSpPr>
        <p:spPr bwMode="auto">
          <a:xfrm>
            <a:off x="5727700" y="5362575"/>
            <a:ext cx="101600" cy="76200"/>
          </a:xfrm>
          <a:custGeom>
            <a:avLst/>
            <a:gdLst>
              <a:gd name="T0" fmla="*/ 2147483646 w 64"/>
              <a:gd name="T1" fmla="*/ 0 h 48"/>
              <a:gd name="T2" fmla="*/ 0 w 64"/>
              <a:gd name="T3" fmla="*/ 2147483646 h 48"/>
              <a:gd name="T4" fmla="*/ 2147483646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8" y="0"/>
                </a:moveTo>
                <a:lnTo>
                  <a:pt x="0" y="16"/>
                </a:lnTo>
                <a:lnTo>
                  <a:pt x="56" y="48"/>
                </a:lnTo>
                <a:lnTo>
                  <a:pt x="64" y="32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5" name="Freeform 70">
            <a:extLst>
              <a:ext uri="{FF2B5EF4-FFF2-40B4-BE49-F238E27FC236}">
                <a16:creationId xmlns:a16="http://schemas.microsoft.com/office/drawing/2014/main" id="{0D6D28B3-1A5A-FA2A-139F-E728B564EDE5}"/>
              </a:ext>
            </a:extLst>
          </p:cNvPr>
          <p:cNvSpPr>
            <a:spLocks/>
          </p:cNvSpPr>
          <p:nvPr/>
        </p:nvSpPr>
        <p:spPr bwMode="auto">
          <a:xfrm>
            <a:off x="5880100" y="5451475"/>
            <a:ext cx="88900" cy="50800"/>
          </a:xfrm>
          <a:custGeom>
            <a:avLst/>
            <a:gdLst>
              <a:gd name="T0" fmla="*/ 2147483646 w 56"/>
              <a:gd name="T1" fmla="*/ 0 h 32"/>
              <a:gd name="T2" fmla="*/ 0 w 56"/>
              <a:gd name="T3" fmla="*/ 2147483646 h 32"/>
              <a:gd name="T4" fmla="*/ 2147483646 w 56"/>
              <a:gd name="T5" fmla="*/ 2147483646 h 32"/>
              <a:gd name="T6" fmla="*/ 2147483646 w 56"/>
              <a:gd name="T7" fmla="*/ 2147483646 h 32"/>
              <a:gd name="T8" fmla="*/ 2147483646 w 56"/>
              <a:gd name="T9" fmla="*/ 2147483646 h 32"/>
              <a:gd name="T10" fmla="*/ 2147483646 w 56"/>
              <a:gd name="T11" fmla="*/ 2147483646 h 32"/>
              <a:gd name="T12" fmla="*/ 2147483646 w 56"/>
              <a:gd name="T13" fmla="*/ 0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6"/>
              <a:gd name="T22" fmla="*/ 0 h 32"/>
              <a:gd name="T23" fmla="*/ 56 w 56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6" h="32">
                <a:moveTo>
                  <a:pt x="8" y="0"/>
                </a:moveTo>
                <a:lnTo>
                  <a:pt x="0" y="16"/>
                </a:lnTo>
                <a:lnTo>
                  <a:pt x="48" y="32"/>
                </a:lnTo>
                <a:lnTo>
                  <a:pt x="56" y="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6" name="Freeform 71">
            <a:extLst>
              <a:ext uri="{FF2B5EF4-FFF2-40B4-BE49-F238E27FC236}">
                <a16:creationId xmlns:a16="http://schemas.microsoft.com/office/drawing/2014/main" id="{791C1D2F-51F3-1BB7-8B0A-02FAD115CBB5}"/>
              </a:ext>
            </a:extLst>
          </p:cNvPr>
          <p:cNvSpPr>
            <a:spLocks/>
          </p:cNvSpPr>
          <p:nvPr/>
        </p:nvSpPr>
        <p:spPr bwMode="auto">
          <a:xfrm>
            <a:off x="5956300" y="5476875"/>
            <a:ext cx="38100" cy="38100"/>
          </a:xfrm>
          <a:custGeom>
            <a:avLst/>
            <a:gdLst>
              <a:gd name="T0" fmla="*/ 2147483646 w 24"/>
              <a:gd name="T1" fmla="*/ 0 h 24"/>
              <a:gd name="T2" fmla="*/ 0 w 24"/>
              <a:gd name="T3" fmla="*/ 2147483646 h 24"/>
              <a:gd name="T4" fmla="*/ 2147483646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8" y="0"/>
                </a:moveTo>
                <a:lnTo>
                  <a:pt x="0" y="16"/>
                </a:lnTo>
                <a:lnTo>
                  <a:pt x="16" y="24"/>
                </a:lnTo>
                <a:lnTo>
                  <a:pt x="24" y="8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7" name="Freeform 72">
            <a:extLst>
              <a:ext uri="{FF2B5EF4-FFF2-40B4-BE49-F238E27FC236}">
                <a16:creationId xmlns:a16="http://schemas.microsoft.com/office/drawing/2014/main" id="{47B88B95-CF9D-AEB5-5F1D-6DB408D30714}"/>
              </a:ext>
            </a:extLst>
          </p:cNvPr>
          <p:cNvSpPr>
            <a:spLocks/>
          </p:cNvSpPr>
          <p:nvPr/>
        </p:nvSpPr>
        <p:spPr bwMode="auto">
          <a:xfrm>
            <a:off x="6045200" y="5514975"/>
            <a:ext cx="101600" cy="50800"/>
          </a:xfrm>
          <a:custGeom>
            <a:avLst/>
            <a:gdLst>
              <a:gd name="T0" fmla="*/ 0 w 64"/>
              <a:gd name="T1" fmla="*/ 0 h 32"/>
              <a:gd name="T2" fmla="*/ 0 w 64"/>
              <a:gd name="T3" fmla="*/ 2147483646 h 32"/>
              <a:gd name="T4" fmla="*/ 2147483646 w 64"/>
              <a:gd name="T5" fmla="*/ 2147483646 h 32"/>
              <a:gd name="T6" fmla="*/ 2147483646 w 64"/>
              <a:gd name="T7" fmla="*/ 2147483646 h 32"/>
              <a:gd name="T8" fmla="*/ 0 w 64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0" y="0"/>
                </a:moveTo>
                <a:lnTo>
                  <a:pt x="0" y="16"/>
                </a:lnTo>
                <a:lnTo>
                  <a:pt x="64" y="32"/>
                </a:lnTo>
                <a:lnTo>
                  <a:pt x="64" y="1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8" name="Freeform 73">
            <a:extLst>
              <a:ext uri="{FF2B5EF4-FFF2-40B4-BE49-F238E27FC236}">
                <a16:creationId xmlns:a16="http://schemas.microsoft.com/office/drawing/2014/main" id="{20F0B1D1-00FB-6506-8E54-7F39C51D0559}"/>
              </a:ext>
            </a:extLst>
          </p:cNvPr>
          <p:cNvSpPr>
            <a:spLocks/>
          </p:cNvSpPr>
          <p:nvPr/>
        </p:nvSpPr>
        <p:spPr bwMode="auto">
          <a:xfrm>
            <a:off x="6223000" y="5553075"/>
            <a:ext cx="76200" cy="50800"/>
          </a:xfrm>
          <a:custGeom>
            <a:avLst/>
            <a:gdLst>
              <a:gd name="T0" fmla="*/ 2147483646 w 48"/>
              <a:gd name="T1" fmla="*/ 0 h 32"/>
              <a:gd name="T2" fmla="*/ 0 w 48"/>
              <a:gd name="T3" fmla="*/ 2147483646 h 32"/>
              <a:gd name="T4" fmla="*/ 2147483646 w 48"/>
              <a:gd name="T5" fmla="*/ 2147483646 h 32"/>
              <a:gd name="T6" fmla="*/ 2147483646 w 48"/>
              <a:gd name="T7" fmla="*/ 2147483646 h 32"/>
              <a:gd name="T8" fmla="*/ 2147483646 w 48"/>
              <a:gd name="T9" fmla="*/ 2147483646 h 32"/>
              <a:gd name="T10" fmla="*/ 2147483646 w 48"/>
              <a:gd name="T11" fmla="*/ 2147483646 h 32"/>
              <a:gd name="T12" fmla="*/ 2147483646 w 48"/>
              <a:gd name="T13" fmla="*/ 0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32"/>
              <a:gd name="T23" fmla="*/ 48 w 48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32">
                <a:moveTo>
                  <a:pt x="8" y="0"/>
                </a:moveTo>
                <a:lnTo>
                  <a:pt x="0" y="16"/>
                </a:lnTo>
                <a:lnTo>
                  <a:pt x="40" y="32"/>
                </a:lnTo>
                <a:lnTo>
                  <a:pt x="40" y="16"/>
                </a:lnTo>
                <a:lnTo>
                  <a:pt x="48" y="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9" name="Rectangle 74">
            <a:extLst>
              <a:ext uri="{FF2B5EF4-FFF2-40B4-BE49-F238E27FC236}">
                <a16:creationId xmlns:a16="http://schemas.microsoft.com/office/drawing/2014/main" id="{37BEF1DA-D007-7927-E9AD-D9225F38E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5578475"/>
            <a:ext cx="381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50" name="Freeform 75">
            <a:extLst>
              <a:ext uri="{FF2B5EF4-FFF2-40B4-BE49-F238E27FC236}">
                <a16:creationId xmlns:a16="http://schemas.microsoft.com/office/drawing/2014/main" id="{5380D318-E1A0-D541-AAC0-8C164C6CFA43}"/>
              </a:ext>
            </a:extLst>
          </p:cNvPr>
          <p:cNvSpPr>
            <a:spLocks/>
          </p:cNvSpPr>
          <p:nvPr/>
        </p:nvSpPr>
        <p:spPr bwMode="auto">
          <a:xfrm>
            <a:off x="6400800" y="5591175"/>
            <a:ext cx="101600" cy="38100"/>
          </a:xfrm>
          <a:custGeom>
            <a:avLst/>
            <a:gdLst>
              <a:gd name="T0" fmla="*/ 0 w 64"/>
              <a:gd name="T1" fmla="*/ 0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2147483646 h 24"/>
              <a:gd name="T8" fmla="*/ 0 w 6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0"/>
                </a:moveTo>
                <a:lnTo>
                  <a:pt x="0" y="16"/>
                </a:lnTo>
                <a:lnTo>
                  <a:pt x="64" y="24"/>
                </a:lnTo>
                <a:lnTo>
                  <a:pt x="64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51" name="Freeform 76">
            <a:extLst>
              <a:ext uri="{FF2B5EF4-FFF2-40B4-BE49-F238E27FC236}">
                <a16:creationId xmlns:a16="http://schemas.microsoft.com/office/drawing/2014/main" id="{500E3A81-C1FF-C46A-FF14-A19FF9E9106E}"/>
              </a:ext>
            </a:extLst>
          </p:cNvPr>
          <p:cNvSpPr>
            <a:spLocks/>
          </p:cNvSpPr>
          <p:nvPr/>
        </p:nvSpPr>
        <p:spPr bwMode="auto">
          <a:xfrm>
            <a:off x="6578600" y="5616575"/>
            <a:ext cx="101600" cy="38100"/>
          </a:xfrm>
          <a:custGeom>
            <a:avLst/>
            <a:gdLst>
              <a:gd name="T0" fmla="*/ 0 w 64"/>
              <a:gd name="T1" fmla="*/ 0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2147483646 h 24"/>
              <a:gd name="T8" fmla="*/ 0 w 6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0"/>
                </a:moveTo>
                <a:lnTo>
                  <a:pt x="0" y="16"/>
                </a:lnTo>
                <a:lnTo>
                  <a:pt x="64" y="24"/>
                </a:lnTo>
                <a:lnTo>
                  <a:pt x="64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52" name="Rectangle 77">
            <a:extLst>
              <a:ext uri="{FF2B5EF4-FFF2-40B4-BE49-F238E27FC236}">
                <a16:creationId xmlns:a16="http://schemas.microsoft.com/office/drawing/2014/main" id="{0D23BF4B-8558-EA92-0974-AD867BDB4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5629275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53" name="Rectangle 78">
            <a:extLst>
              <a:ext uri="{FF2B5EF4-FFF2-40B4-BE49-F238E27FC236}">
                <a16:creationId xmlns:a16="http://schemas.microsoft.com/office/drawing/2014/main" id="{A66208B0-73E0-9D01-17FD-CF8737025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629275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54" name="Freeform 79">
            <a:extLst>
              <a:ext uri="{FF2B5EF4-FFF2-40B4-BE49-F238E27FC236}">
                <a16:creationId xmlns:a16="http://schemas.microsoft.com/office/drawing/2014/main" id="{AFB4873D-BF9E-9544-61FD-70140A0F8443}"/>
              </a:ext>
            </a:extLst>
          </p:cNvPr>
          <p:cNvSpPr>
            <a:spLocks/>
          </p:cNvSpPr>
          <p:nvPr/>
        </p:nvSpPr>
        <p:spPr bwMode="auto">
          <a:xfrm>
            <a:off x="7112000" y="5629275"/>
            <a:ext cx="50800" cy="25400"/>
          </a:xfrm>
          <a:custGeom>
            <a:avLst/>
            <a:gdLst>
              <a:gd name="T0" fmla="*/ 0 w 32"/>
              <a:gd name="T1" fmla="*/ 0 h 16"/>
              <a:gd name="T2" fmla="*/ 0 w 32"/>
              <a:gd name="T3" fmla="*/ 2147483646 h 16"/>
              <a:gd name="T4" fmla="*/ 2147483646 w 32"/>
              <a:gd name="T5" fmla="*/ 2147483646 h 16"/>
              <a:gd name="T6" fmla="*/ 2147483646 w 32"/>
              <a:gd name="T7" fmla="*/ 2147483646 h 16"/>
              <a:gd name="T8" fmla="*/ 2147483646 w 32"/>
              <a:gd name="T9" fmla="*/ 0 h 16"/>
              <a:gd name="T10" fmla="*/ 2147483646 w 32"/>
              <a:gd name="T11" fmla="*/ 0 h 16"/>
              <a:gd name="T12" fmla="*/ 0 w 32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16"/>
              <a:gd name="T23" fmla="*/ 32 w 32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16">
                <a:moveTo>
                  <a:pt x="0" y="0"/>
                </a:moveTo>
                <a:lnTo>
                  <a:pt x="0" y="16"/>
                </a:lnTo>
                <a:lnTo>
                  <a:pt x="32" y="16"/>
                </a:lnTo>
                <a:lnTo>
                  <a:pt x="32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55" name="Rectangle 80">
            <a:extLst>
              <a:ext uri="{FF2B5EF4-FFF2-40B4-BE49-F238E27FC236}">
                <a16:creationId xmlns:a16="http://schemas.microsoft.com/office/drawing/2014/main" id="{61ED8B35-33FA-04FF-9803-3CE0FD266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629275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56" name="Freeform 81">
            <a:extLst>
              <a:ext uri="{FF2B5EF4-FFF2-40B4-BE49-F238E27FC236}">
                <a16:creationId xmlns:a16="http://schemas.microsoft.com/office/drawing/2014/main" id="{CDD76DB3-0673-2B64-EE89-31D6DC2AC855}"/>
              </a:ext>
            </a:extLst>
          </p:cNvPr>
          <p:cNvSpPr>
            <a:spLocks/>
          </p:cNvSpPr>
          <p:nvPr/>
        </p:nvSpPr>
        <p:spPr bwMode="auto">
          <a:xfrm>
            <a:off x="7289800" y="5603875"/>
            <a:ext cx="101600" cy="38100"/>
          </a:xfrm>
          <a:custGeom>
            <a:avLst/>
            <a:gdLst>
              <a:gd name="T0" fmla="*/ 0 w 64"/>
              <a:gd name="T1" fmla="*/ 2147483646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0 h 24"/>
              <a:gd name="T8" fmla="*/ 0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8"/>
                </a:moveTo>
                <a:lnTo>
                  <a:pt x="0" y="24"/>
                </a:lnTo>
                <a:lnTo>
                  <a:pt x="64" y="16"/>
                </a:lnTo>
                <a:lnTo>
                  <a:pt x="64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57" name="Freeform 82">
            <a:extLst>
              <a:ext uri="{FF2B5EF4-FFF2-40B4-BE49-F238E27FC236}">
                <a16:creationId xmlns:a16="http://schemas.microsoft.com/office/drawing/2014/main" id="{42A69EBD-105F-9A11-4BEF-729160DDF5E2}"/>
              </a:ext>
            </a:extLst>
          </p:cNvPr>
          <p:cNvSpPr>
            <a:spLocks/>
          </p:cNvSpPr>
          <p:nvPr/>
        </p:nvSpPr>
        <p:spPr bwMode="auto">
          <a:xfrm>
            <a:off x="7467600" y="5591175"/>
            <a:ext cx="101600" cy="38100"/>
          </a:xfrm>
          <a:custGeom>
            <a:avLst/>
            <a:gdLst>
              <a:gd name="T0" fmla="*/ 0 w 64"/>
              <a:gd name="T1" fmla="*/ 2147483646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0 h 24"/>
              <a:gd name="T8" fmla="*/ 0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8"/>
                </a:moveTo>
                <a:lnTo>
                  <a:pt x="0" y="24"/>
                </a:lnTo>
                <a:lnTo>
                  <a:pt x="64" y="16"/>
                </a:lnTo>
                <a:lnTo>
                  <a:pt x="64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58" name="Freeform 83">
            <a:extLst>
              <a:ext uri="{FF2B5EF4-FFF2-40B4-BE49-F238E27FC236}">
                <a16:creationId xmlns:a16="http://schemas.microsoft.com/office/drawing/2014/main" id="{B8CBED1B-470D-9F1C-604B-D46979EB83A0}"/>
              </a:ext>
            </a:extLst>
          </p:cNvPr>
          <p:cNvSpPr>
            <a:spLocks/>
          </p:cNvSpPr>
          <p:nvPr/>
        </p:nvSpPr>
        <p:spPr bwMode="auto">
          <a:xfrm>
            <a:off x="7645400" y="5578475"/>
            <a:ext cx="50800" cy="38100"/>
          </a:xfrm>
          <a:custGeom>
            <a:avLst/>
            <a:gdLst>
              <a:gd name="T0" fmla="*/ 0 w 32"/>
              <a:gd name="T1" fmla="*/ 2147483646 h 24"/>
              <a:gd name="T2" fmla="*/ 0 w 32"/>
              <a:gd name="T3" fmla="*/ 2147483646 h 24"/>
              <a:gd name="T4" fmla="*/ 2147483646 w 32"/>
              <a:gd name="T5" fmla="*/ 2147483646 h 24"/>
              <a:gd name="T6" fmla="*/ 2147483646 w 32"/>
              <a:gd name="T7" fmla="*/ 0 h 24"/>
              <a:gd name="T8" fmla="*/ 0 w 3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0" y="8"/>
                </a:moveTo>
                <a:lnTo>
                  <a:pt x="0" y="24"/>
                </a:lnTo>
                <a:lnTo>
                  <a:pt x="32" y="16"/>
                </a:lnTo>
                <a:lnTo>
                  <a:pt x="32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59" name="Freeform 84">
            <a:extLst>
              <a:ext uri="{FF2B5EF4-FFF2-40B4-BE49-F238E27FC236}">
                <a16:creationId xmlns:a16="http://schemas.microsoft.com/office/drawing/2014/main" id="{D83F7322-3BEA-59CA-45DB-2CFCDCE23771}"/>
              </a:ext>
            </a:extLst>
          </p:cNvPr>
          <p:cNvSpPr>
            <a:spLocks/>
          </p:cNvSpPr>
          <p:nvPr/>
        </p:nvSpPr>
        <p:spPr bwMode="auto">
          <a:xfrm>
            <a:off x="7696200" y="5553075"/>
            <a:ext cx="50800" cy="50800"/>
          </a:xfrm>
          <a:custGeom>
            <a:avLst/>
            <a:gdLst>
              <a:gd name="T0" fmla="*/ 0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2147483646 h 32"/>
              <a:gd name="T6" fmla="*/ 2147483646 w 32"/>
              <a:gd name="T7" fmla="*/ 0 h 32"/>
              <a:gd name="T8" fmla="*/ 0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0" y="16"/>
                </a:moveTo>
                <a:lnTo>
                  <a:pt x="8" y="32"/>
                </a:lnTo>
                <a:lnTo>
                  <a:pt x="32" y="16"/>
                </a:lnTo>
                <a:lnTo>
                  <a:pt x="24" y="0"/>
                </a:lnTo>
                <a:lnTo>
                  <a:pt x="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0" name="Freeform 85">
            <a:extLst>
              <a:ext uri="{FF2B5EF4-FFF2-40B4-BE49-F238E27FC236}">
                <a16:creationId xmlns:a16="http://schemas.microsoft.com/office/drawing/2014/main" id="{8D94AFEC-4A08-E229-F876-A0247D42F737}"/>
              </a:ext>
            </a:extLst>
          </p:cNvPr>
          <p:cNvSpPr>
            <a:spLocks/>
          </p:cNvSpPr>
          <p:nvPr/>
        </p:nvSpPr>
        <p:spPr bwMode="auto">
          <a:xfrm>
            <a:off x="7797800" y="5438775"/>
            <a:ext cx="88900" cy="88900"/>
          </a:xfrm>
          <a:custGeom>
            <a:avLst/>
            <a:gdLst>
              <a:gd name="T0" fmla="*/ 0 w 56"/>
              <a:gd name="T1" fmla="*/ 2147483646 h 56"/>
              <a:gd name="T2" fmla="*/ 2147483646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0 h 56"/>
              <a:gd name="T8" fmla="*/ 0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0" y="40"/>
                </a:moveTo>
                <a:lnTo>
                  <a:pt x="8" y="56"/>
                </a:lnTo>
                <a:lnTo>
                  <a:pt x="56" y="16"/>
                </a:lnTo>
                <a:lnTo>
                  <a:pt x="48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1" name="Freeform 86">
            <a:extLst>
              <a:ext uri="{FF2B5EF4-FFF2-40B4-BE49-F238E27FC236}">
                <a16:creationId xmlns:a16="http://schemas.microsoft.com/office/drawing/2014/main" id="{7463E49A-EA97-A76A-E37F-84AC774AB6AA}"/>
              </a:ext>
            </a:extLst>
          </p:cNvPr>
          <p:cNvSpPr>
            <a:spLocks/>
          </p:cNvSpPr>
          <p:nvPr/>
        </p:nvSpPr>
        <p:spPr bwMode="auto">
          <a:xfrm>
            <a:off x="7924800" y="5311775"/>
            <a:ext cx="88900" cy="88900"/>
          </a:xfrm>
          <a:custGeom>
            <a:avLst/>
            <a:gdLst>
              <a:gd name="T0" fmla="*/ 0 w 56"/>
              <a:gd name="T1" fmla="*/ 2147483646 h 56"/>
              <a:gd name="T2" fmla="*/ 2147483646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0 h 56"/>
              <a:gd name="T8" fmla="*/ 0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0" y="40"/>
                </a:moveTo>
                <a:lnTo>
                  <a:pt x="8" y="56"/>
                </a:lnTo>
                <a:lnTo>
                  <a:pt x="56" y="16"/>
                </a:lnTo>
                <a:lnTo>
                  <a:pt x="48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2" name="Freeform 87">
            <a:extLst>
              <a:ext uri="{FF2B5EF4-FFF2-40B4-BE49-F238E27FC236}">
                <a16:creationId xmlns:a16="http://schemas.microsoft.com/office/drawing/2014/main" id="{15EF267C-241A-7D66-3192-A0A8B533E609}"/>
              </a:ext>
            </a:extLst>
          </p:cNvPr>
          <p:cNvSpPr>
            <a:spLocks/>
          </p:cNvSpPr>
          <p:nvPr/>
        </p:nvSpPr>
        <p:spPr bwMode="auto">
          <a:xfrm>
            <a:off x="8064500" y="5248275"/>
            <a:ext cx="25400" cy="25400"/>
          </a:xfrm>
          <a:custGeom>
            <a:avLst/>
            <a:gdLst>
              <a:gd name="T0" fmla="*/ 0 w 16"/>
              <a:gd name="T1" fmla="*/ 2147483646 h 16"/>
              <a:gd name="T2" fmla="*/ 2147483646 w 16"/>
              <a:gd name="T3" fmla="*/ 2147483646 h 16"/>
              <a:gd name="T4" fmla="*/ 2147483646 w 16"/>
              <a:gd name="T5" fmla="*/ 2147483646 h 16"/>
              <a:gd name="T6" fmla="*/ 2147483646 w 16"/>
              <a:gd name="T7" fmla="*/ 2147483646 h 16"/>
              <a:gd name="T8" fmla="*/ 0 w 16"/>
              <a:gd name="T9" fmla="*/ 0 h 16"/>
              <a:gd name="T10" fmla="*/ 2147483646 w 16"/>
              <a:gd name="T11" fmla="*/ 0 h 16"/>
              <a:gd name="T12" fmla="*/ 0 w 16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16"/>
              <a:gd name="T23" fmla="*/ 16 w 16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16">
                <a:moveTo>
                  <a:pt x="0" y="8"/>
                </a:moveTo>
                <a:lnTo>
                  <a:pt x="8" y="16"/>
                </a:lnTo>
                <a:lnTo>
                  <a:pt x="16" y="8"/>
                </a:lnTo>
                <a:lnTo>
                  <a:pt x="0" y="0"/>
                </a:lnTo>
                <a:lnTo>
                  <a:pt x="8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3" name="Freeform 88">
            <a:extLst>
              <a:ext uri="{FF2B5EF4-FFF2-40B4-BE49-F238E27FC236}">
                <a16:creationId xmlns:a16="http://schemas.microsoft.com/office/drawing/2014/main" id="{DD14A8D9-6039-BDDC-2743-B48F499E5BFF}"/>
              </a:ext>
            </a:extLst>
          </p:cNvPr>
          <p:cNvSpPr>
            <a:spLocks/>
          </p:cNvSpPr>
          <p:nvPr/>
        </p:nvSpPr>
        <p:spPr bwMode="auto">
          <a:xfrm>
            <a:off x="8064500" y="5184775"/>
            <a:ext cx="76200" cy="762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0 h 48"/>
              <a:gd name="T8" fmla="*/ 0 w 48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48"/>
              <a:gd name="T17" fmla="*/ 48 w 48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48">
                <a:moveTo>
                  <a:pt x="0" y="40"/>
                </a:moveTo>
                <a:lnTo>
                  <a:pt x="16" y="48"/>
                </a:lnTo>
                <a:lnTo>
                  <a:pt x="48" y="8"/>
                </a:lnTo>
                <a:lnTo>
                  <a:pt x="32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4" name="Freeform 89">
            <a:extLst>
              <a:ext uri="{FF2B5EF4-FFF2-40B4-BE49-F238E27FC236}">
                <a16:creationId xmlns:a16="http://schemas.microsoft.com/office/drawing/2014/main" id="{DE3A1104-8A4A-29DC-8BCB-3E7F611BE128}"/>
              </a:ext>
            </a:extLst>
          </p:cNvPr>
          <p:cNvSpPr>
            <a:spLocks/>
          </p:cNvSpPr>
          <p:nvPr/>
        </p:nvSpPr>
        <p:spPr bwMode="auto">
          <a:xfrm>
            <a:off x="8166100" y="5056188"/>
            <a:ext cx="76200" cy="762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0 h 48"/>
              <a:gd name="T10" fmla="*/ 2147483646 w 48"/>
              <a:gd name="T11" fmla="*/ 0 h 48"/>
              <a:gd name="T12" fmla="*/ 0 w 48"/>
              <a:gd name="T13" fmla="*/ 2147483646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48"/>
              <a:gd name="T23" fmla="*/ 48 w 48"/>
              <a:gd name="T24" fmla="*/ 48 h 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48">
                <a:moveTo>
                  <a:pt x="0" y="40"/>
                </a:moveTo>
                <a:lnTo>
                  <a:pt x="16" y="48"/>
                </a:lnTo>
                <a:lnTo>
                  <a:pt x="48" y="8"/>
                </a:lnTo>
                <a:lnTo>
                  <a:pt x="40" y="0"/>
                </a:lnTo>
                <a:lnTo>
                  <a:pt x="32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5" name="Freeform 90">
            <a:extLst>
              <a:ext uri="{FF2B5EF4-FFF2-40B4-BE49-F238E27FC236}">
                <a16:creationId xmlns:a16="http://schemas.microsoft.com/office/drawing/2014/main" id="{C4F25CEE-0745-53CD-86E8-DAF5AEEFE6BD}"/>
              </a:ext>
            </a:extLst>
          </p:cNvPr>
          <p:cNvSpPr>
            <a:spLocks/>
          </p:cNvSpPr>
          <p:nvPr/>
        </p:nvSpPr>
        <p:spPr bwMode="auto">
          <a:xfrm>
            <a:off x="8229600" y="5043488"/>
            <a:ext cx="25400" cy="25400"/>
          </a:xfrm>
          <a:custGeom>
            <a:avLst/>
            <a:gdLst>
              <a:gd name="T0" fmla="*/ 0 w 16"/>
              <a:gd name="T1" fmla="*/ 2147483646 h 16"/>
              <a:gd name="T2" fmla="*/ 2147483646 w 16"/>
              <a:gd name="T3" fmla="*/ 2147483646 h 16"/>
              <a:gd name="T4" fmla="*/ 2147483646 w 16"/>
              <a:gd name="T5" fmla="*/ 2147483646 h 16"/>
              <a:gd name="T6" fmla="*/ 2147483646 w 16"/>
              <a:gd name="T7" fmla="*/ 0 h 16"/>
              <a:gd name="T8" fmla="*/ 0 w 16"/>
              <a:gd name="T9" fmla="*/ 2147483646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16"/>
              <a:gd name="T17" fmla="*/ 16 w 16"/>
              <a:gd name="T18" fmla="*/ 16 h 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16">
                <a:moveTo>
                  <a:pt x="0" y="8"/>
                </a:moveTo>
                <a:lnTo>
                  <a:pt x="8" y="16"/>
                </a:lnTo>
                <a:lnTo>
                  <a:pt x="16" y="8"/>
                </a:lnTo>
                <a:lnTo>
                  <a:pt x="8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6" name="Freeform 91">
            <a:extLst>
              <a:ext uri="{FF2B5EF4-FFF2-40B4-BE49-F238E27FC236}">
                <a16:creationId xmlns:a16="http://schemas.microsoft.com/office/drawing/2014/main" id="{3E5ADCFF-4B5C-E337-ED6A-C645C7E79029}"/>
              </a:ext>
            </a:extLst>
          </p:cNvPr>
          <p:cNvSpPr>
            <a:spLocks/>
          </p:cNvSpPr>
          <p:nvPr/>
        </p:nvSpPr>
        <p:spPr bwMode="auto">
          <a:xfrm>
            <a:off x="8267700" y="4891088"/>
            <a:ext cx="88900" cy="101600"/>
          </a:xfrm>
          <a:custGeom>
            <a:avLst/>
            <a:gdLst>
              <a:gd name="T0" fmla="*/ 0 w 56"/>
              <a:gd name="T1" fmla="*/ 2147483646 h 64"/>
              <a:gd name="T2" fmla="*/ 2147483646 w 56"/>
              <a:gd name="T3" fmla="*/ 2147483646 h 64"/>
              <a:gd name="T4" fmla="*/ 2147483646 w 56"/>
              <a:gd name="T5" fmla="*/ 2147483646 h 64"/>
              <a:gd name="T6" fmla="*/ 2147483646 w 56"/>
              <a:gd name="T7" fmla="*/ 0 h 64"/>
              <a:gd name="T8" fmla="*/ 0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0" y="56"/>
                </a:moveTo>
                <a:lnTo>
                  <a:pt x="16" y="64"/>
                </a:lnTo>
                <a:lnTo>
                  <a:pt x="56" y="8"/>
                </a:lnTo>
                <a:lnTo>
                  <a:pt x="40" y="0"/>
                </a:lnTo>
                <a:lnTo>
                  <a:pt x="0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7" name="Freeform 92">
            <a:extLst>
              <a:ext uri="{FF2B5EF4-FFF2-40B4-BE49-F238E27FC236}">
                <a16:creationId xmlns:a16="http://schemas.microsoft.com/office/drawing/2014/main" id="{389B0D99-A058-8853-229D-89C059EA3F65}"/>
              </a:ext>
            </a:extLst>
          </p:cNvPr>
          <p:cNvSpPr>
            <a:spLocks/>
          </p:cNvSpPr>
          <p:nvPr/>
        </p:nvSpPr>
        <p:spPr bwMode="auto">
          <a:xfrm>
            <a:off x="8369300" y="4738688"/>
            <a:ext cx="76200" cy="101600"/>
          </a:xfrm>
          <a:custGeom>
            <a:avLst/>
            <a:gdLst>
              <a:gd name="T0" fmla="*/ 0 w 48"/>
              <a:gd name="T1" fmla="*/ 2147483646 h 64"/>
              <a:gd name="T2" fmla="*/ 2147483646 w 48"/>
              <a:gd name="T3" fmla="*/ 2147483646 h 64"/>
              <a:gd name="T4" fmla="*/ 2147483646 w 48"/>
              <a:gd name="T5" fmla="*/ 2147483646 h 64"/>
              <a:gd name="T6" fmla="*/ 2147483646 w 48"/>
              <a:gd name="T7" fmla="*/ 0 h 64"/>
              <a:gd name="T8" fmla="*/ 0 w 48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64"/>
              <a:gd name="T17" fmla="*/ 48 w 48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64">
                <a:moveTo>
                  <a:pt x="0" y="56"/>
                </a:moveTo>
                <a:lnTo>
                  <a:pt x="16" y="64"/>
                </a:lnTo>
                <a:lnTo>
                  <a:pt x="48" y="8"/>
                </a:lnTo>
                <a:lnTo>
                  <a:pt x="32" y="0"/>
                </a:lnTo>
                <a:lnTo>
                  <a:pt x="0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8" name="Freeform 93">
            <a:extLst>
              <a:ext uri="{FF2B5EF4-FFF2-40B4-BE49-F238E27FC236}">
                <a16:creationId xmlns:a16="http://schemas.microsoft.com/office/drawing/2014/main" id="{35767587-6135-5310-3B04-73EDE6620FEA}"/>
              </a:ext>
            </a:extLst>
          </p:cNvPr>
          <p:cNvSpPr>
            <a:spLocks/>
          </p:cNvSpPr>
          <p:nvPr/>
        </p:nvSpPr>
        <p:spPr bwMode="auto">
          <a:xfrm>
            <a:off x="8458200" y="4662488"/>
            <a:ext cx="25400" cy="12700"/>
          </a:xfrm>
          <a:custGeom>
            <a:avLst/>
            <a:gdLst>
              <a:gd name="T0" fmla="*/ 2147483646 w 16"/>
              <a:gd name="T1" fmla="*/ 0 h 8"/>
              <a:gd name="T2" fmla="*/ 0 w 16"/>
              <a:gd name="T3" fmla="*/ 0 h 8"/>
              <a:gd name="T4" fmla="*/ 0 w 16"/>
              <a:gd name="T5" fmla="*/ 0 h 8"/>
              <a:gd name="T6" fmla="*/ 2147483646 w 16"/>
              <a:gd name="T7" fmla="*/ 2147483646 h 8"/>
              <a:gd name="T8" fmla="*/ 0 w 16"/>
              <a:gd name="T9" fmla="*/ 0 h 8"/>
              <a:gd name="T10" fmla="*/ 2147483646 w 16"/>
              <a:gd name="T11" fmla="*/ 0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"/>
              <a:gd name="T19" fmla="*/ 0 h 8"/>
              <a:gd name="T20" fmla="*/ 16 w 16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" h="8">
                <a:moveTo>
                  <a:pt x="16" y="0"/>
                </a:moveTo>
                <a:lnTo>
                  <a:pt x="0" y="0"/>
                </a:lnTo>
                <a:lnTo>
                  <a:pt x="16" y="8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69" name="Freeform 94">
            <a:extLst>
              <a:ext uri="{FF2B5EF4-FFF2-40B4-BE49-F238E27FC236}">
                <a16:creationId xmlns:a16="http://schemas.microsoft.com/office/drawing/2014/main" id="{56F7C520-9D64-4111-26E6-4CA013E82F6A}"/>
              </a:ext>
            </a:extLst>
          </p:cNvPr>
          <p:cNvSpPr>
            <a:spLocks/>
          </p:cNvSpPr>
          <p:nvPr/>
        </p:nvSpPr>
        <p:spPr bwMode="auto">
          <a:xfrm>
            <a:off x="8458200" y="4573588"/>
            <a:ext cx="63500" cy="101600"/>
          </a:xfrm>
          <a:custGeom>
            <a:avLst/>
            <a:gdLst>
              <a:gd name="T0" fmla="*/ 0 w 40"/>
              <a:gd name="T1" fmla="*/ 2147483646 h 64"/>
              <a:gd name="T2" fmla="*/ 2147483646 w 40"/>
              <a:gd name="T3" fmla="*/ 2147483646 h 64"/>
              <a:gd name="T4" fmla="*/ 2147483646 w 40"/>
              <a:gd name="T5" fmla="*/ 2147483646 h 64"/>
              <a:gd name="T6" fmla="*/ 2147483646 w 40"/>
              <a:gd name="T7" fmla="*/ 0 h 64"/>
              <a:gd name="T8" fmla="*/ 0 w 40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64"/>
              <a:gd name="T17" fmla="*/ 40 w 40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64">
                <a:moveTo>
                  <a:pt x="0" y="56"/>
                </a:moveTo>
                <a:lnTo>
                  <a:pt x="16" y="64"/>
                </a:lnTo>
                <a:lnTo>
                  <a:pt x="40" y="8"/>
                </a:lnTo>
                <a:lnTo>
                  <a:pt x="24" y="0"/>
                </a:lnTo>
                <a:lnTo>
                  <a:pt x="0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70" name="Freeform 95">
            <a:extLst>
              <a:ext uri="{FF2B5EF4-FFF2-40B4-BE49-F238E27FC236}">
                <a16:creationId xmlns:a16="http://schemas.microsoft.com/office/drawing/2014/main" id="{A19C57A8-2067-59A7-A9B4-8CF6DBCE4AAE}"/>
              </a:ext>
            </a:extLst>
          </p:cNvPr>
          <p:cNvSpPr>
            <a:spLocks/>
          </p:cNvSpPr>
          <p:nvPr/>
        </p:nvSpPr>
        <p:spPr bwMode="auto">
          <a:xfrm>
            <a:off x="8521700" y="4471988"/>
            <a:ext cx="38100" cy="38100"/>
          </a:xfrm>
          <a:custGeom>
            <a:avLst/>
            <a:gdLst>
              <a:gd name="T0" fmla="*/ 0 w 24"/>
              <a:gd name="T1" fmla="*/ 2147483646 h 24"/>
              <a:gd name="T2" fmla="*/ 2147483646 w 24"/>
              <a:gd name="T3" fmla="*/ 2147483646 h 24"/>
              <a:gd name="T4" fmla="*/ 2147483646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0 h 24"/>
              <a:gd name="T10" fmla="*/ 2147483646 w 24"/>
              <a:gd name="T11" fmla="*/ 0 h 24"/>
              <a:gd name="T12" fmla="*/ 0 w 24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24"/>
              <a:gd name="T23" fmla="*/ 24 w 24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24">
                <a:moveTo>
                  <a:pt x="0" y="16"/>
                </a:moveTo>
                <a:lnTo>
                  <a:pt x="16" y="24"/>
                </a:lnTo>
                <a:lnTo>
                  <a:pt x="24" y="8"/>
                </a:lnTo>
                <a:lnTo>
                  <a:pt x="8" y="0"/>
                </a:lnTo>
                <a:lnTo>
                  <a:pt x="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71" name="Freeform 96">
            <a:extLst>
              <a:ext uri="{FF2B5EF4-FFF2-40B4-BE49-F238E27FC236}">
                <a16:creationId xmlns:a16="http://schemas.microsoft.com/office/drawing/2014/main" id="{E6EB6921-1B7B-4F23-42A2-9ADBBB98400A}"/>
              </a:ext>
            </a:extLst>
          </p:cNvPr>
          <p:cNvSpPr>
            <a:spLocks/>
          </p:cNvSpPr>
          <p:nvPr/>
        </p:nvSpPr>
        <p:spPr bwMode="auto">
          <a:xfrm>
            <a:off x="8534400" y="4395788"/>
            <a:ext cx="50800" cy="88900"/>
          </a:xfrm>
          <a:custGeom>
            <a:avLst/>
            <a:gdLst>
              <a:gd name="T0" fmla="*/ 0 w 32"/>
              <a:gd name="T1" fmla="*/ 2147483646 h 56"/>
              <a:gd name="T2" fmla="*/ 2147483646 w 32"/>
              <a:gd name="T3" fmla="*/ 2147483646 h 56"/>
              <a:gd name="T4" fmla="*/ 2147483646 w 32"/>
              <a:gd name="T5" fmla="*/ 2147483646 h 56"/>
              <a:gd name="T6" fmla="*/ 2147483646 w 32"/>
              <a:gd name="T7" fmla="*/ 0 h 56"/>
              <a:gd name="T8" fmla="*/ 0 w 32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56"/>
              <a:gd name="T17" fmla="*/ 32 w 32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56">
                <a:moveTo>
                  <a:pt x="0" y="48"/>
                </a:moveTo>
                <a:lnTo>
                  <a:pt x="16" y="56"/>
                </a:lnTo>
                <a:lnTo>
                  <a:pt x="32" y="8"/>
                </a:lnTo>
                <a:lnTo>
                  <a:pt x="16" y="0"/>
                </a:lnTo>
                <a:lnTo>
                  <a:pt x="0" y="4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72" name="Freeform 97">
            <a:extLst>
              <a:ext uri="{FF2B5EF4-FFF2-40B4-BE49-F238E27FC236}">
                <a16:creationId xmlns:a16="http://schemas.microsoft.com/office/drawing/2014/main" id="{EED79F65-3145-064F-05D2-DF104E6B1C0A}"/>
              </a:ext>
            </a:extLst>
          </p:cNvPr>
          <p:cNvSpPr>
            <a:spLocks/>
          </p:cNvSpPr>
          <p:nvPr/>
        </p:nvSpPr>
        <p:spPr bwMode="auto">
          <a:xfrm>
            <a:off x="8572500" y="4268788"/>
            <a:ext cx="50800" cy="63500"/>
          </a:xfrm>
          <a:custGeom>
            <a:avLst/>
            <a:gdLst>
              <a:gd name="T0" fmla="*/ 0 w 32"/>
              <a:gd name="T1" fmla="*/ 2147483646 h 40"/>
              <a:gd name="T2" fmla="*/ 2147483646 w 32"/>
              <a:gd name="T3" fmla="*/ 2147483646 h 40"/>
              <a:gd name="T4" fmla="*/ 2147483646 w 32"/>
              <a:gd name="T5" fmla="*/ 2147483646 h 40"/>
              <a:gd name="T6" fmla="*/ 2147483646 w 32"/>
              <a:gd name="T7" fmla="*/ 0 h 40"/>
              <a:gd name="T8" fmla="*/ 2147483646 w 32"/>
              <a:gd name="T9" fmla="*/ 0 h 40"/>
              <a:gd name="T10" fmla="*/ 2147483646 w 32"/>
              <a:gd name="T11" fmla="*/ 0 h 40"/>
              <a:gd name="T12" fmla="*/ 0 w 32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40"/>
              <a:gd name="T23" fmla="*/ 32 w 32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40">
                <a:moveTo>
                  <a:pt x="0" y="32"/>
                </a:moveTo>
                <a:lnTo>
                  <a:pt x="16" y="40"/>
                </a:lnTo>
                <a:lnTo>
                  <a:pt x="32" y="8"/>
                </a:lnTo>
                <a:lnTo>
                  <a:pt x="32" y="0"/>
                </a:lnTo>
                <a:lnTo>
                  <a:pt x="16" y="0"/>
                </a:lnTo>
                <a:lnTo>
                  <a:pt x="0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73" name="Rectangle 98">
            <a:extLst>
              <a:ext uri="{FF2B5EF4-FFF2-40B4-BE49-F238E27FC236}">
                <a16:creationId xmlns:a16="http://schemas.microsoft.com/office/drawing/2014/main" id="{54F246E1-F007-F912-B3AF-111470AD1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900" y="4217988"/>
            <a:ext cx="25400" cy="508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74" name="Freeform 99">
            <a:extLst>
              <a:ext uri="{FF2B5EF4-FFF2-40B4-BE49-F238E27FC236}">
                <a16:creationId xmlns:a16="http://schemas.microsoft.com/office/drawing/2014/main" id="{71E77826-EF6B-5EDF-7DEA-BE650B7BF191}"/>
              </a:ext>
            </a:extLst>
          </p:cNvPr>
          <p:cNvSpPr>
            <a:spLocks/>
          </p:cNvSpPr>
          <p:nvPr/>
        </p:nvSpPr>
        <p:spPr bwMode="auto">
          <a:xfrm>
            <a:off x="8610600" y="4078288"/>
            <a:ext cx="38100" cy="63500"/>
          </a:xfrm>
          <a:custGeom>
            <a:avLst/>
            <a:gdLst>
              <a:gd name="T0" fmla="*/ 0 w 24"/>
              <a:gd name="T1" fmla="*/ 2147483646 h 40"/>
              <a:gd name="T2" fmla="*/ 2147483646 w 24"/>
              <a:gd name="T3" fmla="*/ 2147483646 h 40"/>
              <a:gd name="T4" fmla="*/ 2147483646 w 24"/>
              <a:gd name="T5" fmla="*/ 0 h 40"/>
              <a:gd name="T6" fmla="*/ 2147483646 w 24"/>
              <a:gd name="T7" fmla="*/ 0 h 40"/>
              <a:gd name="T8" fmla="*/ 2147483646 w 24"/>
              <a:gd name="T9" fmla="*/ 0 h 40"/>
              <a:gd name="T10" fmla="*/ 2147483646 w 24"/>
              <a:gd name="T11" fmla="*/ 0 h 40"/>
              <a:gd name="T12" fmla="*/ 0 w 24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40"/>
              <a:gd name="T23" fmla="*/ 24 w 24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40">
                <a:moveTo>
                  <a:pt x="0" y="40"/>
                </a:moveTo>
                <a:lnTo>
                  <a:pt x="16" y="40"/>
                </a:lnTo>
                <a:lnTo>
                  <a:pt x="24" y="0"/>
                </a:lnTo>
                <a:lnTo>
                  <a:pt x="8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75" name="Rectangle 100">
            <a:extLst>
              <a:ext uri="{FF2B5EF4-FFF2-40B4-BE49-F238E27FC236}">
                <a16:creationId xmlns:a16="http://schemas.microsoft.com/office/drawing/2014/main" id="{3DB31B9F-2CAF-39CC-7417-E2393F6CB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300" y="4040188"/>
            <a:ext cx="25400" cy="381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76" name="Freeform 101">
            <a:extLst>
              <a:ext uri="{FF2B5EF4-FFF2-40B4-BE49-F238E27FC236}">
                <a16:creationId xmlns:a16="http://schemas.microsoft.com/office/drawing/2014/main" id="{398F5C38-D72C-9E0A-934B-B27481179165}"/>
              </a:ext>
            </a:extLst>
          </p:cNvPr>
          <p:cNvSpPr>
            <a:spLocks/>
          </p:cNvSpPr>
          <p:nvPr/>
        </p:nvSpPr>
        <p:spPr bwMode="auto">
          <a:xfrm>
            <a:off x="8623300" y="3887788"/>
            <a:ext cx="25400" cy="76200"/>
          </a:xfrm>
          <a:custGeom>
            <a:avLst/>
            <a:gdLst>
              <a:gd name="T0" fmla="*/ 0 w 16"/>
              <a:gd name="T1" fmla="*/ 2147483646 h 48"/>
              <a:gd name="T2" fmla="*/ 2147483646 w 16"/>
              <a:gd name="T3" fmla="*/ 2147483646 h 48"/>
              <a:gd name="T4" fmla="*/ 2147483646 w 16"/>
              <a:gd name="T5" fmla="*/ 0 h 48"/>
              <a:gd name="T6" fmla="*/ 2147483646 w 16"/>
              <a:gd name="T7" fmla="*/ 0 h 48"/>
              <a:gd name="T8" fmla="*/ 0 w 16"/>
              <a:gd name="T9" fmla="*/ 2147483646 h 48"/>
              <a:gd name="T10" fmla="*/ 0 w 16"/>
              <a:gd name="T11" fmla="*/ 0 h 48"/>
              <a:gd name="T12" fmla="*/ 0 w 16"/>
              <a:gd name="T13" fmla="*/ 2147483646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48"/>
              <a:gd name="T23" fmla="*/ 16 w 16"/>
              <a:gd name="T24" fmla="*/ 48 h 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48">
                <a:moveTo>
                  <a:pt x="0" y="48"/>
                </a:moveTo>
                <a:lnTo>
                  <a:pt x="16" y="48"/>
                </a:lnTo>
                <a:lnTo>
                  <a:pt x="16" y="0"/>
                </a:lnTo>
                <a:lnTo>
                  <a:pt x="0" y="8"/>
                </a:lnTo>
                <a:lnTo>
                  <a:pt x="0" y="0"/>
                </a:lnTo>
                <a:lnTo>
                  <a:pt x="0" y="4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77" name="Freeform 102">
            <a:extLst>
              <a:ext uri="{FF2B5EF4-FFF2-40B4-BE49-F238E27FC236}">
                <a16:creationId xmlns:a16="http://schemas.microsoft.com/office/drawing/2014/main" id="{415F68DF-76A0-AEC3-F8CD-7A20C4E8EBBC}"/>
              </a:ext>
            </a:extLst>
          </p:cNvPr>
          <p:cNvSpPr>
            <a:spLocks/>
          </p:cNvSpPr>
          <p:nvPr/>
        </p:nvSpPr>
        <p:spPr bwMode="auto">
          <a:xfrm>
            <a:off x="8610600" y="3862388"/>
            <a:ext cx="38100" cy="38100"/>
          </a:xfrm>
          <a:custGeom>
            <a:avLst/>
            <a:gdLst>
              <a:gd name="T0" fmla="*/ 2147483646 w 24"/>
              <a:gd name="T1" fmla="*/ 2147483646 h 24"/>
              <a:gd name="T2" fmla="*/ 2147483646 w 24"/>
              <a:gd name="T3" fmla="*/ 2147483646 h 24"/>
              <a:gd name="T4" fmla="*/ 2147483646 w 24"/>
              <a:gd name="T5" fmla="*/ 0 h 24"/>
              <a:gd name="T6" fmla="*/ 0 w 24"/>
              <a:gd name="T7" fmla="*/ 2147483646 h 24"/>
              <a:gd name="T8" fmla="*/ 2147483646 w 2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8" y="24"/>
                </a:moveTo>
                <a:lnTo>
                  <a:pt x="24" y="16"/>
                </a:lnTo>
                <a:lnTo>
                  <a:pt x="16" y="0"/>
                </a:lnTo>
                <a:lnTo>
                  <a:pt x="0" y="8"/>
                </a:lnTo>
                <a:lnTo>
                  <a:pt x="8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78" name="Freeform 103">
            <a:extLst>
              <a:ext uri="{FF2B5EF4-FFF2-40B4-BE49-F238E27FC236}">
                <a16:creationId xmlns:a16="http://schemas.microsoft.com/office/drawing/2014/main" id="{A775FE17-7469-99C4-848A-E1F3C9BF9D7D}"/>
              </a:ext>
            </a:extLst>
          </p:cNvPr>
          <p:cNvSpPr>
            <a:spLocks/>
          </p:cNvSpPr>
          <p:nvPr/>
        </p:nvSpPr>
        <p:spPr bwMode="auto">
          <a:xfrm>
            <a:off x="8585200" y="3697288"/>
            <a:ext cx="38100" cy="88900"/>
          </a:xfrm>
          <a:custGeom>
            <a:avLst/>
            <a:gdLst>
              <a:gd name="T0" fmla="*/ 2147483646 w 24"/>
              <a:gd name="T1" fmla="*/ 2147483646 h 56"/>
              <a:gd name="T2" fmla="*/ 2147483646 w 24"/>
              <a:gd name="T3" fmla="*/ 2147483646 h 56"/>
              <a:gd name="T4" fmla="*/ 2147483646 w 24"/>
              <a:gd name="T5" fmla="*/ 0 h 56"/>
              <a:gd name="T6" fmla="*/ 2147483646 w 24"/>
              <a:gd name="T7" fmla="*/ 0 h 56"/>
              <a:gd name="T8" fmla="*/ 0 w 24"/>
              <a:gd name="T9" fmla="*/ 0 h 56"/>
              <a:gd name="T10" fmla="*/ 0 w 24"/>
              <a:gd name="T11" fmla="*/ 0 h 56"/>
              <a:gd name="T12" fmla="*/ 2147483646 w 24"/>
              <a:gd name="T13" fmla="*/ 2147483646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56"/>
              <a:gd name="T23" fmla="*/ 24 w 24"/>
              <a:gd name="T24" fmla="*/ 56 h 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56">
                <a:moveTo>
                  <a:pt x="8" y="56"/>
                </a:moveTo>
                <a:lnTo>
                  <a:pt x="24" y="56"/>
                </a:lnTo>
                <a:lnTo>
                  <a:pt x="16" y="0"/>
                </a:lnTo>
                <a:lnTo>
                  <a:pt x="0" y="0"/>
                </a:lnTo>
                <a:lnTo>
                  <a:pt x="8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79" name="Rectangle 104">
            <a:extLst>
              <a:ext uri="{FF2B5EF4-FFF2-40B4-BE49-F238E27FC236}">
                <a16:creationId xmlns:a16="http://schemas.microsoft.com/office/drawing/2014/main" id="{63F168FB-B26E-75BD-1615-4F2EDBA76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5200" y="3684588"/>
            <a:ext cx="25400" cy="127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80" name="Freeform 105">
            <a:extLst>
              <a:ext uri="{FF2B5EF4-FFF2-40B4-BE49-F238E27FC236}">
                <a16:creationId xmlns:a16="http://schemas.microsoft.com/office/drawing/2014/main" id="{50FFA3CD-7D69-6755-8FFE-A7F90F6CBAF9}"/>
              </a:ext>
            </a:extLst>
          </p:cNvPr>
          <p:cNvSpPr>
            <a:spLocks/>
          </p:cNvSpPr>
          <p:nvPr/>
        </p:nvSpPr>
        <p:spPr bwMode="auto">
          <a:xfrm>
            <a:off x="8534400" y="3519488"/>
            <a:ext cx="50800" cy="101600"/>
          </a:xfrm>
          <a:custGeom>
            <a:avLst/>
            <a:gdLst>
              <a:gd name="T0" fmla="*/ 2147483646 w 32"/>
              <a:gd name="T1" fmla="*/ 2147483646 h 64"/>
              <a:gd name="T2" fmla="*/ 2147483646 w 32"/>
              <a:gd name="T3" fmla="*/ 2147483646 h 64"/>
              <a:gd name="T4" fmla="*/ 2147483646 w 32"/>
              <a:gd name="T5" fmla="*/ 0 h 64"/>
              <a:gd name="T6" fmla="*/ 2147483646 w 32"/>
              <a:gd name="T7" fmla="*/ 0 h 64"/>
              <a:gd name="T8" fmla="*/ 0 w 32"/>
              <a:gd name="T9" fmla="*/ 0 h 64"/>
              <a:gd name="T10" fmla="*/ 0 w 32"/>
              <a:gd name="T11" fmla="*/ 2147483646 h 64"/>
              <a:gd name="T12" fmla="*/ 2147483646 w 32"/>
              <a:gd name="T13" fmla="*/ 2147483646 h 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64"/>
              <a:gd name="T23" fmla="*/ 32 w 32"/>
              <a:gd name="T24" fmla="*/ 64 h 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64">
                <a:moveTo>
                  <a:pt x="16" y="64"/>
                </a:moveTo>
                <a:lnTo>
                  <a:pt x="32" y="56"/>
                </a:lnTo>
                <a:lnTo>
                  <a:pt x="16" y="0"/>
                </a:lnTo>
                <a:lnTo>
                  <a:pt x="0" y="0"/>
                </a:lnTo>
                <a:lnTo>
                  <a:pt x="0" y="8"/>
                </a:lnTo>
                <a:lnTo>
                  <a:pt x="16" y="6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81" name="Rectangle 106">
            <a:extLst>
              <a:ext uri="{FF2B5EF4-FFF2-40B4-BE49-F238E27FC236}">
                <a16:creationId xmlns:a16="http://schemas.microsoft.com/office/drawing/2014/main" id="{9BFE2EFF-FF9B-6CF0-9F89-CFE8BDE48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3506788"/>
            <a:ext cx="25400" cy="127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282" name="Freeform 107">
            <a:extLst>
              <a:ext uri="{FF2B5EF4-FFF2-40B4-BE49-F238E27FC236}">
                <a16:creationId xmlns:a16="http://schemas.microsoft.com/office/drawing/2014/main" id="{4EB69706-0A17-0D12-AB01-1C3874DEAD1A}"/>
              </a:ext>
            </a:extLst>
          </p:cNvPr>
          <p:cNvSpPr>
            <a:spLocks/>
          </p:cNvSpPr>
          <p:nvPr/>
        </p:nvSpPr>
        <p:spPr bwMode="auto">
          <a:xfrm>
            <a:off x="8445500" y="3341688"/>
            <a:ext cx="76200" cy="114300"/>
          </a:xfrm>
          <a:custGeom>
            <a:avLst/>
            <a:gdLst>
              <a:gd name="T0" fmla="*/ 2147483646 w 48"/>
              <a:gd name="T1" fmla="*/ 2147483646 h 72"/>
              <a:gd name="T2" fmla="*/ 2147483646 w 48"/>
              <a:gd name="T3" fmla="*/ 2147483646 h 72"/>
              <a:gd name="T4" fmla="*/ 2147483646 w 48"/>
              <a:gd name="T5" fmla="*/ 0 h 72"/>
              <a:gd name="T6" fmla="*/ 2147483646 w 48"/>
              <a:gd name="T7" fmla="*/ 0 h 72"/>
              <a:gd name="T8" fmla="*/ 0 w 48"/>
              <a:gd name="T9" fmla="*/ 2147483646 h 72"/>
              <a:gd name="T10" fmla="*/ 0 w 48"/>
              <a:gd name="T11" fmla="*/ 2147483646 h 72"/>
              <a:gd name="T12" fmla="*/ 2147483646 w 48"/>
              <a:gd name="T13" fmla="*/ 2147483646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72"/>
              <a:gd name="T23" fmla="*/ 48 w 48"/>
              <a:gd name="T24" fmla="*/ 72 h 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72">
                <a:moveTo>
                  <a:pt x="32" y="72"/>
                </a:moveTo>
                <a:lnTo>
                  <a:pt x="48" y="64"/>
                </a:lnTo>
                <a:lnTo>
                  <a:pt x="16" y="0"/>
                </a:lnTo>
                <a:lnTo>
                  <a:pt x="0" y="8"/>
                </a:lnTo>
                <a:lnTo>
                  <a:pt x="32" y="7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83" name="Freeform 108">
            <a:extLst>
              <a:ext uri="{FF2B5EF4-FFF2-40B4-BE49-F238E27FC236}">
                <a16:creationId xmlns:a16="http://schemas.microsoft.com/office/drawing/2014/main" id="{007F6BCC-E4DD-0E7D-E87F-2197DFB685B0}"/>
              </a:ext>
            </a:extLst>
          </p:cNvPr>
          <p:cNvSpPr>
            <a:spLocks/>
          </p:cNvSpPr>
          <p:nvPr/>
        </p:nvSpPr>
        <p:spPr bwMode="auto">
          <a:xfrm>
            <a:off x="8445500" y="3341688"/>
            <a:ext cx="25400" cy="12700"/>
          </a:xfrm>
          <a:custGeom>
            <a:avLst/>
            <a:gdLst>
              <a:gd name="T0" fmla="*/ 0 w 16"/>
              <a:gd name="T1" fmla="*/ 2147483646 h 8"/>
              <a:gd name="T2" fmla="*/ 2147483646 w 16"/>
              <a:gd name="T3" fmla="*/ 0 h 8"/>
              <a:gd name="T4" fmla="*/ 2147483646 w 16"/>
              <a:gd name="T5" fmla="*/ 0 h 8"/>
              <a:gd name="T6" fmla="*/ 0 w 16"/>
              <a:gd name="T7" fmla="*/ 2147483646 h 8"/>
              <a:gd name="T8" fmla="*/ 0 60000 65536"/>
              <a:gd name="T9" fmla="*/ 0 60000 65536"/>
              <a:gd name="T10" fmla="*/ 0 60000 65536"/>
              <a:gd name="T11" fmla="*/ 0 60000 65536"/>
              <a:gd name="T12" fmla="*/ 0 w 16"/>
              <a:gd name="T13" fmla="*/ 0 h 8"/>
              <a:gd name="T14" fmla="*/ 16 w 16"/>
              <a:gd name="T15" fmla="*/ 8 h 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" h="8">
                <a:moveTo>
                  <a:pt x="0" y="8"/>
                </a:moveTo>
                <a:lnTo>
                  <a:pt x="16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84" name="Freeform 109">
            <a:extLst>
              <a:ext uri="{FF2B5EF4-FFF2-40B4-BE49-F238E27FC236}">
                <a16:creationId xmlns:a16="http://schemas.microsoft.com/office/drawing/2014/main" id="{6C5610EA-8D79-C492-0BD9-3D43F62DFBAA}"/>
              </a:ext>
            </a:extLst>
          </p:cNvPr>
          <p:cNvSpPr>
            <a:spLocks/>
          </p:cNvSpPr>
          <p:nvPr/>
        </p:nvSpPr>
        <p:spPr bwMode="auto">
          <a:xfrm>
            <a:off x="8343900" y="3189288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2147483646 h 64"/>
              <a:gd name="T4" fmla="*/ 2147483646 w 56"/>
              <a:gd name="T5" fmla="*/ 0 h 64"/>
              <a:gd name="T6" fmla="*/ 0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40" y="64"/>
                </a:moveTo>
                <a:lnTo>
                  <a:pt x="56" y="56"/>
                </a:lnTo>
                <a:lnTo>
                  <a:pt x="16" y="0"/>
                </a:lnTo>
                <a:lnTo>
                  <a:pt x="0" y="8"/>
                </a:lnTo>
                <a:lnTo>
                  <a:pt x="40" y="6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85" name="Freeform 110">
            <a:extLst>
              <a:ext uri="{FF2B5EF4-FFF2-40B4-BE49-F238E27FC236}">
                <a16:creationId xmlns:a16="http://schemas.microsoft.com/office/drawing/2014/main" id="{F613FAC7-5544-98B3-7595-D8A3DB74C6ED}"/>
              </a:ext>
            </a:extLst>
          </p:cNvPr>
          <p:cNvSpPr>
            <a:spLocks/>
          </p:cNvSpPr>
          <p:nvPr/>
        </p:nvSpPr>
        <p:spPr bwMode="auto">
          <a:xfrm>
            <a:off x="8229600" y="30622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2147483646 h 56"/>
              <a:gd name="T4" fmla="*/ 2147483646 w 56"/>
              <a:gd name="T5" fmla="*/ 0 h 56"/>
              <a:gd name="T6" fmla="*/ 0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48" y="56"/>
                </a:moveTo>
                <a:lnTo>
                  <a:pt x="56" y="48"/>
                </a:lnTo>
                <a:lnTo>
                  <a:pt x="8" y="0"/>
                </a:lnTo>
                <a:lnTo>
                  <a:pt x="0" y="8"/>
                </a:lnTo>
                <a:lnTo>
                  <a:pt x="48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86" name="Freeform 111">
            <a:extLst>
              <a:ext uri="{FF2B5EF4-FFF2-40B4-BE49-F238E27FC236}">
                <a16:creationId xmlns:a16="http://schemas.microsoft.com/office/drawing/2014/main" id="{28A3C4C9-1419-58A9-5822-DEB0449D24AD}"/>
              </a:ext>
            </a:extLst>
          </p:cNvPr>
          <p:cNvSpPr>
            <a:spLocks/>
          </p:cNvSpPr>
          <p:nvPr/>
        </p:nvSpPr>
        <p:spPr bwMode="auto">
          <a:xfrm>
            <a:off x="8089900" y="2935288"/>
            <a:ext cx="101600" cy="88900"/>
          </a:xfrm>
          <a:custGeom>
            <a:avLst/>
            <a:gdLst>
              <a:gd name="T0" fmla="*/ 2147483646 w 64"/>
              <a:gd name="T1" fmla="*/ 2147483646 h 56"/>
              <a:gd name="T2" fmla="*/ 2147483646 w 64"/>
              <a:gd name="T3" fmla="*/ 2147483646 h 56"/>
              <a:gd name="T4" fmla="*/ 2147483646 w 64"/>
              <a:gd name="T5" fmla="*/ 0 h 56"/>
              <a:gd name="T6" fmla="*/ 0 w 64"/>
              <a:gd name="T7" fmla="*/ 2147483646 h 56"/>
              <a:gd name="T8" fmla="*/ 2147483646 w 64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56" y="56"/>
                </a:moveTo>
                <a:lnTo>
                  <a:pt x="64" y="40"/>
                </a:lnTo>
                <a:lnTo>
                  <a:pt x="8" y="0"/>
                </a:lnTo>
                <a:lnTo>
                  <a:pt x="0" y="16"/>
                </a:lnTo>
                <a:lnTo>
                  <a:pt x="56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87" name="Freeform 112">
            <a:extLst>
              <a:ext uri="{FF2B5EF4-FFF2-40B4-BE49-F238E27FC236}">
                <a16:creationId xmlns:a16="http://schemas.microsoft.com/office/drawing/2014/main" id="{0176398A-6386-1AB9-7329-02006BE05A62}"/>
              </a:ext>
            </a:extLst>
          </p:cNvPr>
          <p:cNvSpPr>
            <a:spLocks/>
          </p:cNvSpPr>
          <p:nvPr/>
        </p:nvSpPr>
        <p:spPr bwMode="auto">
          <a:xfrm>
            <a:off x="7950200" y="28336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2147483646 h 48"/>
              <a:gd name="T4" fmla="*/ 2147483646 w 64"/>
              <a:gd name="T5" fmla="*/ 0 h 48"/>
              <a:gd name="T6" fmla="*/ 0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56" y="48"/>
                </a:moveTo>
                <a:lnTo>
                  <a:pt x="64" y="32"/>
                </a:lnTo>
                <a:lnTo>
                  <a:pt x="8" y="0"/>
                </a:lnTo>
                <a:lnTo>
                  <a:pt x="0" y="16"/>
                </a:lnTo>
                <a:lnTo>
                  <a:pt x="56" y="4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88" name="Freeform 113">
            <a:extLst>
              <a:ext uri="{FF2B5EF4-FFF2-40B4-BE49-F238E27FC236}">
                <a16:creationId xmlns:a16="http://schemas.microsoft.com/office/drawing/2014/main" id="{7FD3B453-F23C-AC3A-FD36-F58425C045C4}"/>
              </a:ext>
            </a:extLst>
          </p:cNvPr>
          <p:cNvSpPr>
            <a:spLocks/>
          </p:cNvSpPr>
          <p:nvPr/>
        </p:nvSpPr>
        <p:spPr bwMode="auto">
          <a:xfrm>
            <a:off x="7835900" y="27701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24" y="32"/>
                </a:moveTo>
                <a:lnTo>
                  <a:pt x="32" y="24"/>
                </a:lnTo>
                <a:lnTo>
                  <a:pt x="8" y="0"/>
                </a:lnTo>
                <a:lnTo>
                  <a:pt x="0" y="8"/>
                </a:lnTo>
                <a:lnTo>
                  <a:pt x="24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89" name="Freeform 114">
            <a:extLst>
              <a:ext uri="{FF2B5EF4-FFF2-40B4-BE49-F238E27FC236}">
                <a16:creationId xmlns:a16="http://schemas.microsoft.com/office/drawing/2014/main" id="{B2A5BE88-1972-B55B-9DA4-7D321A29B8F2}"/>
              </a:ext>
            </a:extLst>
          </p:cNvPr>
          <p:cNvSpPr>
            <a:spLocks/>
          </p:cNvSpPr>
          <p:nvPr/>
        </p:nvSpPr>
        <p:spPr bwMode="auto">
          <a:xfrm>
            <a:off x="7785100" y="2757488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0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2"/>
              <a:gd name="T17" fmla="*/ 40 w 40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2">
                <a:moveTo>
                  <a:pt x="40" y="16"/>
                </a:moveTo>
                <a:lnTo>
                  <a:pt x="32" y="0"/>
                </a:lnTo>
                <a:lnTo>
                  <a:pt x="0" y="16"/>
                </a:lnTo>
                <a:lnTo>
                  <a:pt x="8" y="32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0" name="Freeform 115">
            <a:extLst>
              <a:ext uri="{FF2B5EF4-FFF2-40B4-BE49-F238E27FC236}">
                <a16:creationId xmlns:a16="http://schemas.microsoft.com/office/drawing/2014/main" id="{DA3E8F6A-B446-C411-D4B9-D23C65F1A21B}"/>
              </a:ext>
            </a:extLst>
          </p:cNvPr>
          <p:cNvSpPr>
            <a:spLocks/>
          </p:cNvSpPr>
          <p:nvPr/>
        </p:nvSpPr>
        <p:spPr bwMode="auto">
          <a:xfrm>
            <a:off x="7620000" y="28082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1" name="Freeform 116">
            <a:extLst>
              <a:ext uri="{FF2B5EF4-FFF2-40B4-BE49-F238E27FC236}">
                <a16:creationId xmlns:a16="http://schemas.microsoft.com/office/drawing/2014/main" id="{EED715E5-D98A-A5A9-4AAF-5BCF87E44DC7}"/>
              </a:ext>
            </a:extLst>
          </p:cNvPr>
          <p:cNvSpPr>
            <a:spLocks/>
          </p:cNvSpPr>
          <p:nvPr/>
        </p:nvSpPr>
        <p:spPr bwMode="auto">
          <a:xfrm>
            <a:off x="7454900" y="28717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2" name="Freeform 117">
            <a:extLst>
              <a:ext uri="{FF2B5EF4-FFF2-40B4-BE49-F238E27FC236}">
                <a16:creationId xmlns:a16="http://schemas.microsoft.com/office/drawing/2014/main" id="{678AE127-C350-3178-5A30-3D06BD400CE9}"/>
              </a:ext>
            </a:extLst>
          </p:cNvPr>
          <p:cNvSpPr>
            <a:spLocks/>
          </p:cNvSpPr>
          <p:nvPr/>
        </p:nvSpPr>
        <p:spPr bwMode="auto">
          <a:xfrm>
            <a:off x="7289800" y="29352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3" name="Freeform 118">
            <a:extLst>
              <a:ext uri="{FF2B5EF4-FFF2-40B4-BE49-F238E27FC236}">
                <a16:creationId xmlns:a16="http://schemas.microsoft.com/office/drawing/2014/main" id="{263D17B2-6F8C-419A-ABBC-991E7B3F330C}"/>
              </a:ext>
            </a:extLst>
          </p:cNvPr>
          <p:cNvSpPr>
            <a:spLocks/>
          </p:cNvSpPr>
          <p:nvPr/>
        </p:nvSpPr>
        <p:spPr bwMode="auto">
          <a:xfrm>
            <a:off x="7150100" y="2998788"/>
            <a:ext cx="76200" cy="50800"/>
          </a:xfrm>
          <a:custGeom>
            <a:avLst/>
            <a:gdLst>
              <a:gd name="T0" fmla="*/ 2147483646 w 48"/>
              <a:gd name="T1" fmla="*/ 2147483646 h 32"/>
              <a:gd name="T2" fmla="*/ 2147483646 w 48"/>
              <a:gd name="T3" fmla="*/ 0 h 32"/>
              <a:gd name="T4" fmla="*/ 0 w 48"/>
              <a:gd name="T5" fmla="*/ 2147483646 h 32"/>
              <a:gd name="T6" fmla="*/ 0 w 48"/>
              <a:gd name="T7" fmla="*/ 2147483646 h 32"/>
              <a:gd name="T8" fmla="*/ 2147483646 w 48"/>
              <a:gd name="T9" fmla="*/ 2147483646 h 32"/>
              <a:gd name="T10" fmla="*/ 2147483646 w 48"/>
              <a:gd name="T11" fmla="*/ 2147483646 h 32"/>
              <a:gd name="T12" fmla="*/ 2147483646 w 48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32"/>
              <a:gd name="T23" fmla="*/ 48 w 48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32">
                <a:moveTo>
                  <a:pt x="48" y="16"/>
                </a:moveTo>
                <a:lnTo>
                  <a:pt x="40" y="0"/>
                </a:lnTo>
                <a:lnTo>
                  <a:pt x="0" y="16"/>
                </a:lnTo>
                <a:lnTo>
                  <a:pt x="8" y="32"/>
                </a:lnTo>
                <a:lnTo>
                  <a:pt x="48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4" name="Freeform 119">
            <a:extLst>
              <a:ext uri="{FF2B5EF4-FFF2-40B4-BE49-F238E27FC236}">
                <a16:creationId xmlns:a16="http://schemas.microsoft.com/office/drawing/2014/main" id="{C81991C1-F520-613B-7C27-20B3A89DC9E4}"/>
              </a:ext>
            </a:extLst>
          </p:cNvPr>
          <p:cNvSpPr>
            <a:spLocks/>
          </p:cNvSpPr>
          <p:nvPr/>
        </p:nvSpPr>
        <p:spPr bwMode="auto">
          <a:xfrm>
            <a:off x="7124700" y="3024188"/>
            <a:ext cx="38100" cy="38100"/>
          </a:xfrm>
          <a:custGeom>
            <a:avLst/>
            <a:gdLst>
              <a:gd name="T0" fmla="*/ 2147483646 w 24"/>
              <a:gd name="T1" fmla="*/ 2147483646 h 24"/>
              <a:gd name="T2" fmla="*/ 2147483646 w 24"/>
              <a:gd name="T3" fmla="*/ 0 h 24"/>
              <a:gd name="T4" fmla="*/ 0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24" y="16"/>
                </a:moveTo>
                <a:lnTo>
                  <a:pt x="16" y="0"/>
                </a:lnTo>
                <a:lnTo>
                  <a:pt x="0" y="8"/>
                </a:lnTo>
                <a:lnTo>
                  <a:pt x="8" y="24"/>
                </a:lnTo>
                <a:lnTo>
                  <a:pt x="2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5" name="Freeform 120">
            <a:extLst>
              <a:ext uri="{FF2B5EF4-FFF2-40B4-BE49-F238E27FC236}">
                <a16:creationId xmlns:a16="http://schemas.microsoft.com/office/drawing/2014/main" id="{A1C7036C-ABF7-F972-9CCC-FBE99B22D50B}"/>
              </a:ext>
            </a:extLst>
          </p:cNvPr>
          <p:cNvSpPr>
            <a:spLocks/>
          </p:cNvSpPr>
          <p:nvPr/>
        </p:nvSpPr>
        <p:spPr bwMode="auto">
          <a:xfrm>
            <a:off x="6959600" y="3062288"/>
            <a:ext cx="114300" cy="63500"/>
          </a:xfrm>
          <a:custGeom>
            <a:avLst/>
            <a:gdLst>
              <a:gd name="T0" fmla="*/ 2147483646 w 72"/>
              <a:gd name="T1" fmla="*/ 2147483646 h 40"/>
              <a:gd name="T2" fmla="*/ 2147483646 w 72"/>
              <a:gd name="T3" fmla="*/ 0 h 40"/>
              <a:gd name="T4" fmla="*/ 0 w 72"/>
              <a:gd name="T5" fmla="*/ 2147483646 h 40"/>
              <a:gd name="T6" fmla="*/ 2147483646 w 72"/>
              <a:gd name="T7" fmla="*/ 2147483646 h 40"/>
              <a:gd name="T8" fmla="*/ 2147483646 w 72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16"/>
                </a:moveTo>
                <a:lnTo>
                  <a:pt x="64" y="0"/>
                </a:lnTo>
                <a:lnTo>
                  <a:pt x="0" y="24"/>
                </a:lnTo>
                <a:lnTo>
                  <a:pt x="8" y="4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6" name="Freeform 121">
            <a:extLst>
              <a:ext uri="{FF2B5EF4-FFF2-40B4-BE49-F238E27FC236}">
                <a16:creationId xmlns:a16="http://schemas.microsoft.com/office/drawing/2014/main" id="{B02E8663-D8FA-70BB-B2A9-679A6D40EDB0}"/>
              </a:ext>
            </a:extLst>
          </p:cNvPr>
          <p:cNvSpPr>
            <a:spLocks/>
          </p:cNvSpPr>
          <p:nvPr/>
        </p:nvSpPr>
        <p:spPr bwMode="auto">
          <a:xfrm>
            <a:off x="6807200" y="3138488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7" name="Freeform 122">
            <a:extLst>
              <a:ext uri="{FF2B5EF4-FFF2-40B4-BE49-F238E27FC236}">
                <a16:creationId xmlns:a16="http://schemas.microsoft.com/office/drawing/2014/main" id="{3E843BCC-6ED9-E61E-BBDC-B1BDD97FF248}"/>
              </a:ext>
            </a:extLst>
          </p:cNvPr>
          <p:cNvSpPr>
            <a:spLocks/>
          </p:cNvSpPr>
          <p:nvPr/>
        </p:nvSpPr>
        <p:spPr bwMode="auto">
          <a:xfrm>
            <a:off x="6642100" y="32146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8" name="Freeform 123">
            <a:extLst>
              <a:ext uri="{FF2B5EF4-FFF2-40B4-BE49-F238E27FC236}">
                <a16:creationId xmlns:a16="http://schemas.microsoft.com/office/drawing/2014/main" id="{3721EB36-7234-0D6E-3CA1-DEBFD0DFB4E6}"/>
              </a:ext>
            </a:extLst>
          </p:cNvPr>
          <p:cNvSpPr>
            <a:spLocks/>
          </p:cNvSpPr>
          <p:nvPr/>
        </p:nvSpPr>
        <p:spPr bwMode="auto">
          <a:xfrm>
            <a:off x="6489700" y="32908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99" name="Freeform 124">
            <a:extLst>
              <a:ext uri="{FF2B5EF4-FFF2-40B4-BE49-F238E27FC236}">
                <a16:creationId xmlns:a16="http://schemas.microsoft.com/office/drawing/2014/main" id="{427BECF4-3E6C-C7E4-AF9F-80E959EC4D3B}"/>
              </a:ext>
            </a:extLst>
          </p:cNvPr>
          <p:cNvSpPr>
            <a:spLocks/>
          </p:cNvSpPr>
          <p:nvPr/>
        </p:nvSpPr>
        <p:spPr bwMode="auto">
          <a:xfrm>
            <a:off x="6337300" y="3379788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0" name="Freeform 125">
            <a:extLst>
              <a:ext uri="{FF2B5EF4-FFF2-40B4-BE49-F238E27FC236}">
                <a16:creationId xmlns:a16="http://schemas.microsoft.com/office/drawing/2014/main" id="{AB7AE885-818F-E7DA-3049-5A5CFE91E3A3}"/>
              </a:ext>
            </a:extLst>
          </p:cNvPr>
          <p:cNvSpPr>
            <a:spLocks/>
          </p:cNvSpPr>
          <p:nvPr/>
        </p:nvSpPr>
        <p:spPr bwMode="auto">
          <a:xfrm>
            <a:off x="6184900" y="3468688"/>
            <a:ext cx="101600" cy="88900"/>
          </a:xfrm>
          <a:custGeom>
            <a:avLst/>
            <a:gdLst>
              <a:gd name="T0" fmla="*/ 2147483646 w 64"/>
              <a:gd name="T1" fmla="*/ 2147483646 h 56"/>
              <a:gd name="T2" fmla="*/ 2147483646 w 64"/>
              <a:gd name="T3" fmla="*/ 0 h 56"/>
              <a:gd name="T4" fmla="*/ 0 w 64"/>
              <a:gd name="T5" fmla="*/ 2147483646 h 56"/>
              <a:gd name="T6" fmla="*/ 2147483646 w 64"/>
              <a:gd name="T7" fmla="*/ 2147483646 h 56"/>
              <a:gd name="T8" fmla="*/ 2147483646 w 64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64" y="16"/>
                </a:moveTo>
                <a:lnTo>
                  <a:pt x="56" y="0"/>
                </a:lnTo>
                <a:lnTo>
                  <a:pt x="0" y="40"/>
                </a:lnTo>
                <a:lnTo>
                  <a:pt x="8" y="56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1" name="Freeform 126">
            <a:extLst>
              <a:ext uri="{FF2B5EF4-FFF2-40B4-BE49-F238E27FC236}">
                <a16:creationId xmlns:a16="http://schemas.microsoft.com/office/drawing/2014/main" id="{60CAB215-2626-D03F-D717-5927EFF37663}"/>
              </a:ext>
            </a:extLst>
          </p:cNvPr>
          <p:cNvSpPr>
            <a:spLocks/>
          </p:cNvSpPr>
          <p:nvPr/>
        </p:nvSpPr>
        <p:spPr bwMode="auto">
          <a:xfrm>
            <a:off x="6070600" y="3570288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0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40"/>
              <a:gd name="T23" fmla="*/ 40 w 40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40">
                <a:moveTo>
                  <a:pt x="40" y="16"/>
                </a:moveTo>
                <a:lnTo>
                  <a:pt x="32" y="0"/>
                </a:lnTo>
                <a:lnTo>
                  <a:pt x="0" y="24"/>
                </a:lnTo>
                <a:lnTo>
                  <a:pt x="8" y="40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2" name="Freeform 127">
            <a:extLst>
              <a:ext uri="{FF2B5EF4-FFF2-40B4-BE49-F238E27FC236}">
                <a16:creationId xmlns:a16="http://schemas.microsoft.com/office/drawing/2014/main" id="{C8ACCC79-EA99-E04A-7C22-46D187662C1A}"/>
              </a:ext>
            </a:extLst>
          </p:cNvPr>
          <p:cNvSpPr>
            <a:spLocks/>
          </p:cNvSpPr>
          <p:nvPr/>
        </p:nvSpPr>
        <p:spPr bwMode="auto">
          <a:xfrm>
            <a:off x="6045200" y="3608388"/>
            <a:ext cx="38100" cy="38100"/>
          </a:xfrm>
          <a:custGeom>
            <a:avLst/>
            <a:gdLst>
              <a:gd name="T0" fmla="*/ 2147483646 w 24"/>
              <a:gd name="T1" fmla="*/ 2147483646 h 24"/>
              <a:gd name="T2" fmla="*/ 2147483646 w 24"/>
              <a:gd name="T3" fmla="*/ 0 h 24"/>
              <a:gd name="T4" fmla="*/ 0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24" y="16"/>
                </a:moveTo>
                <a:lnTo>
                  <a:pt x="16" y="0"/>
                </a:lnTo>
                <a:lnTo>
                  <a:pt x="0" y="8"/>
                </a:lnTo>
                <a:lnTo>
                  <a:pt x="8" y="24"/>
                </a:lnTo>
                <a:lnTo>
                  <a:pt x="2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3" name="Freeform 128">
            <a:extLst>
              <a:ext uri="{FF2B5EF4-FFF2-40B4-BE49-F238E27FC236}">
                <a16:creationId xmlns:a16="http://schemas.microsoft.com/office/drawing/2014/main" id="{0CCFEB48-5CEE-E543-0DAD-2A71D0DE61ED}"/>
              </a:ext>
            </a:extLst>
          </p:cNvPr>
          <p:cNvSpPr>
            <a:spLocks/>
          </p:cNvSpPr>
          <p:nvPr/>
        </p:nvSpPr>
        <p:spPr bwMode="auto">
          <a:xfrm>
            <a:off x="5905500" y="36718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6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4" name="Freeform 129">
            <a:extLst>
              <a:ext uri="{FF2B5EF4-FFF2-40B4-BE49-F238E27FC236}">
                <a16:creationId xmlns:a16="http://schemas.microsoft.com/office/drawing/2014/main" id="{90E034FF-3322-A4F3-9004-82B7833DD59A}"/>
              </a:ext>
            </a:extLst>
          </p:cNvPr>
          <p:cNvSpPr>
            <a:spLocks/>
          </p:cNvSpPr>
          <p:nvPr/>
        </p:nvSpPr>
        <p:spPr bwMode="auto">
          <a:xfrm>
            <a:off x="5765800" y="37861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6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5" name="Freeform 130">
            <a:extLst>
              <a:ext uri="{FF2B5EF4-FFF2-40B4-BE49-F238E27FC236}">
                <a16:creationId xmlns:a16="http://schemas.microsoft.com/office/drawing/2014/main" id="{07B59EB1-D0C1-947F-6336-88356DFC5B19}"/>
              </a:ext>
            </a:extLst>
          </p:cNvPr>
          <p:cNvSpPr>
            <a:spLocks/>
          </p:cNvSpPr>
          <p:nvPr/>
        </p:nvSpPr>
        <p:spPr bwMode="auto">
          <a:xfrm>
            <a:off x="5626100" y="39004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8"/>
                </a:moveTo>
                <a:lnTo>
                  <a:pt x="40" y="0"/>
                </a:lnTo>
                <a:lnTo>
                  <a:pt x="0" y="48"/>
                </a:lnTo>
                <a:lnTo>
                  <a:pt x="16" y="56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6" name="Freeform 131">
            <a:extLst>
              <a:ext uri="{FF2B5EF4-FFF2-40B4-BE49-F238E27FC236}">
                <a16:creationId xmlns:a16="http://schemas.microsoft.com/office/drawing/2014/main" id="{5068FDFA-B6A0-64D4-8781-927DF4A0C1E0}"/>
              </a:ext>
            </a:extLst>
          </p:cNvPr>
          <p:cNvSpPr>
            <a:spLocks/>
          </p:cNvSpPr>
          <p:nvPr/>
        </p:nvSpPr>
        <p:spPr bwMode="auto">
          <a:xfrm>
            <a:off x="5511800" y="40274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8"/>
                </a:moveTo>
                <a:lnTo>
                  <a:pt x="48" y="0"/>
                </a:lnTo>
                <a:lnTo>
                  <a:pt x="0" y="48"/>
                </a:lnTo>
                <a:lnTo>
                  <a:pt x="8" y="56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7" name="Freeform 132">
            <a:extLst>
              <a:ext uri="{FF2B5EF4-FFF2-40B4-BE49-F238E27FC236}">
                <a16:creationId xmlns:a16="http://schemas.microsoft.com/office/drawing/2014/main" id="{5D3995CC-198A-2831-233B-821FDFD5A204}"/>
              </a:ext>
            </a:extLst>
          </p:cNvPr>
          <p:cNvSpPr>
            <a:spLocks/>
          </p:cNvSpPr>
          <p:nvPr/>
        </p:nvSpPr>
        <p:spPr bwMode="auto">
          <a:xfrm>
            <a:off x="5372100" y="4141788"/>
            <a:ext cx="101600" cy="88900"/>
          </a:xfrm>
          <a:custGeom>
            <a:avLst/>
            <a:gdLst>
              <a:gd name="T0" fmla="*/ 2147483646 w 64"/>
              <a:gd name="T1" fmla="*/ 2147483646 h 56"/>
              <a:gd name="T2" fmla="*/ 2147483646 w 64"/>
              <a:gd name="T3" fmla="*/ 0 h 56"/>
              <a:gd name="T4" fmla="*/ 2147483646 w 64"/>
              <a:gd name="T5" fmla="*/ 2147483646 h 56"/>
              <a:gd name="T6" fmla="*/ 0 w 64"/>
              <a:gd name="T7" fmla="*/ 2147483646 h 56"/>
              <a:gd name="T8" fmla="*/ 2147483646 w 64"/>
              <a:gd name="T9" fmla="*/ 2147483646 h 56"/>
              <a:gd name="T10" fmla="*/ 2147483646 w 64"/>
              <a:gd name="T11" fmla="*/ 2147483646 h 56"/>
              <a:gd name="T12" fmla="*/ 2147483646 w 64"/>
              <a:gd name="T13" fmla="*/ 2147483646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56"/>
              <a:gd name="T23" fmla="*/ 64 w 64"/>
              <a:gd name="T24" fmla="*/ 56 h 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56">
                <a:moveTo>
                  <a:pt x="64" y="16"/>
                </a:moveTo>
                <a:lnTo>
                  <a:pt x="56" y="0"/>
                </a:lnTo>
                <a:lnTo>
                  <a:pt x="8" y="40"/>
                </a:lnTo>
                <a:lnTo>
                  <a:pt x="0" y="48"/>
                </a:lnTo>
                <a:lnTo>
                  <a:pt x="16" y="48"/>
                </a:lnTo>
                <a:lnTo>
                  <a:pt x="16" y="56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08" name="Rectangle 133">
            <a:extLst>
              <a:ext uri="{FF2B5EF4-FFF2-40B4-BE49-F238E27FC236}">
                <a16:creationId xmlns:a16="http://schemas.microsoft.com/office/drawing/2014/main" id="{E7BF5EFB-ED7C-50C3-774E-29F17E717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4217988"/>
            <a:ext cx="25400" cy="127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09" name="Freeform 134">
            <a:extLst>
              <a:ext uri="{FF2B5EF4-FFF2-40B4-BE49-F238E27FC236}">
                <a16:creationId xmlns:a16="http://schemas.microsoft.com/office/drawing/2014/main" id="{25C49194-6E2E-2735-5735-DB1901030533}"/>
              </a:ext>
            </a:extLst>
          </p:cNvPr>
          <p:cNvSpPr>
            <a:spLocks/>
          </p:cNvSpPr>
          <p:nvPr/>
        </p:nvSpPr>
        <p:spPr bwMode="auto">
          <a:xfrm>
            <a:off x="5257800" y="4281488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0 h 64"/>
              <a:gd name="T4" fmla="*/ 0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8"/>
                </a:moveTo>
                <a:lnTo>
                  <a:pt x="40" y="0"/>
                </a:lnTo>
                <a:lnTo>
                  <a:pt x="0" y="56"/>
                </a:lnTo>
                <a:lnTo>
                  <a:pt x="16" y="64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0" name="Freeform 135">
            <a:extLst>
              <a:ext uri="{FF2B5EF4-FFF2-40B4-BE49-F238E27FC236}">
                <a16:creationId xmlns:a16="http://schemas.microsoft.com/office/drawing/2014/main" id="{5D72D164-D808-A60F-F878-4106A85D834C}"/>
              </a:ext>
            </a:extLst>
          </p:cNvPr>
          <p:cNvSpPr>
            <a:spLocks/>
          </p:cNvSpPr>
          <p:nvPr/>
        </p:nvSpPr>
        <p:spPr bwMode="auto">
          <a:xfrm>
            <a:off x="5156200" y="4421188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0 h 64"/>
              <a:gd name="T4" fmla="*/ 0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8"/>
                </a:moveTo>
                <a:lnTo>
                  <a:pt x="40" y="0"/>
                </a:lnTo>
                <a:lnTo>
                  <a:pt x="0" y="56"/>
                </a:lnTo>
                <a:lnTo>
                  <a:pt x="16" y="64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1" name="Freeform 136">
            <a:extLst>
              <a:ext uri="{FF2B5EF4-FFF2-40B4-BE49-F238E27FC236}">
                <a16:creationId xmlns:a16="http://schemas.microsoft.com/office/drawing/2014/main" id="{C76B5565-2274-5DB8-87A0-963DF96B0E77}"/>
              </a:ext>
            </a:extLst>
          </p:cNvPr>
          <p:cNvSpPr>
            <a:spLocks/>
          </p:cNvSpPr>
          <p:nvPr/>
        </p:nvSpPr>
        <p:spPr bwMode="auto">
          <a:xfrm>
            <a:off x="5080000" y="45608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32" y="8"/>
                </a:moveTo>
                <a:lnTo>
                  <a:pt x="16" y="0"/>
                </a:lnTo>
                <a:lnTo>
                  <a:pt x="0" y="24"/>
                </a:lnTo>
                <a:lnTo>
                  <a:pt x="16" y="32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2" name="Rectangle 137">
            <a:extLst>
              <a:ext uri="{FF2B5EF4-FFF2-40B4-BE49-F238E27FC236}">
                <a16:creationId xmlns:a16="http://schemas.microsoft.com/office/drawing/2014/main" id="{F1C43562-4A42-7A75-226B-66AC63367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4598988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13" name="Freeform 138">
            <a:extLst>
              <a:ext uri="{FF2B5EF4-FFF2-40B4-BE49-F238E27FC236}">
                <a16:creationId xmlns:a16="http://schemas.microsoft.com/office/drawing/2014/main" id="{C16636F4-A5CE-F765-A414-258D0198425C}"/>
              </a:ext>
            </a:extLst>
          </p:cNvPr>
          <p:cNvSpPr>
            <a:spLocks/>
          </p:cNvSpPr>
          <p:nvPr/>
        </p:nvSpPr>
        <p:spPr bwMode="auto">
          <a:xfrm>
            <a:off x="5054600" y="2732088"/>
            <a:ext cx="558800" cy="1866900"/>
          </a:xfrm>
          <a:custGeom>
            <a:avLst/>
            <a:gdLst>
              <a:gd name="T0" fmla="*/ 2147483646 w 352"/>
              <a:gd name="T1" fmla="*/ 2147483646 h 1176"/>
              <a:gd name="T2" fmla="*/ 0 w 352"/>
              <a:gd name="T3" fmla="*/ 2147483646 h 1176"/>
              <a:gd name="T4" fmla="*/ 0 w 352"/>
              <a:gd name="T5" fmla="*/ 2147483646 h 1176"/>
              <a:gd name="T6" fmla="*/ 0 w 352"/>
              <a:gd name="T7" fmla="*/ 2147483646 h 1176"/>
              <a:gd name="T8" fmla="*/ 2147483646 w 352"/>
              <a:gd name="T9" fmla="*/ 2147483646 h 1176"/>
              <a:gd name="T10" fmla="*/ 2147483646 w 352"/>
              <a:gd name="T11" fmla="*/ 2147483646 h 1176"/>
              <a:gd name="T12" fmla="*/ 2147483646 w 352"/>
              <a:gd name="T13" fmla="*/ 2147483646 h 1176"/>
              <a:gd name="T14" fmla="*/ 2147483646 w 352"/>
              <a:gd name="T15" fmla="*/ 2147483646 h 1176"/>
              <a:gd name="T16" fmla="*/ 2147483646 w 352"/>
              <a:gd name="T17" fmla="*/ 2147483646 h 1176"/>
              <a:gd name="T18" fmla="*/ 2147483646 w 352"/>
              <a:gd name="T19" fmla="*/ 2147483646 h 1176"/>
              <a:gd name="T20" fmla="*/ 2147483646 w 352"/>
              <a:gd name="T21" fmla="*/ 2147483646 h 1176"/>
              <a:gd name="T22" fmla="*/ 2147483646 w 352"/>
              <a:gd name="T23" fmla="*/ 2147483646 h 1176"/>
              <a:gd name="T24" fmla="*/ 2147483646 w 352"/>
              <a:gd name="T25" fmla="*/ 2147483646 h 1176"/>
              <a:gd name="T26" fmla="*/ 2147483646 w 352"/>
              <a:gd name="T27" fmla="*/ 2147483646 h 1176"/>
              <a:gd name="T28" fmla="*/ 2147483646 w 352"/>
              <a:gd name="T29" fmla="*/ 2147483646 h 1176"/>
              <a:gd name="T30" fmla="*/ 2147483646 w 352"/>
              <a:gd name="T31" fmla="*/ 2147483646 h 1176"/>
              <a:gd name="T32" fmla="*/ 2147483646 w 352"/>
              <a:gd name="T33" fmla="*/ 0 h 1176"/>
              <a:gd name="T34" fmla="*/ 2147483646 w 352"/>
              <a:gd name="T35" fmla="*/ 0 h 1176"/>
              <a:gd name="T36" fmla="*/ 2147483646 w 352"/>
              <a:gd name="T37" fmla="*/ 2147483646 h 1176"/>
              <a:gd name="T38" fmla="*/ 2147483646 w 352"/>
              <a:gd name="T39" fmla="*/ 2147483646 h 1176"/>
              <a:gd name="T40" fmla="*/ 2147483646 w 352"/>
              <a:gd name="T41" fmla="*/ 2147483646 h 1176"/>
              <a:gd name="T42" fmla="*/ 2147483646 w 352"/>
              <a:gd name="T43" fmla="*/ 2147483646 h 1176"/>
              <a:gd name="T44" fmla="*/ 2147483646 w 352"/>
              <a:gd name="T45" fmla="*/ 2147483646 h 1176"/>
              <a:gd name="T46" fmla="*/ 2147483646 w 352"/>
              <a:gd name="T47" fmla="*/ 2147483646 h 1176"/>
              <a:gd name="T48" fmla="*/ 2147483646 w 352"/>
              <a:gd name="T49" fmla="*/ 2147483646 h 1176"/>
              <a:gd name="T50" fmla="*/ 2147483646 w 352"/>
              <a:gd name="T51" fmla="*/ 2147483646 h 1176"/>
              <a:gd name="T52" fmla="*/ 2147483646 w 352"/>
              <a:gd name="T53" fmla="*/ 2147483646 h 1176"/>
              <a:gd name="T54" fmla="*/ 2147483646 w 352"/>
              <a:gd name="T55" fmla="*/ 2147483646 h 1176"/>
              <a:gd name="T56" fmla="*/ 2147483646 w 352"/>
              <a:gd name="T57" fmla="*/ 2147483646 h 1176"/>
              <a:gd name="T58" fmla="*/ 2147483646 w 352"/>
              <a:gd name="T59" fmla="*/ 2147483646 h 1176"/>
              <a:gd name="T60" fmla="*/ 2147483646 w 352"/>
              <a:gd name="T61" fmla="*/ 2147483646 h 1176"/>
              <a:gd name="T62" fmla="*/ 2147483646 w 352"/>
              <a:gd name="T63" fmla="*/ 2147483646 h 1176"/>
              <a:gd name="T64" fmla="*/ 2147483646 w 352"/>
              <a:gd name="T65" fmla="*/ 2147483646 h 1176"/>
              <a:gd name="T66" fmla="*/ 2147483646 w 352"/>
              <a:gd name="T67" fmla="*/ 2147483646 h 1176"/>
              <a:gd name="T68" fmla="*/ 2147483646 w 352"/>
              <a:gd name="T69" fmla="*/ 2147483646 h 1176"/>
              <a:gd name="T70" fmla="*/ 2147483646 w 352"/>
              <a:gd name="T71" fmla="*/ 2147483646 h 1176"/>
              <a:gd name="T72" fmla="*/ 2147483646 w 352"/>
              <a:gd name="T73" fmla="*/ 2147483646 h 117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352"/>
              <a:gd name="T112" fmla="*/ 0 h 1176"/>
              <a:gd name="T113" fmla="*/ 352 w 352"/>
              <a:gd name="T114" fmla="*/ 1176 h 117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352" h="1176">
                <a:moveTo>
                  <a:pt x="8" y="1176"/>
                </a:moveTo>
                <a:lnTo>
                  <a:pt x="0" y="984"/>
                </a:lnTo>
                <a:lnTo>
                  <a:pt x="24" y="784"/>
                </a:lnTo>
                <a:lnTo>
                  <a:pt x="64" y="576"/>
                </a:lnTo>
                <a:lnTo>
                  <a:pt x="136" y="376"/>
                </a:lnTo>
                <a:lnTo>
                  <a:pt x="136" y="368"/>
                </a:lnTo>
                <a:lnTo>
                  <a:pt x="216" y="176"/>
                </a:lnTo>
                <a:lnTo>
                  <a:pt x="224" y="176"/>
                </a:lnTo>
                <a:lnTo>
                  <a:pt x="328" y="0"/>
                </a:lnTo>
                <a:lnTo>
                  <a:pt x="352" y="16"/>
                </a:lnTo>
                <a:lnTo>
                  <a:pt x="248" y="192"/>
                </a:lnTo>
                <a:lnTo>
                  <a:pt x="168" y="384"/>
                </a:lnTo>
                <a:lnTo>
                  <a:pt x="96" y="584"/>
                </a:lnTo>
                <a:lnTo>
                  <a:pt x="56" y="792"/>
                </a:lnTo>
                <a:lnTo>
                  <a:pt x="56" y="784"/>
                </a:lnTo>
                <a:lnTo>
                  <a:pt x="32" y="984"/>
                </a:lnTo>
                <a:lnTo>
                  <a:pt x="40" y="1176"/>
                </a:lnTo>
                <a:lnTo>
                  <a:pt x="8" y="117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4" name="Freeform 139">
            <a:extLst>
              <a:ext uri="{FF2B5EF4-FFF2-40B4-BE49-F238E27FC236}">
                <a16:creationId xmlns:a16="http://schemas.microsoft.com/office/drawing/2014/main" id="{FB9EEE63-B119-2FCB-A0AC-300033EAF6FD}"/>
              </a:ext>
            </a:extLst>
          </p:cNvPr>
          <p:cNvSpPr>
            <a:spLocks/>
          </p:cNvSpPr>
          <p:nvPr/>
        </p:nvSpPr>
        <p:spPr bwMode="auto">
          <a:xfrm>
            <a:off x="5575300" y="2478088"/>
            <a:ext cx="215900" cy="279400"/>
          </a:xfrm>
          <a:custGeom>
            <a:avLst/>
            <a:gdLst>
              <a:gd name="T0" fmla="*/ 0 w 136"/>
              <a:gd name="T1" fmla="*/ 2147483646 h 176"/>
              <a:gd name="T2" fmla="*/ 2147483646 w 136"/>
              <a:gd name="T3" fmla="*/ 0 h 176"/>
              <a:gd name="T4" fmla="*/ 2147483646 w 136"/>
              <a:gd name="T5" fmla="*/ 0 h 176"/>
              <a:gd name="T6" fmla="*/ 2147483646 w 136"/>
              <a:gd name="T7" fmla="*/ 2147483646 h 176"/>
              <a:gd name="T8" fmla="*/ 2147483646 w 136"/>
              <a:gd name="T9" fmla="*/ 2147483646 h 176"/>
              <a:gd name="T10" fmla="*/ 2147483646 w 136"/>
              <a:gd name="T11" fmla="*/ 2147483646 h 176"/>
              <a:gd name="T12" fmla="*/ 0 w 136"/>
              <a:gd name="T13" fmla="*/ 2147483646 h 1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6"/>
              <a:gd name="T22" fmla="*/ 0 h 176"/>
              <a:gd name="T23" fmla="*/ 136 w 136"/>
              <a:gd name="T24" fmla="*/ 176 h 1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6" h="176">
                <a:moveTo>
                  <a:pt x="0" y="160"/>
                </a:moveTo>
                <a:lnTo>
                  <a:pt x="112" y="0"/>
                </a:lnTo>
                <a:lnTo>
                  <a:pt x="136" y="24"/>
                </a:lnTo>
                <a:lnTo>
                  <a:pt x="136" y="16"/>
                </a:lnTo>
                <a:lnTo>
                  <a:pt x="24" y="176"/>
                </a:lnTo>
                <a:lnTo>
                  <a:pt x="0" y="16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5" name="Freeform 140">
            <a:extLst>
              <a:ext uri="{FF2B5EF4-FFF2-40B4-BE49-F238E27FC236}">
                <a16:creationId xmlns:a16="http://schemas.microsoft.com/office/drawing/2014/main" id="{17506D46-F32D-C297-6D51-F7FBE2EEF312}"/>
              </a:ext>
            </a:extLst>
          </p:cNvPr>
          <p:cNvSpPr>
            <a:spLocks/>
          </p:cNvSpPr>
          <p:nvPr/>
        </p:nvSpPr>
        <p:spPr bwMode="auto">
          <a:xfrm>
            <a:off x="5943600" y="2249488"/>
            <a:ext cx="50800" cy="50800"/>
          </a:xfrm>
          <a:custGeom>
            <a:avLst/>
            <a:gdLst>
              <a:gd name="T0" fmla="*/ 0 w 32"/>
              <a:gd name="T1" fmla="*/ 2147483646 h 32"/>
              <a:gd name="T2" fmla="*/ 2147483646 w 32"/>
              <a:gd name="T3" fmla="*/ 0 h 32"/>
              <a:gd name="T4" fmla="*/ 2147483646 w 32"/>
              <a:gd name="T5" fmla="*/ 2147483646 h 32"/>
              <a:gd name="T6" fmla="*/ 2147483646 w 32"/>
              <a:gd name="T7" fmla="*/ 2147483646 h 32"/>
              <a:gd name="T8" fmla="*/ 0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0" y="8"/>
                </a:moveTo>
                <a:lnTo>
                  <a:pt x="8" y="0"/>
                </a:lnTo>
                <a:lnTo>
                  <a:pt x="32" y="24"/>
                </a:lnTo>
                <a:lnTo>
                  <a:pt x="24" y="32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6" name="Freeform 141">
            <a:extLst>
              <a:ext uri="{FF2B5EF4-FFF2-40B4-BE49-F238E27FC236}">
                <a16:creationId xmlns:a16="http://schemas.microsoft.com/office/drawing/2014/main" id="{48EC4879-0DC5-063C-656E-40197006135F}"/>
              </a:ext>
            </a:extLst>
          </p:cNvPr>
          <p:cNvSpPr>
            <a:spLocks/>
          </p:cNvSpPr>
          <p:nvPr/>
        </p:nvSpPr>
        <p:spPr bwMode="auto">
          <a:xfrm>
            <a:off x="5753100" y="2262188"/>
            <a:ext cx="228600" cy="254000"/>
          </a:xfrm>
          <a:custGeom>
            <a:avLst/>
            <a:gdLst>
              <a:gd name="T0" fmla="*/ 0 w 144"/>
              <a:gd name="T1" fmla="*/ 2147483646 h 160"/>
              <a:gd name="T2" fmla="*/ 2147483646 w 144"/>
              <a:gd name="T3" fmla="*/ 2147483646 h 160"/>
              <a:gd name="T4" fmla="*/ 2147483646 w 144"/>
              <a:gd name="T5" fmla="*/ 2147483646 h 160"/>
              <a:gd name="T6" fmla="*/ 2147483646 w 144"/>
              <a:gd name="T7" fmla="*/ 0 h 160"/>
              <a:gd name="T8" fmla="*/ 0 w 144"/>
              <a:gd name="T9" fmla="*/ 2147483646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160"/>
              <a:gd name="T17" fmla="*/ 144 w 144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160">
                <a:moveTo>
                  <a:pt x="0" y="136"/>
                </a:moveTo>
                <a:lnTo>
                  <a:pt x="24" y="160"/>
                </a:lnTo>
                <a:lnTo>
                  <a:pt x="144" y="24"/>
                </a:lnTo>
                <a:lnTo>
                  <a:pt x="120" y="0"/>
                </a:lnTo>
                <a:lnTo>
                  <a:pt x="0" y="13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7" name="Freeform 142">
            <a:extLst>
              <a:ext uri="{FF2B5EF4-FFF2-40B4-BE49-F238E27FC236}">
                <a16:creationId xmlns:a16="http://schemas.microsoft.com/office/drawing/2014/main" id="{3CE618BC-D012-31AC-67FF-BE570CD1EA37}"/>
              </a:ext>
            </a:extLst>
          </p:cNvPr>
          <p:cNvSpPr>
            <a:spLocks/>
          </p:cNvSpPr>
          <p:nvPr/>
        </p:nvSpPr>
        <p:spPr bwMode="auto">
          <a:xfrm>
            <a:off x="2730500" y="3544888"/>
            <a:ext cx="50800" cy="38100"/>
          </a:xfrm>
          <a:custGeom>
            <a:avLst/>
            <a:gdLst>
              <a:gd name="T0" fmla="*/ 0 w 32"/>
              <a:gd name="T1" fmla="*/ 0 h 24"/>
              <a:gd name="T2" fmla="*/ 0 w 32"/>
              <a:gd name="T3" fmla="*/ 2147483646 h 24"/>
              <a:gd name="T4" fmla="*/ 2147483646 w 32"/>
              <a:gd name="T5" fmla="*/ 2147483646 h 24"/>
              <a:gd name="T6" fmla="*/ 2147483646 w 32"/>
              <a:gd name="T7" fmla="*/ 2147483646 h 24"/>
              <a:gd name="T8" fmla="*/ 0 w 32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24"/>
              <a:gd name="T17" fmla="*/ 32 w 3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24">
                <a:moveTo>
                  <a:pt x="0" y="0"/>
                </a:moveTo>
                <a:lnTo>
                  <a:pt x="0" y="16"/>
                </a:lnTo>
                <a:lnTo>
                  <a:pt x="32" y="24"/>
                </a:lnTo>
                <a:lnTo>
                  <a:pt x="32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8" name="Freeform 143">
            <a:extLst>
              <a:ext uri="{FF2B5EF4-FFF2-40B4-BE49-F238E27FC236}">
                <a16:creationId xmlns:a16="http://schemas.microsoft.com/office/drawing/2014/main" id="{77550AFA-F48A-7EF3-D4B8-9FED38FE3958}"/>
              </a:ext>
            </a:extLst>
          </p:cNvPr>
          <p:cNvSpPr>
            <a:spLocks/>
          </p:cNvSpPr>
          <p:nvPr/>
        </p:nvSpPr>
        <p:spPr bwMode="auto">
          <a:xfrm>
            <a:off x="2857500" y="3557588"/>
            <a:ext cx="101600" cy="38100"/>
          </a:xfrm>
          <a:custGeom>
            <a:avLst/>
            <a:gdLst>
              <a:gd name="T0" fmla="*/ 0 w 64"/>
              <a:gd name="T1" fmla="*/ 0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2147483646 h 24"/>
              <a:gd name="T8" fmla="*/ 0 w 6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0"/>
                </a:moveTo>
                <a:lnTo>
                  <a:pt x="0" y="16"/>
                </a:lnTo>
                <a:lnTo>
                  <a:pt x="64" y="24"/>
                </a:lnTo>
                <a:lnTo>
                  <a:pt x="64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19" name="Freeform 144">
            <a:extLst>
              <a:ext uri="{FF2B5EF4-FFF2-40B4-BE49-F238E27FC236}">
                <a16:creationId xmlns:a16="http://schemas.microsoft.com/office/drawing/2014/main" id="{D52FB082-4213-E740-3E4F-CE9FA6FB0B61}"/>
              </a:ext>
            </a:extLst>
          </p:cNvPr>
          <p:cNvSpPr>
            <a:spLocks/>
          </p:cNvSpPr>
          <p:nvPr/>
        </p:nvSpPr>
        <p:spPr bwMode="auto">
          <a:xfrm>
            <a:off x="3035300" y="3570288"/>
            <a:ext cx="38100" cy="25400"/>
          </a:xfrm>
          <a:custGeom>
            <a:avLst/>
            <a:gdLst>
              <a:gd name="T0" fmla="*/ 0 w 24"/>
              <a:gd name="T1" fmla="*/ 0 h 16"/>
              <a:gd name="T2" fmla="*/ 0 w 24"/>
              <a:gd name="T3" fmla="*/ 2147483646 h 16"/>
              <a:gd name="T4" fmla="*/ 2147483646 w 24"/>
              <a:gd name="T5" fmla="*/ 2147483646 h 16"/>
              <a:gd name="T6" fmla="*/ 2147483646 w 24"/>
              <a:gd name="T7" fmla="*/ 2147483646 h 16"/>
              <a:gd name="T8" fmla="*/ 2147483646 w 24"/>
              <a:gd name="T9" fmla="*/ 0 h 16"/>
              <a:gd name="T10" fmla="*/ 2147483646 w 24"/>
              <a:gd name="T11" fmla="*/ 0 h 16"/>
              <a:gd name="T12" fmla="*/ 0 w 24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6"/>
              <a:gd name="T23" fmla="*/ 24 w 24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6">
                <a:moveTo>
                  <a:pt x="0" y="0"/>
                </a:moveTo>
                <a:lnTo>
                  <a:pt x="0" y="16"/>
                </a:lnTo>
                <a:lnTo>
                  <a:pt x="24" y="16"/>
                </a:lnTo>
                <a:lnTo>
                  <a:pt x="24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0" name="Freeform 145">
            <a:extLst>
              <a:ext uri="{FF2B5EF4-FFF2-40B4-BE49-F238E27FC236}">
                <a16:creationId xmlns:a16="http://schemas.microsoft.com/office/drawing/2014/main" id="{4D17F3D7-81FC-1DF5-1F39-BD56841C48FC}"/>
              </a:ext>
            </a:extLst>
          </p:cNvPr>
          <p:cNvSpPr>
            <a:spLocks/>
          </p:cNvSpPr>
          <p:nvPr/>
        </p:nvSpPr>
        <p:spPr bwMode="auto">
          <a:xfrm>
            <a:off x="3073400" y="3570288"/>
            <a:ext cx="63500" cy="38100"/>
          </a:xfrm>
          <a:custGeom>
            <a:avLst/>
            <a:gdLst>
              <a:gd name="T0" fmla="*/ 0 w 40"/>
              <a:gd name="T1" fmla="*/ 0 h 24"/>
              <a:gd name="T2" fmla="*/ 0 w 40"/>
              <a:gd name="T3" fmla="*/ 2147483646 h 24"/>
              <a:gd name="T4" fmla="*/ 2147483646 w 40"/>
              <a:gd name="T5" fmla="*/ 2147483646 h 24"/>
              <a:gd name="T6" fmla="*/ 2147483646 w 40"/>
              <a:gd name="T7" fmla="*/ 2147483646 h 24"/>
              <a:gd name="T8" fmla="*/ 0 w 40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24"/>
              <a:gd name="T17" fmla="*/ 40 w 4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24">
                <a:moveTo>
                  <a:pt x="0" y="0"/>
                </a:moveTo>
                <a:lnTo>
                  <a:pt x="0" y="16"/>
                </a:lnTo>
                <a:lnTo>
                  <a:pt x="40" y="24"/>
                </a:lnTo>
                <a:lnTo>
                  <a:pt x="4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1" name="Freeform 146">
            <a:extLst>
              <a:ext uri="{FF2B5EF4-FFF2-40B4-BE49-F238E27FC236}">
                <a16:creationId xmlns:a16="http://schemas.microsoft.com/office/drawing/2014/main" id="{F7FF65B9-6C43-AD51-4372-E28B990C23A4}"/>
              </a:ext>
            </a:extLst>
          </p:cNvPr>
          <p:cNvSpPr>
            <a:spLocks/>
          </p:cNvSpPr>
          <p:nvPr/>
        </p:nvSpPr>
        <p:spPr bwMode="auto">
          <a:xfrm>
            <a:off x="3200400" y="3595688"/>
            <a:ext cx="101600" cy="38100"/>
          </a:xfrm>
          <a:custGeom>
            <a:avLst/>
            <a:gdLst>
              <a:gd name="T0" fmla="*/ 0 w 64"/>
              <a:gd name="T1" fmla="*/ 0 h 24"/>
              <a:gd name="T2" fmla="*/ 0 w 64"/>
              <a:gd name="T3" fmla="*/ 2147483646 h 24"/>
              <a:gd name="T4" fmla="*/ 2147483646 w 64"/>
              <a:gd name="T5" fmla="*/ 2147483646 h 24"/>
              <a:gd name="T6" fmla="*/ 2147483646 w 64"/>
              <a:gd name="T7" fmla="*/ 2147483646 h 24"/>
              <a:gd name="T8" fmla="*/ 0 w 6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0" y="0"/>
                </a:moveTo>
                <a:lnTo>
                  <a:pt x="0" y="16"/>
                </a:lnTo>
                <a:lnTo>
                  <a:pt x="64" y="24"/>
                </a:lnTo>
                <a:lnTo>
                  <a:pt x="64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2" name="Freeform 147">
            <a:extLst>
              <a:ext uri="{FF2B5EF4-FFF2-40B4-BE49-F238E27FC236}">
                <a16:creationId xmlns:a16="http://schemas.microsoft.com/office/drawing/2014/main" id="{C86A585B-6987-FA7D-6DD5-46D67BC75353}"/>
              </a:ext>
            </a:extLst>
          </p:cNvPr>
          <p:cNvSpPr>
            <a:spLocks/>
          </p:cNvSpPr>
          <p:nvPr/>
        </p:nvSpPr>
        <p:spPr bwMode="auto">
          <a:xfrm>
            <a:off x="3378200" y="3621088"/>
            <a:ext cx="50800" cy="38100"/>
          </a:xfrm>
          <a:custGeom>
            <a:avLst/>
            <a:gdLst>
              <a:gd name="T0" fmla="*/ 2147483646 w 32"/>
              <a:gd name="T1" fmla="*/ 0 h 24"/>
              <a:gd name="T2" fmla="*/ 0 w 32"/>
              <a:gd name="T3" fmla="*/ 2147483646 h 24"/>
              <a:gd name="T4" fmla="*/ 2147483646 w 32"/>
              <a:gd name="T5" fmla="*/ 2147483646 h 24"/>
              <a:gd name="T6" fmla="*/ 2147483646 w 32"/>
              <a:gd name="T7" fmla="*/ 2147483646 h 24"/>
              <a:gd name="T8" fmla="*/ 2147483646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24"/>
              <a:gd name="T23" fmla="*/ 32 w 32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24">
                <a:moveTo>
                  <a:pt x="8" y="0"/>
                </a:moveTo>
                <a:lnTo>
                  <a:pt x="0" y="16"/>
                </a:lnTo>
                <a:lnTo>
                  <a:pt x="24" y="24"/>
                </a:lnTo>
                <a:lnTo>
                  <a:pt x="24" y="8"/>
                </a:lnTo>
                <a:lnTo>
                  <a:pt x="32" y="8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3" name="Freeform 148">
            <a:extLst>
              <a:ext uri="{FF2B5EF4-FFF2-40B4-BE49-F238E27FC236}">
                <a16:creationId xmlns:a16="http://schemas.microsoft.com/office/drawing/2014/main" id="{3BF62FE2-702D-96F1-ADDE-AFA9B18CC05F}"/>
              </a:ext>
            </a:extLst>
          </p:cNvPr>
          <p:cNvSpPr>
            <a:spLocks/>
          </p:cNvSpPr>
          <p:nvPr/>
        </p:nvSpPr>
        <p:spPr bwMode="auto">
          <a:xfrm>
            <a:off x="3416300" y="3633788"/>
            <a:ext cx="63500" cy="38100"/>
          </a:xfrm>
          <a:custGeom>
            <a:avLst/>
            <a:gdLst>
              <a:gd name="T0" fmla="*/ 0 w 40"/>
              <a:gd name="T1" fmla="*/ 0 h 24"/>
              <a:gd name="T2" fmla="*/ 0 w 40"/>
              <a:gd name="T3" fmla="*/ 2147483646 h 24"/>
              <a:gd name="T4" fmla="*/ 2147483646 w 40"/>
              <a:gd name="T5" fmla="*/ 2147483646 h 24"/>
              <a:gd name="T6" fmla="*/ 2147483646 w 40"/>
              <a:gd name="T7" fmla="*/ 2147483646 h 24"/>
              <a:gd name="T8" fmla="*/ 0 w 40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24"/>
              <a:gd name="T17" fmla="*/ 40 w 4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24">
                <a:moveTo>
                  <a:pt x="0" y="0"/>
                </a:moveTo>
                <a:lnTo>
                  <a:pt x="0" y="16"/>
                </a:lnTo>
                <a:lnTo>
                  <a:pt x="40" y="24"/>
                </a:lnTo>
                <a:lnTo>
                  <a:pt x="4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4" name="Freeform 149">
            <a:extLst>
              <a:ext uri="{FF2B5EF4-FFF2-40B4-BE49-F238E27FC236}">
                <a16:creationId xmlns:a16="http://schemas.microsoft.com/office/drawing/2014/main" id="{87F4519D-C4B0-12BA-FE7F-D883BF0278B8}"/>
              </a:ext>
            </a:extLst>
          </p:cNvPr>
          <p:cNvSpPr>
            <a:spLocks/>
          </p:cNvSpPr>
          <p:nvPr/>
        </p:nvSpPr>
        <p:spPr bwMode="auto">
          <a:xfrm>
            <a:off x="3556000" y="3659188"/>
            <a:ext cx="101600" cy="50800"/>
          </a:xfrm>
          <a:custGeom>
            <a:avLst/>
            <a:gdLst>
              <a:gd name="T0" fmla="*/ 0 w 64"/>
              <a:gd name="T1" fmla="*/ 0 h 32"/>
              <a:gd name="T2" fmla="*/ 0 w 64"/>
              <a:gd name="T3" fmla="*/ 2147483646 h 32"/>
              <a:gd name="T4" fmla="*/ 2147483646 w 64"/>
              <a:gd name="T5" fmla="*/ 2147483646 h 32"/>
              <a:gd name="T6" fmla="*/ 2147483646 w 64"/>
              <a:gd name="T7" fmla="*/ 2147483646 h 32"/>
              <a:gd name="T8" fmla="*/ 0 w 64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0" y="0"/>
                </a:moveTo>
                <a:lnTo>
                  <a:pt x="0" y="16"/>
                </a:lnTo>
                <a:lnTo>
                  <a:pt x="64" y="32"/>
                </a:lnTo>
                <a:lnTo>
                  <a:pt x="64" y="1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5" name="Freeform 150">
            <a:extLst>
              <a:ext uri="{FF2B5EF4-FFF2-40B4-BE49-F238E27FC236}">
                <a16:creationId xmlns:a16="http://schemas.microsoft.com/office/drawing/2014/main" id="{C1FAAB39-2FFE-0898-3E95-B9592A7264A6}"/>
              </a:ext>
            </a:extLst>
          </p:cNvPr>
          <p:cNvSpPr>
            <a:spLocks/>
          </p:cNvSpPr>
          <p:nvPr/>
        </p:nvSpPr>
        <p:spPr bwMode="auto">
          <a:xfrm>
            <a:off x="3721100" y="3709988"/>
            <a:ext cx="38100" cy="25400"/>
          </a:xfrm>
          <a:custGeom>
            <a:avLst/>
            <a:gdLst>
              <a:gd name="T0" fmla="*/ 0 w 24"/>
              <a:gd name="T1" fmla="*/ 0 h 16"/>
              <a:gd name="T2" fmla="*/ 0 w 24"/>
              <a:gd name="T3" fmla="*/ 2147483646 h 16"/>
              <a:gd name="T4" fmla="*/ 2147483646 w 24"/>
              <a:gd name="T5" fmla="*/ 2147483646 h 16"/>
              <a:gd name="T6" fmla="*/ 2147483646 w 24"/>
              <a:gd name="T7" fmla="*/ 2147483646 h 16"/>
              <a:gd name="T8" fmla="*/ 2147483646 w 24"/>
              <a:gd name="T9" fmla="*/ 0 h 16"/>
              <a:gd name="T10" fmla="*/ 2147483646 w 24"/>
              <a:gd name="T11" fmla="*/ 0 h 16"/>
              <a:gd name="T12" fmla="*/ 0 w 24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6"/>
              <a:gd name="T23" fmla="*/ 24 w 24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6">
                <a:moveTo>
                  <a:pt x="0" y="0"/>
                </a:moveTo>
                <a:lnTo>
                  <a:pt x="0" y="16"/>
                </a:lnTo>
                <a:lnTo>
                  <a:pt x="16" y="16"/>
                </a:ln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6" name="Freeform 151">
            <a:extLst>
              <a:ext uri="{FF2B5EF4-FFF2-40B4-BE49-F238E27FC236}">
                <a16:creationId xmlns:a16="http://schemas.microsoft.com/office/drawing/2014/main" id="{D34443D3-9C1C-C2D9-E35C-31C50B696953}"/>
              </a:ext>
            </a:extLst>
          </p:cNvPr>
          <p:cNvSpPr>
            <a:spLocks/>
          </p:cNvSpPr>
          <p:nvPr/>
        </p:nvSpPr>
        <p:spPr bwMode="auto">
          <a:xfrm>
            <a:off x="3746500" y="3709988"/>
            <a:ext cx="88900" cy="50800"/>
          </a:xfrm>
          <a:custGeom>
            <a:avLst/>
            <a:gdLst>
              <a:gd name="T0" fmla="*/ 2147483646 w 56"/>
              <a:gd name="T1" fmla="*/ 0 h 32"/>
              <a:gd name="T2" fmla="*/ 0 w 56"/>
              <a:gd name="T3" fmla="*/ 2147483646 h 32"/>
              <a:gd name="T4" fmla="*/ 2147483646 w 56"/>
              <a:gd name="T5" fmla="*/ 2147483646 h 32"/>
              <a:gd name="T6" fmla="*/ 2147483646 w 56"/>
              <a:gd name="T7" fmla="*/ 2147483646 h 32"/>
              <a:gd name="T8" fmla="*/ 2147483646 w 56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32"/>
              <a:gd name="T17" fmla="*/ 56 w 56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32">
                <a:moveTo>
                  <a:pt x="8" y="0"/>
                </a:moveTo>
                <a:lnTo>
                  <a:pt x="0" y="16"/>
                </a:lnTo>
                <a:lnTo>
                  <a:pt x="48" y="32"/>
                </a:lnTo>
                <a:lnTo>
                  <a:pt x="56" y="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7" name="Freeform 152">
            <a:extLst>
              <a:ext uri="{FF2B5EF4-FFF2-40B4-BE49-F238E27FC236}">
                <a16:creationId xmlns:a16="http://schemas.microsoft.com/office/drawing/2014/main" id="{B6517051-412C-75DA-E4EC-7FA821349CD3}"/>
              </a:ext>
            </a:extLst>
          </p:cNvPr>
          <p:cNvSpPr>
            <a:spLocks/>
          </p:cNvSpPr>
          <p:nvPr/>
        </p:nvSpPr>
        <p:spPr bwMode="auto">
          <a:xfrm>
            <a:off x="3898900" y="3760788"/>
            <a:ext cx="101600" cy="63500"/>
          </a:xfrm>
          <a:custGeom>
            <a:avLst/>
            <a:gdLst>
              <a:gd name="T0" fmla="*/ 2147483646 w 64"/>
              <a:gd name="T1" fmla="*/ 0 h 40"/>
              <a:gd name="T2" fmla="*/ 0 w 64"/>
              <a:gd name="T3" fmla="*/ 2147483646 h 40"/>
              <a:gd name="T4" fmla="*/ 2147483646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8" y="0"/>
                </a:moveTo>
                <a:lnTo>
                  <a:pt x="0" y="16"/>
                </a:lnTo>
                <a:lnTo>
                  <a:pt x="56" y="40"/>
                </a:lnTo>
                <a:lnTo>
                  <a:pt x="64" y="24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8" name="Freeform 153">
            <a:extLst>
              <a:ext uri="{FF2B5EF4-FFF2-40B4-BE49-F238E27FC236}">
                <a16:creationId xmlns:a16="http://schemas.microsoft.com/office/drawing/2014/main" id="{14F54EDC-2EF1-8DCA-F34A-6DE0F270941C}"/>
              </a:ext>
            </a:extLst>
          </p:cNvPr>
          <p:cNvSpPr>
            <a:spLocks/>
          </p:cNvSpPr>
          <p:nvPr/>
        </p:nvSpPr>
        <p:spPr bwMode="auto">
          <a:xfrm>
            <a:off x="4064000" y="3824288"/>
            <a:ext cx="101600" cy="76200"/>
          </a:xfrm>
          <a:custGeom>
            <a:avLst/>
            <a:gdLst>
              <a:gd name="T0" fmla="*/ 2147483646 w 64"/>
              <a:gd name="T1" fmla="*/ 0 h 48"/>
              <a:gd name="T2" fmla="*/ 0 w 64"/>
              <a:gd name="T3" fmla="*/ 2147483646 h 48"/>
              <a:gd name="T4" fmla="*/ 2147483646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8" y="0"/>
                </a:moveTo>
                <a:lnTo>
                  <a:pt x="0" y="16"/>
                </a:lnTo>
                <a:lnTo>
                  <a:pt x="56" y="48"/>
                </a:lnTo>
                <a:lnTo>
                  <a:pt x="64" y="32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29" name="Freeform 154">
            <a:extLst>
              <a:ext uri="{FF2B5EF4-FFF2-40B4-BE49-F238E27FC236}">
                <a16:creationId xmlns:a16="http://schemas.microsoft.com/office/drawing/2014/main" id="{160F57D3-DB56-5AA3-F5D7-C67364232458}"/>
              </a:ext>
            </a:extLst>
          </p:cNvPr>
          <p:cNvSpPr>
            <a:spLocks/>
          </p:cNvSpPr>
          <p:nvPr/>
        </p:nvSpPr>
        <p:spPr bwMode="auto">
          <a:xfrm>
            <a:off x="4216400" y="3913188"/>
            <a:ext cx="101600" cy="63500"/>
          </a:xfrm>
          <a:custGeom>
            <a:avLst/>
            <a:gdLst>
              <a:gd name="T0" fmla="*/ 2147483646 w 64"/>
              <a:gd name="T1" fmla="*/ 0 h 40"/>
              <a:gd name="T2" fmla="*/ 0 w 64"/>
              <a:gd name="T3" fmla="*/ 2147483646 h 40"/>
              <a:gd name="T4" fmla="*/ 2147483646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8" y="0"/>
                </a:moveTo>
                <a:lnTo>
                  <a:pt x="0" y="16"/>
                </a:lnTo>
                <a:lnTo>
                  <a:pt x="56" y="40"/>
                </a:lnTo>
                <a:lnTo>
                  <a:pt x="64" y="24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0" name="Freeform 155">
            <a:extLst>
              <a:ext uri="{FF2B5EF4-FFF2-40B4-BE49-F238E27FC236}">
                <a16:creationId xmlns:a16="http://schemas.microsoft.com/office/drawing/2014/main" id="{F0062AF7-E7AD-8330-A77F-C59B2BB2EDAE}"/>
              </a:ext>
            </a:extLst>
          </p:cNvPr>
          <p:cNvSpPr>
            <a:spLocks/>
          </p:cNvSpPr>
          <p:nvPr/>
        </p:nvSpPr>
        <p:spPr bwMode="auto">
          <a:xfrm>
            <a:off x="4381500" y="3989388"/>
            <a:ext cx="88900" cy="76200"/>
          </a:xfrm>
          <a:custGeom>
            <a:avLst/>
            <a:gdLst>
              <a:gd name="T0" fmla="*/ 2147483646 w 56"/>
              <a:gd name="T1" fmla="*/ 0 h 48"/>
              <a:gd name="T2" fmla="*/ 0 w 56"/>
              <a:gd name="T3" fmla="*/ 2147483646 h 48"/>
              <a:gd name="T4" fmla="*/ 2147483646 w 56"/>
              <a:gd name="T5" fmla="*/ 2147483646 h 48"/>
              <a:gd name="T6" fmla="*/ 2147483646 w 56"/>
              <a:gd name="T7" fmla="*/ 2147483646 h 48"/>
              <a:gd name="T8" fmla="*/ 2147483646 w 56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48"/>
              <a:gd name="T17" fmla="*/ 56 w 56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48">
                <a:moveTo>
                  <a:pt x="8" y="0"/>
                </a:moveTo>
                <a:lnTo>
                  <a:pt x="0" y="16"/>
                </a:lnTo>
                <a:lnTo>
                  <a:pt x="48" y="48"/>
                </a:lnTo>
                <a:lnTo>
                  <a:pt x="56" y="32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1" name="Freeform 156">
            <a:extLst>
              <a:ext uri="{FF2B5EF4-FFF2-40B4-BE49-F238E27FC236}">
                <a16:creationId xmlns:a16="http://schemas.microsoft.com/office/drawing/2014/main" id="{67F9C5D5-9FAC-CC30-0E21-1C0A3A92697F}"/>
              </a:ext>
            </a:extLst>
          </p:cNvPr>
          <p:cNvSpPr>
            <a:spLocks/>
          </p:cNvSpPr>
          <p:nvPr/>
        </p:nvSpPr>
        <p:spPr bwMode="auto">
          <a:xfrm>
            <a:off x="4521200" y="4090988"/>
            <a:ext cx="101600" cy="76200"/>
          </a:xfrm>
          <a:custGeom>
            <a:avLst/>
            <a:gdLst>
              <a:gd name="T0" fmla="*/ 2147483646 w 64"/>
              <a:gd name="T1" fmla="*/ 0 h 48"/>
              <a:gd name="T2" fmla="*/ 0 w 64"/>
              <a:gd name="T3" fmla="*/ 2147483646 h 48"/>
              <a:gd name="T4" fmla="*/ 2147483646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8" y="0"/>
                </a:moveTo>
                <a:lnTo>
                  <a:pt x="0" y="16"/>
                </a:lnTo>
                <a:lnTo>
                  <a:pt x="56" y="48"/>
                </a:lnTo>
                <a:lnTo>
                  <a:pt x="64" y="32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2" name="Freeform 157">
            <a:extLst>
              <a:ext uri="{FF2B5EF4-FFF2-40B4-BE49-F238E27FC236}">
                <a16:creationId xmlns:a16="http://schemas.microsoft.com/office/drawing/2014/main" id="{E6E5F779-DDF6-19AF-09C3-94FD49EB1C40}"/>
              </a:ext>
            </a:extLst>
          </p:cNvPr>
          <p:cNvSpPr>
            <a:spLocks/>
          </p:cNvSpPr>
          <p:nvPr/>
        </p:nvSpPr>
        <p:spPr bwMode="auto">
          <a:xfrm>
            <a:off x="4673600" y="4192588"/>
            <a:ext cx="88900" cy="88900"/>
          </a:xfrm>
          <a:custGeom>
            <a:avLst/>
            <a:gdLst>
              <a:gd name="T0" fmla="*/ 2147483646 w 56"/>
              <a:gd name="T1" fmla="*/ 0 h 56"/>
              <a:gd name="T2" fmla="*/ 0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8" y="0"/>
                </a:moveTo>
                <a:lnTo>
                  <a:pt x="0" y="16"/>
                </a:lnTo>
                <a:lnTo>
                  <a:pt x="48" y="56"/>
                </a:lnTo>
                <a:lnTo>
                  <a:pt x="56" y="40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3" name="Freeform 158">
            <a:extLst>
              <a:ext uri="{FF2B5EF4-FFF2-40B4-BE49-F238E27FC236}">
                <a16:creationId xmlns:a16="http://schemas.microsoft.com/office/drawing/2014/main" id="{DD576C1D-0F14-D9C6-58C8-94341C02D3B2}"/>
              </a:ext>
            </a:extLst>
          </p:cNvPr>
          <p:cNvSpPr>
            <a:spLocks/>
          </p:cNvSpPr>
          <p:nvPr/>
        </p:nvSpPr>
        <p:spPr bwMode="auto">
          <a:xfrm>
            <a:off x="4800600" y="4306888"/>
            <a:ext cx="76200" cy="63500"/>
          </a:xfrm>
          <a:custGeom>
            <a:avLst/>
            <a:gdLst>
              <a:gd name="T0" fmla="*/ 2147483646 w 48"/>
              <a:gd name="T1" fmla="*/ 0 h 40"/>
              <a:gd name="T2" fmla="*/ 0 w 48"/>
              <a:gd name="T3" fmla="*/ 2147483646 h 40"/>
              <a:gd name="T4" fmla="*/ 2147483646 w 48"/>
              <a:gd name="T5" fmla="*/ 2147483646 h 40"/>
              <a:gd name="T6" fmla="*/ 2147483646 w 48"/>
              <a:gd name="T7" fmla="*/ 2147483646 h 40"/>
              <a:gd name="T8" fmla="*/ 2147483646 w 48"/>
              <a:gd name="T9" fmla="*/ 2147483646 h 40"/>
              <a:gd name="T10" fmla="*/ 2147483646 w 48"/>
              <a:gd name="T11" fmla="*/ 2147483646 h 40"/>
              <a:gd name="T12" fmla="*/ 2147483646 w 48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40"/>
              <a:gd name="T23" fmla="*/ 48 w 48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40">
                <a:moveTo>
                  <a:pt x="8" y="0"/>
                </a:moveTo>
                <a:lnTo>
                  <a:pt x="0" y="16"/>
                </a:lnTo>
                <a:lnTo>
                  <a:pt x="40" y="40"/>
                </a:lnTo>
                <a:lnTo>
                  <a:pt x="32" y="40"/>
                </a:lnTo>
                <a:lnTo>
                  <a:pt x="48" y="32"/>
                </a:lnTo>
                <a:lnTo>
                  <a:pt x="48" y="24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4" name="Freeform 159">
            <a:extLst>
              <a:ext uri="{FF2B5EF4-FFF2-40B4-BE49-F238E27FC236}">
                <a16:creationId xmlns:a16="http://schemas.microsoft.com/office/drawing/2014/main" id="{99DEAD6C-04B5-8110-D8D5-AB86DFA4EAB4}"/>
              </a:ext>
            </a:extLst>
          </p:cNvPr>
          <p:cNvSpPr>
            <a:spLocks/>
          </p:cNvSpPr>
          <p:nvPr/>
        </p:nvSpPr>
        <p:spPr bwMode="auto">
          <a:xfrm>
            <a:off x="4851400" y="4357688"/>
            <a:ext cx="38100" cy="38100"/>
          </a:xfrm>
          <a:custGeom>
            <a:avLst/>
            <a:gdLst>
              <a:gd name="T0" fmla="*/ 2147483646 w 24"/>
              <a:gd name="T1" fmla="*/ 0 h 24"/>
              <a:gd name="T2" fmla="*/ 0 w 24"/>
              <a:gd name="T3" fmla="*/ 2147483646 h 24"/>
              <a:gd name="T4" fmla="*/ 2147483646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16" y="0"/>
                </a:moveTo>
                <a:lnTo>
                  <a:pt x="0" y="8"/>
                </a:lnTo>
                <a:lnTo>
                  <a:pt x="8" y="24"/>
                </a:lnTo>
                <a:lnTo>
                  <a:pt x="24" y="16"/>
                </a:lnTo>
                <a:lnTo>
                  <a:pt x="1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5" name="Freeform 160">
            <a:extLst>
              <a:ext uri="{FF2B5EF4-FFF2-40B4-BE49-F238E27FC236}">
                <a16:creationId xmlns:a16="http://schemas.microsoft.com/office/drawing/2014/main" id="{8F18ED9A-5D24-1703-18C3-A264039A8AA8}"/>
              </a:ext>
            </a:extLst>
          </p:cNvPr>
          <p:cNvSpPr>
            <a:spLocks/>
          </p:cNvSpPr>
          <p:nvPr/>
        </p:nvSpPr>
        <p:spPr bwMode="auto">
          <a:xfrm>
            <a:off x="4927600" y="4433888"/>
            <a:ext cx="88900" cy="88900"/>
          </a:xfrm>
          <a:custGeom>
            <a:avLst/>
            <a:gdLst>
              <a:gd name="T0" fmla="*/ 2147483646 w 56"/>
              <a:gd name="T1" fmla="*/ 0 h 56"/>
              <a:gd name="T2" fmla="*/ 0 w 56"/>
              <a:gd name="T3" fmla="*/ 2147483646 h 56"/>
              <a:gd name="T4" fmla="*/ 2147483646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8" y="0"/>
                </a:moveTo>
                <a:lnTo>
                  <a:pt x="0" y="8"/>
                </a:lnTo>
                <a:lnTo>
                  <a:pt x="48" y="56"/>
                </a:lnTo>
                <a:lnTo>
                  <a:pt x="56" y="48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6" name="Freeform 161">
            <a:extLst>
              <a:ext uri="{FF2B5EF4-FFF2-40B4-BE49-F238E27FC236}">
                <a16:creationId xmlns:a16="http://schemas.microsoft.com/office/drawing/2014/main" id="{9D7E162A-2D13-E1AC-1898-DE35C252492B}"/>
              </a:ext>
            </a:extLst>
          </p:cNvPr>
          <p:cNvSpPr>
            <a:spLocks/>
          </p:cNvSpPr>
          <p:nvPr/>
        </p:nvSpPr>
        <p:spPr bwMode="auto">
          <a:xfrm>
            <a:off x="5054600" y="4560888"/>
            <a:ext cx="50800" cy="50800"/>
          </a:xfrm>
          <a:custGeom>
            <a:avLst/>
            <a:gdLst>
              <a:gd name="T0" fmla="*/ 2147483646 w 32"/>
              <a:gd name="T1" fmla="*/ 0 h 32"/>
              <a:gd name="T2" fmla="*/ 0 w 32"/>
              <a:gd name="T3" fmla="*/ 2147483646 h 32"/>
              <a:gd name="T4" fmla="*/ 2147483646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0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8" y="0"/>
                </a:moveTo>
                <a:lnTo>
                  <a:pt x="0" y="16"/>
                </a:lnTo>
                <a:lnTo>
                  <a:pt x="24" y="32"/>
                </a:lnTo>
                <a:lnTo>
                  <a:pt x="32" y="1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7" name="Rectangle 162">
            <a:extLst>
              <a:ext uri="{FF2B5EF4-FFF2-40B4-BE49-F238E27FC236}">
                <a16:creationId xmlns:a16="http://schemas.microsoft.com/office/drawing/2014/main" id="{7A5A4F96-B65E-24B4-F1AC-5C94CC99B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0" y="1270000"/>
            <a:ext cx="508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38" name="Freeform 163">
            <a:extLst>
              <a:ext uri="{FF2B5EF4-FFF2-40B4-BE49-F238E27FC236}">
                <a16:creationId xmlns:a16="http://schemas.microsoft.com/office/drawing/2014/main" id="{36639745-2951-03A9-73CA-67796AA62251}"/>
              </a:ext>
            </a:extLst>
          </p:cNvPr>
          <p:cNvSpPr>
            <a:spLocks/>
          </p:cNvSpPr>
          <p:nvPr/>
        </p:nvSpPr>
        <p:spPr bwMode="auto">
          <a:xfrm>
            <a:off x="8331200" y="1231900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39" name="Freeform 164">
            <a:extLst>
              <a:ext uri="{FF2B5EF4-FFF2-40B4-BE49-F238E27FC236}">
                <a16:creationId xmlns:a16="http://schemas.microsoft.com/office/drawing/2014/main" id="{0429A974-7B8F-9EEE-06F9-B0FB79B8D128}"/>
              </a:ext>
            </a:extLst>
          </p:cNvPr>
          <p:cNvSpPr>
            <a:spLocks/>
          </p:cNvSpPr>
          <p:nvPr/>
        </p:nvSpPr>
        <p:spPr bwMode="auto">
          <a:xfrm>
            <a:off x="8166100" y="1193800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2147483646 h 32"/>
              <a:gd name="T4" fmla="*/ 2147483646 w 64"/>
              <a:gd name="T5" fmla="*/ 0 h 32"/>
              <a:gd name="T6" fmla="*/ 2147483646 w 64"/>
              <a:gd name="T7" fmla="*/ 0 h 32"/>
              <a:gd name="T8" fmla="*/ 0 w 64"/>
              <a:gd name="T9" fmla="*/ 2147483646 h 32"/>
              <a:gd name="T10" fmla="*/ 0 w 64"/>
              <a:gd name="T11" fmla="*/ 2147483646 h 32"/>
              <a:gd name="T12" fmla="*/ 2147483646 w 64"/>
              <a:gd name="T13" fmla="*/ 2147483646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32"/>
              <a:gd name="T23" fmla="*/ 64 w 64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32">
                <a:moveTo>
                  <a:pt x="56" y="32"/>
                </a:moveTo>
                <a:lnTo>
                  <a:pt x="64" y="16"/>
                </a:lnTo>
                <a:lnTo>
                  <a:pt x="8" y="0"/>
                </a:lnTo>
                <a:lnTo>
                  <a:pt x="0" y="16"/>
                </a:lnTo>
                <a:lnTo>
                  <a:pt x="56" y="3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0" name="Freeform 165">
            <a:extLst>
              <a:ext uri="{FF2B5EF4-FFF2-40B4-BE49-F238E27FC236}">
                <a16:creationId xmlns:a16="http://schemas.microsoft.com/office/drawing/2014/main" id="{64DBF9E1-03C2-C878-23CB-99E7372E7C48}"/>
              </a:ext>
            </a:extLst>
          </p:cNvPr>
          <p:cNvSpPr>
            <a:spLocks/>
          </p:cNvSpPr>
          <p:nvPr/>
        </p:nvSpPr>
        <p:spPr bwMode="auto">
          <a:xfrm>
            <a:off x="8166100" y="1193800"/>
            <a:ext cx="12700" cy="25400"/>
          </a:xfrm>
          <a:custGeom>
            <a:avLst/>
            <a:gdLst>
              <a:gd name="T0" fmla="*/ 0 w 8"/>
              <a:gd name="T1" fmla="*/ 2147483646 h 16"/>
              <a:gd name="T2" fmla="*/ 2147483646 w 8"/>
              <a:gd name="T3" fmla="*/ 0 h 16"/>
              <a:gd name="T4" fmla="*/ 2147483646 w 8"/>
              <a:gd name="T5" fmla="*/ 0 h 16"/>
              <a:gd name="T6" fmla="*/ 0 w 8"/>
              <a:gd name="T7" fmla="*/ 2147483646 h 16"/>
              <a:gd name="T8" fmla="*/ 0 60000 65536"/>
              <a:gd name="T9" fmla="*/ 0 60000 65536"/>
              <a:gd name="T10" fmla="*/ 0 60000 65536"/>
              <a:gd name="T11" fmla="*/ 0 60000 65536"/>
              <a:gd name="T12" fmla="*/ 0 w 8"/>
              <a:gd name="T13" fmla="*/ 0 h 16"/>
              <a:gd name="T14" fmla="*/ 8 w 8"/>
              <a:gd name="T15" fmla="*/ 16 h 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" h="16">
                <a:moveTo>
                  <a:pt x="0" y="16"/>
                </a:moveTo>
                <a:lnTo>
                  <a:pt x="8" y="0"/>
                </a:lnTo>
                <a:lnTo>
                  <a:pt x="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1" name="Freeform 166">
            <a:extLst>
              <a:ext uri="{FF2B5EF4-FFF2-40B4-BE49-F238E27FC236}">
                <a16:creationId xmlns:a16="http://schemas.microsoft.com/office/drawing/2014/main" id="{14CDBD61-0E8C-CCEA-1880-BEFD51C909F7}"/>
              </a:ext>
            </a:extLst>
          </p:cNvPr>
          <p:cNvSpPr>
            <a:spLocks/>
          </p:cNvSpPr>
          <p:nvPr/>
        </p:nvSpPr>
        <p:spPr bwMode="auto">
          <a:xfrm>
            <a:off x="7988300" y="1181100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2" name="Freeform 167">
            <a:extLst>
              <a:ext uri="{FF2B5EF4-FFF2-40B4-BE49-F238E27FC236}">
                <a16:creationId xmlns:a16="http://schemas.microsoft.com/office/drawing/2014/main" id="{D49E08DF-F72F-4496-2C95-73EDC9D61F77}"/>
              </a:ext>
            </a:extLst>
          </p:cNvPr>
          <p:cNvSpPr>
            <a:spLocks/>
          </p:cNvSpPr>
          <p:nvPr/>
        </p:nvSpPr>
        <p:spPr bwMode="auto">
          <a:xfrm>
            <a:off x="7810500" y="1168400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3" name="Rectangle 168">
            <a:extLst>
              <a:ext uri="{FF2B5EF4-FFF2-40B4-BE49-F238E27FC236}">
                <a16:creationId xmlns:a16="http://schemas.microsoft.com/office/drawing/2014/main" id="{A333A20F-DF86-76DE-DA7B-A5BF5CC0F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1181100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44" name="Rectangle 169">
            <a:extLst>
              <a:ext uri="{FF2B5EF4-FFF2-40B4-BE49-F238E27FC236}">
                <a16:creationId xmlns:a16="http://schemas.microsoft.com/office/drawing/2014/main" id="{4A9FA06D-AF73-3FDB-E45A-C6617DF7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900" y="1193800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45" name="Freeform 170">
            <a:extLst>
              <a:ext uri="{FF2B5EF4-FFF2-40B4-BE49-F238E27FC236}">
                <a16:creationId xmlns:a16="http://schemas.microsoft.com/office/drawing/2014/main" id="{8C95BFB4-74E0-E96E-78DF-5D5D5C4D9AAD}"/>
              </a:ext>
            </a:extLst>
          </p:cNvPr>
          <p:cNvSpPr>
            <a:spLocks/>
          </p:cNvSpPr>
          <p:nvPr/>
        </p:nvSpPr>
        <p:spPr bwMode="auto">
          <a:xfrm>
            <a:off x="7289800" y="1219200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2147483646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56" y="0"/>
                </a:lnTo>
                <a:lnTo>
                  <a:pt x="0" y="16"/>
                </a:lnTo>
                <a:lnTo>
                  <a:pt x="8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6" name="Freeform 171">
            <a:extLst>
              <a:ext uri="{FF2B5EF4-FFF2-40B4-BE49-F238E27FC236}">
                <a16:creationId xmlns:a16="http://schemas.microsoft.com/office/drawing/2014/main" id="{B8EF1FC2-4621-9466-86F4-984432D21102}"/>
              </a:ext>
            </a:extLst>
          </p:cNvPr>
          <p:cNvSpPr>
            <a:spLocks/>
          </p:cNvSpPr>
          <p:nvPr/>
        </p:nvSpPr>
        <p:spPr bwMode="auto">
          <a:xfrm>
            <a:off x="7112000" y="1257300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64" y="0"/>
                </a:lnTo>
                <a:lnTo>
                  <a:pt x="0" y="16"/>
                </a:lnTo>
                <a:lnTo>
                  <a:pt x="0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7" name="Freeform 172">
            <a:extLst>
              <a:ext uri="{FF2B5EF4-FFF2-40B4-BE49-F238E27FC236}">
                <a16:creationId xmlns:a16="http://schemas.microsoft.com/office/drawing/2014/main" id="{DC0C8103-E159-6617-473E-03C00B719E2D}"/>
              </a:ext>
            </a:extLst>
          </p:cNvPr>
          <p:cNvSpPr>
            <a:spLocks/>
          </p:cNvSpPr>
          <p:nvPr/>
        </p:nvSpPr>
        <p:spPr bwMode="auto">
          <a:xfrm>
            <a:off x="6959600" y="1320800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8" name="Freeform 173">
            <a:extLst>
              <a:ext uri="{FF2B5EF4-FFF2-40B4-BE49-F238E27FC236}">
                <a16:creationId xmlns:a16="http://schemas.microsoft.com/office/drawing/2014/main" id="{6CCF1478-133E-B47C-C991-0E0E80D82011}"/>
              </a:ext>
            </a:extLst>
          </p:cNvPr>
          <p:cNvSpPr>
            <a:spLocks/>
          </p:cNvSpPr>
          <p:nvPr/>
        </p:nvSpPr>
        <p:spPr bwMode="auto">
          <a:xfrm>
            <a:off x="6794500" y="1397000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9" name="Freeform 174">
            <a:extLst>
              <a:ext uri="{FF2B5EF4-FFF2-40B4-BE49-F238E27FC236}">
                <a16:creationId xmlns:a16="http://schemas.microsoft.com/office/drawing/2014/main" id="{F35317B7-783E-AD05-B39D-B430C464032B}"/>
              </a:ext>
            </a:extLst>
          </p:cNvPr>
          <p:cNvSpPr>
            <a:spLocks/>
          </p:cNvSpPr>
          <p:nvPr/>
        </p:nvSpPr>
        <p:spPr bwMode="auto">
          <a:xfrm>
            <a:off x="6654800" y="1473200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16"/>
                </a:moveTo>
                <a:lnTo>
                  <a:pt x="48" y="0"/>
                </a:lnTo>
                <a:lnTo>
                  <a:pt x="0" y="40"/>
                </a:lnTo>
                <a:lnTo>
                  <a:pt x="8" y="56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0" name="Freeform 175">
            <a:extLst>
              <a:ext uri="{FF2B5EF4-FFF2-40B4-BE49-F238E27FC236}">
                <a16:creationId xmlns:a16="http://schemas.microsoft.com/office/drawing/2014/main" id="{0B7CE049-C937-658A-7417-230038A14E37}"/>
              </a:ext>
            </a:extLst>
          </p:cNvPr>
          <p:cNvSpPr>
            <a:spLocks/>
          </p:cNvSpPr>
          <p:nvPr/>
        </p:nvSpPr>
        <p:spPr bwMode="auto">
          <a:xfrm>
            <a:off x="6502400" y="1574800"/>
            <a:ext cx="101600" cy="88900"/>
          </a:xfrm>
          <a:custGeom>
            <a:avLst/>
            <a:gdLst>
              <a:gd name="T0" fmla="*/ 2147483646 w 64"/>
              <a:gd name="T1" fmla="*/ 2147483646 h 56"/>
              <a:gd name="T2" fmla="*/ 2147483646 w 64"/>
              <a:gd name="T3" fmla="*/ 0 h 56"/>
              <a:gd name="T4" fmla="*/ 0 w 64"/>
              <a:gd name="T5" fmla="*/ 2147483646 h 56"/>
              <a:gd name="T6" fmla="*/ 2147483646 w 64"/>
              <a:gd name="T7" fmla="*/ 2147483646 h 56"/>
              <a:gd name="T8" fmla="*/ 2147483646 w 64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64" y="16"/>
                </a:moveTo>
                <a:lnTo>
                  <a:pt x="56" y="0"/>
                </a:lnTo>
                <a:lnTo>
                  <a:pt x="0" y="40"/>
                </a:lnTo>
                <a:lnTo>
                  <a:pt x="8" y="56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1" name="Freeform 176">
            <a:extLst>
              <a:ext uri="{FF2B5EF4-FFF2-40B4-BE49-F238E27FC236}">
                <a16:creationId xmlns:a16="http://schemas.microsoft.com/office/drawing/2014/main" id="{B620B479-F2C9-E854-FCFB-267BD72714EF}"/>
              </a:ext>
            </a:extLst>
          </p:cNvPr>
          <p:cNvSpPr>
            <a:spLocks/>
          </p:cNvSpPr>
          <p:nvPr/>
        </p:nvSpPr>
        <p:spPr bwMode="auto">
          <a:xfrm>
            <a:off x="6375400" y="1689100"/>
            <a:ext cx="88900" cy="90488"/>
          </a:xfrm>
          <a:custGeom>
            <a:avLst/>
            <a:gdLst>
              <a:gd name="T0" fmla="*/ 2147483646 w 56"/>
              <a:gd name="T1" fmla="*/ 2147483646 h 57"/>
              <a:gd name="T2" fmla="*/ 2147483646 w 56"/>
              <a:gd name="T3" fmla="*/ 0 h 57"/>
              <a:gd name="T4" fmla="*/ 0 w 56"/>
              <a:gd name="T5" fmla="*/ 2147483646 h 57"/>
              <a:gd name="T6" fmla="*/ 2147483646 w 56"/>
              <a:gd name="T7" fmla="*/ 2147483646 h 57"/>
              <a:gd name="T8" fmla="*/ 2147483646 w 56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7"/>
              <a:gd name="T17" fmla="*/ 56 w 56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7">
                <a:moveTo>
                  <a:pt x="56" y="17"/>
                </a:moveTo>
                <a:lnTo>
                  <a:pt x="48" y="0"/>
                </a:lnTo>
                <a:lnTo>
                  <a:pt x="0" y="41"/>
                </a:lnTo>
                <a:lnTo>
                  <a:pt x="8" y="57"/>
                </a:lnTo>
                <a:lnTo>
                  <a:pt x="56" y="1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2" name="Freeform 177">
            <a:extLst>
              <a:ext uri="{FF2B5EF4-FFF2-40B4-BE49-F238E27FC236}">
                <a16:creationId xmlns:a16="http://schemas.microsoft.com/office/drawing/2014/main" id="{A0E09283-5B0E-B8A3-860C-DE5A4B37D473}"/>
              </a:ext>
            </a:extLst>
          </p:cNvPr>
          <p:cNvSpPr>
            <a:spLocks/>
          </p:cNvSpPr>
          <p:nvPr/>
        </p:nvSpPr>
        <p:spPr bwMode="auto">
          <a:xfrm>
            <a:off x="6248400" y="1817688"/>
            <a:ext cx="88900" cy="88900"/>
          </a:xfrm>
          <a:custGeom>
            <a:avLst/>
            <a:gdLst>
              <a:gd name="T0" fmla="*/ 2147483646 w 56"/>
              <a:gd name="T1" fmla="*/ 2147483646 h 56"/>
              <a:gd name="T2" fmla="*/ 2147483646 w 56"/>
              <a:gd name="T3" fmla="*/ 0 h 56"/>
              <a:gd name="T4" fmla="*/ 0 w 56"/>
              <a:gd name="T5" fmla="*/ 2147483646 h 56"/>
              <a:gd name="T6" fmla="*/ 2147483646 w 56"/>
              <a:gd name="T7" fmla="*/ 2147483646 h 56"/>
              <a:gd name="T8" fmla="*/ 2147483646 w 56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6"/>
              <a:gd name="T17" fmla="*/ 56 w 5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6">
                <a:moveTo>
                  <a:pt x="56" y="8"/>
                </a:moveTo>
                <a:lnTo>
                  <a:pt x="48" y="0"/>
                </a:lnTo>
                <a:lnTo>
                  <a:pt x="0" y="48"/>
                </a:lnTo>
                <a:lnTo>
                  <a:pt x="8" y="56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3" name="Freeform 178">
            <a:extLst>
              <a:ext uri="{FF2B5EF4-FFF2-40B4-BE49-F238E27FC236}">
                <a16:creationId xmlns:a16="http://schemas.microsoft.com/office/drawing/2014/main" id="{5B5F3DA9-EEEA-0287-101E-25A7574DFE1E}"/>
              </a:ext>
            </a:extLst>
          </p:cNvPr>
          <p:cNvSpPr>
            <a:spLocks/>
          </p:cNvSpPr>
          <p:nvPr/>
        </p:nvSpPr>
        <p:spPr bwMode="auto">
          <a:xfrm>
            <a:off x="6121400" y="1944688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0 h 64"/>
              <a:gd name="T4" fmla="*/ 0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8"/>
                </a:moveTo>
                <a:lnTo>
                  <a:pt x="40" y="0"/>
                </a:lnTo>
                <a:lnTo>
                  <a:pt x="0" y="56"/>
                </a:lnTo>
                <a:lnTo>
                  <a:pt x="16" y="64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4" name="Freeform 179">
            <a:extLst>
              <a:ext uri="{FF2B5EF4-FFF2-40B4-BE49-F238E27FC236}">
                <a16:creationId xmlns:a16="http://schemas.microsoft.com/office/drawing/2014/main" id="{D50298A2-238D-7F1B-C659-8B7AE47DCBFB}"/>
              </a:ext>
            </a:extLst>
          </p:cNvPr>
          <p:cNvSpPr>
            <a:spLocks/>
          </p:cNvSpPr>
          <p:nvPr/>
        </p:nvSpPr>
        <p:spPr bwMode="auto">
          <a:xfrm>
            <a:off x="6019800" y="2084388"/>
            <a:ext cx="88900" cy="101600"/>
          </a:xfrm>
          <a:custGeom>
            <a:avLst/>
            <a:gdLst>
              <a:gd name="T0" fmla="*/ 2147483646 w 56"/>
              <a:gd name="T1" fmla="*/ 2147483646 h 64"/>
              <a:gd name="T2" fmla="*/ 2147483646 w 56"/>
              <a:gd name="T3" fmla="*/ 0 h 64"/>
              <a:gd name="T4" fmla="*/ 0 w 56"/>
              <a:gd name="T5" fmla="*/ 2147483646 h 64"/>
              <a:gd name="T6" fmla="*/ 2147483646 w 56"/>
              <a:gd name="T7" fmla="*/ 2147483646 h 64"/>
              <a:gd name="T8" fmla="*/ 2147483646 w 56"/>
              <a:gd name="T9" fmla="*/ 2147483646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8"/>
                </a:moveTo>
                <a:lnTo>
                  <a:pt x="40" y="0"/>
                </a:lnTo>
                <a:lnTo>
                  <a:pt x="0" y="56"/>
                </a:lnTo>
                <a:lnTo>
                  <a:pt x="16" y="64"/>
                </a:lnTo>
                <a:lnTo>
                  <a:pt x="56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5" name="Freeform 180">
            <a:extLst>
              <a:ext uri="{FF2B5EF4-FFF2-40B4-BE49-F238E27FC236}">
                <a16:creationId xmlns:a16="http://schemas.microsoft.com/office/drawing/2014/main" id="{0251F057-9F4C-39D9-4452-59F426088857}"/>
              </a:ext>
            </a:extLst>
          </p:cNvPr>
          <p:cNvSpPr>
            <a:spLocks/>
          </p:cNvSpPr>
          <p:nvPr/>
        </p:nvSpPr>
        <p:spPr bwMode="auto">
          <a:xfrm>
            <a:off x="5943600" y="2224088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0 w 32"/>
              <a:gd name="T5" fmla="*/ 2147483646 h 32"/>
              <a:gd name="T6" fmla="*/ 2147483646 w 32"/>
              <a:gd name="T7" fmla="*/ 2147483646 h 32"/>
              <a:gd name="T8" fmla="*/ 2147483646 w 32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32"/>
              <a:gd name="T17" fmla="*/ 32 w 32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32">
                <a:moveTo>
                  <a:pt x="32" y="8"/>
                </a:moveTo>
                <a:lnTo>
                  <a:pt x="16" y="0"/>
                </a:lnTo>
                <a:lnTo>
                  <a:pt x="0" y="24"/>
                </a:lnTo>
                <a:lnTo>
                  <a:pt x="16" y="32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6" name="Freeform 181">
            <a:extLst>
              <a:ext uri="{FF2B5EF4-FFF2-40B4-BE49-F238E27FC236}">
                <a16:creationId xmlns:a16="http://schemas.microsoft.com/office/drawing/2014/main" id="{0ECD4D95-A347-10A0-B9AA-5FC29EFBBE76}"/>
              </a:ext>
            </a:extLst>
          </p:cNvPr>
          <p:cNvSpPr>
            <a:spLocks/>
          </p:cNvSpPr>
          <p:nvPr/>
        </p:nvSpPr>
        <p:spPr bwMode="auto">
          <a:xfrm>
            <a:off x="7645400" y="5578475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0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32"/>
              <a:gd name="T17" fmla="*/ 40 w 40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32">
                <a:moveTo>
                  <a:pt x="40" y="16"/>
                </a:moveTo>
                <a:lnTo>
                  <a:pt x="32" y="0"/>
                </a:lnTo>
                <a:lnTo>
                  <a:pt x="0" y="16"/>
                </a:lnTo>
                <a:lnTo>
                  <a:pt x="8" y="32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7" name="Freeform 182">
            <a:extLst>
              <a:ext uri="{FF2B5EF4-FFF2-40B4-BE49-F238E27FC236}">
                <a16:creationId xmlns:a16="http://schemas.microsoft.com/office/drawing/2014/main" id="{4A8A75DB-C7A5-5E6E-C3F2-7D40E3B7C4B8}"/>
              </a:ext>
            </a:extLst>
          </p:cNvPr>
          <p:cNvSpPr>
            <a:spLocks/>
          </p:cNvSpPr>
          <p:nvPr/>
        </p:nvSpPr>
        <p:spPr bwMode="auto">
          <a:xfrm>
            <a:off x="7493000" y="5641975"/>
            <a:ext cx="101600" cy="76200"/>
          </a:xfrm>
          <a:custGeom>
            <a:avLst/>
            <a:gdLst>
              <a:gd name="T0" fmla="*/ 2147483646 w 64"/>
              <a:gd name="T1" fmla="*/ 2147483646 h 48"/>
              <a:gd name="T2" fmla="*/ 2147483646 w 64"/>
              <a:gd name="T3" fmla="*/ 0 h 48"/>
              <a:gd name="T4" fmla="*/ 0 w 64"/>
              <a:gd name="T5" fmla="*/ 2147483646 h 48"/>
              <a:gd name="T6" fmla="*/ 2147483646 w 64"/>
              <a:gd name="T7" fmla="*/ 2147483646 h 48"/>
              <a:gd name="T8" fmla="*/ 2147483646 w 6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8"/>
              <a:gd name="T17" fmla="*/ 64 w 6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8">
                <a:moveTo>
                  <a:pt x="64" y="16"/>
                </a:moveTo>
                <a:lnTo>
                  <a:pt x="56" y="0"/>
                </a:lnTo>
                <a:lnTo>
                  <a:pt x="0" y="32"/>
                </a:lnTo>
                <a:lnTo>
                  <a:pt x="8" y="48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8" name="Freeform 183">
            <a:extLst>
              <a:ext uri="{FF2B5EF4-FFF2-40B4-BE49-F238E27FC236}">
                <a16:creationId xmlns:a16="http://schemas.microsoft.com/office/drawing/2014/main" id="{C147CD63-3D6F-D389-8D69-0CDDFFA9D387}"/>
              </a:ext>
            </a:extLst>
          </p:cNvPr>
          <p:cNvSpPr>
            <a:spLocks/>
          </p:cNvSpPr>
          <p:nvPr/>
        </p:nvSpPr>
        <p:spPr bwMode="auto">
          <a:xfrm>
            <a:off x="7353300" y="5730875"/>
            <a:ext cx="76200" cy="63500"/>
          </a:xfrm>
          <a:custGeom>
            <a:avLst/>
            <a:gdLst>
              <a:gd name="T0" fmla="*/ 2147483646 w 48"/>
              <a:gd name="T1" fmla="*/ 2147483646 h 40"/>
              <a:gd name="T2" fmla="*/ 2147483646 w 48"/>
              <a:gd name="T3" fmla="*/ 0 h 40"/>
              <a:gd name="T4" fmla="*/ 0 w 48"/>
              <a:gd name="T5" fmla="*/ 2147483646 h 40"/>
              <a:gd name="T6" fmla="*/ 0 w 48"/>
              <a:gd name="T7" fmla="*/ 2147483646 h 40"/>
              <a:gd name="T8" fmla="*/ 2147483646 w 48"/>
              <a:gd name="T9" fmla="*/ 2147483646 h 40"/>
              <a:gd name="T10" fmla="*/ 2147483646 w 48"/>
              <a:gd name="T11" fmla="*/ 2147483646 h 40"/>
              <a:gd name="T12" fmla="*/ 2147483646 w 48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8"/>
              <a:gd name="T22" fmla="*/ 0 h 40"/>
              <a:gd name="T23" fmla="*/ 48 w 48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8" h="40">
                <a:moveTo>
                  <a:pt x="48" y="16"/>
                </a:moveTo>
                <a:lnTo>
                  <a:pt x="40" y="0"/>
                </a:lnTo>
                <a:lnTo>
                  <a:pt x="0" y="24"/>
                </a:lnTo>
                <a:lnTo>
                  <a:pt x="8" y="40"/>
                </a:lnTo>
                <a:lnTo>
                  <a:pt x="48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59" name="Freeform 184">
            <a:extLst>
              <a:ext uri="{FF2B5EF4-FFF2-40B4-BE49-F238E27FC236}">
                <a16:creationId xmlns:a16="http://schemas.microsoft.com/office/drawing/2014/main" id="{41E8C6D2-0823-45C4-3506-0CC8FB9A1CA2}"/>
              </a:ext>
            </a:extLst>
          </p:cNvPr>
          <p:cNvSpPr>
            <a:spLocks/>
          </p:cNvSpPr>
          <p:nvPr/>
        </p:nvSpPr>
        <p:spPr bwMode="auto">
          <a:xfrm>
            <a:off x="7327900" y="5768975"/>
            <a:ext cx="38100" cy="38100"/>
          </a:xfrm>
          <a:custGeom>
            <a:avLst/>
            <a:gdLst>
              <a:gd name="T0" fmla="*/ 2147483646 w 24"/>
              <a:gd name="T1" fmla="*/ 2147483646 h 24"/>
              <a:gd name="T2" fmla="*/ 2147483646 w 24"/>
              <a:gd name="T3" fmla="*/ 0 h 24"/>
              <a:gd name="T4" fmla="*/ 0 w 24"/>
              <a:gd name="T5" fmla="*/ 2147483646 h 24"/>
              <a:gd name="T6" fmla="*/ 2147483646 w 24"/>
              <a:gd name="T7" fmla="*/ 2147483646 h 24"/>
              <a:gd name="T8" fmla="*/ 2147483646 w 2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"/>
              <a:gd name="T16" fmla="*/ 0 h 24"/>
              <a:gd name="T17" fmla="*/ 24 w 2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" h="24">
                <a:moveTo>
                  <a:pt x="24" y="16"/>
                </a:moveTo>
                <a:lnTo>
                  <a:pt x="16" y="0"/>
                </a:lnTo>
                <a:lnTo>
                  <a:pt x="0" y="8"/>
                </a:lnTo>
                <a:lnTo>
                  <a:pt x="8" y="24"/>
                </a:lnTo>
                <a:lnTo>
                  <a:pt x="2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0" name="Freeform 185">
            <a:extLst>
              <a:ext uri="{FF2B5EF4-FFF2-40B4-BE49-F238E27FC236}">
                <a16:creationId xmlns:a16="http://schemas.microsoft.com/office/drawing/2014/main" id="{EC823BFC-9266-1EEF-1C03-D9A83E30D13F}"/>
              </a:ext>
            </a:extLst>
          </p:cNvPr>
          <p:cNvSpPr>
            <a:spLocks/>
          </p:cNvSpPr>
          <p:nvPr/>
        </p:nvSpPr>
        <p:spPr bwMode="auto">
          <a:xfrm>
            <a:off x="7162800" y="5807075"/>
            <a:ext cx="114300" cy="63500"/>
          </a:xfrm>
          <a:custGeom>
            <a:avLst/>
            <a:gdLst>
              <a:gd name="T0" fmla="*/ 2147483646 w 72"/>
              <a:gd name="T1" fmla="*/ 2147483646 h 40"/>
              <a:gd name="T2" fmla="*/ 2147483646 w 72"/>
              <a:gd name="T3" fmla="*/ 0 h 40"/>
              <a:gd name="T4" fmla="*/ 0 w 72"/>
              <a:gd name="T5" fmla="*/ 2147483646 h 40"/>
              <a:gd name="T6" fmla="*/ 2147483646 w 72"/>
              <a:gd name="T7" fmla="*/ 2147483646 h 40"/>
              <a:gd name="T8" fmla="*/ 2147483646 w 72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40"/>
              <a:gd name="T17" fmla="*/ 72 w 72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40">
                <a:moveTo>
                  <a:pt x="72" y="16"/>
                </a:moveTo>
                <a:lnTo>
                  <a:pt x="64" y="0"/>
                </a:lnTo>
                <a:lnTo>
                  <a:pt x="0" y="24"/>
                </a:lnTo>
                <a:lnTo>
                  <a:pt x="8" y="4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1" name="Freeform 186">
            <a:extLst>
              <a:ext uri="{FF2B5EF4-FFF2-40B4-BE49-F238E27FC236}">
                <a16:creationId xmlns:a16="http://schemas.microsoft.com/office/drawing/2014/main" id="{AEB44D5E-142D-5C71-E8AC-174350E67E1A}"/>
              </a:ext>
            </a:extLst>
          </p:cNvPr>
          <p:cNvSpPr>
            <a:spLocks/>
          </p:cNvSpPr>
          <p:nvPr/>
        </p:nvSpPr>
        <p:spPr bwMode="auto">
          <a:xfrm>
            <a:off x="6997700" y="5883275"/>
            <a:ext cx="114300" cy="63500"/>
          </a:xfrm>
          <a:custGeom>
            <a:avLst/>
            <a:gdLst>
              <a:gd name="T0" fmla="*/ 2147483646 w 72"/>
              <a:gd name="T1" fmla="*/ 2147483646 h 40"/>
              <a:gd name="T2" fmla="*/ 2147483646 w 72"/>
              <a:gd name="T3" fmla="*/ 0 h 40"/>
              <a:gd name="T4" fmla="*/ 0 w 72"/>
              <a:gd name="T5" fmla="*/ 2147483646 h 40"/>
              <a:gd name="T6" fmla="*/ 0 w 72"/>
              <a:gd name="T7" fmla="*/ 2147483646 h 40"/>
              <a:gd name="T8" fmla="*/ 2147483646 w 72"/>
              <a:gd name="T9" fmla="*/ 2147483646 h 40"/>
              <a:gd name="T10" fmla="*/ 2147483646 w 72"/>
              <a:gd name="T11" fmla="*/ 2147483646 h 40"/>
              <a:gd name="T12" fmla="*/ 2147483646 w 72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40"/>
              <a:gd name="T23" fmla="*/ 72 w 72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40">
                <a:moveTo>
                  <a:pt x="72" y="16"/>
                </a:moveTo>
                <a:lnTo>
                  <a:pt x="64" y="0"/>
                </a:lnTo>
                <a:lnTo>
                  <a:pt x="0" y="24"/>
                </a:lnTo>
                <a:lnTo>
                  <a:pt x="8" y="40"/>
                </a:lnTo>
                <a:lnTo>
                  <a:pt x="72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2" name="Freeform 187">
            <a:extLst>
              <a:ext uri="{FF2B5EF4-FFF2-40B4-BE49-F238E27FC236}">
                <a16:creationId xmlns:a16="http://schemas.microsoft.com/office/drawing/2014/main" id="{9B26B007-E342-40D5-AF83-39BD22891705}"/>
              </a:ext>
            </a:extLst>
          </p:cNvPr>
          <p:cNvSpPr>
            <a:spLocks/>
          </p:cNvSpPr>
          <p:nvPr/>
        </p:nvSpPr>
        <p:spPr bwMode="auto">
          <a:xfrm>
            <a:off x="6997700" y="5921375"/>
            <a:ext cx="12700" cy="25400"/>
          </a:xfrm>
          <a:custGeom>
            <a:avLst/>
            <a:gdLst>
              <a:gd name="T0" fmla="*/ 2147483646 w 8"/>
              <a:gd name="T1" fmla="*/ 2147483646 h 16"/>
              <a:gd name="T2" fmla="*/ 0 w 8"/>
              <a:gd name="T3" fmla="*/ 0 h 16"/>
              <a:gd name="T4" fmla="*/ 0 w 8"/>
              <a:gd name="T5" fmla="*/ 0 h 16"/>
              <a:gd name="T6" fmla="*/ 2147483646 w 8"/>
              <a:gd name="T7" fmla="*/ 2147483646 h 16"/>
              <a:gd name="T8" fmla="*/ 0 60000 65536"/>
              <a:gd name="T9" fmla="*/ 0 60000 65536"/>
              <a:gd name="T10" fmla="*/ 0 60000 65536"/>
              <a:gd name="T11" fmla="*/ 0 60000 65536"/>
              <a:gd name="T12" fmla="*/ 0 w 8"/>
              <a:gd name="T13" fmla="*/ 0 h 16"/>
              <a:gd name="T14" fmla="*/ 8 w 8"/>
              <a:gd name="T15" fmla="*/ 16 h 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" h="16">
                <a:moveTo>
                  <a:pt x="8" y="16"/>
                </a:moveTo>
                <a:lnTo>
                  <a:pt x="0" y="0"/>
                </a:lnTo>
                <a:lnTo>
                  <a:pt x="8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3" name="Freeform 188">
            <a:extLst>
              <a:ext uri="{FF2B5EF4-FFF2-40B4-BE49-F238E27FC236}">
                <a16:creationId xmlns:a16="http://schemas.microsoft.com/office/drawing/2014/main" id="{B8F6757C-1A2C-9D6F-35E5-E02EF84A2880}"/>
              </a:ext>
            </a:extLst>
          </p:cNvPr>
          <p:cNvSpPr>
            <a:spLocks/>
          </p:cNvSpPr>
          <p:nvPr/>
        </p:nvSpPr>
        <p:spPr bwMode="auto">
          <a:xfrm>
            <a:off x="6832600" y="5946775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64" y="0"/>
                </a:lnTo>
                <a:lnTo>
                  <a:pt x="0" y="16"/>
                </a:lnTo>
                <a:lnTo>
                  <a:pt x="0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4" name="Freeform 189">
            <a:extLst>
              <a:ext uri="{FF2B5EF4-FFF2-40B4-BE49-F238E27FC236}">
                <a16:creationId xmlns:a16="http://schemas.microsoft.com/office/drawing/2014/main" id="{837B2AFA-24E4-9760-7F0D-F5F12313589D}"/>
              </a:ext>
            </a:extLst>
          </p:cNvPr>
          <p:cNvSpPr>
            <a:spLocks/>
          </p:cNvSpPr>
          <p:nvPr/>
        </p:nvSpPr>
        <p:spPr bwMode="auto">
          <a:xfrm>
            <a:off x="6667500" y="5997575"/>
            <a:ext cx="101600" cy="63500"/>
          </a:xfrm>
          <a:custGeom>
            <a:avLst/>
            <a:gdLst>
              <a:gd name="T0" fmla="*/ 2147483646 w 64"/>
              <a:gd name="T1" fmla="*/ 2147483646 h 40"/>
              <a:gd name="T2" fmla="*/ 2147483646 w 64"/>
              <a:gd name="T3" fmla="*/ 0 h 40"/>
              <a:gd name="T4" fmla="*/ 0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40"/>
              <a:gd name="T17" fmla="*/ 64 w 64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40">
                <a:moveTo>
                  <a:pt x="64" y="16"/>
                </a:moveTo>
                <a:lnTo>
                  <a:pt x="56" y="0"/>
                </a:lnTo>
                <a:lnTo>
                  <a:pt x="0" y="24"/>
                </a:lnTo>
                <a:lnTo>
                  <a:pt x="8" y="40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5" name="Freeform 190">
            <a:extLst>
              <a:ext uri="{FF2B5EF4-FFF2-40B4-BE49-F238E27FC236}">
                <a16:creationId xmlns:a16="http://schemas.microsoft.com/office/drawing/2014/main" id="{F910CB2E-2DE2-0F8B-FACA-C2860CF16F86}"/>
              </a:ext>
            </a:extLst>
          </p:cNvPr>
          <p:cNvSpPr>
            <a:spLocks/>
          </p:cNvSpPr>
          <p:nvPr/>
        </p:nvSpPr>
        <p:spPr bwMode="auto">
          <a:xfrm>
            <a:off x="6489700" y="6048375"/>
            <a:ext cx="101600" cy="50800"/>
          </a:xfrm>
          <a:custGeom>
            <a:avLst/>
            <a:gdLst>
              <a:gd name="T0" fmla="*/ 2147483646 w 64"/>
              <a:gd name="T1" fmla="*/ 2147483646 h 32"/>
              <a:gd name="T2" fmla="*/ 2147483646 w 64"/>
              <a:gd name="T3" fmla="*/ 0 h 32"/>
              <a:gd name="T4" fmla="*/ 0 w 64"/>
              <a:gd name="T5" fmla="*/ 2147483646 h 32"/>
              <a:gd name="T6" fmla="*/ 0 w 64"/>
              <a:gd name="T7" fmla="*/ 2147483646 h 32"/>
              <a:gd name="T8" fmla="*/ 2147483646 w 64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32"/>
              <a:gd name="T17" fmla="*/ 64 w 64"/>
              <a:gd name="T18" fmla="*/ 32 h 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32">
                <a:moveTo>
                  <a:pt x="64" y="16"/>
                </a:moveTo>
                <a:lnTo>
                  <a:pt x="64" y="0"/>
                </a:lnTo>
                <a:lnTo>
                  <a:pt x="0" y="16"/>
                </a:lnTo>
                <a:lnTo>
                  <a:pt x="0" y="32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6" name="Freeform 191">
            <a:extLst>
              <a:ext uri="{FF2B5EF4-FFF2-40B4-BE49-F238E27FC236}">
                <a16:creationId xmlns:a16="http://schemas.microsoft.com/office/drawing/2014/main" id="{B1AFC750-3F1D-90C9-FC3C-985A3845E042}"/>
              </a:ext>
            </a:extLst>
          </p:cNvPr>
          <p:cNvSpPr>
            <a:spLocks/>
          </p:cNvSpPr>
          <p:nvPr/>
        </p:nvSpPr>
        <p:spPr bwMode="auto">
          <a:xfrm>
            <a:off x="6311900" y="6099175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0 h 24"/>
              <a:gd name="T4" fmla="*/ 0 w 64"/>
              <a:gd name="T5" fmla="*/ 2147483646 h 24"/>
              <a:gd name="T6" fmla="*/ 0 w 64"/>
              <a:gd name="T7" fmla="*/ 2147483646 h 24"/>
              <a:gd name="T8" fmla="*/ 0 w 64"/>
              <a:gd name="T9" fmla="*/ 2147483646 h 24"/>
              <a:gd name="T10" fmla="*/ 0 w 64"/>
              <a:gd name="T11" fmla="*/ 2147483646 h 24"/>
              <a:gd name="T12" fmla="*/ 2147483646 w 64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24"/>
              <a:gd name="T23" fmla="*/ 64 w 64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24">
                <a:moveTo>
                  <a:pt x="64" y="16"/>
                </a:moveTo>
                <a:lnTo>
                  <a:pt x="64" y="0"/>
                </a:lnTo>
                <a:lnTo>
                  <a:pt x="0" y="8"/>
                </a:lnTo>
                <a:lnTo>
                  <a:pt x="0" y="24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7" name="Rectangle 192">
            <a:extLst>
              <a:ext uri="{FF2B5EF4-FFF2-40B4-BE49-F238E27FC236}">
                <a16:creationId xmlns:a16="http://schemas.microsoft.com/office/drawing/2014/main" id="{571D4CC5-2239-A282-98F1-1FADD61D4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6111875"/>
            <a:ext cx="1588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68" name="Freeform 193">
            <a:extLst>
              <a:ext uri="{FF2B5EF4-FFF2-40B4-BE49-F238E27FC236}">
                <a16:creationId xmlns:a16="http://schemas.microsoft.com/office/drawing/2014/main" id="{4EE1956C-AAC4-FBE0-EA8F-78C1E7851AE0}"/>
              </a:ext>
            </a:extLst>
          </p:cNvPr>
          <p:cNvSpPr>
            <a:spLocks/>
          </p:cNvSpPr>
          <p:nvPr/>
        </p:nvSpPr>
        <p:spPr bwMode="auto">
          <a:xfrm>
            <a:off x="6134100" y="6124575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0 h 24"/>
              <a:gd name="T4" fmla="*/ 0 w 64"/>
              <a:gd name="T5" fmla="*/ 2147483646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16"/>
                </a:moveTo>
                <a:lnTo>
                  <a:pt x="64" y="0"/>
                </a:lnTo>
                <a:lnTo>
                  <a:pt x="0" y="8"/>
                </a:lnTo>
                <a:lnTo>
                  <a:pt x="0" y="24"/>
                </a:lnTo>
                <a:lnTo>
                  <a:pt x="6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9" name="Freeform 194">
            <a:extLst>
              <a:ext uri="{FF2B5EF4-FFF2-40B4-BE49-F238E27FC236}">
                <a16:creationId xmlns:a16="http://schemas.microsoft.com/office/drawing/2014/main" id="{D316019E-0E84-751A-CBFA-8101B126BEFC}"/>
              </a:ext>
            </a:extLst>
          </p:cNvPr>
          <p:cNvSpPr>
            <a:spLocks/>
          </p:cNvSpPr>
          <p:nvPr/>
        </p:nvSpPr>
        <p:spPr bwMode="auto">
          <a:xfrm>
            <a:off x="5969000" y="6149975"/>
            <a:ext cx="88900" cy="38100"/>
          </a:xfrm>
          <a:custGeom>
            <a:avLst/>
            <a:gdLst>
              <a:gd name="T0" fmla="*/ 2147483646 w 56"/>
              <a:gd name="T1" fmla="*/ 2147483646 h 24"/>
              <a:gd name="T2" fmla="*/ 2147483646 w 56"/>
              <a:gd name="T3" fmla="*/ 0 h 24"/>
              <a:gd name="T4" fmla="*/ 0 w 56"/>
              <a:gd name="T5" fmla="*/ 2147483646 h 24"/>
              <a:gd name="T6" fmla="*/ 0 w 56"/>
              <a:gd name="T7" fmla="*/ 2147483646 h 24"/>
              <a:gd name="T8" fmla="*/ 0 w 56"/>
              <a:gd name="T9" fmla="*/ 2147483646 h 24"/>
              <a:gd name="T10" fmla="*/ 0 w 56"/>
              <a:gd name="T11" fmla="*/ 2147483646 h 24"/>
              <a:gd name="T12" fmla="*/ 2147483646 w 56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6"/>
              <a:gd name="T22" fmla="*/ 0 h 24"/>
              <a:gd name="T23" fmla="*/ 56 w 56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6" h="24">
                <a:moveTo>
                  <a:pt x="56" y="16"/>
                </a:moveTo>
                <a:lnTo>
                  <a:pt x="56" y="0"/>
                </a:lnTo>
                <a:lnTo>
                  <a:pt x="0" y="8"/>
                </a:lnTo>
                <a:lnTo>
                  <a:pt x="0" y="24"/>
                </a:lnTo>
                <a:lnTo>
                  <a:pt x="56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70" name="Rectangle 195">
            <a:extLst>
              <a:ext uri="{FF2B5EF4-FFF2-40B4-BE49-F238E27FC236}">
                <a16:creationId xmlns:a16="http://schemas.microsoft.com/office/drawing/2014/main" id="{C78B9C0B-D6AB-28B1-DF2A-CAC75D93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6162675"/>
            <a:ext cx="127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71" name="Rectangle 196">
            <a:extLst>
              <a:ext uri="{FF2B5EF4-FFF2-40B4-BE49-F238E27FC236}">
                <a16:creationId xmlns:a16="http://schemas.microsoft.com/office/drawing/2014/main" id="{4CE8812D-400C-BDA3-53DF-BFC14748E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6175375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72" name="Freeform 197">
            <a:extLst>
              <a:ext uri="{FF2B5EF4-FFF2-40B4-BE49-F238E27FC236}">
                <a16:creationId xmlns:a16="http://schemas.microsoft.com/office/drawing/2014/main" id="{80EC5F39-5E54-B98B-5341-ECBB9F625286}"/>
              </a:ext>
            </a:extLst>
          </p:cNvPr>
          <p:cNvSpPr>
            <a:spLocks/>
          </p:cNvSpPr>
          <p:nvPr/>
        </p:nvSpPr>
        <p:spPr bwMode="auto">
          <a:xfrm>
            <a:off x="5638800" y="6175375"/>
            <a:ext cx="63500" cy="38100"/>
          </a:xfrm>
          <a:custGeom>
            <a:avLst/>
            <a:gdLst>
              <a:gd name="T0" fmla="*/ 2147483646 w 40"/>
              <a:gd name="T1" fmla="*/ 2147483646 h 24"/>
              <a:gd name="T2" fmla="*/ 2147483646 w 40"/>
              <a:gd name="T3" fmla="*/ 0 h 24"/>
              <a:gd name="T4" fmla="*/ 0 w 40"/>
              <a:gd name="T5" fmla="*/ 2147483646 h 24"/>
              <a:gd name="T6" fmla="*/ 0 w 40"/>
              <a:gd name="T7" fmla="*/ 2147483646 h 24"/>
              <a:gd name="T8" fmla="*/ 0 w 40"/>
              <a:gd name="T9" fmla="*/ 2147483646 h 24"/>
              <a:gd name="T10" fmla="*/ 0 w 40"/>
              <a:gd name="T11" fmla="*/ 2147483646 h 24"/>
              <a:gd name="T12" fmla="*/ 2147483646 w 40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24"/>
              <a:gd name="T23" fmla="*/ 40 w 40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24">
                <a:moveTo>
                  <a:pt x="40" y="16"/>
                </a:moveTo>
                <a:lnTo>
                  <a:pt x="40" y="0"/>
                </a:lnTo>
                <a:lnTo>
                  <a:pt x="0" y="8"/>
                </a:lnTo>
                <a:lnTo>
                  <a:pt x="0" y="24"/>
                </a:lnTo>
                <a:lnTo>
                  <a:pt x="40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73" name="Rectangle 198">
            <a:extLst>
              <a:ext uri="{FF2B5EF4-FFF2-40B4-BE49-F238E27FC236}">
                <a16:creationId xmlns:a16="http://schemas.microsoft.com/office/drawing/2014/main" id="{8E94E4C5-5681-33B8-868D-37605EB38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700" y="6188075"/>
            <a:ext cx="381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74" name="Rectangle 199">
            <a:extLst>
              <a:ext uri="{FF2B5EF4-FFF2-40B4-BE49-F238E27FC236}">
                <a16:creationId xmlns:a16="http://schemas.microsoft.com/office/drawing/2014/main" id="{DE3630FE-45DE-151F-3F9C-7C497D0A9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6175375"/>
            <a:ext cx="101600" cy="254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375" name="Freeform 200">
            <a:extLst>
              <a:ext uri="{FF2B5EF4-FFF2-40B4-BE49-F238E27FC236}">
                <a16:creationId xmlns:a16="http://schemas.microsoft.com/office/drawing/2014/main" id="{7A4B80A3-6DED-DBDF-E402-07C2CA91DA52}"/>
              </a:ext>
            </a:extLst>
          </p:cNvPr>
          <p:cNvSpPr>
            <a:spLocks/>
          </p:cNvSpPr>
          <p:nvPr/>
        </p:nvSpPr>
        <p:spPr bwMode="auto">
          <a:xfrm>
            <a:off x="5308600" y="6175375"/>
            <a:ext cx="38100" cy="25400"/>
          </a:xfrm>
          <a:custGeom>
            <a:avLst/>
            <a:gdLst>
              <a:gd name="T0" fmla="*/ 2147483646 w 24"/>
              <a:gd name="T1" fmla="*/ 2147483646 h 16"/>
              <a:gd name="T2" fmla="*/ 2147483646 w 24"/>
              <a:gd name="T3" fmla="*/ 0 h 16"/>
              <a:gd name="T4" fmla="*/ 0 w 24"/>
              <a:gd name="T5" fmla="*/ 0 h 16"/>
              <a:gd name="T6" fmla="*/ 0 w 24"/>
              <a:gd name="T7" fmla="*/ 0 h 16"/>
              <a:gd name="T8" fmla="*/ 0 w 24"/>
              <a:gd name="T9" fmla="*/ 2147483646 h 16"/>
              <a:gd name="T10" fmla="*/ 0 w 24"/>
              <a:gd name="T11" fmla="*/ 2147483646 h 16"/>
              <a:gd name="T12" fmla="*/ 2147483646 w 24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6"/>
              <a:gd name="T23" fmla="*/ 24 w 24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6">
                <a:moveTo>
                  <a:pt x="24" y="16"/>
                </a:moveTo>
                <a:lnTo>
                  <a:pt x="24" y="0"/>
                </a:lnTo>
                <a:lnTo>
                  <a:pt x="0" y="0"/>
                </a:lnTo>
                <a:lnTo>
                  <a:pt x="0" y="16"/>
                </a:lnTo>
                <a:lnTo>
                  <a:pt x="24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76" name="Freeform 201">
            <a:extLst>
              <a:ext uri="{FF2B5EF4-FFF2-40B4-BE49-F238E27FC236}">
                <a16:creationId xmlns:a16="http://schemas.microsoft.com/office/drawing/2014/main" id="{D8DDB3A1-C549-B56C-FF72-0D000C08220A}"/>
              </a:ext>
            </a:extLst>
          </p:cNvPr>
          <p:cNvSpPr>
            <a:spLocks/>
          </p:cNvSpPr>
          <p:nvPr/>
        </p:nvSpPr>
        <p:spPr bwMode="auto">
          <a:xfrm>
            <a:off x="5245100" y="6162675"/>
            <a:ext cx="63500" cy="38100"/>
          </a:xfrm>
          <a:custGeom>
            <a:avLst/>
            <a:gdLst>
              <a:gd name="T0" fmla="*/ 2147483646 w 40"/>
              <a:gd name="T1" fmla="*/ 2147483646 h 24"/>
              <a:gd name="T2" fmla="*/ 2147483646 w 40"/>
              <a:gd name="T3" fmla="*/ 2147483646 h 24"/>
              <a:gd name="T4" fmla="*/ 0 w 40"/>
              <a:gd name="T5" fmla="*/ 0 h 24"/>
              <a:gd name="T6" fmla="*/ 0 w 40"/>
              <a:gd name="T7" fmla="*/ 2147483646 h 24"/>
              <a:gd name="T8" fmla="*/ 2147483646 w 40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24"/>
              <a:gd name="T17" fmla="*/ 40 w 4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24">
                <a:moveTo>
                  <a:pt x="40" y="24"/>
                </a:moveTo>
                <a:lnTo>
                  <a:pt x="40" y="8"/>
                </a:lnTo>
                <a:lnTo>
                  <a:pt x="0" y="0"/>
                </a:lnTo>
                <a:lnTo>
                  <a:pt x="0" y="16"/>
                </a:lnTo>
                <a:lnTo>
                  <a:pt x="40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77" name="Freeform 202">
            <a:extLst>
              <a:ext uri="{FF2B5EF4-FFF2-40B4-BE49-F238E27FC236}">
                <a16:creationId xmlns:a16="http://schemas.microsoft.com/office/drawing/2014/main" id="{934D59EE-C1B4-AB9F-41CB-2DA909991F54}"/>
              </a:ext>
            </a:extLst>
          </p:cNvPr>
          <p:cNvSpPr>
            <a:spLocks/>
          </p:cNvSpPr>
          <p:nvPr/>
        </p:nvSpPr>
        <p:spPr bwMode="auto">
          <a:xfrm>
            <a:off x="5067300" y="6137275"/>
            <a:ext cx="101600" cy="38100"/>
          </a:xfrm>
          <a:custGeom>
            <a:avLst/>
            <a:gdLst>
              <a:gd name="T0" fmla="*/ 2147483646 w 64"/>
              <a:gd name="T1" fmla="*/ 2147483646 h 24"/>
              <a:gd name="T2" fmla="*/ 2147483646 w 64"/>
              <a:gd name="T3" fmla="*/ 2147483646 h 24"/>
              <a:gd name="T4" fmla="*/ 0 w 64"/>
              <a:gd name="T5" fmla="*/ 0 h 24"/>
              <a:gd name="T6" fmla="*/ 0 w 64"/>
              <a:gd name="T7" fmla="*/ 2147483646 h 24"/>
              <a:gd name="T8" fmla="*/ 2147483646 w 64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24"/>
              <a:gd name="T17" fmla="*/ 64 w 64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24">
                <a:moveTo>
                  <a:pt x="64" y="24"/>
                </a:moveTo>
                <a:lnTo>
                  <a:pt x="64" y="8"/>
                </a:lnTo>
                <a:lnTo>
                  <a:pt x="0" y="0"/>
                </a:lnTo>
                <a:lnTo>
                  <a:pt x="0" y="16"/>
                </a:lnTo>
                <a:lnTo>
                  <a:pt x="64" y="2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378" name="Group 203">
            <a:extLst>
              <a:ext uri="{FF2B5EF4-FFF2-40B4-BE49-F238E27FC236}">
                <a16:creationId xmlns:a16="http://schemas.microsoft.com/office/drawing/2014/main" id="{E2718BAD-8E49-E0FB-4F98-ED6C6B52D892}"/>
              </a:ext>
            </a:extLst>
          </p:cNvPr>
          <p:cNvGrpSpPr>
            <a:grpSpLocks/>
          </p:cNvGrpSpPr>
          <p:nvPr/>
        </p:nvGrpSpPr>
        <p:grpSpPr bwMode="auto">
          <a:xfrm>
            <a:off x="2336800" y="685801"/>
            <a:ext cx="7162800" cy="5464175"/>
            <a:chOff x="512" y="432"/>
            <a:chExt cx="4512" cy="3442"/>
          </a:xfrm>
        </p:grpSpPr>
        <p:sp>
          <p:nvSpPr>
            <p:cNvPr id="50402" name="Freeform 204">
              <a:extLst>
                <a:ext uri="{FF2B5EF4-FFF2-40B4-BE49-F238E27FC236}">
                  <a16:creationId xmlns:a16="http://schemas.microsoft.com/office/drawing/2014/main" id="{459B5C57-37C2-F620-3658-73A672F92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3858"/>
              <a:ext cx="8" cy="16"/>
            </a:xfrm>
            <a:custGeom>
              <a:avLst/>
              <a:gdLst>
                <a:gd name="T0" fmla="*/ 8 w 8"/>
                <a:gd name="T1" fmla="*/ 16 h 16"/>
                <a:gd name="T2" fmla="*/ 8 w 8"/>
                <a:gd name="T3" fmla="*/ 0 h 16"/>
                <a:gd name="T4" fmla="*/ 0 w 8"/>
                <a:gd name="T5" fmla="*/ 0 h 16"/>
                <a:gd name="T6" fmla="*/ 0 w 8"/>
                <a:gd name="T7" fmla="*/ 0 h 16"/>
                <a:gd name="T8" fmla="*/ 0 w 8"/>
                <a:gd name="T9" fmla="*/ 16 h 16"/>
                <a:gd name="T10" fmla="*/ 0 w 8"/>
                <a:gd name="T11" fmla="*/ 16 h 16"/>
                <a:gd name="T12" fmla="*/ 8 w 8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6"/>
                <a:gd name="T23" fmla="*/ 8 w 8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6">
                  <a:moveTo>
                    <a:pt x="8" y="16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8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03" name="Freeform 205">
              <a:extLst>
                <a:ext uri="{FF2B5EF4-FFF2-40B4-BE49-F238E27FC236}">
                  <a16:creationId xmlns:a16="http://schemas.microsoft.com/office/drawing/2014/main" id="{55E982F2-75C7-90B2-5041-C76FDA6F8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3850"/>
              <a:ext cx="56" cy="24"/>
            </a:xfrm>
            <a:custGeom>
              <a:avLst/>
              <a:gdLst>
                <a:gd name="T0" fmla="*/ 56 w 56"/>
                <a:gd name="T1" fmla="*/ 24 h 24"/>
                <a:gd name="T2" fmla="*/ 56 w 56"/>
                <a:gd name="T3" fmla="*/ 8 h 24"/>
                <a:gd name="T4" fmla="*/ 0 w 56"/>
                <a:gd name="T5" fmla="*/ 0 h 24"/>
                <a:gd name="T6" fmla="*/ 0 w 56"/>
                <a:gd name="T7" fmla="*/ 16 h 24"/>
                <a:gd name="T8" fmla="*/ 56 w 56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24"/>
                <a:gd name="T17" fmla="*/ 56 w 56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24">
                  <a:moveTo>
                    <a:pt x="56" y="24"/>
                  </a:moveTo>
                  <a:lnTo>
                    <a:pt x="56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56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04" name="Freeform 206">
              <a:extLst>
                <a:ext uri="{FF2B5EF4-FFF2-40B4-BE49-F238E27FC236}">
                  <a16:creationId xmlns:a16="http://schemas.microsoft.com/office/drawing/2014/main" id="{0500D344-42DE-17D2-A8EA-170287994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" y="3826"/>
              <a:ext cx="64" cy="24"/>
            </a:xfrm>
            <a:custGeom>
              <a:avLst/>
              <a:gdLst>
                <a:gd name="T0" fmla="*/ 64 w 64"/>
                <a:gd name="T1" fmla="*/ 24 h 24"/>
                <a:gd name="T2" fmla="*/ 64 w 64"/>
                <a:gd name="T3" fmla="*/ 8 h 24"/>
                <a:gd name="T4" fmla="*/ 0 w 64"/>
                <a:gd name="T5" fmla="*/ 0 h 24"/>
                <a:gd name="T6" fmla="*/ 0 w 64"/>
                <a:gd name="T7" fmla="*/ 16 h 24"/>
                <a:gd name="T8" fmla="*/ 64 w 6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64" y="24"/>
                  </a:moveTo>
                  <a:lnTo>
                    <a:pt x="64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64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05" name="Freeform 207">
              <a:extLst>
                <a:ext uri="{FF2B5EF4-FFF2-40B4-BE49-F238E27FC236}">
                  <a16:creationId xmlns:a16="http://schemas.microsoft.com/office/drawing/2014/main" id="{A87393EA-E9A9-32FC-2EFF-987713F6F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3794"/>
              <a:ext cx="64" cy="32"/>
            </a:xfrm>
            <a:custGeom>
              <a:avLst/>
              <a:gdLst>
                <a:gd name="T0" fmla="*/ 64 w 64"/>
                <a:gd name="T1" fmla="*/ 32 h 32"/>
                <a:gd name="T2" fmla="*/ 64 w 64"/>
                <a:gd name="T3" fmla="*/ 16 h 32"/>
                <a:gd name="T4" fmla="*/ 0 w 64"/>
                <a:gd name="T5" fmla="*/ 0 h 32"/>
                <a:gd name="T6" fmla="*/ 0 w 64"/>
                <a:gd name="T7" fmla="*/ 16 h 32"/>
                <a:gd name="T8" fmla="*/ 64 w 64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64" y="32"/>
                  </a:moveTo>
                  <a:lnTo>
                    <a:pt x="64" y="16"/>
                  </a:lnTo>
                  <a:lnTo>
                    <a:pt x="0" y="0"/>
                  </a:lnTo>
                  <a:lnTo>
                    <a:pt x="0" y="16"/>
                  </a:lnTo>
                  <a:lnTo>
                    <a:pt x="64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06" name="Freeform 208">
              <a:extLst>
                <a:ext uri="{FF2B5EF4-FFF2-40B4-BE49-F238E27FC236}">
                  <a16:creationId xmlns:a16="http://schemas.microsoft.com/office/drawing/2014/main" id="{D76A82EF-D2BC-CB3A-8E4E-912DCE365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3754"/>
              <a:ext cx="72" cy="40"/>
            </a:xfrm>
            <a:custGeom>
              <a:avLst/>
              <a:gdLst>
                <a:gd name="T0" fmla="*/ 64 w 72"/>
                <a:gd name="T1" fmla="*/ 40 h 40"/>
                <a:gd name="T2" fmla="*/ 72 w 72"/>
                <a:gd name="T3" fmla="*/ 24 h 40"/>
                <a:gd name="T4" fmla="*/ 8 w 72"/>
                <a:gd name="T5" fmla="*/ 0 h 40"/>
                <a:gd name="T6" fmla="*/ 0 w 72"/>
                <a:gd name="T7" fmla="*/ 16 h 40"/>
                <a:gd name="T8" fmla="*/ 64 w 72"/>
                <a:gd name="T9" fmla="*/ 4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40"/>
                <a:gd name="T17" fmla="*/ 72 w 7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40">
                  <a:moveTo>
                    <a:pt x="64" y="40"/>
                  </a:moveTo>
                  <a:lnTo>
                    <a:pt x="72" y="24"/>
                  </a:lnTo>
                  <a:lnTo>
                    <a:pt x="8" y="0"/>
                  </a:lnTo>
                  <a:lnTo>
                    <a:pt x="0" y="16"/>
                  </a:lnTo>
                  <a:lnTo>
                    <a:pt x="64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07" name="Freeform 209">
              <a:extLst>
                <a:ext uri="{FF2B5EF4-FFF2-40B4-BE49-F238E27FC236}">
                  <a16:creationId xmlns:a16="http://schemas.microsoft.com/office/drawing/2014/main" id="{F93A5F58-CC9C-460C-D7BD-9C6C2E833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3714"/>
              <a:ext cx="64" cy="40"/>
            </a:xfrm>
            <a:custGeom>
              <a:avLst/>
              <a:gdLst>
                <a:gd name="T0" fmla="*/ 56 w 64"/>
                <a:gd name="T1" fmla="*/ 40 h 40"/>
                <a:gd name="T2" fmla="*/ 64 w 64"/>
                <a:gd name="T3" fmla="*/ 24 h 40"/>
                <a:gd name="T4" fmla="*/ 8 w 64"/>
                <a:gd name="T5" fmla="*/ 0 h 40"/>
                <a:gd name="T6" fmla="*/ 0 w 64"/>
                <a:gd name="T7" fmla="*/ 16 h 40"/>
                <a:gd name="T8" fmla="*/ 56 w 64"/>
                <a:gd name="T9" fmla="*/ 4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56" y="40"/>
                  </a:moveTo>
                  <a:lnTo>
                    <a:pt x="64" y="24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08" name="Freeform 210">
              <a:extLst>
                <a:ext uri="{FF2B5EF4-FFF2-40B4-BE49-F238E27FC236}">
                  <a16:creationId xmlns:a16="http://schemas.microsoft.com/office/drawing/2014/main" id="{E9DB4669-034D-8B49-73C0-76EC3A3FA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3674"/>
              <a:ext cx="56" cy="32"/>
            </a:xfrm>
            <a:custGeom>
              <a:avLst/>
              <a:gdLst>
                <a:gd name="T0" fmla="*/ 48 w 56"/>
                <a:gd name="T1" fmla="*/ 32 h 32"/>
                <a:gd name="T2" fmla="*/ 56 w 56"/>
                <a:gd name="T3" fmla="*/ 16 h 32"/>
                <a:gd name="T4" fmla="*/ 8 w 56"/>
                <a:gd name="T5" fmla="*/ 0 h 32"/>
                <a:gd name="T6" fmla="*/ 8 w 56"/>
                <a:gd name="T7" fmla="*/ 0 h 32"/>
                <a:gd name="T8" fmla="*/ 0 w 56"/>
                <a:gd name="T9" fmla="*/ 16 h 32"/>
                <a:gd name="T10" fmla="*/ 0 w 56"/>
                <a:gd name="T11" fmla="*/ 16 h 32"/>
                <a:gd name="T12" fmla="*/ 48 w 56"/>
                <a:gd name="T13" fmla="*/ 32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6"/>
                <a:gd name="T22" fmla="*/ 0 h 32"/>
                <a:gd name="T23" fmla="*/ 56 w 56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6" h="32">
                  <a:moveTo>
                    <a:pt x="48" y="32"/>
                  </a:moveTo>
                  <a:lnTo>
                    <a:pt x="56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8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09" name="Freeform 211">
              <a:extLst>
                <a:ext uri="{FF2B5EF4-FFF2-40B4-BE49-F238E27FC236}">
                  <a16:creationId xmlns:a16="http://schemas.microsoft.com/office/drawing/2014/main" id="{677FF073-A593-63B9-F514-5E51DB91C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3666"/>
              <a:ext cx="24" cy="24"/>
            </a:xfrm>
            <a:custGeom>
              <a:avLst/>
              <a:gdLst>
                <a:gd name="T0" fmla="*/ 16 w 24"/>
                <a:gd name="T1" fmla="*/ 24 h 24"/>
                <a:gd name="T2" fmla="*/ 24 w 24"/>
                <a:gd name="T3" fmla="*/ 8 h 24"/>
                <a:gd name="T4" fmla="*/ 8 w 24"/>
                <a:gd name="T5" fmla="*/ 0 h 24"/>
                <a:gd name="T6" fmla="*/ 0 w 24"/>
                <a:gd name="T7" fmla="*/ 16 h 24"/>
                <a:gd name="T8" fmla="*/ 16 w 2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16" y="24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0" name="Freeform 212">
              <a:extLst>
                <a:ext uri="{FF2B5EF4-FFF2-40B4-BE49-F238E27FC236}">
                  <a16:creationId xmlns:a16="http://schemas.microsoft.com/office/drawing/2014/main" id="{965593E8-7DC1-0640-30AB-CB9841771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3610"/>
              <a:ext cx="64" cy="48"/>
            </a:xfrm>
            <a:custGeom>
              <a:avLst/>
              <a:gdLst>
                <a:gd name="T0" fmla="*/ 56 w 64"/>
                <a:gd name="T1" fmla="*/ 48 h 48"/>
                <a:gd name="T2" fmla="*/ 64 w 64"/>
                <a:gd name="T3" fmla="*/ 32 h 48"/>
                <a:gd name="T4" fmla="*/ 8 w 64"/>
                <a:gd name="T5" fmla="*/ 0 h 48"/>
                <a:gd name="T6" fmla="*/ 0 w 64"/>
                <a:gd name="T7" fmla="*/ 16 h 48"/>
                <a:gd name="T8" fmla="*/ 56 w 64"/>
                <a:gd name="T9" fmla="*/ 48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8"/>
                <a:gd name="T17" fmla="*/ 64 w 64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8">
                  <a:moveTo>
                    <a:pt x="56" y="48"/>
                  </a:moveTo>
                  <a:lnTo>
                    <a:pt x="64" y="32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4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1" name="Freeform 213">
              <a:extLst>
                <a:ext uri="{FF2B5EF4-FFF2-40B4-BE49-F238E27FC236}">
                  <a16:creationId xmlns:a16="http://schemas.microsoft.com/office/drawing/2014/main" id="{515A96E5-200F-1F81-506F-31599D69E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3578"/>
              <a:ext cx="24" cy="24"/>
            </a:xfrm>
            <a:custGeom>
              <a:avLst/>
              <a:gdLst>
                <a:gd name="T0" fmla="*/ 16 w 24"/>
                <a:gd name="T1" fmla="*/ 24 h 24"/>
                <a:gd name="T2" fmla="*/ 24 w 24"/>
                <a:gd name="T3" fmla="*/ 8 h 24"/>
                <a:gd name="T4" fmla="*/ 8 w 24"/>
                <a:gd name="T5" fmla="*/ 0 h 24"/>
                <a:gd name="T6" fmla="*/ 8 w 24"/>
                <a:gd name="T7" fmla="*/ 0 h 24"/>
                <a:gd name="T8" fmla="*/ 0 w 24"/>
                <a:gd name="T9" fmla="*/ 16 h 24"/>
                <a:gd name="T10" fmla="*/ 0 w 24"/>
                <a:gd name="T11" fmla="*/ 16 h 24"/>
                <a:gd name="T12" fmla="*/ 16 w 2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16" y="24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2" name="Freeform 214">
              <a:extLst>
                <a:ext uri="{FF2B5EF4-FFF2-40B4-BE49-F238E27FC236}">
                  <a16:creationId xmlns:a16="http://schemas.microsoft.com/office/drawing/2014/main" id="{FC212876-32D4-D9DB-9AD4-2BCE788EC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3554"/>
              <a:ext cx="40" cy="40"/>
            </a:xfrm>
            <a:custGeom>
              <a:avLst/>
              <a:gdLst>
                <a:gd name="T0" fmla="*/ 32 w 40"/>
                <a:gd name="T1" fmla="*/ 40 h 40"/>
                <a:gd name="T2" fmla="*/ 40 w 40"/>
                <a:gd name="T3" fmla="*/ 24 h 40"/>
                <a:gd name="T4" fmla="*/ 8 w 40"/>
                <a:gd name="T5" fmla="*/ 0 h 40"/>
                <a:gd name="T6" fmla="*/ 0 w 40"/>
                <a:gd name="T7" fmla="*/ 16 h 40"/>
                <a:gd name="T8" fmla="*/ 32 w 40"/>
                <a:gd name="T9" fmla="*/ 4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40"/>
                <a:gd name="T17" fmla="*/ 40 w 40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40">
                  <a:moveTo>
                    <a:pt x="32" y="40"/>
                  </a:moveTo>
                  <a:lnTo>
                    <a:pt x="40" y="24"/>
                  </a:lnTo>
                  <a:lnTo>
                    <a:pt x="8" y="0"/>
                  </a:lnTo>
                  <a:lnTo>
                    <a:pt x="0" y="16"/>
                  </a:lnTo>
                  <a:lnTo>
                    <a:pt x="32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3" name="Freeform 215">
              <a:extLst>
                <a:ext uri="{FF2B5EF4-FFF2-40B4-BE49-F238E27FC236}">
                  <a16:creationId xmlns:a16="http://schemas.microsoft.com/office/drawing/2014/main" id="{5606F469-F6F0-1149-FA0C-12665D70E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3490"/>
              <a:ext cx="64" cy="56"/>
            </a:xfrm>
            <a:custGeom>
              <a:avLst/>
              <a:gdLst>
                <a:gd name="T0" fmla="*/ 56 w 64"/>
                <a:gd name="T1" fmla="*/ 56 h 56"/>
                <a:gd name="T2" fmla="*/ 64 w 64"/>
                <a:gd name="T3" fmla="*/ 40 h 56"/>
                <a:gd name="T4" fmla="*/ 8 w 64"/>
                <a:gd name="T5" fmla="*/ 0 h 56"/>
                <a:gd name="T6" fmla="*/ 0 w 64"/>
                <a:gd name="T7" fmla="*/ 16 h 56"/>
                <a:gd name="T8" fmla="*/ 56 w 64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56" y="56"/>
                  </a:moveTo>
                  <a:lnTo>
                    <a:pt x="64" y="4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4" name="Freeform 216">
              <a:extLst>
                <a:ext uri="{FF2B5EF4-FFF2-40B4-BE49-F238E27FC236}">
                  <a16:creationId xmlns:a16="http://schemas.microsoft.com/office/drawing/2014/main" id="{B80D5B91-176B-EA1E-D1A6-D12089B3B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3426"/>
              <a:ext cx="56" cy="56"/>
            </a:xfrm>
            <a:custGeom>
              <a:avLst/>
              <a:gdLst>
                <a:gd name="T0" fmla="*/ 48 w 56"/>
                <a:gd name="T1" fmla="*/ 56 h 56"/>
                <a:gd name="T2" fmla="*/ 56 w 56"/>
                <a:gd name="T3" fmla="*/ 48 h 56"/>
                <a:gd name="T4" fmla="*/ 8 w 56"/>
                <a:gd name="T5" fmla="*/ 0 h 56"/>
                <a:gd name="T6" fmla="*/ 0 w 56"/>
                <a:gd name="T7" fmla="*/ 8 h 56"/>
                <a:gd name="T8" fmla="*/ 48 w 56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48" y="56"/>
                  </a:moveTo>
                  <a:lnTo>
                    <a:pt x="56" y="48"/>
                  </a:lnTo>
                  <a:lnTo>
                    <a:pt x="8" y="0"/>
                  </a:lnTo>
                  <a:lnTo>
                    <a:pt x="0" y="8"/>
                  </a:lnTo>
                  <a:lnTo>
                    <a:pt x="48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5" name="Freeform 217">
              <a:extLst>
                <a:ext uri="{FF2B5EF4-FFF2-40B4-BE49-F238E27FC236}">
                  <a16:creationId xmlns:a16="http://schemas.microsoft.com/office/drawing/2014/main" id="{BEBF9842-5645-DA90-CFDE-7519F0551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354"/>
              <a:ext cx="56" cy="56"/>
            </a:xfrm>
            <a:custGeom>
              <a:avLst/>
              <a:gdLst>
                <a:gd name="T0" fmla="*/ 48 w 56"/>
                <a:gd name="T1" fmla="*/ 56 h 56"/>
                <a:gd name="T2" fmla="*/ 56 w 56"/>
                <a:gd name="T3" fmla="*/ 40 h 56"/>
                <a:gd name="T4" fmla="*/ 8 w 56"/>
                <a:gd name="T5" fmla="*/ 0 h 56"/>
                <a:gd name="T6" fmla="*/ 0 w 56"/>
                <a:gd name="T7" fmla="*/ 16 h 56"/>
                <a:gd name="T8" fmla="*/ 48 w 56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48" y="56"/>
                  </a:moveTo>
                  <a:lnTo>
                    <a:pt x="56" y="4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8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6" name="Freeform 218">
              <a:extLst>
                <a:ext uri="{FF2B5EF4-FFF2-40B4-BE49-F238E27FC236}">
                  <a16:creationId xmlns:a16="http://schemas.microsoft.com/office/drawing/2014/main" id="{D8760112-E214-7938-74C4-D2BBCE8A7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3274"/>
              <a:ext cx="56" cy="56"/>
            </a:xfrm>
            <a:custGeom>
              <a:avLst/>
              <a:gdLst>
                <a:gd name="T0" fmla="*/ 48 w 56"/>
                <a:gd name="T1" fmla="*/ 56 h 56"/>
                <a:gd name="T2" fmla="*/ 56 w 56"/>
                <a:gd name="T3" fmla="*/ 40 h 56"/>
                <a:gd name="T4" fmla="*/ 8 w 56"/>
                <a:gd name="T5" fmla="*/ 0 h 56"/>
                <a:gd name="T6" fmla="*/ 0 w 56"/>
                <a:gd name="T7" fmla="*/ 16 h 56"/>
                <a:gd name="T8" fmla="*/ 48 w 56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48" y="56"/>
                  </a:moveTo>
                  <a:lnTo>
                    <a:pt x="56" y="4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8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7" name="Freeform 219">
              <a:extLst>
                <a:ext uri="{FF2B5EF4-FFF2-40B4-BE49-F238E27FC236}">
                  <a16:creationId xmlns:a16="http://schemas.microsoft.com/office/drawing/2014/main" id="{441D4772-6E6A-5599-DBE3-4F56698C0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3209"/>
              <a:ext cx="48" cy="49"/>
            </a:xfrm>
            <a:custGeom>
              <a:avLst/>
              <a:gdLst>
                <a:gd name="T0" fmla="*/ 40 w 48"/>
                <a:gd name="T1" fmla="*/ 49 h 49"/>
                <a:gd name="T2" fmla="*/ 48 w 48"/>
                <a:gd name="T3" fmla="*/ 41 h 49"/>
                <a:gd name="T4" fmla="*/ 8 w 48"/>
                <a:gd name="T5" fmla="*/ 0 h 49"/>
                <a:gd name="T6" fmla="*/ 8 w 48"/>
                <a:gd name="T7" fmla="*/ 0 h 49"/>
                <a:gd name="T8" fmla="*/ 0 w 48"/>
                <a:gd name="T9" fmla="*/ 8 h 49"/>
                <a:gd name="T10" fmla="*/ 0 w 48"/>
                <a:gd name="T11" fmla="*/ 8 h 49"/>
                <a:gd name="T12" fmla="*/ 40 w 48"/>
                <a:gd name="T13" fmla="*/ 49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49"/>
                <a:gd name="T23" fmla="*/ 48 w 48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49">
                  <a:moveTo>
                    <a:pt x="40" y="49"/>
                  </a:moveTo>
                  <a:lnTo>
                    <a:pt x="48" y="41"/>
                  </a:lnTo>
                  <a:lnTo>
                    <a:pt x="8" y="0"/>
                  </a:lnTo>
                  <a:lnTo>
                    <a:pt x="0" y="8"/>
                  </a:lnTo>
                  <a:lnTo>
                    <a:pt x="40" y="49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8" name="Freeform 220">
              <a:extLst>
                <a:ext uri="{FF2B5EF4-FFF2-40B4-BE49-F238E27FC236}">
                  <a16:creationId xmlns:a16="http://schemas.microsoft.com/office/drawing/2014/main" id="{E559F728-5667-6258-DF63-22EDD9AAD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3201"/>
              <a:ext cx="16" cy="16"/>
            </a:xfrm>
            <a:custGeom>
              <a:avLst/>
              <a:gdLst>
                <a:gd name="T0" fmla="*/ 8 w 16"/>
                <a:gd name="T1" fmla="*/ 16 h 16"/>
                <a:gd name="T2" fmla="*/ 16 w 16"/>
                <a:gd name="T3" fmla="*/ 8 h 16"/>
                <a:gd name="T4" fmla="*/ 8 w 16"/>
                <a:gd name="T5" fmla="*/ 0 h 16"/>
                <a:gd name="T6" fmla="*/ 0 w 16"/>
                <a:gd name="T7" fmla="*/ 8 h 16"/>
                <a:gd name="T8" fmla="*/ 8 w 16"/>
                <a:gd name="T9" fmla="*/ 1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16"/>
                <a:gd name="T17" fmla="*/ 16 w 16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16">
                  <a:moveTo>
                    <a:pt x="8" y="16"/>
                  </a:move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19" name="Freeform 221">
              <a:extLst>
                <a:ext uri="{FF2B5EF4-FFF2-40B4-BE49-F238E27FC236}">
                  <a16:creationId xmlns:a16="http://schemas.microsoft.com/office/drawing/2014/main" id="{4857E292-436D-13F8-890B-664F459BF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3113"/>
              <a:ext cx="56" cy="56"/>
            </a:xfrm>
            <a:custGeom>
              <a:avLst/>
              <a:gdLst>
                <a:gd name="T0" fmla="*/ 48 w 56"/>
                <a:gd name="T1" fmla="*/ 56 h 56"/>
                <a:gd name="T2" fmla="*/ 56 w 56"/>
                <a:gd name="T3" fmla="*/ 48 h 56"/>
                <a:gd name="T4" fmla="*/ 8 w 56"/>
                <a:gd name="T5" fmla="*/ 0 h 56"/>
                <a:gd name="T6" fmla="*/ 0 w 56"/>
                <a:gd name="T7" fmla="*/ 8 h 56"/>
                <a:gd name="T8" fmla="*/ 48 w 56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48" y="56"/>
                  </a:moveTo>
                  <a:lnTo>
                    <a:pt x="56" y="48"/>
                  </a:lnTo>
                  <a:lnTo>
                    <a:pt x="8" y="0"/>
                  </a:lnTo>
                  <a:lnTo>
                    <a:pt x="0" y="8"/>
                  </a:lnTo>
                  <a:lnTo>
                    <a:pt x="48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0" name="Freeform 222">
              <a:extLst>
                <a:ext uri="{FF2B5EF4-FFF2-40B4-BE49-F238E27FC236}">
                  <a16:creationId xmlns:a16="http://schemas.microsoft.com/office/drawing/2014/main" id="{250A8938-8F48-F290-09BC-14FF1B635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" y="3049"/>
              <a:ext cx="32" cy="32"/>
            </a:xfrm>
            <a:custGeom>
              <a:avLst/>
              <a:gdLst>
                <a:gd name="T0" fmla="*/ 16 w 32"/>
                <a:gd name="T1" fmla="*/ 32 h 32"/>
                <a:gd name="T2" fmla="*/ 32 w 32"/>
                <a:gd name="T3" fmla="*/ 24 h 32"/>
                <a:gd name="T4" fmla="*/ 16 w 32"/>
                <a:gd name="T5" fmla="*/ 0 h 32"/>
                <a:gd name="T6" fmla="*/ 0 w 32"/>
                <a:gd name="T7" fmla="*/ 8 h 32"/>
                <a:gd name="T8" fmla="*/ 16 w 32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16" y="32"/>
                  </a:moveTo>
                  <a:lnTo>
                    <a:pt x="32" y="24"/>
                  </a:lnTo>
                  <a:lnTo>
                    <a:pt x="16" y="0"/>
                  </a:lnTo>
                  <a:lnTo>
                    <a:pt x="0" y="8"/>
                  </a:lnTo>
                  <a:lnTo>
                    <a:pt x="16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1" name="Freeform 223">
              <a:extLst>
                <a:ext uri="{FF2B5EF4-FFF2-40B4-BE49-F238E27FC236}">
                  <a16:creationId xmlns:a16="http://schemas.microsoft.com/office/drawing/2014/main" id="{7A06C17E-DA79-EBDF-FA45-F8483C1EC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" y="2217"/>
              <a:ext cx="24" cy="32"/>
            </a:xfrm>
            <a:custGeom>
              <a:avLst/>
              <a:gdLst>
                <a:gd name="T0" fmla="*/ 0 w 24"/>
                <a:gd name="T1" fmla="*/ 24 h 32"/>
                <a:gd name="T2" fmla="*/ 16 w 24"/>
                <a:gd name="T3" fmla="*/ 32 h 32"/>
                <a:gd name="T4" fmla="*/ 24 w 24"/>
                <a:gd name="T5" fmla="*/ 8 h 32"/>
                <a:gd name="T6" fmla="*/ 8 w 24"/>
                <a:gd name="T7" fmla="*/ 0 h 32"/>
                <a:gd name="T8" fmla="*/ 0 w 24"/>
                <a:gd name="T9" fmla="*/ 24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2"/>
                <a:gd name="T17" fmla="*/ 24 w 2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2">
                  <a:moveTo>
                    <a:pt x="0" y="24"/>
                  </a:moveTo>
                  <a:lnTo>
                    <a:pt x="16" y="32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2" name="Freeform 224">
              <a:extLst>
                <a:ext uri="{FF2B5EF4-FFF2-40B4-BE49-F238E27FC236}">
                  <a16:creationId xmlns:a16="http://schemas.microsoft.com/office/drawing/2014/main" id="{C60FF366-7855-BF90-B0D8-E61215972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2113"/>
              <a:ext cx="40" cy="64"/>
            </a:xfrm>
            <a:custGeom>
              <a:avLst/>
              <a:gdLst>
                <a:gd name="T0" fmla="*/ 0 w 40"/>
                <a:gd name="T1" fmla="*/ 56 h 64"/>
                <a:gd name="T2" fmla="*/ 16 w 40"/>
                <a:gd name="T3" fmla="*/ 64 h 64"/>
                <a:gd name="T4" fmla="*/ 40 w 40"/>
                <a:gd name="T5" fmla="*/ 8 h 64"/>
                <a:gd name="T6" fmla="*/ 24 w 40"/>
                <a:gd name="T7" fmla="*/ 0 h 64"/>
                <a:gd name="T8" fmla="*/ 0 w 40"/>
                <a:gd name="T9" fmla="*/ 56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0" y="56"/>
                  </a:moveTo>
                  <a:lnTo>
                    <a:pt x="16" y="6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0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3" name="Freeform 225">
              <a:extLst>
                <a:ext uri="{FF2B5EF4-FFF2-40B4-BE49-F238E27FC236}">
                  <a16:creationId xmlns:a16="http://schemas.microsoft.com/office/drawing/2014/main" id="{CDD227AC-646C-5F3E-88A0-EEB8648B9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009"/>
              <a:ext cx="40" cy="64"/>
            </a:xfrm>
            <a:custGeom>
              <a:avLst/>
              <a:gdLst>
                <a:gd name="T0" fmla="*/ 0 w 40"/>
                <a:gd name="T1" fmla="*/ 56 h 64"/>
                <a:gd name="T2" fmla="*/ 16 w 40"/>
                <a:gd name="T3" fmla="*/ 64 h 64"/>
                <a:gd name="T4" fmla="*/ 40 w 40"/>
                <a:gd name="T5" fmla="*/ 8 h 64"/>
                <a:gd name="T6" fmla="*/ 24 w 40"/>
                <a:gd name="T7" fmla="*/ 0 h 64"/>
                <a:gd name="T8" fmla="*/ 0 w 40"/>
                <a:gd name="T9" fmla="*/ 56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0" y="56"/>
                  </a:moveTo>
                  <a:lnTo>
                    <a:pt x="16" y="6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0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4" name="Freeform 226">
              <a:extLst>
                <a:ext uri="{FF2B5EF4-FFF2-40B4-BE49-F238E27FC236}">
                  <a16:creationId xmlns:a16="http://schemas.microsoft.com/office/drawing/2014/main" id="{08576B5A-3BD6-0B75-FB83-3FCCA94A6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1913"/>
              <a:ext cx="32" cy="56"/>
            </a:xfrm>
            <a:custGeom>
              <a:avLst/>
              <a:gdLst>
                <a:gd name="T0" fmla="*/ 0 w 32"/>
                <a:gd name="T1" fmla="*/ 48 h 56"/>
                <a:gd name="T2" fmla="*/ 16 w 32"/>
                <a:gd name="T3" fmla="*/ 56 h 56"/>
                <a:gd name="T4" fmla="*/ 32 w 32"/>
                <a:gd name="T5" fmla="*/ 8 h 56"/>
                <a:gd name="T6" fmla="*/ 32 w 32"/>
                <a:gd name="T7" fmla="*/ 8 h 56"/>
                <a:gd name="T8" fmla="*/ 24 w 32"/>
                <a:gd name="T9" fmla="*/ 0 h 56"/>
                <a:gd name="T10" fmla="*/ 16 w 32"/>
                <a:gd name="T11" fmla="*/ 0 h 56"/>
                <a:gd name="T12" fmla="*/ 0 w 32"/>
                <a:gd name="T13" fmla="*/ 4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56"/>
                <a:gd name="T23" fmla="*/ 32 w 32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56">
                  <a:moveTo>
                    <a:pt x="0" y="48"/>
                  </a:moveTo>
                  <a:lnTo>
                    <a:pt x="16" y="5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4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5" name="Freeform 227">
              <a:extLst>
                <a:ext uri="{FF2B5EF4-FFF2-40B4-BE49-F238E27FC236}">
                  <a16:creationId xmlns:a16="http://schemas.microsoft.com/office/drawing/2014/main" id="{691E3E0A-ED11-3EC5-3351-A65E75A98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905"/>
              <a:ext cx="16" cy="16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16 h 16"/>
                <a:gd name="T4" fmla="*/ 16 w 16"/>
                <a:gd name="T5" fmla="*/ 8 h 16"/>
                <a:gd name="T6" fmla="*/ 8 w 16"/>
                <a:gd name="T7" fmla="*/ 0 h 16"/>
                <a:gd name="T8" fmla="*/ 0 w 16"/>
                <a:gd name="T9" fmla="*/ 8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16"/>
                <a:gd name="T17" fmla="*/ 16 w 16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16">
                  <a:moveTo>
                    <a:pt x="0" y="8"/>
                  </a:moveTo>
                  <a:lnTo>
                    <a:pt x="8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6" name="Freeform 228">
              <a:extLst>
                <a:ext uri="{FF2B5EF4-FFF2-40B4-BE49-F238E27FC236}">
                  <a16:creationId xmlns:a16="http://schemas.microsoft.com/office/drawing/2014/main" id="{094D564A-7561-54A8-F89A-38F9ED8B9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1801"/>
              <a:ext cx="48" cy="64"/>
            </a:xfrm>
            <a:custGeom>
              <a:avLst/>
              <a:gdLst>
                <a:gd name="T0" fmla="*/ 0 w 48"/>
                <a:gd name="T1" fmla="*/ 56 h 64"/>
                <a:gd name="T2" fmla="*/ 16 w 48"/>
                <a:gd name="T3" fmla="*/ 64 h 64"/>
                <a:gd name="T4" fmla="*/ 48 w 48"/>
                <a:gd name="T5" fmla="*/ 8 h 64"/>
                <a:gd name="T6" fmla="*/ 32 w 48"/>
                <a:gd name="T7" fmla="*/ 0 h 64"/>
                <a:gd name="T8" fmla="*/ 0 w 48"/>
                <a:gd name="T9" fmla="*/ 56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64"/>
                <a:gd name="T17" fmla="*/ 48 w 48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64">
                  <a:moveTo>
                    <a:pt x="0" y="56"/>
                  </a:moveTo>
                  <a:lnTo>
                    <a:pt x="16" y="64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7" name="Freeform 229">
              <a:extLst>
                <a:ext uri="{FF2B5EF4-FFF2-40B4-BE49-F238E27FC236}">
                  <a16:creationId xmlns:a16="http://schemas.microsoft.com/office/drawing/2014/main" id="{4F91CDF9-E981-1C1C-F567-31FDCC229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1705"/>
              <a:ext cx="48" cy="64"/>
            </a:xfrm>
            <a:custGeom>
              <a:avLst/>
              <a:gdLst>
                <a:gd name="T0" fmla="*/ 0 w 48"/>
                <a:gd name="T1" fmla="*/ 56 h 64"/>
                <a:gd name="T2" fmla="*/ 16 w 48"/>
                <a:gd name="T3" fmla="*/ 64 h 64"/>
                <a:gd name="T4" fmla="*/ 48 w 48"/>
                <a:gd name="T5" fmla="*/ 8 h 64"/>
                <a:gd name="T6" fmla="*/ 32 w 48"/>
                <a:gd name="T7" fmla="*/ 0 h 64"/>
                <a:gd name="T8" fmla="*/ 0 w 48"/>
                <a:gd name="T9" fmla="*/ 56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64"/>
                <a:gd name="T17" fmla="*/ 48 w 48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64">
                  <a:moveTo>
                    <a:pt x="0" y="56"/>
                  </a:moveTo>
                  <a:lnTo>
                    <a:pt x="16" y="64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5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8" name="Freeform 230">
              <a:extLst>
                <a:ext uri="{FF2B5EF4-FFF2-40B4-BE49-F238E27FC236}">
                  <a16:creationId xmlns:a16="http://schemas.microsoft.com/office/drawing/2014/main" id="{17558A1B-19E6-1CF7-7912-F07F81257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625"/>
              <a:ext cx="40" cy="48"/>
            </a:xfrm>
            <a:custGeom>
              <a:avLst/>
              <a:gdLst>
                <a:gd name="T0" fmla="*/ 0 w 40"/>
                <a:gd name="T1" fmla="*/ 40 h 48"/>
                <a:gd name="T2" fmla="*/ 16 w 40"/>
                <a:gd name="T3" fmla="*/ 48 h 48"/>
                <a:gd name="T4" fmla="*/ 40 w 40"/>
                <a:gd name="T5" fmla="*/ 8 h 48"/>
                <a:gd name="T6" fmla="*/ 40 w 40"/>
                <a:gd name="T7" fmla="*/ 8 h 48"/>
                <a:gd name="T8" fmla="*/ 24 w 40"/>
                <a:gd name="T9" fmla="*/ 0 h 48"/>
                <a:gd name="T10" fmla="*/ 24 w 40"/>
                <a:gd name="T11" fmla="*/ 0 h 48"/>
                <a:gd name="T12" fmla="*/ 0 w 40"/>
                <a:gd name="T13" fmla="*/ 4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48"/>
                <a:gd name="T23" fmla="*/ 40 w 40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48">
                  <a:moveTo>
                    <a:pt x="0" y="40"/>
                  </a:moveTo>
                  <a:lnTo>
                    <a:pt x="16" y="48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29" name="Freeform 231">
              <a:extLst>
                <a:ext uri="{FF2B5EF4-FFF2-40B4-BE49-F238E27FC236}">
                  <a16:creationId xmlns:a16="http://schemas.microsoft.com/office/drawing/2014/main" id="{75A5442A-E070-06E2-F32F-19B7923D3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1609"/>
              <a:ext cx="24" cy="24"/>
            </a:xfrm>
            <a:custGeom>
              <a:avLst/>
              <a:gdLst>
                <a:gd name="T0" fmla="*/ 0 w 24"/>
                <a:gd name="T1" fmla="*/ 16 h 24"/>
                <a:gd name="T2" fmla="*/ 16 w 24"/>
                <a:gd name="T3" fmla="*/ 24 h 24"/>
                <a:gd name="T4" fmla="*/ 24 w 24"/>
                <a:gd name="T5" fmla="*/ 8 h 24"/>
                <a:gd name="T6" fmla="*/ 8 w 24"/>
                <a:gd name="T7" fmla="*/ 0 h 24"/>
                <a:gd name="T8" fmla="*/ 0 w 24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16"/>
                  </a:moveTo>
                  <a:lnTo>
                    <a:pt x="16" y="24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0" name="Freeform 232">
              <a:extLst>
                <a:ext uri="{FF2B5EF4-FFF2-40B4-BE49-F238E27FC236}">
                  <a16:creationId xmlns:a16="http://schemas.microsoft.com/office/drawing/2014/main" id="{223EF617-CAAE-1D9A-1467-01107BDCE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1521"/>
              <a:ext cx="48" cy="56"/>
            </a:xfrm>
            <a:custGeom>
              <a:avLst/>
              <a:gdLst>
                <a:gd name="T0" fmla="*/ 0 w 48"/>
                <a:gd name="T1" fmla="*/ 48 h 56"/>
                <a:gd name="T2" fmla="*/ 16 w 48"/>
                <a:gd name="T3" fmla="*/ 56 h 56"/>
                <a:gd name="T4" fmla="*/ 48 w 48"/>
                <a:gd name="T5" fmla="*/ 8 h 56"/>
                <a:gd name="T6" fmla="*/ 32 w 48"/>
                <a:gd name="T7" fmla="*/ 0 h 56"/>
                <a:gd name="T8" fmla="*/ 0 w 48"/>
                <a:gd name="T9" fmla="*/ 4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6"/>
                <a:gd name="T17" fmla="*/ 48 w 48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6">
                  <a:moveTo>
                    <a:pt x="0" y="48"/>
                  </a:moveTo>
                  <a:lnTo>
                    <a:pt x="16" y="5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4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1" name="Freeform 233">
              <a:extLst>
                <a:ext uri="{FF2B5EF4-FFF2-40B4-BE49-F238E27FC236}">
                  <a16:creationId xmlns:a16="http://schemas.microsoft.com/office/drawing/2014/main" id="{81344DCE-2300-E211-3285-B81D04790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" y="1433"/>
              <a:ext cx="48" cy="56"/>
            </a:xfrm>
            <a:custGeom>
              <a:avLst/>
              <a:gdLst>
                <a:gd name="T0" fmla="*/ 0 w 48"/>
                <a:gd name="T1" fmla="*/ 48 h 56"/>
                <a:gd name="T2" fmla="*/ 16 w 48"/>
                <a:gd name="T3" fmla="*/ 56 h 56"/>
                <a:gd name="T4" fmla="*/ 48 w 48"/>
                <a:gd name="T5" fmla="*/ 8 h 56"/>
                <a:gd name="T6" fmla="*/ 32 w 48"/>
                <a:gd name="T7" fmla="*/ 0 h 56"/>
                <a:gd name="T8" fmla="*/ 0 w 48"/>
                <a:gd name="T9" fmla="*/ 4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56"/>
                <a:gd name="T17" fmla="*/ 48 w 48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56">
                  <a:moveTo>
                    <a:pt x="0" y="48"/>
                  </a:moveTo>
                  <a:lnTo>
                    <a:pt x="16" y="5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4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2" name="Freeform 234">
              <a:extLst>
                <a:ext uri="{FF2B5EF4-FFF2-40B4-BE49-F238E27FC236}">
                  <a16:creationId xmlns:a16="http://schemas.microsoft.com/office/drawing/2014/main" id="{80ACBF44-C7B4-6CD9-11B1-8E53E7B9E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369"/>
              <a:ext cx="32" cy="32"/>
            </a:xfrm>
            <a:custGeom>
              <a:avLst/>
              <a:gdLst>
                <a:gd name="T0" fmla="*/ 0 w 32"/>
                <a:gd name="T1" fmla="*/ 24 h 32"/>
                <a:gd name="T2" fmla="*/ 16 w 32"/>
                <a:gd name="T3" fmla="*/ 32 h 32"/>
                <a:gd name="T4" fmla="*/ 32 w 32"/>
                <a:gd name="T5" fmla="*/ 8 h 32"/>
                <a:gd name="T6" fmla="*/ 32 w 32"/>
                <a:gd name="T7" fmla="*/ 8 h 32"/>
                <a:gd name="T8" fmla="*/ 24 w 32"/>
                <a:gd name="T9" fmla="*/ 0 h 32"/>
                <a:gd name="T10" fmla="*/ 16 w 32"/>
                <a:gd name="T11" fmla="*/ 0 h 32"/>
                <a:gd name="T12" fmla="*/ 0 w 32"/>
                <a:gd name="T13" fmla="*/ 24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0" y="24"/>
                  </a:moveTo>
                  <a:lnTo>
                    <a:pt x="16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3" name="Freeform 235">
              <a:extLst>
                <a:ext uri="{FF2B5EF4-FFF2-40B4-BE49-F238E27FC236}">
                  <a16:creationId xmlns:a16="http://schemas.microsoft.com/office/drawing/2014/main" id="{EE524EF3-ED5A-03E5-9AE8-844F3BC2B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1345"/>
              <a:ext cx="32" cy="32"/>
            </a:xfrm>
            <a:custGeom>
              <a:avLst/>
              <a:gdLst>
                <a:gd name="T0" fmla="*/ 0 w 32"/>
                <a:gd name="T1" fmla="*/ 24 h 32"/>
                <a:gd name="T2" fmla="*/ 8 w 32"/>
                <a:gd name="T3" fmla="*/ 32 h 32"/>
                <a:gd name="T4" fmla="*/ 32 w 32"/>
                <a:gd name="T5" fmla="*/ 8 h 32"/>
                <a:gd name="T6" fmla="*/ 24 w 32"/>
                <a:gd name="T7" fmla="*/ 0 h 32"/>
                <a:gd name="T8" fmla="*/ 0 w 32"/>
                <a:gd name="T9" fmla="*/ 24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0" y="24"/>
                  </a:moveTo>
                  <a:lnTo>
                    <a:pt x="8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4" name="Freeform 236">
              <a:extLst>
                <a:ext uri="{FF2B5EF4-FFF2-40B4-BE49-F238E27FC236}">
                  <a16:creationId xmlns:a16="http://schemas.microsoft.com/office/drawing/2014/main" id="{3D00B798-5B49-4ECD-6BE7-3C13720AA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" y="1257"/>
              <a:ext cx="56" cy="56"/>
            </a:xfrm>
            <a:custGeom>
              <a:avLst/>
              <a:gdLst>
                <a:gd name="T0" fmla="*/ 0 w 56"/>
                <a:gd name="T1" fmla="*/ 40 h 56"/>
                <a:gd name="T2" fmla="*/ 8 w 56"/>
                <a:gd name="T3" fmla="*/ 56 h 56"/>
                <a:gd name="T4" fmla="*/ 56 w 56"/>
                <a:gd name="T5" fmla="*/ 16 h 56"/>
                <a:gd name="T6" fmla="*/ 48 w 56"/>
                <a:gd name="T7" fmla="*/ 0 h 56"/>
                <a:gd name="T8" fmla="*/ 0 w 56"/>
                <a:gd name="T9" fmla="*/ 4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0" y="40"/>
                  </a:moveTo>
                  <a:lnTo>
                    <a:pt x="8" y="56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5" name="Freeform 237">
              <a:extLst>
                <a:ext uri="{FF2B5EF4-FFF2-40B4-BE49-F238E27FC236}">
                  <a16:creationId xmlns:a16="http://schemas.microsoft.com/office/drawing/2014/main" id="{2AD74152-8D13-EC21-B09C-FDAB027DD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185"/>
              <a:ext cx="48" cy="48"/>
            </a:xfrm>
            <a:custGeom>
              <a:avLst/>
              <a:gdLst>
                <a:gd name="T0" fmla="*/ 0 w 48"/>
                <a:gd name="T1" fmla="*/ 40 h 48"/>
                <a:gd name="T2" fmla="*/ 8 w 48"/>
                <a:gd name="T3" fmla="*/ 48 h 48"/>
                <a:gd name="T4" fmla="*/ 48 w 48"/>
                <a:gd name="T5" fmla="*/ 8 h 48"/>
                <a:gd name="T6" fmla="*/ 40 w 48"/>
                <a:gd name="T7" fmla="*/ 0 h 48"/>
                <a:gd name="T8" fmla="*/ 0 w 48"/>
                <a:gd name="T9" fmla="*/ 4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48"/>
                <a:gd name="T17" fmla="*/ 48 w 48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48">
                  <a:moveTo>
                    <a:pt x="0" y="40"/>
                  </a:moveTo>
                  <a:lnTo>
                    <a:pt x="8" y="4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6" name="Freeform 238">
              <a:extLst>
                <a:ext uri="{FF2B5EF4-FFF2-40B4-BE49-F238E27FC236}">
                  <a16:creationId xmlns:a16="http://schemas.microsoft.com/office/drawing/2014/main" id="{EAD10746-65C1-7712-1641-C3DC2B1A8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129"/>
              <a:ext cx="16" cy="24"/>
            </a:xfrm>
            <a:custGeom>
              <a:avLst/>
              <a:gdLst>
                <a:gd name="T0" fmla="*/ 0 w 16"/>
                <a:gd name="T1" fmla="*/ 16 h 24"/>
                <a:gd name="T2" fmla="*/ 8 w 16"/>
                <a:gd name="T3" fmla="*/ 24 h 24"/>
                <a:gd name="T4" fmla="*/ 16 w 16"/>
                <a:gd name="T5" fmla="*/ 16 h 24"/>
                <a:gd name="T6" fmla="*/ 16 w 16"/>
                <a:gd name="T7" fmla="*/ 16 h 24"/>
                <a:gd name="T8" fmla="*/ 8 w 16"/>
                <a:gd name="T9" fmla="*/ 0 h 24"/>
                <a:gd name="T10" fmla="*/ 8 w 16"/>
                <a:gd name="T11" fmla="*/ 8 h 24"/>
                <a:gd name="T12" fmla="*/ 0 w 16"/>
                <a:gd name="T13" fmla="*/ 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24"/>
                <a:gd name="T23" fmla="*/ 16 w 16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24">
                  <a:moveTo>
                    <a:pt x="0" y="16"/>
                  </a:moveTo>
                  <a:lnTo>
                    <a:pt x="8" y="24"/>
                  </a:lnTo>
                  <a:lnTo>
                    <a:pt x="16" y="16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7" name="Freeform 239">
              <a:extLst>
                <a:ext uri="{FF2B5EF4-FFF2-40B4-BE49-F238E27FC236}">
                  <a16:creationId xmlns:a16="http://schemas.microsoft.com/office/drawing/2014/main" id="{E71A3C7A-507F-3ADF-33EE-4F3B71CFE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097"/>
              <a:ext cx="48" cy="48"/>
            </a:xfrm>
            <a:custGeom>
              <a:avLst/>
              <a:gdLst>
                <a:gd name="T0" fmla="*/ 0 w 48"/>
                <a:gd name="T1" fmla="*/ 32 h 48"/>
                <a:gd name="T2" fmla="*/ 8 w 48"/>
                <a:gd name="T3" fmla="*/ 48 h 48"/>
                <a:gd name="T4" fmla="*/ 48 w 48"/>
                <a:gd name="T5" fmla="*/ 16 h 48"/>
                <a:gd name="T6" fmla="*/ 40 w 48"/>
                <a:gd name="T7" fmla="*/ 0 h 48"/>
                <a:gd name="T8" fmla="*/ 0 w 48"/>
                <a:gd name="T9" fmla="*/ 32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48"/>
                <a:gd name="T17" fmla="*/ 48 w 48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48">
                  <a:moveTo>
                    <a:pt x="0" y="32"/>
                  </a:moveTo>
                  <a:lnTo>
                    <a:pt x="8" y="48"/>
                  </a:lnTo>
                  <a:lnTo>
                    <a:pt x="48" y="16"/>
                  </a:lnTo>
                  <a:lnTo>
                    <a:pt x="40" y="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8" name="Freeform 240">
              <a:extLst>
                <a:ext uri="{FF2B5EF4-FFF2-40B4-BE49-F238E27FC236}">
                  <a16:creationId xmlns:a16="http://schemas.microsoft.com/office/drawing/2014/main" id="{8989076B-94D0-3EE3-EDEE-01CCBBB43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024"/>
              <a:ext cx="56" cy="57"/>
            </a:xfrm>
            <a:custGeom>
              <a:avLst/>
              <a:gdLst>
                <a:gd name="T0" fmla="*/ 0 w 56"/>
                <a:gd name="T1" fmla="*/ 40 h 57"/>
                <a:gd name="T2" fmla="*/ 8 w 56"/>
                <a:gd name="T3" fmla="*/ 57 h 57"/>
                <a:gd name="T4" fmla="*/ 56 w 56"/>
                <a:gd name="T5" fmla="*/ 16 h 57"/>
                <a:gd name="T6" fmla="*/ 48 w 56"/>
                <a:gd name="T7" fmla="*/ 0 h 57"/>
                <a:gd name="T8" fmla="*/ 0 w 56"/>
                <a:gd name="T9" fmla="*/ 4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7"/>
                <a:gd name="T17" fmla="*/ 56 w 56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7">
                  <a:moveTo>
                    <a:pt x="0" y="40"/>
                  </a:moveTo>
                  <a:lnTo>
                    <a:pt x="8" y="57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39" name="Freeform 241">
              <a:extLst>
                <a:ext uri="{FF2B5EF4-FFF2-40B4-BE49-F238E27FC236}">
                  <a16:creationId xmlns:a16="http://schemas.microsoft.com/office/drawing/2014/main" id="{8F83C468-FF40-CF0F-4C61-E4FB19A35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960"/>
              <a:ext cx="56" cy="56"/>
            </a:xfrm>
            <a:custGeom>
              <a:avLst/>
              <a:gdLst>
                <a:gd name="T0" fmla="*/ 0 w 56"/>
                <a:gd name="T1" fmla="*/ 40 h 56"/>
                <a:gd name="T2" fmla="*/ 8 w 56"/>
                <a:gd name="T3" fmla="*/ 56 h 56"/>
                <a:gd name="T4" fmla="*/ 56 w 56"/>
                <a:gd name="T5" fmla="*/ 16 h 56"/>
                <a:gd name="T6" fmla="*/ 48 w 56"/>
                <a:gd name="T7" fmla="*/ 0 h 56"/>
                <a:gd name="T8" fmla="*/ 0 w 56"/>
                <a:gd name="T9" fmla="*/ 4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0" y="40"/>
                  </a:moveTo>
                  <a:lnTo>
                    <a:pt x="8" y="56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0" name="Freeform 242">
              <a:extLst>
                <a:ext uri="{FF2B5EF4-FFF2-40B4-BE49-F238E27FC236}">
                  <a16:creationId xmlns:a16="http://schemas.microsoft.com/office/drawing/2014/main" id="{C5527208-9CE2-F44E-0DEF-581CBA2C9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896"/>
              <a:ext cx="56" cy="48"/>
            </a:xfrm>
            <a:custGeom>
              <a:avLst/>
              <a:gdLst>
                <a:gd name="T0" fmla="*/ 0 w 56"/>
                <a:gd name="T1" fmla="*/ 32 h 48"/>
                <a:gd name="T2" fmla="*/ 8 w 56"/>
                <a:gd name="T3" fmla="*/ 48 h 48"/>
                <a:gd name="T4" fmla="*/ 56 w 56"/>
                <a:gd name="T5" fmla="*/ 16 h 48"/>
                <a:gd name="T6" fmla="*/ 48 w 56"/>
                <a:gd name="T7" fmla="*/ 0 h 48"/>
                <a:gd name="T8" fmla="*/ 0 w 56"/>
                <a:gd name="T9" fmla="*/ 32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48"/>
                <a:gd name="T17" fmla="*/ 56 w 56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48">
                  <a:moveTo>
                    <a:pt x="0" y="32"/>
                  </a:moveTo>
                  <a:lnTo>
                    <a:pt x="8" y="48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1" name="Freeform 243">
              <a:extLst>
                <a:ext uri="{FF2B5EF4-FFF2-40B4-BE49-F238E27FC236}">
                  <a16:creationId xmlns:a16="http://schemas.microsoft.com/office/drawing/2014/main" id="{2BED1FB6-5CBA-378E-32BE-25A73E8B9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" y="832"/>
              <a:ext cx="64" cy="56"/>
            </a:xfrm>
            <a:custGeom>
              <a:avLst/>
              <a:gdLst>
                <a:gd name="T0" fmla="*/ 0 w 64"/>
                <a:gd name="T1" fmla="*/ 40 h 56"/>
                <a:gd name="T2" fmla="*/ 8 w 64"/>
                <a:gd name="T3" fmla="*/ 56 h 56"/>
                <a:gd name="T4" fmla="*/ 64 w 64"/>
                <a:gd name="T5" fmla="*/ 16 h 56"/>
                <a:gd name="T6" fmla="*/ 56 w 64"/>
                <a:gd name="T7" fmla="*/ 0 h 56"/>
                <a:gd name="T8" fmla="*/ 0 w 64"/>
                <a:gd name="T9" fmla="*/ 4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0" y="40"/>
                  </a:moveTo>
                  <a:lnTo>
                    <a:pt x="8" y="5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4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2" name="Freeform 244">
              <a:extLst>
                <a:ext uri="{FF2B5EF4-FFF2-40B4-BE49-F238E27FC236}">
                  <a16:creationId xmlns:a16="http://schemas.microsoft.com/office/drawing/2014/main" id="{1716AAC3-6F08-7CCC-73FD-C32975B7F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776"/>
              <a:ext cx="56" cy="48"/>
            </a:xfrm>
            <a:custGeom>
              <a:avLst/>
              <a:gdLst>
                <a:gd name="T0" fmla="*/ 0 w 56"/>
                <a:gd name="T1" fmla="*/ 32 h 48"/>
                <a:gd name="T2" fmla="*/ 8 w 56"/>
                <a:gd name="T3" fmla="*/ 48 h 48"/>
                <a:gd name="T4" fmla="*/ 56 w 56"/>
                <a:gd name="T5" fmla="*/ 16 h 48"/>
                <a:gd name="T6" fmla="*/ 48 w 56"/>
                <a:gd name="T7" fmla="*/ 16 h 48"/>
                <a:gd name="T8" fmla="*/ 48 w 56"/>
                <a:gd name="T9" fmla="*/ 0 h 48"/>
                <a:gd name="T10" fmla="*/ 48 w 56"/>
                <a:gd name="T11" fmla="*/ 0 h 48"/>
                <a:gd name="T12" fmla="*/ 0 w 56"/>
                <a:gd name="T13" fmla="*/ 32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6"/>
                <a:gd name="T22" fmla="*/ 0 h 48"/>
                <a:gd name="T23" fmla="*/ 56 w 56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6" h="48">
                  <a:moveTo>
                    <a:pt x="0" y="32"/>
                  </a:moveTo>
                  <a:lnTo>
                    <a:pt x="8" y="48"/>
                  </a:lnTo>
                  <a:lnTo>
                    <a:pt x="56" y="16"/>
                  </a:lnTo>
                  <a:lnTo>
                    <a:pt x="48" y="16"/>
                  </a:lnTo>
                  <a:lnTo>
                    <a:pt x="48" y="0"/>
                  </a:lnTo>
                  <a:lnTo>
                    <a:pt x="0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3" name="Rectangle 245">
              <a:extLst>
                <a:ext uri="{FF2B5EF4-FFF2-40B4-BE49-F238E27FC236}">
                  <a16:creationId xmlns:a16="http://schemas.microsoft.com/office/drawing/2014/main" id="{658832D9-2B96-C40C-3FC1-08227F6D6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776"/>
              <a:ext cx="8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44" name="Freeform 246">
              <a:extLst>
                <a:ext uri="{FF2B5EF4-FFF2-40B4-BE49-F238E27FC236}">
                  <a16:creationId xmlns:a16="http://schemas.microsoft.com/office/drawing/2014/main" id="{58AB75FB-BAB3-8FE9-EAB0-3A51ED4E0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728"/>
              <a:ext cx="64" cy="40"/>
            </a:xfrm>
            <a:custGeom>
              <a:avLst/>
              <a:gdLst>
                <a:gd name="T0" fmla="*/ 0 w 64"/>
                <a:gd name="T1" fmla="*/ 24 h 40"/>
                <a:gd name="T2" fmla="*/ 8 w 64"/>
                <a:gd name="T3" fmla="*/ 40 h 40"/>
                <a:gd name="T4" fmla="*/ 64 w 64"/>
                <a:gd name="T5" fmla="*/ 16 h 40"/>
                <a:gd name="T6" fmla="*/ 56 w 64"/>
                <a:gd name="T7" fmla="*/ 0 h 40"/>
                <a:gd name="T8" fmla="*/ 0 w 64"/>
                <a:gd name="T9" fmla="*/ 2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0" y="24"/>
                  </a:moveTo>
                  <a:lnTo>
                    <a:pt x="8" y="40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5" name="Freeform 247">
              <a:extLst>
                <a:ext uri="{FF2B5EF4-FFF2-40B4-BE49-F238E27FC236}">
                  <a16:creationId xmlns:a16="http://schemas.microsoft.com/office/drawing/2014/main" id="{7DFCF141-B084-7326-CE84-EA3EF4BA0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680"/>
              <a:ext cx="64" cy="40"/>
            </a:xfrm>
            <a:custGeom>
              <a:avLst/>
              <a:gdLst>
                <a:gd name="T0" fmla="*/ 0 w 64"/>
                <a:gd name="T1" fmla="*/ 24 h 40"/>
                <a:gd name="T2" fmla="*/ 8 w 64"/>
                <a:gd name="T3" fmla="*/ 40 h 40"/>
                <a:gd name="T4" fmla="*/ 64 w 64"/>
                <a:gd name="T5" fmla="*/ 16 h 40"/>
                <a:gd name="T6" fmla="*/ 56 w 64"/>
                <a:gd name="T7" fmla="*/ 0 h 40"/>
                <a:gd name="T8" fmla="*/ 0 w 64"/>
                <a:gd name="T9" fmla="*/ 2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0" y="24"/>
                  </a:moveTo>
                  <a:lnTo>
                    <a:pt x="8" y="40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6" name="Freeform 248">
              <a:extLst>
                <a:ext uri="{FF2B5EF4-FFF2-40B4-BE49-F238E27FC236}">
                  <a16:creationId xmlns:a16="http://schemas.microsoft.com/office/drawing/2014/main" id="{6EA59A11-5959-B8C9-574B-E4E8E9C3F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648"/>
              <a:ext cx="24" cy="24"/>
            </a:xfrm>
            <a:custGeom>
              <a:avLst/>
              <a:gdLst>
                <a:gd name="T0" fmla="*/ 0 w 24"/>
                <a:gd name="T1" fmla="*/ 8 h 24"/>
                <a:gd name="T2" fmla="*/ 8 w 24"/>
                <a:gd name="T3" fmla="*/ 24 h 24"/>
                <a:gd name="T4" fmla="*/ 24 w 24"/>
                <a:gd name="T5" fmla="*/ 16 h 24"/>
                <a:gd name="T6" fmla="*/ 24 w 24"/>
                <a:gd name="T7" fmla="*/ 16 h 24"/>
                <a:gd name="T8" fmla="*/ 16 w 24"/>
                <a:gd name="T9" fmla="*/ 0 h 24"/>
                <a:gd name="T10" fmla="*/ 16 w 24"/>
                <a:gd name="T11" fmla="*/ 0 h 24"/>
                <a:gd name="T12" fmla="*/ 0 w 24"/>
                <a:gd name="T13" fmla="*/ 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8"/>
                  </a:moveTo>
                  <a:lnTo>
                    <a:pt x="8" y="24"/>
                  </a:lnTo>
                  <a:lnTo>
                    <a:pt x="24" y="16"/>
                  </a:lnTo>
                  <a:lnTo>
                    <a:pt x="16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7" name="Freeform 249">
              <a:extLst>
                <a:ext uri="{FF2B5EF4-FFF2-40B4-BE49-F238E27FC236}">
                  <a16:creationId xmlns:a16="http://schemas.microsoft.com/office/drawing/2014/main" id="{BB26D888-5FE9-A23B-465F-1E52DEEE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632"/>
              <a:ext cx="48" cy="32"/>
            </a:xfrm>
            <a:custGeom>
              <a:avLst/>
              <a:gdLst>
                <a:gd name="T0" fmla="*/ 0 w 48"/>
                <a:gd name="T1" fmla="*/ 16 h 32"/>
                <a:gd name="T2" fmla="*/ 8 w 48"/>
                <a:gd name="T3" fmla="*/ 32 h 32"/>
                <a:gd name="T4" fmla="*/ 48 w 48"/>
                <a:gd name="T5" fmla="*/ 16 h 32"/>
                <a:gd name="T6" fmla="*/ 40 w 48"/>
                <a:gd name="T7" fmla="*/ 0 h 32"/>
                <a:gd name="T8" fmla="*/ 0 w 48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32"/>
                <a:gd name="T17" fmla="*/ 48 w 48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32">
                  <a:moveTo>
                    <a:pt x="0" y="16"/>
                  </a:moveTo>
                  <a:lnTo>
                    <a:pt x="8" y="32"/>
                  </a:lnTo>
                  <a:lnTo>
                    <a:pt x="48" y="16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8" name="Freeform 250">
              <a:extLst>
                <a:ext uri="{FF2B5EF4-FFF2-40B4-BE49-F238E27FC236}">
                  <a16:creationId xmlns:a16="http://schemas.microsoft.com/office/drawing/2014/main" id="{E9955113-E73C-DBC4-1FD0-0922C37C7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0" y="600"/>
              <a:ext cx="64" cy="32"/>
            </a:xfrm>
            <a:custGeom>
              <a:avLst/>
              <a:gdLst>
                <a:gd name="T0" fmla="*/ 0 w 64"/>
                <a:gd name="T1" fmla="*/ 16 h 32"/>
                <a:gd name="T2" fmla="*/ 8 w 64"/>
                <a:gd name="T3" fmla="*/ 32 h 32"/>
                <a:gd name="T4" fmla="*/ 64 w 64"/>
                <a:gd name="T5" fmla="*/ 16 h 32"/>
                <a:gd name="T6" fmla="*/ 56 w 64"/>
                <a:gd name="T7" fmla="*/ 0 h 32"/>
                <a:gd name="T8" fmla="*/ 0 w 64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0" y="16"/>
                  </a:moveTo>
                  <a:lnTo>
                    <a:pt x="8" y="32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49" name="Freeform 251">
              <a:extLst>
                <a:ext uri="{FF2B5EF4-FFF2-40B4-BE49-F238E27FC236}">
                  <a16:creationId xmlns:a16="http://schemas.microsoft.com/office/drawing/2014/main" id="{ADEFDE6C-B5BE-EE1F-7E65-95B18599F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4" y="560"/>
              <a:ext cx="72" cy="40"/>
            </a:xfrm>
            <a:custGeom>
              <a:avLst/>
              <a:gdLst>
                <a:gd name="T0" fmla="*/ 0 w 72"/>
                <a:gd name="T1" fmla="*/ 24 h 40"/>
                <a:gd name="T2" fmla="*/ 8 w 72"/>
                <a:gd name="T3" fmla="*/ 40 h 40"/>
                <a:gd name="T4" fmla="*/ 72 w 72"/>
                <a:gd name="T5" fmla="*/ 16 h 40"/>
                <a:gd name="T6" fmla="*/ 64 w 72"/>
                <a:gd name="T7" fmla="*/ 0 h 40"/>
                <a:gd name="T8" fmla="*/ 0 w 72"/>
                <a:gd name="T9" fmla="*/ 2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"/>
                <a:gd name="T16" fmla="*/ 0 h 40"/>
                <a:gd name="T17" fmla="*/ 72 w 7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" h="40">
                  <a:moveTo>
                    <a:pt x="0" y="24"/>
                  </a:moveTo>
                  <a:lnTo>
                    <a:pt x="8" y="40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0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50" name="Freeform 252">
              <a:extLst>
                <a:ext uri="{FF2B5EF4-FFF2-40B4-BE49-F238E27FC236}">
                  <a16:creationId xmlns:a16="http://schemas.microsoft.com/office/drawing/2014/main" id="{465B7A60-B6C9-E56F-B00C-DEE35E8C9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" y="528"/>
              <a:ext cx="64" cy="32"/>
            </a:xfrm>
            <a:custGeom>
              <a:avLst/>
              <a:gdLst>
                <a:gd name="T0" fmla="*/ 0 w 64"/>
                <a:gd name="T1" fmla="*/ 16 h 32"/>
                <a:gd name="T2" fmla="*/ 0 w 64"/>
                <a:gd name="T3" fmla="*/ 32 h 32"/>
                <a:gd name="T4" fmla="*/ 64 w 64"/>
                <a:gd name="T5" fmla="*/ 16 h 32"/>
                <a:gd name="T6" fmla="*/ 64 w 64"/>
                <a:gd name="T7" fmla="*/ 0 h 32"/>
                <a:gd name="T8" fmla="*/ 0 w 64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0" y="16"/>
                  </a:moveTo>
                  <a:lnTo>
                    <a:pt x="0" y="32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51" name="Freeform 253">
              <a:extLst>
                <a:ext uri="{FF2B5EF4-FFF2-40B4-BE49-F238E27FC236}">
                  <a16:creationId xmlns:a16="http://schemas.microsoft.com/office/drawing/2014/main" id="{BC78BC58-DD21-AA10-F1CD-EC6074561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504"/>
              <a:ext cx="64" cy="32"/>
            </a:xfrm>
            <a:custGeom>
              <a:avLst/>
              <a:gdLst>
                <a:gd name="T0" fmla="*/ 0 w 64"/>
                <a:gd name="T1" fmla="*/ 16 h 32"/>
                <a:gd name="T2" fmla="*/ 8 w 64"/>
                <a:gd name="T3" fmla="*/ 32 h 32"/>
                <a:gd name="T4" fmla="*/ 64 w 64"/>
                <a:gd name="T5" fmla="*/ 16 h 32"/>
                <a:gd name="T6" fmla="*/ 56 w 64"/>
                <a:gd name="T7" fmla="*/ 0 h 32"/>
                <a:gd name="T8" fmla="*/ 0 w 64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0" y="16"/>
                  </a:moveTo>
                  <a:lnTo>
                    <a:pt x="8" y="32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52" name="Freeform 254">
              <a:extLst>
                <a:ext uri="{FF2B5EF4-FFF2-40B4-BE49-F238E27FC236}">
                  <a16:creationId xmlns:a16="http://schemas.microsoft.com/office/drawing/2014/main" id="{1F4CD5D5-3B38-D777-72CF-2D06453ED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480"/>
              <a:ext cx="48" cy="32"/>
            </a:xfrm>
            <a:custGeom>
              <a:avLst/>
              <a:gdLst>
                <a:gd name="T0" fmla="*/ 0 w 48"/>
                <a:gd name="T1" fmla="*/ 16 h 32"/>
                <a:gd name="T2" fmla="*/ 8 w 48"/>
                <a:gd name="T3" fmla="*/ 32 h 32"/>
                <a:gd name="T4" fmla="*/ 48 w 48"/>
                <a:gd name="T5" fmla="*/ 16 h 32"/>
                <a:gd name="T6" fmla="*/ 40 w 48"/>
                <a:gd name="T7" fmla="*/ 16 h 32"/>
                <a:gd name="T8" fmla="*/ 40 w 48"/>
                <a:gd name="T9" fmla="*/ 0 h 32"/>
                <a:gd name="T10" fmla="*/ 40 w 48"/>
                <a:gd name="T11" fmla="*/ 0 h 32"/>
                <a:gd name="T12" fmla="*/ 0 w 48"/>
                <a:gd name="T13" fmla="*/ 16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32"/>
                <a:gd name="T23" fmla="*/ 48 w 4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32">
                  <a:moveTo>
                    <a:pt x="0" y="16"/>
                  </a:moveTo>
                  <a:lnTo>
                    <a:pt x="8" y="32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40" y="0"/>
                  </a:lnTo>
                  <a:lnTo>
                    <a:pt x="0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53" name="Rectangle 255">
              <a:extLst>
                <a:ext uri="{FF2B5EF4-FFF2-40B4-BE49-F238E27FC236}">
                  <a16:creationId xmlns:a16="http://schemas.microsoft.com/office/drawing/2014/main" id="{F82A4CAE-6A4A-6864-D8DF-89570DA5C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480"/>
              <a:ext cx="24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54" name="Freeform 256">
              <a:extLst>
                <a:ext uri="{FF2B5EF4-FFF2-40B4-BE49-F238E27FC236}">
                  <a16:creationId xmlns:a16="http://schemas.microsoft.com/office/drawing/2014/main" id="{CA843A1A-338D-5938-51EA-66B59CF07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464"/>
              <a:ext cx="64" cy="24"/>
            </a:xfrm>
            <a:custGeom>
              <a:avLst/>
              <a:gdLst>
                <a:gd name="T0" fmla="*/ 0 w 64"/>
                <a:gd name="T1" fmla="*/ 8 h 24"/>
                <a:gd name="T2" fmla="*/ 0 w 64"/>
                <a:gd name="T3" fmla="*/ 24 h 24"/>
                <a:gd name="T4" fmla="*/ 64 w 64"/>
                <a:gd name="T5" fmla="*/ 16 h 24"/>
                <a:gd name="T6" fmla="*/ 64 w 64"/>
                <a:gd name="T7" fmla="*/ 0 h 24"/>
                <a:gd name="T8" fmla="*/ 0 w 64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0" y="8"/>
                  </a:moveTo>
                  <a:lnTo>
                    <a:pt x="0" y="24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55" name="Freeform 257">
              <a:extLst>
                <a:ext uri="{FF2B5EF4-FFF2-40B4-BE49-F238E27FC236}">
                  <a16:creationId xmlns:a16="http://schemas.microsoft.com/office/drawing/2014/main" id="{829049C1-60B5-FDDF-FE1C-5EA37B1D0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448"/>
              <a:ext cx="56" cy="24"/>
            </a:xfrm>
            <a:custGeom>
              <a:avLst/>
              <a:gdLst>
                <a:gd name="T0" fmla="*/ 0 w 56"/>
                <a:gd name="T1" fmla="*/ 8 h 24"/>
                <a:gd name="T2" fmla="*/ 0 w 56"/>
                <a:gd name="T3" fmla="*/ 24 h 24"/>
                <a:gd name="T4" fmla="*/ 56 w 56"/>
                <a:gd name="T5" fmla="*/ 16 h 24"/>
                <a:gd name="T6" fmla="*/ 56 w 56"/>
                <a:gd name="T7" fmla="*/ 0 h 24"/>
                <a:gd name="T8" fmla="*/ 0 w 56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24"/>
                <a:gd name="T17" fmla="*/ 56 w 56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24">
                  <a:moveTo>
                    <a:pt x="0" y="8"/>
                  </a:moveTo>
                  <a:lnTo>
                    <a:pt x="0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56" name="Rectangle 258">
              <a:extLst>
                <a:ext uri="{FF2B5EF4-FFF2-40B4-BE49-F238E27FC236}">
                  <a16:creationId xmlns:a16="http://schemas.microsoft.com/office/drawing/2014/main" id="{E222C8D2-E033-6D7C-1682-3B34D02E8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440"/>
              <a:ext cx="64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57" name="Rectangle 259">
              <a:extLst>
                <a:ext uri="{FF2B5EF4-FFF2-40B4-BE49-F238E27FC236}">
                  <a16:creationId xmlns:a16="http://schemas.microsoft.com/office/drawing/2014/main" id="{24A45FA3-7F1E-08E4-EEE5-37D6C40C9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" y="440"/>
              <a:ext cx="64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58" name="Freeform 260">
              <a:extLst>
                <a:ext uri="{FF2B5EF4-FFF2-40B4-BE49-F238E27FC236}">
                  <a16:creationId xmlns:a16="http://schemas.microsoft.com/office/drawing/2014/main" id="{DD7B40CE-0664-FDEA-618E-F2A3D0013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432"/>
              <a:ext cx="48" cy="16"/>
            </a:xfrm>
            <a:custGeom>
              <a:avLst/>
              <a:gdLst>
                <a:gd name="T0" fmla="*/ 0 w 48"/>
                <a:gd name="T1" fmla="*/ 0 h 16"/>
                <a:gd name="T2" fmla="*/ 0 w 48"/>
                <a:gd name="T3" fmla="*/ 16 h 16"/>
                <a:gd name="T4" fmla="*/ 40 w 48"/>
                <a:gd name="T5" fmla="*/ 16 h 16"/>
                <a:gd name="T6" fmla="*/ 40 w 48"/>
                <a:gd name="T7" fmla="*/ 16 h 16"/>
                <a:gd name="T8" fmla="*/ 48 w 48"/>
                <a:gd name="T9" fmla="*/ 0 h 16"/>
                <a:gd name="T10" fmla="*/ 40 w 48"/>
                <a:gd name="T11" fmla="*/ 0 h 16"/>
                <a:gd name="T12" fmla="*/ 0 w 48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16"/>
                <a:gd name="T23" fmla="*/ 48 w 48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16">
                  <a:moveTo>
                    <a:pt x="0" y="0"/>
                  </a:moveTo>
                  <a:lnTo>
                    <a:pt x="0" y="16"/>
                  </a:lnTo>
                  <a:lnTo>
                    <a:pt x="40" y="16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59" name="Freeform 261">
              <a:extLst>
                <a:ext uri="{FF2B5EF4-FFF2-40B4-BE49-F238E27FC236}">
                  <a16:creationId xmlns:a16="http://schemas.microsoft.com/office/drawing/2014/main" id="{C400B85F-72F9-F3C9-E2F1-154B7258A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6" y="432"/>
              <a:ext cx="32" cy="24"/>
            </a:xfrm>
            <a:custGeom>
              <a:avLst/>
              <a:gdLst>
                <a:gd name="T0" fmla="*/ 8 w 32"/>
                <a:gd name="T1" fmla="*/ 0 h 24"/>
                <a:gd name="T2" fmla="*/ 0 w 32"/>
                <a:gd name="T3" fmla="*/ 16 h 24"/>
                <a:gd name="T4" fmla="*/ 24 w 32"/>
                <a:gd name="T5" fmla="*/ 24 h 24"/>
                <a:gd name="T6" fmla="*/ 32 w 32"/>
                <a:gd name="T7" fmla="*/ 8 h 24"/>
                <a:gd name="T8" fmla="*/ 8 w 32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8" y="0"/>
                  </a:moveTo>
                  <a:lnTo>
                    <a:pt x="0" y="16"/>
                  </a:lnTo>
                  <a:lnTo>
                    <a:pt x="24" y="24"/>
                  </a:lnTo>
                  <a:lnTo>
                    <a:pt x="32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0" name="Freeform 262">
              <a:extLst>
                <a:ext uri="{FF2B5EF4-FFF2-40B4-BE49-F238E27FC236}">
                  <a16:creationId xmlns:a16="http://schemas.microsoft.com/office/drawing/2014/main" id="{21B4E463-E389-00B8-D755-FD078BD1D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440"/>
              <a:ext cx="64" cy="24"/>
            </a:xfrm>
            <a:custGeom>
              <a:avLst/>
              <a:gdLst>
                <a:gd name="T0" fmla="*/ 0 w 64"/>
                <a:gd name="T1" fmla="*/ 0 h 24"/>
                <a:gd name="T2" fmla="*/ 0 w 64"/>
                <a:gd name="T3" fmla="*/ 16 h 24"/>
                <a:gd name="T4" fmla="*/ 64 w 64"/>
                <a:gd name="T5" fmla="*/ 24 h 24"/>
                <a:gd name="T6" fmla="*/ 64 w 64"/>
                <a:gd name="T7" fmla="*/ 8 h 24"/>
                <a:gd name="T8" fmla="*/ 0 w 64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0" y="0"/>
                  </a:moveTo>
                  <a:lnTo>
                    <a:pt x="0" y="16"/>
                  </a:lnTo>
                  <a:lnTo>
                    <a:pt x="64" y="24"/>
                  </a:lnTo>
                  <a:lnTo>
                    <a:pt x="64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1" name="Freeform 263">
              <a:extLst>
                <a:ext uri="{FF2B5EF4-FFF2-40B4-BE49-F238E27FC236}">
                  <a16:creationId xmlns:a16="http://schemas.microsoft.com/office/drawing/2014/main" id="{365FD263-73A0-D990-53FD-56BB35100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448"/>
              <a:ext cx="64" cy="24"/>
            </a:xfrm>
            <a:custGeom>
              <a:avLst/>
              <a:gdLst>
                <a:gd name="T0" fmla="*/ 0 w 64"/>
                <a:gd name="T1" fmla="*/ 0 h 24"/>
                <a:gd name="T2" fmla="*/ 0 w 64"/>
                <a:gd name="T3" fmla="*/ 16 h 24"/>
                <a:gd name="T4" fmla="*/ 64 w 64"/>
                <a:gd name="T5" fmla="*/ 24 h 24"/>
                <a:gd name="T6" fmla="*/ 64 w 64"/>
                <a:gd name="T7" fmla="*/ 8 h 24"/>
                <a:gd name="T8" fmla="*/ 0 w 64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0" y="0"/>
                  </a:moveTo>
                  <a:lnTo>
                    <a:pt x="0" y="16"/>
                  </a:lnTo>
                  <a:lnTo>
                    <a:pt x="64" y="24"/>
                  </a:lnTo>
                  <a:lnTo>
                    <a:pt x="64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2" name="Freeform 264">
              <a:extLst>
                <a:ext uri="{FF2B5EF4-FFF2-40B4-BE49-F238E27FC236}">
                  <a16:creationId xmlns:a16="http://schemas.microsoft.com/office/drawing/2014/main" id="{F5F0C935-9FA3-11A3-328F-2F861D71A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" y="456"/>
              <a:ext cx="64" cy="32"/>
            </a:xfrm>
            <a:custGeom>
              <a:avLst/>
              <a:gdLst>
                <a:gd name="T0" fmla="*/ 8 w 64"/>
                <a:gd name="T1" fmla="*/ 0 h 32"/>
                <a:gd name="T2" fmla="*/ 0 w 64"/>
                <a:gd name="T3" fmla="*/ 16 h 32"/>
                <a:gd name="T4" fmla="*/ 56 w 64"/>
                <a:gd name="T5" fmla="*/ 32 h 32"/>
                <a:gd name="T6" fmla="*/ 64 w 64"/>
                <a:gd name="T7" fmla="*/ 16 h 32"/>
                <a:gd name="T8" fmla="*/ 8 w 6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8" y="0"/>
                  </a:moveTo>
                  <a:lnTo>
                    <a:pt x="0" y="1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3" name="Freeform 265">
              <a:extLst>
                <a:ext uri="{FF2B5EF4-FFF2-40B4-BE49-F238E27FC236}">
                  <a16:creationId xmlns:a16="http://schemas.microsoft.com/office/drawing/2014/main" id="{B7988E25-8DE4-7729-B55A-FA5DB879E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480"/>
              <a:ext cx="64" cy="24"/>
            </a:xfrm>
            <a:custGeom>
              <a:avLst/>
              <a:gdLst>
                <a:gd name="T0" fmla="*/ 0 w 64"/>
                <a:gd name="T1" fmla="*/ 0 h 24"/>
                <a:gd name="T2" fmla="*/ 0 w 64"/>
                <a:gd name="T3" fmla="*/ 16 h 24"/>
                <a:gd name="T4" fmla="*/ 64 w 64"/>
                <a:gd name="T5" fmla="*/ 24 h 24"/>
                <a:gd name="T6" fmla="*/ 64 w 64"/>
                <a:gd name="T7" fmla="*/ 8 h 24"/>
                <a:gd name="T8" fmla="*/ 0 w 64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0" y="0"/>
                  </a:moveTo>
                  <a:lnTo>
                    <a:pt x="0" y="16"/>
                  </a:lnTo>
                  <a:lnTo>
                    <a:pt x="64" y="24"/>
                  </a:lnTo>
                  <a:lnTo>
                    <a:pt x="64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4" name="Freeform 266">
              <a:extLst>
                <a:ext uri="{FF2B5EF4-FFF2-40B4-BE49-F238E27FC236}">
                  <a16:creationId xmlns:a16="http://schemas.microsoft.com/office/drawing/2014/main" id="{91B35856-C8A8-DF20-803F-D6F51CCEF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504"/>
              <a:ext cx="16" cy="16"/>
            </a:xfrm>
            <a:custGeom>
              <a:avLst/>
              <a:gdLst>
                <a:gd name="T0" fmla="*/ 16 w 16"/>
                <a:gd name="T1" fmla="*/ 8 h 16"/>
                <a:gd name="T2" fmla="*/ 0 w 16"/>
                <a:gd name="T3" fmla="*/ 8 h 16"/>
                <a:gd name="T4" fmla="*/ 0 w 16"/>
                <a:gd name="T5" fmla="*/ 8 h 16"/>
                <a:gd name="T6" fmla="*/ 8 w 16"/>
                <a:gd name="T7" fmla="*/ 16 h 16"/>
                <a:gd name="T8" fmla="*/ 16 w 16"/>
                <a:gd name="T9" fmla="*/ 0 h 16"/>
                <a:gd name="T10" fmla="*/ 16 w 16"/>
                <a:gd name="T11" fmla="*/ 8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16"/>
                <a:gd name="T20" fmla="*/ 16 w 16"/>
                <a:gd name="T21" fmla="*/ 16 h 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16">
                  <a:moveTo>
                    <a:pt x="16" y="8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5" name="Freeform 267">
              <a:extLst>
                <a:ext uri="{FF2B5EF4-FFF2-40B4-BE49-F238E27FC236}">
                  <a16:creationId xmlns:a16="http://schemas.microsoft.com/office/drawing/2014/main" id="{9CABFCA3-C946-6BEF-D400-433C1F1FB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504"/>
              <a:ext cx="64" cy="32"/>
            </a:xfrm>
            <a:custGeom>
              <a:avLst/>
              <a:gdLst>
                <a:gd name="T0" fmla="*/ 8 w 64"/>
                <a:gd name="T1" fmla="*/ 0 h 32"/>
                <a:gd name="T2" fmla="*/ 0 w 64"/>
                <a:gd name="T3" fmla="*/ 16 h 32"/>
                <a:gd name="T4" fmla="*/ 56 w 64"/>
                <a:gd name="T5" fmla="*/ 32 h 32"/>
                <a:gd name="T6" fmla="*/ 64 w 64"/>
                <a:gd name="T7" fmla="*/ 16 h 32"/>
                <a:gd name="T8" fmla="*/ 8 w 6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8" y="0"/>
                  </a:moveTo>
                  <a:lnTo>
                    <a:pt x="0" y="1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6" name="Freeform 268">
              <a:extLst>
                <a:ext uri="{FF2B5EF4-FFF2-40B4-BE49-F238E27FC236}">
                  <a16:creationId xmlns:a16="http://schemas.microsoft.com/office/drawing/2014/main" id="{03A1EC33-C1B6-FAD6-4ADD-6805DC97C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536"/>
              <a:ext cx="64" cy="32"/>
            </a:xfrm>
            <a:custGeom>
              <a:avLst/>
              <a:gdLst>
                <a:gd name="T0" fmla="*/ 0 w 64"/>
                <a:gd name="T1" fmla="*/ 0 h 32"/>
                <a:gd name="T2" fmla="*/ 0 w 64"/>
                <a:gd name="T3" fmla="*/ 16 h 32"/>
                <a:gd name="T4" fmla="*/ 64 w 64"/>
                <a:gd name="T5" fmla="*/ 32 h 32"/>
                <a:gd name="T6" fmla="*/ 64 w 64"/>
                <a:gd name="T7" fmla="*/ 16 h 32"/>
                <a:gd name="T8" fmla="*/ 0 w 6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0" y="0"/>
                  </a:moveTo>
                  <a:lnTo>
                    <a:pt x="0" y="16"/>
                  </a:lnTo>
                  <a:lnTo>
                    <a:pt x="64" y="32"/>
                  </a:lnTo>
                  <a:lnTo>
                    <a:pt x="64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7" name="Freeform 269">
              <a:extLst>
                <a:ext uri="{FF2B5EF4-FFF2-40B4-BE49-F238E27FC236}">
                  <a16:creationId xmlns:a16="http://schemas.microsoft.com/office/drawing/2014/main" id="{29BB858C-DA92-BC00-1AE5-47008412B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568"/>
              <a:ext cx="32" cy="24"/>
            </a:xfrm>
            <a:custGeom>
              <a:avLst/>
              <a:gdLst>
                <a:gd name="T0" fmla="*/ 8 w 32"/>
                <a:gd name="T1" fmla="*/ 0 h 24"/>
                <a:gd name="T2" fmla="*/ 0 w 32"/>
                <a:gd name="T3" fmla="*/ 16 h 24"/>
                <a:gd name="T4" fmla="*/ 24 w 32"/>
                <a:gd name="T5" fmla="*/ 24 h 24"/>
                <a:gd name="T6" fmla="*/ 24 w 32"/>
                <a:gd name="T7" fmla="*/ 24 h 24"/>
                <a:gd name="T8" fmla="*/ 32 w 32"/>
                <a:gd name="T9" fmla="*/ 8 h 24"/>
                <a:gd name="T10" fmla="*/ 32 w 32"/>
                <a:gd name="T11" fmla="*/ 8 h 24"/>
                <a:gd name="T12" fmla="*/ 8 w 32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24"/>
                <a:gd name="T23" fmla="*/ 32 w 3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24">
                  <a:moveTo>
                    <a:pt x="8" y="0"/>
                  </a:moveTo>
                  <a:lnTo>
                    <a:pt x="0" y="16"/>
                  </a:lnTo>
                  <a:lnTo>
                    <a:pt x="24" y="24"/>
                  </a:lnTo>
                  <a:lnTo>
                    <a:pt x="32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8" name="Freeform 270">
              <a:extLst>
                <a:ext uri="{FF2B5EF4-FFF2-40B4-BE49-F238E27FC236}">
                  <a16:creationId xmlns:a16="http://schemas.microsoft.com/office/drawing/2014/main" id="{09C7FF1C-0625-F11A-86F7-FA6520783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576"/>
              <a:ext cx="48" cy="32"/>
            </a:xfrm>
            <a:custGeom>
              <a:avLst/>
              <a:gdLst>
                <a:gd name="T0" fmla="*/ 8 w 48"/>
                <a:gd name="T1" fmla="*/ 0 h 32"/>
                <a:gd name="T2" fmla="*/ 0 w 48"/>
                <a:gd name="T3" fmla="*/ 16 h 32"/>
                <a:gd name="T4" fmla="*/ 40 w 48"/>
                <a:gd name="T5" fmla="*/ 32 h 32"/>
                <a:gd name="T6" fmla="*/ 48 w 48"/>
                <a:gd name="T7" fmla="*/ 16 h 32"/>
                <a:gd name="T8" fmla="*/ 8 w 48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32"/>
                <a:gd name="T17" fmla="*/ 48 w 48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32">
                  <a:moveTo>
                    <a:pt x="8" y="0"/>
                  </a:moveTo>
                  <a:lnTo>
                    <a:pt x="0" y="16"/>
                  </a:lnTo>
                  <a:lnTo>
                    <a:pt x="40" y="32"/>
                  </a:lnTo>
                  <a:lnTo>
                    <a:pt x="48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69" name="Freeform 271">
              <a:extLst>
                <a:ext uri="{FF2B5EF4-FFF2-40B4-BE49-F238E27FC236}">
                  <a16:creationId xmlns:a16="http://schemas.microsoft.com/office/drawing/2014/main" id="{01A6E9E3-EE08-626E-1E19-084A717DD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616"/>
              <a:ext cx="64" cy="40"/>
            </a:xfrm>
            <a:custGeom>
              <a:avLst/>
              <a:gdLst>
                <a:gd name="T0" fmla="*/ 8 w 64"/>
                <a:gd name="T1" fmla="*/ 0 h 40"/>
                <a:gd name="T2" fmla="*/ 0 w 64"/>
                <a:gd name="T3" fmla="*/ 16 h 40"/>
                <a:gd name="T4" fmla="*/ 56 w 64"/>
                <a:gd name="T5" fmla="*/ 40 h 40"/>
                <a:gd name="T6" fmla="*/ 64 w 64"/>
                <a:gd name="T7" fmla="*/ 24 h 40"/>
                <a:gd name="T8" fmla="*/ 8 w 64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8" y="0"/>
                  </a:moveTo>
                  <a:lnTo>
                    <a:pt x="0" y="1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0" name="Freeform 272">
              <a:extLst>
                <a:ext uri="{FF2B5EF4-FFF2-40B4-BE49-F238E27FC236}">
                  <a16:creationId xmlns:a16="http://schemas.microsoft.com/office/drawing/2014/main" id="{1FE3C9D1-86AC-2A3E-C1E9-4BC62A776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664"/>
              <a:ext cx="40" cy="32"/>
            </a:xfrm>
            <a:custGeom>
              <a:avLst/>
              <a:gdLst>
                <a:gd name="T0" fmla="*/ 8 w 40"/>
                <a:gd name="T1" fmla="*/ 0 h 32"/>
                <a:gd name="T2" fmla="*/ 0 w 40"/>
                <a:gd name="T3" fmla="*/ 16 h 32"/>
                <a:gd name="T4" fmla="*/ 32 w 40"/>
                <a:gd name="T5" fmla="*/ 32 h 32"/>
                <a:gd name="T6" fmla="*/ 32 w 40"/>
                <a:gd name="T7" fmla="*/ 32 h 32"/>
                <a:gd name="T8" fmla="*/ 40 w 40"/>
                <a:gd name="T9" fmla="*/ 16 h 32"/>
                <a:gd name="T10" fmla="*/ 40 w 40"/>
                <a:gd name="T11" fmla="*/ 16 h 32"/>
                <a:gd name="T12" fmla="*/ 8 w 40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32"/>
                <a:gd name="T23" fmla="*/ 40 w 40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32">
                  <a:moveTo>
                    <a:pt x="8" y="0"/>
                  </a:moveTo>
                  <a:lnTo>
                    <a:pt x="0" y="16"/>
                  </a:lnTo>
                  <a:lnTo>
                    <a:pt x="32" y="32"/>
                  </a:lnTo>
                  <a:lnTo>
                    <a:pt x="40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1" name="Freeform 273">
              <a:extLst>
                <a:ext uri="{FF2B5EF4-FFF2-40B4-BE49-F238E27FC236}">
                  <a16:creationId xmlns:a16="http://schemas.microsoft.com/office/drawing/2014/main" id="{620B2BEE-B712-5333-508F-9E0860F8B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680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16 h 32"/>
                <a:gd name="T4" fmla="*/ 24 w 32"/>
                <a:gd name="T5" fmla="*/ 32 h 32"/>
                <a:gd name="T6" fmla="*/ 32 w 32"/>
                <a:gd name="T7" fmla="*/ 16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16"/>
                  </a:lnTo>
                  <a:lnTo>
                    <a:pt x="24" y="32"/>
                  </a:lnTo>
                  <a:lnTo>
                    <a:pt x="32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2" name="Freeform 274">
              <a:extLst>
                <a:ext uri="{FF2B5EF4-FFF2-40B4-BE49-F238E27FC236}">
                  <a16:creationId xmlns:a16="http://schemas.microsoft.com/office/drawing/2014/main" id="{53A71AA6-664E-DD9B-98B4-02679853F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720"/>
              <a:ext cx="64" cy="56"/>
            </a:xfrm>
            <a:custGeom>
              <a:avLst/>
              <a:gdLst>
                <a:gd name="T0" fmla="*/ 8 w 64"/>
                <a:gd name="T1" fmla="*/ 0 h 56"/>
                <a:gd name="T2" fmla="*/ 0 w 64"/>
                <a:gd name="T3" fmla="*/ 16 h 56"/>
                <a:gd name="T4" fmla="*/ 56 w 64"/>
                <a:gd name="T5" fmla="*/ 56 h 56"/>
                <a:gd name="T6" fmla="*/ 64 w 64"/>
                <a:gd name="T7" fmla="*/ 40 h 56"/>
                <a:gd name="T8" fmla="*/ 8 w 64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8" y="0"/>
                  </a:moveTo>
                  <a:lnTo>
                    <a:pt x="0" y="16"/>
                  </a:lnTo>
                  <a:lnTo>
                    <a:pt x="56" y="56"/>
                  </a:lnTo>
                  <a:lnTo>
                    <a:pt x="64" y="40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3" name="Freeform 275">
              <a:extLst>
                <a:ext uri="{FF2B5EF4-FFF2-40B4-BE49-F238E27FC236}">
                  <a16:creationId xmlns:a16="http://schemas.microsoft.com/office/drawing/2014/main" id="{69749BF9-8C1E-C42D-937A-DF9A0D791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8" y="784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16 h 32"/>
                <a:gd name="T4" fmla="*/ 24 w 32"/>
                <a:gd name="T5" fmla="*/ 32 h 32"/>
                <a:gd name="T6" fmla="*/ 32 w 32"/>
                <a:gd name="T7" fmla="*/ 16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16"/>
                  </a:lnTo>
                  <a:lnTo>
                    <a:pt x="24" y="32"/>
                  </a:lnTo>
                  <a:lnTo>
                    <a:pt x="32" y="16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4" name="Freeform 276">
              <a:extLst>
                <a:ext uri="{FF2B5EF4-FFF2-40B4-BE49-F238E27FC236}">
                  <a16:creationId xmlns:a16="http://schemas.microsoft.com/office/drawing/2014/main" id="{4EF93DCB-8E45-CF54-2D7D-4B934128A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808"/>
              <a:ext cx="32" cy="32"/>
            </a:xfrm>
            <a:custGeom>
              <a:avLst/>
              <a:gdLst>
                <a:gd name="T0" fmla="*/ 8 w 32"/>
                <a:gd name="T1" fmla="*/ 0 h 32"/>
                <a:gd name="T2" fmla="*/ 0 w 32"/>
                <a:gd name="T3" fmla="*/ 8 h 32"/>
                <a:gd name="T4" fmla="*/ 24 w 32"/>
                <a:gd name="T5" fmla="*/ 32 h 32"/>
                <a:gd name="T6" fmla="*/ 32 w 32"/>
                <a:gd name="T7" fmla="*/ 24 h 32"/>
                <a:gd name="T8" fmla="*/ 8 w 3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8" y="0"/>
                  </a:moveTo>
                  <a:lnTo>
                    <a:pt x="0" y="8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5" name="Freeform 277">
              <a:extLst>
                <a:ext uri="{FF2B5EF4-FFF2-40B4-BE49-F238E27FC236}">
                  <a16:creationId xmlns:a16="http://schemas.microsoft.com/office/drawing/2014/main" id="{77AE5061-F935-7A26-9381-D9BEF8F5B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848"/>
              <a:ext cx="64" cy="56"/>
            </a:xfrm>
            <a:custGeom>
              <a:avLst/>
              <a:gdLst>
                <a:gd name="T0" fmla="*/ 8 w 64"/>
                <a:gd name="T1" fmla="*/ 0 h 56"/>
                <a:gd name="T2" fmla="*/ 0 w 64"/>
                <a:gd name="T3" fmla="*/ 16 h 56"/>
                <a:gd name="T4" fmla="*/ 56 w 64"/>
                <a:gd name="T5" fmla="*/ 56 h 56"/>
                <a:gd name="T6" fmla="*/ 64 w 64"/>
                <a:gd name="T7" fmla="*/ 40 h 56"/>
                <a:gd name="T8" fmla="*/ 8 w 64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8" y="0"/>
                  </a:moveTo>
                  <a:lnTo>
                    <a:pt x="0" y="16"/>
                  </a:lnTo>
                  <a:lnTo>
                    <a:pt x="56" y="56"/>
                  </a:lnTo>
                  <a:lnTo>
                    <a:pt x="64" y="40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6" name="Freeform 278">
              <a:extLst>
                <a:ext uri="{FF2B5EF4-FFF2-40B4-BE49-F238E27FC236}">
                  <a16:creationId xmlns:a16="http://schemas.microsoft.com/office/drawing/2014/main" id="{8FF2B378-295A-CECB-834E-D58FEF891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920"/>
              <a:ext cx="16" cy="16"/>
            </a:xfrm>
            <a:custGeom>
              <a:avLst/>
              <a:gdLst>
                <a:gd name="T0" fmla="*/ 8 w 16"/>
                <a:gd name="T1" fmla="*/ 0 h 16"/>
                <a:gd name="T2" fmla="*/ 0 w 16"/>
                <a:gd name="T3" fmla="*/ 8 h 16"/>
                <a:gd name="T4" fmla="*/ 8 w 16"/>
                <a:gd name="T5" fmla="*/ 16 h 16"/>
                <a:gd name="T6" fmla="*/ 8 w 16"/>
                <a:gd name="T7" fmla="*/ 16 h 16"/>
                <a:gd name="T8" fmla="*/ 16 w 16"/>
                <a:gd name="T9" fmla="*/ 8 h 16"/>
                <a:gd name="T10" fmla="*/ 16 w 16"/>
                <a:gd name="T11" fmla="*/ 8 h 16"/>
                <a:gd name="T12" fmla="*/ 8 w 16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16"/>
                <a:gd name="T23" fmla="*/ 16 w 16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16">
                  <a:moveTo>
                    <a:pt x="8" y="0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7" name="Freeform 279">
              <a:extLst>
                <a:ext uri="{FF2B5EF4-FFF2-40B4-BE49-F238E27FC236}">
                  <a16:creationId xmlns:a16="http://schemas.microsoft.com/office/drawing/2014/main" id="{44D21905-CC11-856A-5959-7C2FC23AD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" y="928"/>
              <a:ext cx="48" cy="48"/>
            </a:xfrm>
            <a:custGeom>
              <a:avLst/>
              <a:gdLst>
                <a:gd name="T0" fmla="*/ 8 w 48"/>
                <a:gd name="T1" fmla="*/ 0 h 48"/>
                <a:gd name="T2" fmla="*/ 0 w 48"/>
                <a:gd name="T3" fmla="*/ 8 h 48"/>
                <a:gd name="T4" fmla="*/ 40 w 48"/>
                <a:gd name="T5" fmla="*/ 48 h 48"/>
                <a:gd name="T6" fmla="*/ 48 w 48"/>
                <a:gd name="T7" fmla="*/ 40 h 48"/>
                <a:gd name="T8" fmla="*/ 8 w 48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48"/>
                <a:gd name="T17" fmla="*/ 48 w 48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48">
                  <a:moveTo>
                    <a:pt x="8" y="0"/>
                  </a:moveTo>
                  <a:lnTo>
                    <a:pt x="0" y="8"/>
                  </a:lnTo>
                  <a:lnTo>
                    <a:pt x="40" y="48"/>
                  </a:lnTo>
                  <a:lnTo>
                    <a:pt x="48" y="40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8" name="Freeform 280">
              <a:extLst>
                <a:ext uri="{FF2B5EF4-FFF2-40B4-BE49-F238E27FC236}">
                  <a16:creationId xmlns:a16="http://schemas.microsoft.com/office/drawing/2014/main" id="{EAC71AED-6C36-7601-7CC2-D2105FD67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1000"/>
              <a:ext cx="56" cy="56"/>
            </a:xfrm>
            <a:custGeom>
              <a:avLst/>
              <a:gdLst>
                <a:gd name="T0" fmla="*/ 8 w 56"/>
                <a:gd name="T1" fmla="*/ 0 h 56"/>
                <a:gd name="T2" fmla="*/ 0 w 56"/>
                <a:gd name="T3" fmla="*/ 8 h 56"/>
                <a:gd name="T4" fmla="*/ 48 w 56"/>
                <a:gd name="T5" fmla="*/ 56 h 56"/>
                <a:gd name="T6" fmla="*/ 56 w 56"/>
                <a:gd name="T7" fmla="*/ 48 h 56"/>
                <a:gd name="T8" fmla="*/ 8 w 56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8" y="0"/>
                  </a:moveTo>
                  <a:lnTo>
                    <a:pt x="0" y="8"/>
                  </a:lnTo>
                  <a:lnTo>
                    <a:pt x="48" y="56"/>
                  </a:lnTo>
                  <a:lnTo>
                    <a:pt x="56" y="48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79" name="Freeform 281">
              <a:extLst>
                <a:ext uri="{FF2B5EF4-FFF2-40B4-BE49-F238E27FC236}">
                  <a16:creationId xmlns:a16="http://schemas.microsoft.com/office/drawing/2014/main" id="{A8DEB38E-A514-7716-664A-7697A6893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6" y="1081"/>
              <a:ext cx="48" cy="64"/>
            </a:xfrm>
            <a:custGeom>
              <a:avLst/>
              <a:gdLst>
                <a:gd name="T0" fmla="*/ 16 w 48"/>
                <a:gd name="T1" fmla="*/ 0 h 64"/>
                <a:gd name="T2" fmla="*/ 0 w 48"/>
                <a:gd name="T3" fmla="*/ 8 h 64"/>
                <a:gd name="T4" fmla="*/ 32 w 48"/>
                <a:gd name="T5" fmla="*/ 64 h 64"/>
                <a:gd name="T6" fmla="*/ 48 w 48"/>
                <a:gd name="T7" fmla="*/ 56 h 64"/>
                <a:gd name="T8" fmla="*/ 16 w 48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64"/>
                <a:gd name="T17" fmla="*/ 48 w 48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64">
                  <a:moveTo>
                    <a:pt x="16" y="0"/>
                  </a:moveTo>
                  <a:lnTo>
                    <a:pt x="0" y="8"/>
                  </a:lnTo>
                  <a:lnTo>
                    <a:pt x="32" y="64"/>
                  </a:lnTo>
                  <a:lnTo>
                    <a:pt x="48" y="56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80" name="Freeform 282">
              <a:extLst>
                <a:ext uri="{FF2B5EF4-FFF2-40B4-BE49-F238E27FC236}">
                  <a16:creationId xmlns:a16="http://schemas.microsoft.com/office/drawing/2014/main" id="{31E056B3-844F-06FE-61FF-8521632A0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177"/>
              <a:ext cx="56" cy="56"/>
            </a:xfrm>
            <a:custGeom>
              <a:avLst/>
              <a:gdLst>
                <a:gd name="T0" fmla="*/ 16 w 56"/>
                <a:gd name="T1" fmla="*/ 0 h 56"/>
                <a:gd name="T2" fmla="*/ 0 w 56"/>
                <a:gd name="T3" fmla="*/ 8 h 56"/>
                <a:gd name="T4" fmla="*/ 40 w 56"/>
                <a:gd name="T5" fmla="*/ 56 h 56"/>
                <a:gd name="T6" fmla="*/ 56 w 56"/>
                <a:gd name="T7" fmla="*/ 48 h 56"/>
                <a:gd name="T8" fmla="*/ 16 w 56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16" y="0"/>
                  </a:moveTo>
                  <a:lnTo>
                    <a:pt x="0" y="8"/>
                  </a:lnTo>
                  <a:lnTo>
                    <a:pt x="40" y="56"/>
                  </a:lnTo>
                  <a:lnTo>
                    <a:pt x="56" y="48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81" name="Freeform 283">
              <a:extLst>
                <a:ext uri="{FF2B5EF4-FFF2-40B4-BE49-F238E27FC236}">
                  <a16:creationId xmlns:a16="http://schemas.microsoft.com/office/drawing/2014/main" id="{D58D3D5F-E860-472C-73BD-F00EB1A0B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1273"/>
              <a:ext cx="40" cy="64"/>
            </a:xfrm>
            <a:custGeom>
              <a:avLst/>
              <a:gdLst>
                <a:gd name="T0" fmla="*/ 16 w 40"/>
                <a:gd name="T1" fmla="*/ 0 h 64"/>
                <a:gd name="T2" fmla="*/ 0 w 40"/>
                <a:gd name="T3" fmla="*/ 8 h 64"/>
                <a:gd name="T4" fmla="*/ 24 w 40"/>
                <a:gd name="T5" fmla="*/ 64 h 64"/>
                <a:gd name="T6" fmla="*/ 40 w 40"/>
                <a:gd name="T7" fmla="*/ 56 h 64"/>
                <a:gd name="T8" fmla="*/ 16 w 40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16" y="0"/>
                  </a:moveTo>
                  <a:lnTo>
                    <a:pt x="0" y="8"/>
                  </a:lnTo>
                  <a:lnTo>
                    <a:pt x="24" y="64"/>
                  </a:lnTo>
                  <a:lnTo>
                    <a:pt x="40" y="56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82" name="Freeform 284">
              <a:extLst>
                <a:ext uri="{FF2B5EF4-FFF2-40B4-BE49-F238E27FC236}">
                  <a16:creationId xmlns:a16="http://schemas.microsoft.com/office/drawing/2014/main" id="{6A57AC7A-36C3-ED78-8B06-D66663B4B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377"/>
              <a:ext cx="40" cy="56"/>
            </a:xfrm>
            <a:custGeom>
              <a:avLst/>
              <a:gdLst>
                <a:gd name="T0" fmla="*/ 16 w 40"/>
                <a:gd name="T1" fmla="*/ 0 h 56"/>
                <a:gd name="T2" fmla="*/ 0 w 40"/>
                <a:gd name="T3" fmla="*/ 8 h 56"/>
                <a:gd name="T4" fmla="*/ 24 w 40"/>
                <a:gd name="T5" fmla="*/ 56 h 56"/>
                <a:gd name="T6" fmla="*/ 24 w 40"/>
                <a:gd name="T7" fmla="*/ 48 h 56"/>
                <a:gd name="T8" fmla="*/ 40 w 40"/>
                <a:gd name="T9" fmla="*/ 48 h 56"/>
                <a:gd name="T10" fmla="*/ 40 w 40"/>
                <a:gd name="T11" fmla="*/ 48 h 56"/>
                <a:gd name="T12" fmla="*/ 16 w 40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56"/>
                <a:gd name="T23" fmla="*/ 40 w 40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56">
                  <a:moveTo>
                    <a:pt x="16" y="0"/>
                  </a:moveTo>
                  <a:lnTo>
                    <a:pt x="0" y="8"/>
                  </a:lnTo>
                  <a:lnTo>
                    <a:pt x="24" y="56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83" name="Rectangle 285">
              <a:extLst>
                <a:ext uri="{FF2B5EF4-FFF2-40B4-BE49-F238E27FC236}">
                  <a16:creationId xmlns:a16="http://schemas.microsoft.com/office/drawing/2014/main" id="{9672E888-AFE6-AAF6-D908-F0C6CB40B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" y="1425"/>
              <a:ext cx="16" cy="8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84" name="Freeform 286">
              <a:extLst>
                <a:ext uri="{FF2B5EF4-FFF2-40B4-BE49-F238E27FC236}">
                  <a16:creationId xmlns:a16="http://schemas.microsoft.com/office/drawing/2014/main" id="{965041A6-C6AE-93EF-AE2E-89641F7E1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" y="1481"/>
              <a:ext cx="32" cy="64"/>
            </a:xfrm>
            <a:custGeom>
              <a:avLst/>
              <a:gdLst>
                <a:gd name="T0" fmla="*/ 16 w 32"/>
                <a:gd name="T1" fmla="*/ 0 h 64"/>
                <a:gd name="T2" fmla="*/ 0 w 32"/>
                <a:gd name="T3" fmla="*/ 8 h 64"/>
                <a:gd name="T4" fmla="*/ 16 w 32"/>
                <a:gd name="T5" fmla="*/ 64 h 64"/>
                <a:gd name="T6" fmla="*/ 32 w 32"/>
                <a:gd name="T7" fmla="*/ 56 h 64"/>
                <a:gd name="T8" fmla="*/ 16 w 32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16" y="0"/>
                  </a:moveTo>
                  <a:lnTo>
                    <a:pt x="0" y="8"/>
                  </a:lnTo>
                  <a:lnTo>
                    <a:pt x="16" y="64"/>
                  </a:lnTo>
                  <a:lnTo>
                    <a:pt x="32" y="56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85" name="Freeform 287">
              <a:extLst>
                <a:ext uri="{FF2B5EF4-FFF2-40B4-BE49-F238E27FC236}">
                  <a16:creationId xmlns:a16="http://schemas.microsoft.com/office/drawing/2014/main" id="{0897C438-1CA0-675B-B757-B1A54B86D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1585"/>
              <a:ext cx="32" cy="56"/>
            </a:xfrm>
            <a:custGeom>
              <a:avLst/>
              <a:gdLst>
                <a:gd name="T0" fmla="*/ 16 w 32"/>
                <a:gd name="T1" fmla="*/ 0 h 56"/>
                <a:gd name="T2" fmla="*/ 0 w 32"/>
                <a:gd name="T3" fmla="*/ 8 h 56"/>
                <a:gd name="T4" fmla="*/ 16 w 32"/>
                <a:gd name="T5" fmla="*/ 56 h 56"/>
                <a:gd name="T6" fmla="*/ 16 w 32"/>
                <a:gd name="T7" fmla="*/ 48 h 56"/>
                <a:gd name="T8" fmla="*/ 32 w 32"/>
                <a:gd name="T9" fmla="*/ 48 h 56"/>
                <a:gd name="T10" fmla="*/ 32 w 32"/>
                <a:gd name="T11" fmla="*/ 48 h 56"/>
                <a:gd name="T12" fmla="*/ 16 w 32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56"/>
                <a:gd name="T23" fmla="*/ 32 w 32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56">
                  <a:moveTo>
                    <a:pt x="16" y="0"/>
                  </a:moveTo>
                  <a:lnTo>
                    <a:pt x="0" y="8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32" y="48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86" name="Rectangle 288">
              <a:extLst>
                <a:ext uri="{FF2B5EF4-FFF2-40B4-BE49-F238E27FC236}">
                  <a16:creationId xmlns:a16="http://schemas.microsoft.com/office/drawing/2014/main" id="{820D6E09-0E49-7C86-1B40-308207F9D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" y="1633"/>
              <a:ext cx="16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87" name="Freeform 289">
              <a:extLst>
                <a:ext uri="{FF2B5EF4-FFF2-40B4-BE49-F238E27FC236}">
                  <a16:creationId xmlns:a16="http://schemas.microsoft.com/office/drawing/2014/main" id="{7835A681-BE56-5485-9BA1-613684B10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1697"/>
              <a:ext cx="24" cy="64"/>
            </a:xfrm>
            <a:custGeom>
              <a:avLst/>
              <a:gdLst>
                <a:gd name="T0" fmla="*/ 16 w 24"/>
                <a:gd name="T1" fmla="*/ 0 h 64"/>
                <a:gd name="T2" fmla="*/ 0 w 24"/>
                <a:gd name="T3" fmla="*/ 0 h 64"/>
                <a:gd name="T4" fmla="*/ 8 w 24"/>
                <a:gd name="T5" fmla="*/ 64 h 64"/>
                <a:gd name="T6" fmla="*/ 24 w 24"/>
                <a:gd name="T7" fmla="*/ 64 h 64"/>
                <a:gd name="T8" fmla="*/ 16 w 24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64"/>
                <a:gd name="T17" fmla="*/ 24 w 2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64">
                  <a:moveTo>
                    <a:pt x="16" y="0"/>
                  </a:moveTo>
                  <a:lnTo>
                    <a:pt x="0" y="0"/>
                  </a:lnTo>
                  <a:lnTo>
                    <a:pt x="8" y="64"/>
                  </a:lnTo>
                  <a:lnTo>
                    <a:pt x="24" y="64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88" name="Freeform 290">
              <a:extLst>
                <a:ext uri="{FF2B5EF4-FFF2-40B4-BE49-F238E27FC236}">
                  <a16:creationId xmlns:a16="http://schemas.microsoft.com/office/drawing/2014/main" id="{089393B0-E4A1-D44C-32C2-35D8EFC3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" y="1809"/>
              <a:ext cx="24" cy="40"/>
            </a:xfrm>
            <a:custGeom>
              <a:avLst/>
              <a:gdLst>
                <a:gd name="T0" fmla="*/ 16 w 24"/>
                <a:gd name="T1" fmla="*/ 0 h 40"/>
                <a:gd name="T2" fmla="*/ 0 w 24"/>
                <a:gd name="T3" fmla="*/ 0 h 40"/>
                <a:gd name="T4" fmla="*/ 8 w 24"/>
                <a:gd name="T5" fmla="*/ 40 h 40"/>
                <a:gd name="T6" fmla="*/ 8 w 24"/>
                <a:gd name="T7" fmla="*/ 40 h 40"/>
                <a:gd name="T8" fmla="*/ 24 w 24"/>
                <a:gd name="T9" fmla="*/ 40 h 40"/>
                <a:gd name="T10" fmla="*/ 24 w 24"/>
                <a:gd name="T11" fmla="*/ 40 h 40"/>
                <a:gd name="T12" fmla="*/ 16 w 2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40"/>
                <a:gd name="T23" fmla="*/ 24 w 2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40">
                  <a:moveTo>
                    <a:pt x="16" y="0"/>
                  </a:moveTo>
                  <a:lnTo>
                    <a:pt x="0" y="0"/>
                  </a:lnTo>
                  <a:lnTo>
                    <a:pt x="8" y="40"/>
                  </a:lnTo>
                  <a:lnTo>
                    <a:pt x="24" y="40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89" name="Rectangle 291">
              <a:extLst>
                <a:ext uri="{FF2B5EF4-FFF2-40B4-BE49-F238E27FC236}">
                  <a16:creationId xmlns:a16="http://schemas.microsoft.com/office/drawing/2014/main" id="{46235199-CB39-3CB6-EF95-988B4FF8D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" y="1849"/>
              <a:ext cx="16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90" name="Rectangle 292">
              <a:extLst>
                <a:ext uri="{FF2B5EF4-FFF2-40B4-BE49-F238E27FC236}">
                  <a16:creationId xmlns:a16="http://schemas.microsoft.com/office/drawing/2014/main" id="{58D9CC56-2F29-0D30-2A98-A82CC00EC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" y="1913"/>
              <a:ext cx="16" cy="64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91" name="Freeform 293">
              <a:extLst>
                <a:ext uri="{FF2B5EF4-FFF2-40B4-BE49-F238E27FC236}">
                  <a16:creationId xmlns:a16="http://schemas.microsoft.com/office/drawing/2014/main" id="{DEBBA594-90B3-3A16-5382-A22B954AE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" y="2025"/>
              <a:ext cx="16" cy="48"/>
            </a:xfrm>
            <a:custGeom>
              <a:avLst/>
              <a:gdLst>
                <a:gd name="T0" fmla="*/ 16 w 16"/>
                <a:gd name="T1" fmla="*/ 0 h 48"/>
                <a:gd name="T2" fmla="*/ 0 w 16"/>
                <a:gd name="T3" fmla="*/ 0 h 48"/>
                <a:gd name="T4" fmla="*/ 0 w 16"/>
                <a:gd name="T5" fmla="*/ 48 h 48"/>
                <a:gd name="T6" fmla="*/ 0 w 16"/>
                <a:gd name="T7" fmla="*/ 48 h 48"/>
                <a:gd name="T8" fmla="*/ 16 w 16"/>
                <a:gd name="T9" fmla="*/ 48 h 48"/>
                <a:gd name="T10" fmla="*/ 16 w 16"/>
                <a:gd name="T11" fmla="*/ 48 h 48"/>
                <a:gd name="T12" fmla="*/ 16 w 16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48"/>
                <a:gd name="T23" fmla="*/ 16 w 16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48">
                  <a:moveTo>
                    <a:pt x="16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16" y="48"/>
                  </a:lnTo>
                  <a:lnTo>
                    <a:pt x="16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92" name="Rectangle 294">
              <a:extLst>
                <a:ext uri="{FF2B5EF4-FFF2-40B4-BE49-F238E27FC236}">
                  <a16:creationId xmlns:a16="http://schemas.microsoft.com/office/drawing/2014/main" id="{ED6C48F5-2767-1DA2-F1A7-D47322617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" y="2073"/>
              <a:ext cx="16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93" name="Freeform 295">
              <a:extLst>
                <a:ext uri="{FF2B5EF4-FFF2-40B4-BE49-F238E27FC236}">
                  <a16:creationId xmlns:a16="http://schemas.microsoft.com/office/drawing/2014/main" id="{63E064D4-9F29-8CD1-D917-FD4369CA3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137"/>
              <a:ext cx="24" cy="64"/>
            </a:xfrm>
            <a:custGeom>
              <a:avLst/>
              <a:gdLst>
                <a:gd name="T0" fmla="*/ 24 w 24"/>
                <a:gd name="T1" fmla="*/ 0 h 64"/>
                <a:gd name="T2" fmla="*/ 8 w 24"/>
                <a:gd name="T3" fmla="*/ 0 h 64"/>
                <a:gd name="T4" fmla="*/ 0 w 24"/>
                <a:gd name="T5" fmla="*/ 64 h 64"/>
                <a:gd name="T6" fmla="*/ 16 w 24"/>
                <a:gd name="T7" fmla="*/ 64 h 64"/>
                <a:gd name="T8" fmla="*/ 24 w 24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64"/>
                <a:gd name="T17" fmla="*/ 24 w 2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64">
                  <a:moveTo>
                    <a:pt x="24" y="0"/>
                  </a:moveTo>
                  <a:lnTo>
                    <a:pt x="8" y="0"/>
                  </a:lnTo>
                  <a:lnTo>
                    <a:pt x="0" y="64"/>
                  </a:lnTo>
                  <a:lnTo>
                    <a:pt x="16" y="64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94" name="Freeform 296">
              <a:extLst>
                <a:ext uri="{FF2B5EF4-FFF2-40B4-BE49-F238E27FC236}">
                  <a16:creationId xmlns:a16="http://schemas.microsoft.com/office/drawing/2014/main" id="{60DA2137-22ED-51DC-E9FD-B8A556795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2249"/>
              <a:ext cx="24" cy="40"/>
            </a:xfrm>
            <a:custGeom>
              <a:avLst/>
              <a:gdLst>
                <a:gd name="T0" fmla="*/ 24 w 24"/>
                <a:gd name="T1" fmla="*/ 0 h 40"/>
                <a:gd name="T2" fmla="*/ 8 w 24"/>
                <a:gd name="T3" fmla="*/ 0 h 40"/>
                <a:gd name="T4" fmla="*/ 0 w 24"/>
                <a:gd name="T5" fmla="*/ 40 h 40"/>
                <a:gd name="T6" fmla="*/ 0 w 24"/>
                <a:gd name="T7" fmla="*/ 40 h 40"/>
                <a:gd name="T8" fmla="*/ 16 w 24"/>
                <a:gd name="T9" fmla="*/ 40 h 40"/>
                <a:gd name="T10" fmla="*/ 16 w 24"/>
                <a:gd name="T11" fmla="*/ 40 h 40"/>
                <a:gd name="T12" fmla="*/ 24 w 2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40"/>
                <a:gd name="T23" fmla="*/ 24 w 2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40">
                  <a:moveTo>
                    <a:pt x="24" y="0"/>
                  </a:moveTo>
                  <a:lnTo>
                    <a:pt x="8" y="0"/>
                  </a:lnTo>
                  <a:lnTo>
                    <a:pt x="0" y="40"/>
                  </a:lnTo>
                  <a:lnTo>
                    <a:pt x="16" y="40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95" name="Rectangle 297">
              <a:extLst>
                <a:ext uri="{FF2B5EF4-FFF2-40B4-BE49-F238E27FC236}">
                  <a16:creationId xmlns:a16="http://schemas.microsoft.com/office/drawing/2014/main" id="{5AF7428A-8B7B-DAC0-C700-852A766FB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" y="2289"/>
              <a:ext cx="16" cy="24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496" name="Freeform 298">
              <a:extLst>
                <a:ext uri="{FF2B5EF4-FFF2-40B4-BE49-F238E27FC236}">
                  <a16:creationId xmlns:a16="http://schemas.microsoft.com/office/drawing/2014/main" id="{0F846E2A-A00C-1CEF-EB6E-553D8640F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61"/>
              <a:ext cx="24" cy="64"/>
            </a:xfrm>
            <a:custGeom>
              <a:avLst/>
              <a:gdLst>
                <a:gd name="T0" fmla="*/ 24 w 24"/>
                <a:gd name="T1" fmla="*/ 0 h 64"/>
                <a:gd name="T2" fmla="*/ 8 w 24"/>
                <a:gd name="T3" fmla="*/ 0 h 64"/>
                <a:gd name="T4" fmla="*/ 0 w 24"/>
                <a:gd name="T5" fmla="*/ 64 h 64"/>
                <a:gd name="T6" fmla="*/ 16 w 24"/>
                <a:gd name="T7" fmla="*/ 64 h 64"/>
                <a:gd name="T8" fmla="*/ 24 w 24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64"/>
                <a:gd name="T17" fmla="*/ 24 w 2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64">
                  <a:moveTo>
                    <a:pt x="24" y="0"/>
                  </a:moveTo>
                  <a:lnTo>
                    <a:pt x="8" y="0"/>
                  </a:lnTo>
                  <a:lnTo>
                    <a:pt x="0" y="64"/>
                  </a:lnTo>
                  <a:lnTo>
                    <a:pt x="16" y="64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97" name="Freeform 299">
              <a:extLst>
                <a:ext uri="{FF2B5EF4-FFF2-40B4-BE49-F238E27FC236}">
                  <a16:creationId xmlns:a16="http://schemas.microsoft.com/office/drawing/2014/main" id="{54C8C600-C5AD-DCFD-F922-47354132F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" y="2465"/>
              <a:ext cx="24" cy="56"/>
            </a:xfrm>
            <a:custGeom>
              <a:avLst/>
              <a:gdLst>
                <a:gd name="T0" fmla="*/ 24 w 24"/>
                <a:gd name="T1" fmla="*/ 0 h 56"/>
                <a:gd name="T2" fmla="*/ 8 w 24"/>
                <a:gd name="T3" fmla="*/ 0 h 56"/>
                <a:gd name="T4" fmla="*/ 0 w 24"/>
                <a:gd name="T5" fmla="*/ 48 h 56"/>
                <a:gd name="T6" fmla="*/ 0 w 24"/>
                <a:gd name="T7" fmla="*/ 48 h 56"/>
                <a:gd name="T8" fmla="*/ 16 w 24"/>
                <a:gd name="T9" fmla="*/ 56 h 56"/>
                <a:gd name="T10" fmla="*/ 16 w 24"/>
                <a:gd name="T11" fmla="*/ 48 h 56"/>
                <a:gd name="T12" fmla="*/ 24 w 24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56"/>
                <a:gd name="T23" fmla="*/ 24 w 24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56">
                  <a:moveTo>
                    <a:pt x="24" y="0"/>
                  </a:moveTo>
                  <a:lnTo>
                    <a:pt x="8" y="0"/>
                  </a:lnTo>
                  <a:lnTo>
                    <a:pt x="0" y="48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98" name="Freeform 300">
              <a:extLst>
                <a:ext uri="{FF2B5EF4-FFF2-40B4-BE49-F238E27FC236}">
                  <a16:creationId xmlns:a16="http://schemas.microsoft.com/office/drawing/2014/main" id="{EB884183-63EB-95EE-25C1-D51789136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8" y="2513"/>
              <a:ext cx="24" cy="24"/>
            </a:xfrm>
            <a:custGeom>
              <a:avLst/>
              <a:gdLst>
                <a:gd name="T0" fmla="*/ 24 w 24"/>
                <a:gd name="T1" fmla="*/ 8 h 24"/>
                <a:gd name="T2" fmla="*/ 8 w 24"/>
                <a:gd name="T3" fmla="*/ 0 h 24"/>
                <a:gd name="T4" fmla="*/ 0 w 24"/>
                <a:gd name="T5" fmla="*/ 16 h 24"/>
                <a:gd name="T6" fmla="*/ 16 w 24"/>
                <a:gd name="T7" fmla="*/ 24 h 24"/>
                <a:gd name="T8" fmla="*/ 24 w 24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24" y="8"/>
                  </a:moveTo>
                  <a:lnTo>
                    <a:pt x="8" y="0"/>
                  </a:lnTo>
                  <a:lnTo>
                    <a:pt x="0" y="16"/>
                  </a:lnTo>
                  <a:lnTo>
                    <a:pt x="16" y="24"/>
                  </a:lnTo>
                  <a:lnTo>
                    <a:pt x="24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99" name="Freeform 301">
              <a:extLst>
                <a:ext uri="{FF2B5EF4-FFF2-40B4-BE49-F238E27FC236}">
                  <a16:creationId xmlns:a16="http://schemas.microsoft.com/office/drawing/2014/main" id="{AE7718CD-D9A2-F180-0217-E262CA92E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2577"/>
              <a:ext cx="40" cy="64"/>
            </a:xfrm>
            <a:custGeom>
              <a:avLst/>
              <a:gdLst>
                <a:gd name="T0" fmla="*/ 40 w 40"/>
                <a:gd name="T1" fmla="*/ 8 h 64"/>
                <a:gd name="T2" fmla="*/ 24 w 40"/>
                <a:gd name="T3" fmla="*/ 0 h 64"/>
                <a:gd name="T4" fmla="*/ 0 w 40"/>
                <a:gd name="T5" fmla="*/ 56 h 64"/>
                <a:gd name="T6" fmla="*/ 16 w 40"/>
                <a:gd name="T7" fmla="*/ 64 h 64"/>
                <a:gd name="T8" fmla="*/ 40 w 40"/>
                <a:gd name="T9" fmla="*/ 8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8"/>
                  </a:moveTo>
                  <a:lnTo>
                    <a:pt x="24" y="0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40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0" name="Freeform 302">
              <a:extLst>
                <a:ext uri="{FF2B5EF4-FFF2-40B4-BE49-F238E27FC236}">
                  <a16:creationId xmlns:a16="http://schemas.microsoft.com/office/drawing/2014/main" id="{984698A6-F06D-93E4-3256-B34E30B56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" y="2681"/>
              <a:ext cx="24" cy="48"/>
            </a:xfrm>
            <a:custGeom>
              <a:avLst/>
              <a:gdLst>
                <a:gd name="T0" fmla="*/ 24 w 24"/>
                <a:gd name="T1" fmla="*/ 0 h 48"/>
                <a:gd name="T2" fmla="*/ 8 w 24"/>
                <a:gd name="T3" fmla="*/ 0 h 48"/>
                <a:gd name="T4" fmla="*/ 0 w 24"/>
                <a:gd name="T5" fmla="*/ 40 h 48"/>
                <a:gd name="T6" fmla="*/ 8 w 24"/>
                <a:gd name="T7" fmla="*/ 40 h 48"/>
                <a:gd name="T8" fmla="*/ 16 w 24"/>
                <a:gd name="T9" fmla="*/ 48 h 48"/>
                <a:gd name="T10" fmla="*/ 16 w 24"/>
                <a:gd name="T11" fmla="*/ 40 h 48"/>
                <a:gd name="T12" fmla="*/ 24 w 24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48"/>
                <a:gd name="T23" fmla="*/ 24 w 24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48">
                  <a:moveTo>
                    <a:pt x="24" y="0"/>
                  </a:moveTo>
                  <a:lnTo>
                    <a:pt x="8" y="0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24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1" name="Freeform 303">
              <a:extLst>
                <a:ext uri="{FF2B5EF4-FFF2-40B4-BE49-F238E27FC236}">
                  <a16:creationId xmlns:a16="http://schemas.microsoft.com/office/drawing/2014/main" id="{57CBC100-F73B-D0E9-4E25-A378F885B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" y="2721"/>
              <a:ext cx="24" cy="24"/>
            </a:xfrm>
            <a:custGeom>
              <a:avLst/>
              <a:gdLst>
                <a:gd name="T0" fmla="*/ 24 w 24"/>
                <a:gd name="T1" fmla="*/ 8 h 24"/>
                <a:gd name="T2" fmla="*/ 16 w 24"/>
                <a:gd name="T3" fmla="*/ 0 h 24"/>
                <a:gd name="T4" fmla="*/ 0 w 24"/>
                <a:gd name="T5" fmla="*/ 16 h 24"/>
                <a:gd name="T6" fmla="*/ 8 w 24"/>
                <a:gd name="T7" fmla="*/ 24 h 24"/>
                <a:gd name="T8" fmla="*/ 24 w 24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24" y="8"/>
                  </a:moveTo>
                  <a:lnTo>
                    <a:pt x="16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2" name="Freeform 304">
              <a:extLst>
                <a:ext uri="{FF2B5EF4-FFF2-40B4-BE49-F238E27FC236}">
                  <a16:creationId xmlns:a16="http://schemas.microsoft.com/office/drawing/2014/main" id="{2B9946AA-99A5-39D3-9463-8F6FBF667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785"/>
              <a:ext cx="48" cy="64"/>
            </a:xfrm>
            <a:custGeom>
              <a:avLst/>
              <a:gdLst>
                <a:gd name="T0" fmla="*/ 48 w 48"/>
                <a:gd name="T1" fmla="*/ 8 h 64"/>
                <a:gd name="T2" fmla="*/ 32 w 48"/>
                <a:gd name="T3" fmla="*/ 0 h 64"/>
                <a:gd name="T4" fmla="*/ 0 w 48"/>
                <a:gd name="T5" fmla="*/ 56 h 64"/>
                <a:gd name="T6" fmla="*/ 16 w 48"/>
                <a:gd name="T7" fmla="*/ 64 h 64"/>
                <a:gd name="T8" fmla="*/ 48 w 48"/>
                <a:gd name="T9" fmla="*/ 8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64"/>
                <a:gd name="T17" fmla="*/ 48 w 48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64">
                  <a:moveTo>
                    <a:pt x="48" y="8"/>
                  </a:moveTo>
                  <a:lnTo>
                    <a:pt x="32" y="0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48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3" name="Freeform 305">
              <a:extLst>
                <a:ext uri="{FF2B5EF4-FFF2-40B4-BE49-F238E27FC236}">
                  <a16:creationId xmlns:a16="http://schemas.microsoft.com/office/drawing/2014/main" id="{61C4E1CB-A744-87EE-D4C4-14BC5F49B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2881"/>
              <a:ext cx="32" cy="40"/>
            </a:xfrm>
            <a:custGeom>
              <a:avLst/>
              <a:gdLst>
                <a:gd name="T0" fmla="*/ 32 w 32"/>
                <a:gd name="T1" fmla="*/ 8 h 40"/>
                <a:gd name="T2" fmla="*/ 16 w 32"/>
                <a:gd name="T3" fmla="*/ 0 h 40"/>
                <a:gd name="T4" fmla="*/ 0 w 32"/>
                <a:gd name="T5" fmla="*/ 32 h 40"/>
                <a:gd name="T6" fmla="*/ 0 w 32"/>
                <a:gd name="T7" fmla="*/ 32 h 40"/>
                <a:gd name="T8" fmla="*/ 16 w 32"/>
                <a:gd name="T9" fmla="*/ 40 h 40"/>
                <a:gd name="T10" fmla="*/ 16 w 32"/>
                <a:gd name="T11" fmla="*/ 40 h 40"/>
                <a:gd name="T12" fmla="*/ 32 w 32"/>
                <a:gd name="T13" fmla="*/ 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40"/>
                <a:gd name="T23" fmla="*/ 32 w 32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40">
                  <a:moveTo>
                    <a:pt x="32" y="8"/>
                  </a:moveTo>
                  <a:lnTo>
                    <a:pt x="16" y="0"/>
                  </a:lnTo>
                  <a:lnTo>
                    <a:pt x="0" y="32"/>
                  </a:lnTo>
                  <a:lnTo>
                    <a:pt x="16" y="40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4" name="Freeform 306">
              <a:extLst>
                <a:ext uri="{FF2B5EF4-FFF2-40B4-BE49-F238E27FC236}">
                  <a16:creationId xmlns:a16="http://schemas.microsoft.com/office/drawing/2014/main" id="{2DA1EC5A-7E28-6A13-00D0-B06E4B297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2913"/>
              <a:ext cx="32" cy="32"/>
            </a:xfrm>
            <a:custGeom>
              <a:avLst/>
              <a:gdLst>
                <a:gd name="T0" fmla="*/ 32 w 32"/>
                <a:gd name="T1" fmla="*/ 8 h 32"/>
                <a:gd name="T2" fmla="*/ 16 w 32"/>
                <a:gd name="T3" fmla="*/ 0 h 32"/>
                <a:gd name="T4" fmla="*/ 0 w 32"/>
                <a:gd name="T5" fmla="*/ 24 h 32"/>
                <a:gd name="T6" fmla="*/ 16 w 32"/>
                <a:gd name="T7" fmla="*/ 32 h 32"/>
                <a:gd name="T8" fmla="*/ 32 w 32"/>
                <a:gd name="T9" fmla="*/ 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32" y="8"/>
                  </a:moveTo>
                  <a:lnTo>
                    <a:pt x="16" y="0"/>
                  </a:lnTo>
                  <a:lnTo>
                    <a:pt x="0" y="24"/>
                  </a:lnTo>
                  <a:lnTo>
                    <a:pt x="16" y="32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5" name="Freeform 307">
              <a:extLst>
                <a:ext uri="{FF2B5EF4-FFF2-40B4-BE49-F238E27FC236}">
                  <a16:creationId xmlns:a16="http://schemas.microsoft.com/office/drawing/2014/main" id="{595C60E4-5967-DB83-E590-BB6E8D612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0" y="2977"/>
              <a:ext cx="56" cy="56"/>
            </a:xfrm>
            <a:custGeom>
              <a:avLst/>
              <a:gdLst>
                <a:gd name="T0" fmla="*/ 56 w 56"/>
                <a:gd name="T1" fmla="*/ 8 h 56"/>
                <a:gd name="T2" fmla="*/ 40 w 56"/>
                <a:gd name="T3" fmla="*/ 0 h 56"/>
                <a:gd name="T4" fmla="*/ 0 w 56"/>
                <a:gd name="T5" fmla="*/ 48 h 56"/>
                <a:gd name="T6" fmla="*/ 16 w 56"/>
                <a:gd name="T7" fmla="*/ 56 h 56"/>
                <a:gd name="T8" fmla="*/ 56 w 56"/>
                <a:gd name="T9" fmla="*/ 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56" y="8"/>
                  </a:moveTo>
                  <a:lnTo>
                    <a:pt x="40" y="0"/>
                  </a:lnTo>
                  <a:lnTo>
                    <a:pt x="0" y="48"/>
                  </a:lnTo>
                  <a:lnTo>
                    <a:pt x="16" y="56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6" name="Freeform 308">
              <a:extLst>
                <a:ext uri="{FF2B5EF4-FFF2-40B4-BE49-F238E27FC236}">
                  <a16:creationId xmlns:a16="http://schemas.microsoft.com/office/drawing/2014/main" id="{91120F92-8053-9826-03EE-57421F2EB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3065"/>
              <a:ext cx="40" cy="40"/>
            </a:xfrm>
            <a:custGeom>
              <a:avLst/>
              <a:gdLst>
                <a:gd name="T0" fmla="*/ 40 w 40"/>
                <a:gd name="T1" fmla="*/ 8 h 40"/>
                <a:gd name="T2" fmla="*/ 24 w 40"/>
                <a:gd name="T3" fmla="*/ 0 h 40"/>
                <a:gd name="T4" fmla="*/ 0 w 40"/>
                <a:gd name="T5" fmla="*/ 32 h 40"/>
                <a:gd name="T6" fmla="*/ 8 w 40"/>
                <a:gd name="T7" fmla="*/ 32 h 40"/>
                <a:gd name="T8" fmla="*/ 16 w 40"/>
                <a:gd name="T9" fmla="*/ 40 h 40"/>
                <a:gd name="T10" fmla="*/ 16 w 40"/>
                <a:gd name="T11" fmla="*/ 40 h 40"/>
                <a:gd name="T12" fmla="*/ 40 w 40"/>
                <a:gd name="T13" fmla="*/ 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40"/>
                <a:gd name="T23" fmla="*/ 40 w 40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40">
                  <a:moveTo>
                    <a:pt x="40" y="8"/>
                  </a:moveTo>
                  <a:lnTo>
                    <a:pt x="24" y="0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40"/>
                  </a:lnTo>
                  <a:lnTo>
                    <a:pt x="40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7" name="Freeform 309">
              <a:extLst>
                <a:ext uri="{FF2B5EF4-FFF2-40B4-BE49-F238E27FC236}">
                  <a16:creationId xmlns:a16="http://schemas.microsoft.com/office/drawing/2014/main" id="{94345207-C3C3-DD12-A37F-90E49141F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3097"/>
              <a:ext cx="24" cy="24"/>
            </a:xfrm>
            <a:custGeom>
              <a:avLst/>
              <a:gdLst>
                <a:gd name="T0" fmla="*/ 24 w 24"/>
                <a:gd name="T1" fmla="*/ 8 h 24"/>
                <a:gd name="T2" fmla="*/ 16 w 24"/>
                <a:gd name="T3" fmla="*/ 0 h 24"/>
                <a:gd name="T4" fmla="*/ 0 w 24"/>
                <a:gd name="T5" fmla="*/ 16 h 24"/>
                <a:gd name="T6" fmla="*/ 8 w 24"/>
                <a:gd name="T7" fmla="*/ 24 h 24"/>
                <a:gd name="T8" fmla="*/ 24 w 24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24" y="8"/>
                  </a:moveTo>
                  <a:lnTo>
                    <a:pt x="16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8" name="Freeform 310">
              <a:extLst>
                <a:ext uri="{FF2B5EF4-FFF2-40B4-BE49-F238E27FC236}">
                  <a16:creationId xmlns:a16="http://schemas.microsoft.com/office/drawing/2014/main" id="{12B915D2-AA40-1935-75AF-579058DEC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3145"/>
              <a:ext cx="56" cy="56"/>
            </a:xfrm>
            <a:custGeom>
              <a:avLst/>
              <a:gdLst>
                <a:gd name="T0" fmla="*/ 56 w 56"/>
                <a:gd name="T1" fmla="*/ 8 h 56"/>
                <a:gd name="T2" fmla="*/ 48 w 56"/>
                <a:gd name="T3" fmla="*/ 0 h 56"/>
                <a:gd name="T4" fmla="*/ 0 w 56"/>
                <a:gd name="T5" fmla="*/ 48 h 56"/>
                <a:gd name="T6" fmla="*/ 8 w 56"/>
                <a:gd name="T7" fmla="*/ 56 h 56"/>
                <a:gd name="T8" fmla="*/ 56 w 56"/>
                <a:gd name="T9" fmla="*/ 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6"/>
                <a:gd name="T17" fmla="*/ 56 w 5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6">
                  <a:moveTo>
                    <a:pt x="56" y="8"/>
                  </a:moveTo>
                  <a:lnTo>
                    <a:pt x="48" y="0"/>
                  </a:lnTo>
                  <a:lnTo>
                    <a:pt x="0" y="48"/>
                  </a:lnTo>
                  <a:lnTo>
                    <a:pt x="8" y="56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09" name="Freeform 311">
              <a:extLst>
                <a:ext uri="{FF2B5EF4-FFF2-40B4-BE49-F238E27FC236}">
                  <a16:creationId xmlns:a16="http://schemas.microsoft.com/office/drawing/2014/main" id="{CA00984A-0CDE-51BC-B60D-462CE9D54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3225"/>
              <a:ext cx="32" cy="33"/>
            </a:xfrm>
            <a:custGeom>
              <a:avLst/>
              <a:gdLst>
                <a:gd name="T0" fmla="*/ 32 w 32"/>
                <a:gd name="T1" fmla="*/ 8 h 33"/>
                <a:gd name="T2" fmla="*/ 24 w 32"/>
                <a:gd name="T3" fmla="*/ 0 h 33"/>
                <a:gd name="T4" fmla="*/ 0 w 32"/>
                <a:gd name="T5" fmla="*/ 25 h 33"/>
                <a:gd name="T6" fmla="*/ 0 w 32"/>
                <a:gd name="T7" fmla="*/ 25 h 33"/>
                <a:gd name="T8" fmla="*/ 8 w 32"/>
                <a:gd name="T9" fmla="*/ 33 h 33"/>
                <a:gd name="T10" fmla="*/ 8 w 32"/>
                <a:gd name="T11" fmla="*/ 33 h 33"/>
                <a:gd name="T12" fmla="*/ 32 w 32"/>
                <a:gd name="T13" fmla="*/ 8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3"/>
                <a:gd name="T23" fmla="*/ 32 w 32"/>
                <a:gd name="T24" fmla="*/ 33 h 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3">
                  <a:moveTo>
                    <a:pt x="32" y="8"/>
                  </a:moveTo>
                  <a:lnTo>
                    <a:pt x="24" y="0"/>
                  </a:lnTo>
                  <a:lnTo>
                    <a:pt x="0" y="25"/>
                  </a:lnTo>
                  <a:lnTo>
                    <a:pt x="8" y="33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0" name="Freeform 312">
              <a:extLst>
                <a:ext uri="{FF2B5EF4-FFF2-40B4-BE49-F238E27FC236}">
                  <a16:creationId xmlns:a16="http://schemas.microsoft.com/office/drawing/2014/main" id="{01FD9B00-5E0D-6BD9-3DA6-AC8662854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250"/>
              <a:ext cx="32" cy="32"/>
            </a:xfrm>
            <a:custGeom>
              <a:avLst/>
              <a:gdLst>
                <a:gd name="T0" fmla="*/ 32 w 32"/>
                <a:gd name="T1" fmla="*/ 8 h 32"/>
                <a:gd name="T2" fmla="*/ 24 w 32"/>
                <a:gd name="T3" fmla="*/ 0 h 32"/>
                <a:gd name="T4" fmla="*/ 0 w 32"/>
                <a:gd name="T5" fmla="*/ 24 h 32"/>
                <a:gd name="T6" fmla="*/ 8 w 32"/>
                <a:gd name="T7" fmla="*/ 32 h 32"/>
                <a:gd name="T8" fmla="*/ 32 w 32"/>
                <a:gd name="T9" fmla="*/ 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32" y="8"/>
                  </a:moveTo>
                  <a:lnTo>
                    <a:pt x="24" y="0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1" name="Freeform 313">
              <a:extLst>
                <a:ext uri="{FF2B5EF4-FFF2-40B4-BE49-F238E27FC236}">
                  <a16:creationId xmlns:a16="http://schemas.microsoft.com/office/drawing/2014/main" id="{8B74CC78-7912-A35F-6273-E3A37BA8F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3290"/>
              <a:ext cx="64" cy="56"/>
            </a:xfrm>
            <a:custGeom>
              <a:avLst/>
              <a:gdLst>
                <a:gd name="T0" fmla="*/ 64 w 64"/>
                <a:gd name="T1" fmla="*/ 16 h 56"/>
                <a:gd name="T2" fmla="*/ 56 w 64"/>
                <a:gd name="T3" fmla="*/ 0 h 56"/>
                <a:gd name="T4" fmla="*/ 0 w 64"/>
                <a:gd name="T5" fmla="*/ 40 h 56"/>
                <a:gd name="T6" fmla="*/ 8 w 64"/>
                <a:gd name="T7" fmla="*/ 56 h 56"/>
                <a:gd name="T8" fmla="*/ 64 w 64"/>
                <a:gd name="T9" fmla="*/ 1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64" y="16"/>
                  </a:moveTo>
                  <a:lnTo>
                    <a:pt x="56" y="0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2" name="Freeform 314">
              <a:extLst>
                <a:ext uri="{FF2B5EF4-FFF2-40B4-BE49-F238E27FC236}">
                  <a16:creationId xmlns:a16="http://schemas.microsoft.com/office/drawing/2014/main" id="{7D48AB7A-248E-160B-094F-D17B49BC6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3354"/>
              <a:ext cx="32" cy="32"/>
            </a:xfrm>
            <a:custGeom>
              <a:avLst/>
              <a:gdLst>
                <a:gd name="T0" fmla="*/ 32 w 32"/>
                <a:gd name="T1" fmla="*/ 16 h 32"/>
                <a:gd name="T2" fmla="*/ 24 w 32"/>
                <a:gd name="T3" fmla="*/ 0 h 32"/>
                <a:gd name="T4" fmla="*/ 0 w 32"/>
                <a:gd name="T5" fmla="*/ 16 h 32"/>
                <a:gd name="T6" fmla="*/ 0 w 32"/>
                <a:gd name="T7" fmla="*/ 16 h 32"/>
                <a:gd name="T8" fmla="*/ 8 w 32"/>
                <a:gd name="T9" fmla="*/ 32 h 32"/>
                <a:gd name="T10" fmla="*/ 8 w 32"/>
                <a:gd name="T11" fmla="*/ 32 h 32"/>
                <a:gd name="T12" fmla="*/ 32 w 32"/>
                <a:gd name="T13" fmla="*/ 16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32"/>
                <a:gd name="T23" fmla="*/ 32 w 32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32">
                  <a:moveTo>
                    <a:pt x="32" y="16"/>
                  </a:moveTo>
                  <a:lnTo>
                    <a:pt x="24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3" name="Freeform 315">
              <a:extLst>
                <a:ext uri="{FF2B5EF4-FFF2-40B4-BE49-F238E27FC236}">
                  <a16:creationId xmlns:a16="http://schemas.microsoft.com/office/drawing/2014/main" id="{7468198D-A032-CEC1-27B4-0CE8C682A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3370"/>
              <a:ext cx="40" cy="32"/>
            </a:xfrm>
            <a:custGeom>
              <a:avLst/>
              <a:gdLst>
                <a:gd name="T0" fmla="*/ 40 w 40"/>
                <a:gd name="T1" fmla="*/ 16 h 32"/>
                <a:gd name="T2" fmla="*/ 32 w 40"/>
                <a:gd name="T3" fmla="*/ 0 h 32"/>
                <a:gd name="T4" fmla="*/ 0 w 40"/>
                <a:gd name="T5" fmla="*/ 16 h 32"/>
                <a:gd name="T6" fmla="*/ 8 w 40"/>
                <a:gd name="T7" fmla="*/ 32 h 32"/>
                <a:gd name="T8" fmla="*/ 40 w 40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32"/>
                <a:gd name="T17" fmla="*/ 40 w 4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32">
                  <a:moveTo>
                    <a:pt x="40" y="16"/>
                  </a:moveTo>
                  <a:lnTo>
                    <a:pt x="32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40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4" name="Freeform 316">
              <a:extLst>
                <a:ext uri="{FF2B5EF4-FFF2-40B4-BE49-F238E27FC236}">
                  <a16:creationId xmlns:a16="http://schemas.microsoft.com/office/drawing/2014/main" id="{4BF5CD71-7AA0-4843-33B5-23DE67B51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3402"/>
              <a:ext cx="64" cy="48"/>
            </a:xfrm>
            <a:custGeom>
              <a:avLst/>
              <a:gdLst>
                <a:gd name="T0" fmla="*/ 64 w 64"/>
                <a:gd name="T1" fmla="*/ 16 h 48"/>
                <a:gd name="T2" fmla="*/ 56 w 64"/>
                <a:gd name="T3" fmla="*/ 0 h 48"/>
                <a:gd name="T4" fmla="*/ 0 w 64"/>
                <a:gd name="T5" fmla="*/ 32 h 48"/>
                <a:gd name="T6" fmla="*/ 8 w 64"/>
                <a:gd name="T7" fmla="*/ 48 h 48"/>
                <a:gd name="T8" fmla="*/ 64 w 64"/>
                <a:gd name="T9" fmla="*/ 16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8"/>
                <a:gd name="T17" fmla="*/ 64 w 64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8">
                  <a:moveTo>
                    <a:pt x="64" y="16"/>
                  </a:moveTo>
                  <a:lnTo>
                    <a:pt x="56" y="0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5" name="Freeform 317">
              <a:extLst>
                <a:ext uri="{FF2B5EF4-FFF2-40B4-BE49-F238E27FC236}">
                  <a16:creationId xmlns:a16="http://schemas.microsoft.com/office/drawing/2014/main" id="{CC7BC306-2FAE-B910-C43B-58810FB51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3450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24 w 32"/>
                <a:gd name="T3" fmla="*/ 0 h 24"/>
                <a:gd name="T4" fmla="*/ 0 w 32"/>
                <a:gd name="T5" fmla="*/ 8 h 24"/>
                <a:gd name="T6" fmla="*/ 0 w 32"/>
                <a:gd name="T7" fmla="*/ 8 h 24"/>
                <a:gd name="T8" fmla="*/ 8 w 32"/>
                <a:gd name="T9" fmla="*/ 24 h 24"/>
                <a:gd name="T10" fmla="*/ 8 w 32"/>
                <a:gd name="T11" fmla="*/ 24 h 24"/>
                <a:gd name="T12" fmla="*/ 32 w 32"/>
                <a:gd name="T13" fmla="*/ 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24"/>
                <a:gd name="T23" fmla="*/ 32 w 3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24">
                  <a:moveTo>
                    <a:pt x="32" y="16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6" name="Freeform 318">
              <a:extLst>
                <a:ext uri="{FF2B5EF4-FFF2-40B4-BE49-F238E27FC236}">
                  <a16:creationId xmlns:a16="http://schemas.microsoft.com/office/drawing/2014/main" id="{8F1ED963-DCDC-FECD-3C96-EB14242E5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3458"/>
              <a:ext cx="48" cy="32"/>
            </a:xfrm>
            <a:custGeom>
              <a:avLst/>
              <a:gdLst>
                <a:gd name="T0" fmla="*/ 48 w 48"/>
                <a:gd name="T1" fmla="*/ 16 h 32"/>
                <a:gd name="T2" fmla="*/ 40 w 48"/>
                <a:gd name="T3" fmla="*/ 0 h 32"/>
                <a:gd name="T4" fmla="*/ 0 w 48"/>
                <a:gd name="T5" fmla="*/ 16 h 32"/>
                <a:gd name="T6" fmla="*/ 8 w 48"/>
                <a:gd name="T7" fmla="*/ 32 h 32"/>
                <a:gd name="T8" fmla="*/ 48 w 48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32"/>
                <a:gd name="T17" fmla="*/ 48 w 48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32">
                  <a:moveTo>
                    <a:pt x="48" y="16"/>
                  </a:moveTo>
                  <a:lnTo>
                    <a:pt x="4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48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7" name="Freeform 319">
              <a:extLst>
                <a:ext uri="{FF2B5EF4-FFF2-40B4-BE49-F238E27FC236}">
                  <a16:creationId xmlns:a16="http://schemas.microsoft.com/office/drawing/2014/main" id="{861D4140-E84F-2195-46D3-A8429F3BF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3482"/>
              <a:ext cx="64" cy="32"/>
            </a:xfrm>
            <a:custGeom>
              <a:avLst/>
              <a:gdLst>
                <a:gd name="T0" fmla="*/ 64 w 64"/>
                <a:gd name="T1" fmla="*/ 16 h 32"/>
                <a:gd name="T2" fmla="*/ 64 w 64"/>
                <a:gd name="T3" fmla="*/ 0 h 32"/>
                <a:gd name="T4" fmla="*/ 0 w 64"/>
                <a:gd name="T5" fmla="*/ 16 h 32"/>
                <a:gd name="T6" fmla="*/ 0 w 64"/>
                <a:gd name="T7" fmla="*/ 32 h 32"/>
                <a:gd name="T8" fmla="*/ 64 w 64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64" y="16"/>
                  </a:moveTo>
                  <a:lnTo>
                    <a:pt x="64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8" name="Freeform 320">
              <a:extLst>
                <a:ext uri="{FF2B5EF4-FFF2-40B4-BE49-F238E27FC236}">
                  <a16:creationId xmlns:a16="http://schemas.microsoft.com/office/drawing/2014/main" id="{D2CFE074-8D7E-F6D5-1781-6BE5903A4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506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32 w 32"/>
                <a:gd name="T3" fmla="*/ 0 h 24"/>
                <a:gd name="T4" fmla="*/ 0 w 32"/>
                <a:gd name="T5" fmla="*/ 8 h 24"/>
                <a:gd name="T6" fmla="*/ 0 w 32"/>
                <a:gd name="T7" fmla="*/ 24 h 24"/>
                <a:gd name="T8" fmla="*/ 32 w 32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16"/>
                  </a:moveTo>
                  <a:lnTo>
                    <a:pt x="32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19" name="Freeform 321">
              <a:extLst>
                <a:ext uri="{FF2B5EF4-FFF2-40B4-BE49-F238E27FC236}">
                  <a16:creationId xmlns:a16="http://schemas.microsoft.com/office/drawing/2014/main" id="{2972D84A-CDFD-516E-0E9C-E3A2D90F8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792"/>
              <a:ext cx="32" cy="32"/>
            </a:xfrm>
            <a:custGeom>
              <a:avLst/>
              <a:gdLst>
                <a:gd name="T0" fmla="*/ 24 w 32"/>
                <a:gd name="T1" fmla="*/ 32 h 32"/>
                <a:gd name="T2" fmla="*/ 32 w 32"/>
                <a:gd name="T3" fmla="*/ 24 h 32"/>
                <a:gd name="T4" fmla="*/ 8 w 32"/>
                <a:gd name="T5" fmla="*/ 0 h 32"/>
                <a:gd name="T6" fmla="*/ 0 w 32"/>
                <a:gd name="T7" fmla="*/ 8 h 32"/>
                <a:gd name="T8" fmla="*/ 24 w 32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32"/>
                <a:gd name="T17" fmla="*/ 32 w 3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32">
                  <a:moveTo>
                    <a:pt x="24" y="32"/>
                  </a:moveTo>
                  <a:lnTo>
                    <a:pt x="32" y="24"/>
                  </a:lnTo>
                  <a:lnTo>
                    <a:pt x="8" y="0"/>
                  </a:lnTo>
                  <a:lnTo>
                    <a:pt x="0" y="8"/>
                  </a:lnTo>
                  <a:lnTo>
                    <a:pt x="24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0" name="Freeform 322">
              <a:extLst>
                <a:ext uri="{FF2B5EF4-FFF2-40B4-BE49-F238E27FC236}">
                  <a16:creationId xmlns:a16="http://schemas.microsoft.com/office/drawing/2014/main" id="{1D4410A9-B9C7-F192-DBDA-03F6E5461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800"/>
              <a:ext cx="488" cy="641"/>
            </a:xfrm>
            <a:custGeom>
              <a:avLst/>
              <a:gdLst>
                <a:gd name="T0" fmla="*/ 488 w 488"/>
                <a:gd name="T1" fmla="*/ 24 h 641"/>
                <a:gd name="T2" fmla="*/ 288 w 488"/>
                <a:gd name="T3" fmla="*/ 192 h 641"/>
                <a:gd name="T4" fmla="*/ 288 w 488"/>
                <a:gd name="T5" fmla="*/ 192 h 641"/>
                <a:gd name="T6" fmla="*/ 288 w 488"/>
                <a:gd name="T7" fmla="*/ 192 h 641"/>
                <a:gd name="T8" fmla="*/ 200 w 488"/>
                <a:gd name="T9" fmla="*/ 289 h 641"/>
                <a:gd name="T10" fmla="*/ 200 w 488"/>
                <a:gd name="T11" fmla="*/ 281 h 641"/>
                <a:gd name="T12" fmla="*/ 200 w 488"/>
                <a:gd name="T13" fmla="*/ 281 h 641"/>
                <a:gd name="T14" fmla="*/ 128 w 488"/>
                <a:gd name="T15" fmla="*/ 393 h 641"/>
                <a:gd name="T16" fmla="*/ 128 w 488"/>
                <a:gd name="T17" fmla="*/ 393 h 641"/>
                <a:gd name="T18" fmla="*/ 128 w 488"/>
                <a:gd name="T19" fmla="*/ 393 h 641"/>
                <a:gd name="T20" fmla="*/ 64 w 488"/>
                <a:gd name="T21" fmla="*/ 513 h 641"/>
                <a:gd name="T22" fmla="*/ 64 w 488"/>
                <a:gd name="T23" fmla="*/ 513 h 641"/>
                <a:gd name="T24" fmla="*/ 64 w 488"/>
                <a:gd name="T25" fmla="*/ 513 h 641"/>
                <a:gd name="T26" fmla="*/ 32 w 488"/>
                <a:gd name="T27" fmla="*/ 641 h 641"/>
                <a:gd name="T28" fmla="*/ 32 w 488"/>
                <a:gd name="T29" fmla="*/ 633 h 641"/>
                <a:gd name="T30" fmla="*/ 0 w 488"/>
                <a:gd name="T31" fmla="*/ 633 h 641"/>
                <a:gd name="T32" fmla="*/ 0 w 488"/>
                <a:gd name="T33" fmla="*/ 633 h 641"/>
                <a:gd name="T34" fmla="*/ 32 w 488"/>
                <a:gd name="T35" fmla="*/ 505 h 641"/>
                <a:gd name="T36" fmla="*/ 32 w 488"/>
                <a:gd name="T37" fmla="*/ 505 h 641"/>
                <a:gd name="T38" fmla="*/ 32 w 488"/>
                <a:gd name="T39" fmla="*/ 497 h 641"/>
                <a:gd name="T40" fmla="*/ 96 w 488"/>
                <a:gd name="T41" fmla="*/ 377 h 641"/>
                <a:gd name="T42" fmla="*/ 96 w 488"/>
                <a:gd name="T43" fmla="*/ 377 h 641"/>
                <a:gd name="T44" fmla="*/ 104 w 488"/>
                <a:gd name="T45" fmla="*/ 377 h 641"/>
                <a:gd name="T46" fmla="*/ 176 w 488"/>
                <a:gd name="T47" fmla="*/ 264 h 641"/>
                <a:gd name="T48" fmla="*/ 176 w 488"/>
                <a:gd name="T49" fmla="*/ 264 h 641"/>
                <a:gd name="T50" fmla="*/ 176 w 488"/>
                <a:gd name="T51" fmla="*/ 264 h 641"/>
                <a:gd name="T52" fmla="*/ 264 w 488"/>
                <a:gd name="T53" fmla="*/ 168 h 641"/>
                <a:gd name="T54" fmla="*/ 264 w 488"/>
                <a:gd name="T55" fmla="*/ 168 h 641"/>
                <a:gd name="T56" fmla="*/ 264 w 488"/>
                <a:gd name="T57" fmla="*/ 168 h 641"/>
                <a:gd name="T58" fmla="*/ 464 w 488"/>
                <a:gd name="T59" fmla="*/ 0 h 641"/>
                <a:gd name="T60" fmla="*/ 488 w 488"/>
                <a:gd name="T61" fmla="*/ 24 h 64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88"/>
                <a:gd name="T94" fmla="*/ 0 h 641"/>
                <a:gd name="T95" fmla="*/ 488 w 488"/>
                <a:gd name="T96" fmla="*/ 641 h 641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88" h="641">
                  <a:moveTo>
                    <a:pt x="488" y="24"/>
                  </a:moveTo>
                  <a:lnTo>
                    <a:pt x="288" y="192"/>
                  </a:lnTo>
                  <a:lnTo>
                    <a:pt x="200" y="289"/>
                  </a:lnTo>
                  <a:lnTo>
                    <a:pt x="200" y="281"/>
                  </a:lnTo>
                  <a:lnTo>
                    <a:pt x="128" y="393"/>
                  </a:lnTo>
                  <a:lnTo>
                    <a:pt x="64" y="513"/>
                  </a:lnTo>
                  <a:lnTo>
                    <a:pt x="32" y="641"/>
                  </a:lnTo>
                  <a:lnTo>
                    <a:pt x="32" y="633"/>
                  </a:lnTo>
                  <a:lnTo>
                    <a:pt x="0" y="633"/>
                  </a:lnTo>
                  <a:lnTo>
                    <a:pt x="32" y="505"/>
                  </a:lnTo>
                  <a:lnTo>
                    <a:pt x="32" y="497"/>
                  </a:lnTo>
                  <a:lnTo>
                    <a:pt x="96" y="377"/>
                  </a:lnTo>
                  <a:lnTo>
                    <a:pt x="104" y="377"/>
                  </a:lnTo>
                  <a:lnTo>
                    <a:pt x="176" y="264"/>
                  </a:lnTo>
                  <a:lnTo>
                    <a:pt x="264" y="168"/>
                  </a:lnTo>
                  <a:lnTo>
                    <a:pt x="464" y="0"/>
                  </a:lnTo>
                  <a:lnTo>
                    <a:pt x="488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1" name="Freeform 323">
              <a:extLst>
                <a:ext uri="{FF2B5EF4-FFF2-40B4-BE49-F238E27FC236}">
                  <a16:creationId xmlns:a16="http://schemas.microsoft.com/office/drawing/2014/main" id="{6E5AEE6D-7F3E-B818-4FA1-3024B03EB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433"/>
              <a:ext cx="48" cy="152"/>
            </a:xfrm>
            <a:custGeom>
              <a:avLst/>
              <a:gdLst>
                <a:gd name="T0" fmla="*/ 48 w 48"/>
                <a:gd name="T1" fmla="*/ 0 h 152"/>
                <a:gd name="T2" fmla="*/ 32 w 48"/>
                <a:gd name="T3" fmla="*/ 152 h 152"/>
                <a:gd name="T4" fmla="*/ 32 w 48"/>
                <a:gd name="T5" fmla="*/ 152 h 152"/>
                <a:gd name="T6" fmla="*/ 0 w 48"/>
                <a:gd name="T7" fmla="*/ 152 h 152"/>
                <a:gd name="T8" fmla="*/ 0 w 48"/>
                <a:gd name="T9" fmla="*/ 152 h 152"/>
                <a:gd name="T10" fmla="*/ 16 w 48"/>
                <a:gd name="T11" fmla="*/ 0 h 152"/>
                <a:gd name="T12" fmla="*/ 48 w 48"/>
                <a:gd name="T13" fmla="*/ 0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152"/>
                <a:gd name="T23" fmla="*/ 48 w 48"/>
                <a:gd name="T24" fmla="*/ 152 h 1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152">
                  <a:moveTo>
                    <a:pt x="48" y="0"/>
                  </a:moveTo>
                  <a:lnTo>
                    <a:pt x="32" y="152"/>
                  </a:lnTo>
                  <a:lnTo>
                    <a:pt x="0" y="152"/>
                  </a:lnTo>
                  <a:lnTo>
                    <a:pt x="16" y="0"/>
                  </a:lnTo>
                  <a:lnTo>
                    <a:pt x="4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2" name="Rectangle 324">
              <a:extLst>
                <a:ext uri="{FF2B5EF4-FFF2-40B4-BE49-F238E27FC236}">
                  <a16:creationId xmlns:a16="http://schemas.microsoft.com/office/drawing/2014/main" id="{75E3249F-D3FE-1E2D-22BF-CF25D3D01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1745"/>
              <a:ext cx="32" cy="16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523" name="Freeform 325">
              <a:extLst>
                <a:ext uri="{FF2B5EF4-FFF2-40B4-BE49-F238E27FC236}">
                  <a16:creationId xmlns:a16="http://schemas.microsoft.com/office/drawing/2014/main" id="{2177891D-EC66-7D1C-4155-91118E90A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585"/>
              <a:ext cx="48" cy="160"/>
            </a:xfrm>
            <a:custGeom>
              <a:avLst/>
              <a:gdLst>
                <a:gd name="T0" fmla="*/ 32 w 48"/>
                <a:gd name="T1" fmla="*/ 0 h 160"/>
                <a:gd name="T2" fmla="*/ 0 w 48"/>
                <a:gd name="T3" fmla="*/ 0 h 160"/>
                <a:gd name="T4" fmla="*/ 16 w 48"/>
                <a:gd name="T5" fmla="*/ 160 h 160"/>
                <a:gd name="T6" fmla="*/ 48 w 48"/>
                <a:gd name="T7" fmla="*/ 160 h 160"/>
                <a:gd name="T8" fmla="*/ 32 w 48"/>
                <a:gd name="T9" fmla="*/ 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160"/>
                <a:gd name="T17" fmla="*/ 48 w 48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160">
                  <a:moveTo>
                    <a:pt x="32" y="0"/>
                  </a:moveTo>
                  <a:lnTo>
                    <a:pt x="0" y="0"/>
                  </a:lnTo>
                  <a:lnTo>
                    <a:pt x="16" y="160"/>
                  </a:lnTo>
                  <a:lnTo>
                    <a:pt x="48" y="160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4" name="Freeform 326">
              <a:extLst>
                <a:ext uri="{FF2B5EF4-FFF2-40B4-BE49-F238E27FC236}">
                  <a16:creationId xmlns:a16="http://schemas.microsoft.com/office/drawing/2014/main" id="{75C85391-5D55-2B33-BC34-CD226C0DB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729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32 w 32"/>
                <a:gd name="T3" fmla="*/ 0 h 24"/>
                <a:gd name="T4" fmla="*/ 0 w 32"/>
                <a:gd name="T5" fmla="*/ 8 h 24"/>
                <a:gd name="T6" fmla="*/ 0 w 32"/>
                <a:gd name="T7" fmla="*/ 24 h 24"/>
                <a:gd name="T8" fmla="*/ 32 w 32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16"/>
                  </a:moveTo>
                  <a:lnTo>
                    <a:pt x="32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5" name="Freeform 327">
              <a:extLst>
                <a:ext uri="{FF2B5EF4-FFF2-40B4-BE49-F238E27FC236}">
                  <a16:creationId xmlns:a16="http://schemas.microsoft.com/office/drawing/2014/main" id="{653A96D1-4210-CC19-3A21-4D0747739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745"/>
              <a:ext cx="64" cy="336"/>
            </a:xfrm>
            <a:custGeom>
              <a:avLst/>
              <a:gdLst>
                <a:gd name="T0" fmla="*/ 32 w 64"/>
                <a:gd name="T1" fmla="*/ 0 h 336"/>
                <a:gd name="T2" fmla="*/ 56 w 64"/>
                <a:gd name="T3" fmla="*/ 176 h 336"/>
                <a:gd name="T4" fmla="*/ 56 w 64"/>
                <a:gd name="T5" fmla="*/ 176 h 336"/>
                <a:gd name="T6" fmla="*/ 56 w 64"/>
                <a:gd name="T7" fmla="*/ 176 h 336"/>
                <a:gd name="T8" fmla="*/ 64 w 64"/>
                <a:gd name="T9" fmla="*/ 336 h 336"/>
                <a:gd name="T10" fmla="*/ 64 w 64"/>
                <a:gd name="T11" fmla="*/ 336 h 336"/>
                <a:gd name="T12" fmla="*/ 32 w 64"/>
                <a:gd name="T13" fmla="*/ 336 h 336"/>
                <a:gd name="T14" fmla="*/ 32 w 64"/>
                <a:gd name="T15" fmla="*/ 336 h 336"/>
                <a:gd name="T16" fmla="*/ 24 w 64"/>
                <a:gd name="T17" fmla="*/ 176 h 336"/>
                <a:gd name="T18" fmla="*/ 24 w 64"/>
                <a:gd name="T19" fmla="*/ 176 h 336"/>
                <a:gd name="T20" fmla="*/ 24 w 64"/>
                <a:gd name="T21" fmla="*/ 184 h 336"/>
                <a:gd name="T22" fmla="*/ 0 w 64"/>
                <a:gd name="T23" fmla="*/ 8 h 336"/>
                <a:gd name="T24" fmla="*/ 32 w 64"/>
                <a:gd name="T25" fmla="*/ 0 h 3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336"/>
                <a:gd name="T41" fmla="*/ 64 w 64"/>
                <a:gd name="T42" fmla="*/ 336 h 3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336">
                  <a:moveTo>
                    <a:pt x="32" y="0"/>
                  </a:moveTo>
                  <a:lnTo>
                    <a:pt x="56" y="176"/>
                  </a:lnTo>
                  <a:lnTo>
                    <a:pt x="64" y="336"/>
                  </a:lnTo>
                  <a:lnTo>
                    <a:pt x="32" y="336"/>
                  </a:lnTo>
                  <a:lnTo>
                    <a:pt x="24" y="176"/>
                  </a:lnTo>
                  <a:lnTo>
                    <a:pt x="24" y="184"/>
                  </a:lnTo>
                  <a:lnTo>
                    <a:pt x="0" y="8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6" name="Freeform 328">
              <a:extLst>
                <a:ext uri="{FF2B5EF4-FFF2-40B4-BE49-F238E27FC236}">
                  <a16:creationId xmlns:a16="http://schemas.microsoft.com/office/drawing/2014/main" id="{8DE7AE25-0BE7-CBA2-293C-3B20BC7F1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081"/>
              <a:ext cx="40" cy="136"/>
            </a:xfrm>
            <a:custGeom>
              <a:avLst/>
              <a:gdLst>
                <a:gd name="T0" fmla="*/ 40 w 40"/>
                <a:gd name="T1" fmla="*/ 0 h 136"/>
                <a:gd name="T2" fmla="*/ 32 w 40"/>
                <a:gd name="T3" fmla="*/ 128 h 136"/>
                <a:gd name="T4" fmla="*/ 32 w 40"/>
                <a:gd name="T5" fmla="*/ 136 h 136"/>
                <a:gd name="T6" fmla="*/ 0 w 40"/>
                <a:gd name="T7" fmla="*/ 128 h 136"/>
                <a:gd name="T8" fmla="*/ 0 w 40"/>
                <a:gd name="T9" fmla="*/ 128 h 136"/>
                <a:gd name="T10" fmla="*/ 8 w 40"/>
                <a:gd name="T11" fmla="*/ 0 h 136"/>
                <a:gd name="T12" fmla="*/ 40 w 40"/>
                <a:gd name="T13" fmla="*/ 0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136"/>
                <a:gd name="T23" fmla="*/ 40 w 40"/>
                <a:gd name="T24" fmla="*/ 136 h 1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136">
                  <a:moveTo>
                    <a:pt x="40" y="0"/>
                  </a:moveTo>
                  <a:lnTo>
                    <a:pt x="32" y="128"/>
                  </a:lnTo>
                  <a:lnTo>
                    <a:pt x="32" y="136"/>
                  </a:lnTo>
                  <a:lnTo>
                    <a:pt x="0" y="128"/>
                  </a:lnTo>
                  <a:lnTo>
                    <a:pt x="8" y="0"/>
                  </a:lnTo>
                  <a:lnTo>
                    <a:pt x="4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7" name="Freeform 329">
              <a:extLst>
                <a:ext uri="{FF2B5EF4-FFF2-40B4-BE49-F238E27FC236}">
                  <a16:creationId xmlns:a16="http://schemas.microsoft.com/office/drawing/2014/main" id="{AB3E414B-A58B-C8DF-9510-A8A6FE66E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305"/>
              <a:ext cx="32" cy="24"/>
            </a:xfrm>
            <a:custGeom>
              <a:avLst/>
              <a:gdLst>
                <a:gd name="T0" fmla="*/ 32 w 32"/>
                <a:gd name="T1" fmla="*/ 8 h 24"/>
                <a:gd name="T2" fmla="*/ 32 w 32"/>
                <a:gd name="T3" fmla="*/ 24 h 24"/>
                <a:gd name="T4" fmla="*/ 0 w 32"/>
                <a:gd name="T5" fmla="*/ 16 h 24"/>
                <a:gd name="T6" fmla="*/ 0 w 32"/>
                <a:gd name="T7" fmla="*/ 0 h 24"/>
                <a:gd name="T8" fmla="*/ 32 w 32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8"/>
                  </a:moveTo>
                  <a:lnTo>
                    <a:pt x="32" y="24"/>
                  </a:lnTo>
                  <a:lnTo>
                    <a:pt x="0" y="16"/>
                  </a:lnTo>
                  <a:lnTo>
                    <a:pt x="0" y="0"/>
                  </a:lnTo>
                  <a:lnTo>
                    <a:pt x="32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8" name="Freeform 330">
              <a:extLst>
                <a:ext uri="{FF2B5EF4-FFF2-40B4-BE49-F238E27FC236}">
                  <a16:creationId xmlns:a16="http://schemas.microsoft.com/office/drawing/2014/main" id="{C3384694-7858-CED9-5FC5-98390E0AB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209"/>
              <a:ext cx="56" cy="104"/>
            </a:xfrm>
            <a:custGeom>
              <a:avLst/>
              <a:gdLst>
                <a:gd name="T0" fmla="*/ 56 w 56"/>
                <a:gd name="T1" fmla="*/ 8 h 104"/>
                <a:gd name="T2" fmla="*/ 24 w 56"/>
                <a:gd name="T3" fmla="*/ 0 h 104"/>
                <a:gd name="T4" fmla="*/ 0 w 56"/>
                <a:gd name="T5" fmla="*/ 96 h 104"/>
                <a:gd name="T6" fmla="*/ 32 w 56"/>
                <a:gd name="T7" fmla="*/ 104 h 104"/>
                <a:gd name="T8" fmla="*/ 56 w 56"/>
                <a:gd name="T9" fmla="*/ 8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04"/>
                <a:gd name="T17" fmla="*/ 56 w 56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04">
                  <a:moveTo>
                    <a:pt x="56" y="8"/>
                  </a:moveTo>
                  <a:lnTo>
                    <a:pt x="24" y="0"/>
                  </a:lnTo>
                  <a:lnTo>
                    <a:pt x="0" y="96"/>
                  </a:lnTo>
                  <a:lnTo>
                    <a:pt x="32" y="104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29" name="Freeform 331">
              <a:extLst>
                <a:ext uri="{FF2B5EF4-FFF2-40B4-BE49-F238E27FC236}">
                  <a16:creationId xmlns:a16="http://schemas.microsoft.com/office/drawing/2014/main" id="{6E465A03-3097-276D-077C-D7C43A057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1409"/>
              <a:ext cx="32" cy="24"/>
            </a:xfrm>
            <a:custGeom>
              <a:avLst/>
              <a:gdLst>
                <a:gd name="T0" fmla="*/ 32 w 32"/>
                <a:gd name="T1" fmla="*/ 24 h 24"/>
                <a:gd name="T2" fmla="*/ 32 w 32"/>
                <a:gd name="T3" fmla="*/ 8 h 24"/>
                <a:gd name="T4" fmla="*/ 0 w 32"/>
                <a:gd name="T5" fmla="*/ 0 h 24"/>
                <a:gd name="T6" fmla="*/ 0 w 32"/>
                <a:gd name="T7" fmla="*/ 16 h 24"/>
                <a:gd name="T8" fmla="*/ 32 w 32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24"/>
                  </a:moveTo>
                  <a:lnTo>
                    <a:pt x="32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32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0" name="Freeform 332">
              <a:extLst>
                <a:ext uri="{FF2B5EF4-FFF2-40B4-BE49-F238E27FC236}">
                  <a16:creationId xmlns:a16="http://schemas.microsoft.com/office/drawing/2014/main" id="{486E0A30-3C15-9440-7C85-4E11A158D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25"/>
              <a:ext cx="632" cy="744"/>
            </a:xfrm>
            <a:custGeom>
              <a:avLst/>
              <a:gdLst>
                <a:gd name="T0" fmla="*/ 56 w 632"/>
                <a:gd name="T1" fmla="*/ 8 h 744"/>
                <a:gd name="T2" fmla="*/ 32 w 632"/>
                <a:gd name="T3" fmla="*/ 112 h 744"/>
                <a:gd name="T4" fmla="*/ 32 w 632"/>
                <a:gd name="T5" fmla="*/ 104 h 744"/>
                <a:gd name="T6" fmla="*/ 32 w 632"/>
                <a:gd name="T7" fmla="*/ 104 h 744"/>
                <a:gd name="T8" fmla="*/ 32 w 632"/>
                <a:gd name="T9" fmla="*/ 200 h 744"/>
                <a:gd name="T10" fmla="*/ 32 w 632"/>
                <a:gd name="T11" fmla="*/ 200 h 744"/>
                <a:gd name="T12" fmla="*/ 32 w 632"/>
                <a:gd name="T13" fmla="*/ 200 h 744"/>
                <a:gd name="T14" fmla="*/ 56 w 632"/>
                <a:gd name="T15" fmla="*/ 288 h 744"/>
                <a:gd name="T16" fmla="*/ 56 w 632"/>
                <a:gd name="T17" fmla="*/ 280 h 744"/>
                <a:gd name="T18" fmla="*/ 56 w 632"/>
                <a:gd name="T19" fmla="*/ 280 h 744"/>
                <a:gd name="T20" fmla="*/ 104 w 632"/>
                <a:gd name="T21" fmla="*/ 368 h 744"/>
                <a:gd name="T22" fmla="*/ 104 w 632"/>
                <a:gd name="T23" fmla="*/ 368 h 744"/>
                <a:gd name="T24" fmla="*/ 104 w 632"/>
                <a:gd name="T25" fmla="*/ 368 h 744"/>
                <a:gd name="T26" fmla="*/ 160 w 632"/>
                <a:gd name="T27" fmla="*/ 440 h 744"/>
                <a:gd name="T28" fmla="*/ 152 w 632"/>
                <a:gd name="T29" fmla="*/ 440 h 744"/>
                <a:gd name="T30" fmla="*/ 152 w 632"/>
                <a:gd name="T31" fmla="*/ 440 h 744"/>
                <a:gd name="T32" fmla="*/ 232 w 632"/>
                <a:gd name="T33" fmla="*/ 504 h 744"/>
                <a:gd name="T34" fmla="*/ 232 w 632"/>
                <a:gd name="T35" fmla="*/ 504 h 744"/>
                <a:gd name="T36" fmla="*/ 232 w 632"/>
                <a:gd name="T37" fmla="*/ 504 h 744"/>
                <a:gd name="T38" fmla="*/ 416 w 632"/>
                <a:gd name="T39" fmla="*/ 624 h 744"/>
                <a:gd name="T40" fmla="*/ 416 w 632"/>
                <a:gd name="T41" fmla="*/ 616 h 744"/>
                <a:gd name="T42" fmla="*/ 416 w 632"/>
                <a:gd name="T43" fmla="*/ 616 h 744"/>
                <a:gd name="T44" fmla="*/ 632 w 632"/>
                <a:gd name="T45" fmla="*/ 712 h 744"/>
                <a:gd name="T46" fmla="*/ 632 w 632"/>
                <a:gd name="T47" fmla="*/ 712 h 744"/>
                <a:gd name="T48" fmla="*/ 624 w 632"/>
                <a:gd name="T49" fmla="*/ 744 h 744"/>
                <a:gd name="T50" fmla="*/ 616 w 632"/>
                <a:gd name="T51" fmla="*/ 744 h 744"/>
                <a:gd name="T52" fmla="*/ 400 w 632"/>
                <a:gd name="T53" fmla="*/ 648 h 744"/>
                <a:gd name="T54" fmla="*/ 400 w 632"/>
                <a:gd name="T55" fmla="*/ 648 h 744"/>
                <a:gd name="T56" fmla="*/ 400 w 632"/>
                <a:gd name="T57" fmla="*/ 648 h 744"/>
                <a:gd name="T58" fmla="*/ 216 w 632"/>
                <a:gd name="T59" fmla="*/ 528 h 744"/>
                <a:gd name="T60" fmla="*/ 216 w 632"/>
                <a:gd name="T61" fmla="*/ 528 h 744"/>
                <a:gd name="T62" fmla="*/ 216 w 632"/>
                <a:gd name="T63" fmla="*/ 528 h 744"/>
                <a:gd name="T64" fmla="*/ 136 w 632"/>
                <a:gd name="T65" fmla="*/ 464 h 744"/>
                <a:gd name="T66" fmla="*/ 136 w 632"/>
                <a:gd name="T67" fmla="*/ 464 h 744"/>
                <a:gd name="T68" fmla="*/ 136 w 632"/>
                <a:gd name="T69" fmla="*/ 456 h 744"/>
                <a:gd name="T70" fmla="*/ 80 w 632"/>
                <a:gd name="T71" fmla="*/ 384 h 744"/>
                <a:gd name="T72" fmla="*/ 80 w 632"/>
                <a:gd name="T73" fmla="*/ 384 h 744"/>
                <a:gd name="T74" fmla="*/ 72 w 632"/>
                <a:gd name="T75" fmla="*/ 384 h 744"/>
                <a:gd name="T76" fmla="*/ 24 w 632"/>
                <a:gd name="T77" fmla="*/ 296 h 744"/>
                <a:gd name="T78" fmla="*/ 24 w 632"/>
                <a:gd name="T79" fmla="*/ 296 h 744"/>
                <a:gd name="T80" fmla="*/ 24 w 632"/>
                <a:gd name="T81" fmla="*/ 296 h 744"/>
                <a:gd name="T82" fmla="*/ 0 w 632"/>
                <a:gd name="T83" fmla="*/ 208 h 744"/>
                <a:gd name="T84" fmla="*/ 0 w 632"/>
                <a:gd name="T85" fmla="*/ 208 h 744"/>
                <a:gd name="T86" fmla="*/ 0 w 632"/>
                <a:gd name="T87" fmla="*/ 200 h 744"/>
                <a:gd name="T88" fmla="*/ 0 w 632"/>
                <a:gd name="T89" fmla="*/ 104 h 744"/>
                <a:gd name="T90" fmla="*/ 0 w 632"/>
                <a:gd name="T91" fmla="*/ 104 h 744"/>
                <a:gd name="T92" fmla="*/ 0 w 632"/>
                <a:gd name="T93" fmla="*/ 104 h 744"/>
                <a:gd name="T94" fmla="*/ 24 w 632"/>
                <a:gd name="T95" fmla="*/ 0 h 744"/>
                <a:gd name="T96" fmla="*/ 56 w 632"/>
                <a:gd name="T97" fmla="*/ 8 h 7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632"/>
                <a:gd name="T148" fmla="*/ 0 h 744"/>
                <a:gd name="T149" fmla="*/ 632 w 632"/>
                <a:gd name="T150" fmla="*/ 744 h 7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632" h="744">
                  <a:moveTo>
                    <a:pt x="56" y="8"/>
                  </a:moveTo>
                  <a:lnTo>
                    <a:pt x="32" y="112"/>
                  </a:lnTo>
                  <a:lnTo>
                    <a:pt x="32" y="104"/>
                  </a:lnTo>
                  <a:lnTo>
                    <a:pt x="32" y="200"/>
                  </a:lnTo>
                  <a:lnTo>
                    <a:pt x="56" y="288"/>
                  </a:lnTo>
                  <a:lnTo>
                    <a:pt x="56" y="280"/>
                  </a:lnTo>
                  <a:lnTo>
                    <a:pt x="104" y="368"/>
                  </a:lnTo>
                  <a:lnTo>
                    <a:pt x="160" y="440"/>
                  </a:lnTo>
                  <a:lnTo>
                    <a:pt x="152" y="440"/>
                  </a:lnTo>
                  <a:lnTo>
                    <a:pt x="232" y="504"/>
                  </a:lnTo>
                  <a:lnTo>
                    <a:pt x="416" y="624"/>
                  </a:lnTo>
                  <a:lnTo>
                    <a:pt x="416" y="616"/>
                  </a:lnTo>
                  <a:lnTo>
                    <a:pt x="632" y="712"/>
                  </a:lnTo>
                  <a:lnTo>
                    <a:pt x="624" y="744"/>
                  </a:lnTo>
                  <a:lnTo>
                    <a:pt x="616" y="744"/>
                  </a:lnTo>
                  <a:lnTo>
                    <a:pt x="400" y="648"/>
                  </a:lnTo>
                  <a:lnTo>
                    <a:pt x="216" y="528"/>
                  </a:lnTo>
                  <a:lnTo>
                    <a:pt x="136" y="464"/>
                  </a:lnTo>
                  <a:lnTo>
                    <a:pt x="136" y="456"/>
                  </a:lnTo>
                  <a:lnTo>
                    <a:pt x="80" y="384"/>
                  </a:lnTo>
                  <a:lnTo>
                    <a:pt x="72" y="384"/>
                  </a:lnTo>
                  <a:lnTo>
                    <a:pt x="24" y="296"/>
                  </a:lnTo>
                  <a:lnTo>
                    <a:pt x="0" y="208"/>
                  </a:lnTo>
                  <a:lnTo>
                    <a:pt x="0" y="200"/>
                  </a:lnTo>
                  <a:lnTo>
                    <a:pt x="0" y="104"/>
                  </a:lnTo>
                  <a:lnTo>
                    <a:pt x="24" y="0"/>
                  </a:lnTo>
                  <a:lnTo>
                    <a:pt x="56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1" name="Freeform 333">
              <a:extLst>
                <a:ext uri="{FF2B5EF4-FFF2-40B4-BE49-F238E27FC236}">
                  <a16:creationId xmlns:a16="http://schemas.microsoft.com/office/drawing/2014/main" id="{A1DDB2C5-74ED-033C-315B-D41204BB8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137"/>
              <a:ext cx="240" cy="104"/>
            </a:xfrm>
            <a:custGeom>
              <a:avLst/>
              <a:gdLst>
                <a:gd name="T0" fmla="*/ 8 w 240"/>
                <a:gd name="T1" fmla="*/ 0 h 104"/>
                <a:gd name="T2" fmla="*/ 240 w 240"/>
                <a:gd name="T3" fmla="*/ 72 h 104"/>
                <a:gd name="T4" fmla="*/ 240 w 240"/>
                <a:gd name="T5" fmla="*/ 72 h 104"/>
                <a:gd name="T6" fmla="*/ 232 w 240"/>
                <a:gd name="T7" fmla="*/ 104 h 104"/>
                <a:gd name="T8" fmla="*/ 232 w 240"/>
                <a:gd name="T9" fmla="*/ 104 h 104"/>
                <a:gd name="T10" fmla="*/ 0 w 240"/>
                <a:gd name="T11" fmla="*/ 32 h 104"/>
                <a:gd name="T12" fmla="*/ 8 w 240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0"/>
                <a:gd name="T22" fmla="*/ 0 h 104"/>
                <a:gd name="T23" fmla="*/ 240 w 240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0" h="104">
                  <a:moveTo>
                    <a:pt x="8" y="0"/>
                  </a:moveTo>
                  <a:lnTo>
                    <a:pt x="240" y="72"/>
                  </a:lnTo>
                  <a:lnTo>
                    <a:pt x="232" y="104"/>
                  </a:lnTo>
                  <a:lnTo>
                    <a:pt x="0" y="32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2" name="Freeform 334">
              <a:extLst>
                <a:ext uri="{FF2B5EF4-FFF2-40B4-BE49-F238E27FC236}">
                  <a16:creationId xmlns:a16="http://schemas.microsoft.com/office/drawing/2014/main" id="{876D51B0-F121-2F8E-7125-2A9887011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289"/>
              <a:ext cx="24" cy="32"/>
            </a:xfrm>
            <a:custGeom>
              <a:avLst/>
              <a:gdLst>
                <a:gd name="T0" fmla="*/ 8 w 24"/>
                <a:gd name="T1" fmla="*/ 0 h 32"/>
                <a:gd name="T2" fmla="*/ 24 w 24"/>
                <a:gd name="T3" fmla="*/ 0 h 32"/>
                <a:gd name="T4" fmla="*/ 16 w 24"/>
                <a:gd name="T5" fmla="*/ 32 h 32"/>
                <a:gd name="T6" fmla="*/ 0 w 24"/>
                <a:gd name="T7" fmla="*/ 32 h 32"/>
                <a:gd name="T8" fmla="*/ 8 w 2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2"/>
                <a:gd name="T17" fmla="*/ 24 w 2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2">
                  <a:moveTo>
                    <a:pt x="8" y="0"/>
                  </a:moveTo>
                  <a:lnTo>
                    <a:pt x="24" y="0"/>
                  </a:lnTo>
                  <a:lnTo>
                    <a:pt x="16" y="32"/>
                  </a:lnTo>
                  <a:lnTo>
                    <a:pt x="0" y="32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3" name="Freeform 335">
              <a:extLst>
                <a:ext uri="{FF2B5EF4-FFF2-40B4-BE49-F238E27FC236}">
                  <a16:creationId xmlns:a16="http://schemas.microsoft.com/office/drawing/2014/main" id="{C3873BCA-76CF-4F3F-5D46-2FA99A924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209"/>
              <a:ext cx="448" cy="112"/>
            </a:xfrm>
            <a:custGeom>
              <a:avLst/>
              <a:gdLst>
                <a:gd name="T0" fmla="*/ 8 w 448"/>
                <a:gd name="T1" fmla="*/ 0 h 112"/>
                <a:gd name="T2" fmla="*/ 0 w 448"/>
                <a:gd name="T3" fmla="*/ 32 h 112"/>
                <a:gd name="T4" fmla="*/ 440 w 448"/>
                <a:gd name="T5" fmla="*/ 112 h 112"/>
                <a:gd name="T6" fmla="*/ 448 w 448"/>
                <a:gd name="T7" fmla="*/ 80 h 112"/>
                <a:gd name="T8" fmla="*/ 8 w 448"/>
                <a:gd name="T9" fmla="*/ 0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8"/>
                <a:gd name="T16" fmla="*/ 0 h 112"/>
                <a:gd name="T17" fmla="*/ 448 w 448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8" h="112">
                  <a:moveTo>
                    <a:pt x="8" y="0"/>
                  </a:moveTo>
                  <a:lnTo>
                    <a:pt x="0" y="32"/>
                  </a:lnTo>
                  <a:lnTo>
                    <a:pt x="440" y="112"/>
                  </a:lnTo>
                  <a:lnTo>
                    <a:pt x="448" y="80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4" name="Freeform 336">
              <a:extLst>
                <a:ext uri="{FF2B5EF4-FFF2-40B4-BE49-F238E27FC236}">
                  <a16:creationId xmlns:a16="http://schemas.microsoft.com/office/drawing/2014/main" id="{43140253-24B3-4C9A-EF2C-D4ED73987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25"/>
              <a:ext cx="40" cy="32"/>
            </a:xfrm>
            <a:custGeom>
              <a:avLst/>
              <a:gdLst>
                <a:gd name="T0" fmla="*/ 32 w 40"/>
                <a:gd name="T1" fmla="*/ 32 h 32"/>
                <a:gd name="T2" fmla="*/ 40 w 40"/>
                <a:gd name="T3" fmla="*/ 16 h 32"/>
                <a:gd name="T4" fmla="*/ 8 w 40"/>
                <a:gd name="T5" fmla="*/ 0 h 32"/>
                <a:gd name="T6" fmla="*/ 0 w 40"/>
                <a:gd name="T7" fmla="*/ 16 h 32"/>
                <a:gd name="T8" fmla="*/ 32 w 40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32"/>
                <a:gd name="T17" fmla="*/ 40 w 40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32">
                  <a:moveTo>
                    <a:pt x="32" y="32"/>
                  </a:moveTo>
                  <a:lnTo>
                    <a:pt x="40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32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5" name="Freeform 337">
              <a:extLst>
                <a:ext uri="{FF2B5EF4-FFF2-40B4-BE49-F238E27FC236}">
                  <a16:creationId xmlns:a16="http://schemas.microsoft.com/office/drawing/2014/main" id="{8E508A7D-4854-22E6-DCDF-70E1E2AB4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1177"/>
              <a:ext cx="64" cy="48"/>
            </a:xfrm>
            <a:custGeom>
              <a:avLst/>
              <a:gdLst>
                <a:gd name="T0" fmla="*/ 56 w 64"/>
                <a:gd name="T1" fmla="*/ 48 h 48"/>
                <a:gd name="T2" fmla="*/ 64 w 64"/>
                <a:gd name="T3" fmla="*/ 32 h 48"/>
                <a:gd name="T4" fmla="*/ 8 w 64"/>
                <a:gd name="T5" fmla="*/ 0 h 48"/>
                <a:gd name="T6" fmla="*/ 0 w 64"/>
                <a:gd name="T7" fmla="*/ 16 h 48"/>
                <a:gd name="T8" fmla="*/ 56 w 64"/>
                <a:gd name="T9" fmla="*/ 48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8"/>
                <a:gd name="T17" fmla="*/ 64 w 64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8">
                  <a:moveTo>
                    <a:pt x="56" y="48"/>
                  </a:moveTo>
                  <a:lnTo>
                    <a:pt x="64" y="32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4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6" name="Freeform 338">
              <a:extLst>
                <a:ext uri="{FF2B5EF4-FFF2-40B4-BE49-F238E27FC236}">
                  <a16:creationId xmlns:a16="http://schemas.microsoft.com/office/drawing/2014/main" id="{06A45DC3-7430-7EA8-ADDA-1E0CA3B31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153"/>
              <a:ext cx="16" cy="24"/>
            </a:xfrm>
            <a:custGeom>
              <a:avLst/>
              <a:gdLst>
                <a:gd name="T0" fmla="*/ 8 w 16"/>
                <a:gd name="T1" fmla="*/ 24 h 24"/>
                <a:gd name="T2" fmla="*/ 16 w 16"/>
                <a:gd name="T3" fmla="*/ 16 h 24"/>
                <a:gd name="T4" fmla="*/ 8 w 16"/>
                <a:gd name="T5" fmla="*/ 8 h 24"/>
                <a:gd name="T6" fmla="*/ 8 w 16"/>
                <a:gd name="T7" fmla="*/ 0 h 24"/>
                <a:gd name="T8" fmla="*/ 0 w 16"/>
                <a:gd name="T9" fmla="*/ 16 h 24"/>
                <a:gd name="T10" fmla="*/ 0 w 16"/>
                <a:gd name="T11" fmla="*/ 16 h 24"/>
                <a:gd name="T12" fmla="*/ 8 w 16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24"/>
                <a:gd name="T23" fmla="*/ 16 w 16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24">
                  <a:moveTo>
                    <a:pt x="8" y="24"/>
                  </a:moveTo>
                  <a:lnTo>
                    <a:pt x="16" y="16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7" name="Freeform 339">
              <a:extLst>
                <a:ext uri="{FF2B5EF4-FFF2-40B4-BE49-F238E27FC236}">
                  <a16:creationId xmlns:a16="http://schemas.microsoft.com/office/drawing/2014/main" id="{E21138A2-7002-CA43-0EC8-01D57FDDD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1137"/>
              <a:ext cx="56" cy="32"/>
            </a:xfrm>
            <a:custGeom>
              <a:avLst/>
              <a:gdLst>
                <a:gd name="T0" fmla="*/ 48 w 56"/>
                <a:gd name="T1" fmla="*/ 32 h 32"/>
                <a:gd name="T2" fmla="*/ 56 w 56"/>
                <a:gd name="T3" fmla="*/ 16 h 32"/>
                <a:gd name="T4" fmla="*/ 8 w 56"/>
                <a:gd name="T5" fmla="*/ 0 h 32"/>
                <a:gd name="T6" fmla="*/ 0 w 56"/>
                <a:gd name="T7" fmla="*/ 16 h 32"/>
                <a:gd name="T8" fmla="*/ 48 w 56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32"/>
                <a:gd name="T17" fmla="*/ 56 w 56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32">
                  <a:moveTo>
                    <a:pt x="48" y="32"/>
                  </a:moveTo>
                  <a:lnTo>
                    <a:pt x="56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8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8" name="Freeform 340">
              <a:extLst>
                <a:ext uri="{FF2B5EF4-FFF2-40B4-BE49-F238E27FC236}">
                  <a16:creationId xmlns:a16="http://schemas.microsoft.com/office/drawing/2014/main" id="{925177E0-2A4F-CF4A-E606-EEDA3A26A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105"/>
              <a:ext cx="64" cy="32"/>
            </a:xfrm>
            <a:custGeom>
              <a:avLst/>
              <a:gdLst>
                <a:gd name="T0" fmla="*/ 56 w 64"/>
                <a:gd name="T1" fmla="*/ 32 h 32"/>
                <a:gd name="T2" fmla="*/ 64 w 64"/>
                <a:gd name="T3" fmla="*/ 16 h 32"/>
                <a:gd name="T4" fmla="*/ 8 w 64"/>
                <a:gd name="T5" fmla="*/ 0 h 32"/>
                <a:gd name="T6" fmla="*/ 0 w 64"/>
                <a:gd name="T7" fmla="*/ 16 h 32"/>
                <a:gd name="T8" fmla="*/ 56 w 64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32"/>
                <a:gd name="T17" fmla="*/ 64 w 64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32">
                  <a:moveTo>
                    <a:pt x="56" y="32"/>
                  </a:moveTo>
                  <a:lnTo>
                    <a:pt x="64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56" y="32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39" name="Freeform 341">
              <a:extLst>
                <a:ext uri="{FF2B5EF4-FFF2-40B4-BE49-F238E27FC236}">
                  <a16:creationId xmlns:a16="http://schemas.microsoft.com/office/drawing/2014/main" id="{D528A83E-6EE4-F257-8E11-644485856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081"/>
              <a:ext cx="64" cy="24"/>
            </a:xfrm>
            <a:custGeom>
              <a:avLst/>
              <a:gdLst>
                <a:gd name="T0" fmla="*/ 64 w 64"/>
                <a:gd name="T1" fmla="*/ 24 h 24"/>
                <a:gd name="T2" fmla="*/ 64 w 64"/>
                <a:gd name="T3" fmla="*/ 8 h 24"/>
                <a:gd name="T4" fmla="*/ 0 w 64"/>
                <a:gd name="T5" fmla="*/ 0 h 24"/>
                <a:gd name="T6" fmla="*/ 0 w 64"/>
                <a:gd name="T7" fmla="*/ 16 h 24"/>
                <a:gd name="T8" fmla="*/ 64 w 6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64" y="24"/>
                  </a:moveTo>
                  <a:lnTo>
                    <a:pt x="64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64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40" name="Freeform 342">
              <a:extLst>
                <a:ext uri="{FF2B5EF4-FFF2-40B4-BE49-F238E27FC236}">
                  <a16:creationId xmlns:a16="http://schemas.microsoft.com/office/drawing/2014/main" id="{78D47E94-BE5D-7740-AC77-08AAE6D04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1064"/>
              <a:ext cx="56" cy="25"/>
            </a:xfrm>
            <a:custGeom>
              <a:avLst/>
              <a:gdLst>
                <a:gd name="T0" fmla="*/ 56 w 56"/>
                <a:gd name="T1" fmla="*/ 25 h 25"/>
                <a:gd name="T2" fmla="*/ 56 w 56"/>
                <a:gd name="T3" fmla="*/ 8 h 25"/>
                <a:gd name="T4" fmla="*/ 0 w 56"/>
                <a:gd name="T5" fmla="*/ 0 h 25"/>
                <a:gd name="T6" fmla="*/ 0 w 56"/>
                <a:gd name="T7" fmla="*/ 0 h 25"/>
                <a:gd name="T8" fmla="*/ 0 w 56"/>
                <a:gd name="T9" fmla="*/ 17 h 25"/>
                <a:gd name="T10" fmla="*/ 0 w 56"/>
                <a:gd name="T11" fmla="*/ 17 h 25"/>
                <a:gd name="T12" fmla="*/ 56 w 56"/>
                <a:gd name="T13" fmla="*/ 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6"/>
                <a:gd name="T22" fmla="*/ 0 h 25"/>
                <a:gd name="T23" fmla="*/ 56 w 56"/>
                <a:gd name="T24" fmla="*/ 25 h 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6" h="25">
                  <a:moveTo>
                    <a:pt x="56" y="25"/>
                  </a:moveTo>
                  <a:lnTo>
                    <a:pt x="56" y="8"/>
                  </a:lnTo>
                  <a:lnTo>
                    <a:pt x="0" y="0"/>
                  </a:lnTo>
                  <a:lnTo>
                    <a:pt x="0" y="17"/>
                  </a:lnTo>
                  <a:lnTo>
                    <a:pt x="56" y="25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41" name="Rectangle 343">
              <a:extLst>
                <a:ext uri="{FF2B5EF4-FFF2-40B4-BE49-F238E27FC236}">
                  <a16:creationId xmlns:a16="http://schemas.microsoft.com/office/drawing/2014/main" id="{460ED662-0907-D3C0-9964-6CD380EC0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1064"/>
              <a:ext cx="1" cy="1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542" name="Rectangle 344">
              <a:extLst>
                <a:ext uri="{FF2B5EF4-FFF2-40B4-BE49-F238E27FC236}">
                  <a16:creationId xmlns:a16="http://schemas.microsoft.com/office/drawing/2014/main" id="{59BB4F50-5F82-1E3E-8719-A70EBC929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1064"/>
              <a:ext cx="64" cy="1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543" name="Freeform 345">
              <a:extLst>
                <a:ext uri="{FF2B5EF4-FFF2-40B4-BE49-F238E27FC236}">
                  <a16:creationId xmlns:a16="http://schemas.microsoft.com/office/drawing/2014/main" id="{408CBA59-3219-AC2D-5354-5FB3B21D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064"/>
              <a:ext cx="32" cy="17"/>
            </a:xfrm>
            <a:custGeom>
              <a:avLst/>
              <a:gdLst>
                <a:gd name="T0" fmla="*/ 32 w 32"/>
                <a:gd name="T1" fmla="*/ 17 h 17"/>
                <a:gd name="T2" fmla="*/ 32 w 32"/>
                <a:gd name="T3" fmla="*/ 0 h 17"/>
                <a:gd name="T4" fmla="*/ 0 w 32"/>
                <a:gd name="T5" fmla="*/ 0 h 17"/>
                <a:gd name="T6" fmla="*/ 0 w 32"/>
                <a:gd name="T7" fmla="*/ 0 h 17"/>
                <a:gd name="T8" fmla="*/ 0 w 32"/>
                <a:gd name="T9" fmla="*/ 17 h 17"/>
                <a:gd name="T10" fmla="*/ 0 w 32"/>
                <a:gd name="T11" fmla="*/ 17 h 17"/>
                <a:gd name="T12" fmla="*/ 32 w 32"/>
                <a:gd name="T13" fmla="*/ 17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7"/>
                <a:gd name="T23" fmla="*/ 32 w 32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7">
                  <a:moveTo>
                    <a:pt x="32" y="17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32" y="17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44" name="Freeform 346">
              <a:extLst>
                <a:ext uri="{FF2B5EF4-FFF2-40B4-BE49-F238E27FC236}">
                  <a16:creationId xmlns:a16="http://schemas.microsoft.com/office/drawing/2014/main" id="{A55F81A4-3BC5-6DF6-C902-3116FD175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8" y="1064"/>
              <a:ext cx="32" cy="25"/>
            </a:xfrm>
            <a:custGeom>
              <a:avLst/>
              <a:gdLst>
                <a:gd name="T0" fmla="*/ 32 w 32"/>
                <a:gd name="T1" fmla="*/ 17 h 25"/>
                <a:gd name="T2" fmla="*/ 32 w 32"/>
                <a:gd name="T3" fmla="*/ 0 h 25"/>
                <a:gd name="T4" fmla="*/ 0 w 32"/>
                <a:gd name="T5" fmla="*/ 8 h 25"/>
                <a:gd name="T6" fmla="*/ 0 w 32"/>
                <a:gd name="T7" fmla="*/ 25 h 25"/>
                <a:gd name="T8" fmla="*/ 32 w 32"/>
                <a:gd name="T9" fmla="*/ 17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5"/>
                <a:gd name="T17" fmla="*/ 32 w 3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5">
                  <a:moveTo>
                    <a:pt x="32" y="17"/>
                  </a:moveTo>
                  <a:lnTo>
                    <a:pt x="32" y="0"/>
                  </a:lnTo>
                  <a:lnTo>
                    <a:pt x="0" y="8"/>
                  </a:lnTo>
                  <a:lnTo>
                    <a:pt x="0" y="25"/>
                  </a:lnTo>
                  <a:lnTo>
                    <a:pt x="32" y="17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45" name="Freeform 347">
              <a:extLst>
                <a:ext uri="{FF2B5EF4-FFF2-40B4-BE49-F238E27FC236}">
                  <a16:creationId xmlns:a16="http://schemas.microsoft.com/office/drawing/2014/main" id="{79FC44F6-172D-6AA9-A8DA-CE68DEFD7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1081"/>
              <a:ext cx="64" cy="24"/>
            </a:xfrm>
            <a:custGeom>
              <a:avLst/>
              <a:gdLst>
                <a:gd name="T0" fmla="*/ 64 w 64"/>
                <a:gd name="T1" fmla="*/ 16 h 24"/>
                <a:gd name="T2" fmla="*/ 64 w 64"/>
                <a:gd name="T3" fmla="*/ 0 h 24"/>
                <a:gd name="T4" fmla="*/ 0 w 64"/>
                <a:gd name="T5" fmla="*/ 8 h 24"/>
                <a:gd name="T6" fmla="*/ 0 w 64"/>
                <a:gd name="T7" fmla="*/ 24 h 24"/>
                <a:gd name="T8" fmla="*/ 64 w 64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4"/>
                <a:gd name="T17" fmla="*/ 64 w 6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4">
                  <a:moveTo>
                    <a:pt x="64" y="16"/>
                  </a:moveTo>
                  <a:lnTo>
                    <a:pt x="64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46" name="Freeform 348">
              <a:extLst>
                <a:ext uri="{FF2B5EF4-FFF2-40B4-BE49-F238E27FC236}">
                  <a16:creationId xmlns:a16="http://schemas.microsoft.com/office/drawing/2014/main" id="{EA3C94B4-ADDF-60B4-ABCA-DBD59C303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1105"/>
              <a:ext cx="16" cy="16"/>
            </a:xfrm>
            <a:custGeom>
              <a:avLst/>
              <a:gdLst>
                <a:gd name="T0" fmla="*/ 16 w 16"/>
                <a:gd name="T1" fmla="*/ 8 h 16"/>
                <a:gd name="T2" fmla="*/ 8 w 16"/>
                <a:gd name="T3" fmla="*/ 0 h 16"/>
                <a:gd name="T4" fmla="*/ 0 w 16"/>
                <a:gd name="T5" fmla="*/ 8 h 16"/>
                <a:gd name="T6" fmla="*/ 0 w 16"/>
                <a:gd name="T7" fmla="*/ 0 h 16"/>
                <a:gd name="T8" fmla="*/ 8 w 16"/>
                <a:gd name="T9" fmla="*/ 16 h 16"/>
                <a:gd name="T10" fmla="*/ 8 w 16"/>
                <a:gd name="T11" fmla="*/ 16 h 16"/>
                <a:gd name="T12" fmla="*/ 16 w 16"/>
                <a:gd name="T13" fmla="*/ 8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16"/>
                <a:gd name="T23" fmla="*/ 16 w 16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16">
                  <a:moveTo>
                    <a:pt x="16" y="8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16"/>
                  </a:lnTo>
                  <a:lnTo>
                    <a:pt x="16" y="8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47" name="Freeform 349">
              <a:extLst>
                <a:ext uri="{FF2B5EF4-FFF2-40B4-BE49-F238E27FC236}">
                  <a16:creationId xmlns:a16="http://schemas.microsoft.com/office/drawing/2014/main" id="{62959E69-BD9B-6073-9371-EA8EF9B2D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105"/>
              <a:ext cx="56" cy="32"/>
            </a:xfrm>
            <a:custGeom>
              <a:avLst/>
              <a:gdLst>
                <a:gd name="T0" fmla="*/ 56 w 56"/>
                <a:gd name="T1" fmla="*/ 16 h 32"/>
                <a:gd name="T2" fmla="*/ 48 w 56"/>
                <a:gd name="T3" fmla="*/ 0 h 32"/>
                <a:gd name="T4" fmla="*/ 0 w 56"/>
                <a:gd name="T5" fmla="*/ 16 h 32"/>
                <a:gd name="T6" fmla="*/ 8 w 56"/>
                <a:gd name="T7" fmla="*/ 32 h 32"/>
                <a:gd name="T8" fmla="*/ 56 w 56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32"/>
                <a:gd name="T17" fmla="*/ 56 w 56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32">
                  <a:moveTo>
                    <a:pt x="56" y="16"/>
                  </a:moveTo>
                  <a:lnTo>
                    <a:pt x="48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56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48" name="Freeform 350">
              <a:extLst>
                <a:ext uri="{FF2B5EF4-FFF2-40B4-BE49-F238E27FC236}">
                  <a16:creationId xmlns:a16="http://schemas.microsoft.com/office/drawing/2014/main" id="{C9E477F9-014A-FDDE-095A-F7B08A88D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1129"/>
              <a:ext cx="64" cy="40"/>
            </a:xfrm>
            <a:custGeom>
              <a:avLst/>
              <a:gdLst>
                <a:gd name="T0" fmla="*/ 64 w 64"/>
                <a:gd name="T1" fmla="*/ 16 h 40"/>
                <a:gd name="T2" fmla="*/ 56 w 64"/>
                <a:gd name="T3" fmla="*/ 0 h 40"/>
                <a:gd name="T4" fmla="*/ 0 w 64"/>
                <a:gd name="T5" fmla="*/ 24 h 40"/>
                <a:gd name="T6" fmla="*/ 8 w 64"/>
                <a:gd name="T7" fmla="*/ 40 h 40"/>
                <a:gd name="T8" fmla="*/ 64 w 64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64" y="16"/>
                  </a:moveTo>
                  <a:lnTo>
                    <a:pt x="56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49" name="Freeform 351">
              <a:extLst>
                <a:ext uri="{FF2B5EF4-FFF2-40B4-BE49-F238E27FC236}">
                  <a16:creationId xmlns:a16="http://schemas.microsoft.com/office/drawing/2014/main" id="{8281EE44-3ABE-B55B-BF5E-9647584D9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6" y="1169"/>
              <a:ext cx="24" cy="16"/>
            </a:xfrm>
            <a:custGeom>
              <a:avLst/>
              <a:gdLst>
                <a:gd name="T0" fmla="*/ 24 w 24"/>
                <a:gd name="T1" fmla="*/ 16 h 16"/>
                <a:gd name="T2" fmla="*/ 24 w 24"/>
                <a:gd name="T3" fmla="*/ 0 h 16"/>
                <a:gd name="T4" fmla="*/ 0 w 24"/>
                <a:gd name="T5" fmla="*/ 0 h 16"/>
                <a:gd name="T6" fmla="*/ 0 w 24"/>
                <a:gd name="T7" fmla="*/ 0 h 16"/>
                <a:gd name="T8" fmla="*/ 8 w 24"/>
                <a:gd name="T9" fmla="*/ 16 h 16"/>
                <a:gd name="T10" fmla="*/ 0 w 24"/>
                <a:gd name="T11" fmla="*/ 16 h 16"/>
                <a:gd name="T12" fmla="*/ 24 w 24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16"/>
                <a:gd name="T23" fmla="*/ 24 w 24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16">
                  <a:moveTo>
                    <a:pt x="24" y="16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2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0" name="Freeform 352">
              <a:extLst>
                <a:ext uri="{FF2B5EF4-FFF2-40B4-BE49-F238E27FC236}">
                  <a16:creationId xmlns:a16="http://schemas.microsoft.com/office/drawing/2014/main" id="{24E722E8-F7DD-26A2-2649-C88989B42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169"/>
              <a:ext cx="48" cy="40"/>
            </a:xfrm>
            <a:custGeom>
              <a:avLst/>
              <a:gdLst>
                <a:gd name="T0" fmla="*/ 48 w 48"/>
                <a:gd name="T1" fmla="*/ 16 h 40"/>
                <a:gd name="T2" fmla="*/ 40 w 48"/>
                <a:gd name="T3" fmla="*/ 0 h 40"/>
                <a:gd name="T4" fmla="*/ 0 w 48"/>
                <a:gd name="T5" fmla="*/ 24 h 40"/>
                <a:gd name="T6" fmla="*/ 8 w 48"/>
                <a:gd name="T7" fmla="*/ 40 h 40"/>
                <a:gd name="T8" fmla="*/ 48 w 4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40"/>
                <a:gd name="T17" fmla="*/ 48 w 48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40">
                  <a:moveTo>
                    <a:pt x="48" y="16"/>
                  </a:moveTo>
                  <a:lnTo>
                    <a:pt x="40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48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1" name="Freeform 353">
              <a:extLst>
                <a:ext uri="{FF2B5EF4-FFF2-40B4-BE49-F238E27FC236}">
                  <a16:creationId xmlns:a16="http://schemas.microsoft.com/office/drawing/2014/main" id="{4199F2C1-7593-B247-A2F2-26059A431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1209"/>
              <a:ext cx="64" cy="40"/>
            </a:xfrm>
            <a:custGeom>
              <a:avLst/>
              <a:gdLst>
                <a:gd name="T0" fmla="*/ 64 w 64"/>
                <a:gd name="T1" fmla="*/ 16 h 40"/>
                <a:gd name="T2" fmla="*/ 56 w 64"/>
                <a:gd name="T3" fmla="*/ 0 h 40"/>
                <a:gd name="T4" fmla="*/ 0 w 64"/>
                <a:gd name="T5" fmla="*/ 24 h 40"/>
                <a:gd name="T6" fmla="*/ 8 w 64"/>
                <a:gd name="T7" fmla="*/ 40 h 40"/>
                <a:gd name="T8" fmla="*/ 64 w 64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64" y="16"/>
                  </a:moveTo>
                  <a:lnTo>
                    <a:pt x="56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2" name="Freeform 354">
              <a:extLst>
                <a:ext uri="{FF2B5EF4-FFF2-40B4-BE49-F238E27FC236}">
                  <a16:creationId xmlns:a16="http://schemas.microsoft.com/office/drawing/2014/main" id="{622ACF7B-DDAA-4B26-B0A7-27626C26B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1257"/>
              <a:ext cx="64" cy="40"/>
            </a:xfrm>
            <a:custGeom>
              <a:avLst/>
              <a:gdLst>
                <a:gd name="T0" fmla="*/ 64 w 64"/>
                <a:gd name="T1" fmla="*/ 16 h 40"/>
                <a:gd name="T2" fmla="*/ 56 w 64"/>
                <a:gd name="T3" fmla="*/ 0 h 40"/>
                <a:gd name="T4" fmla="*/ 0 w 64"/>
                <a:gd name="T5" fmla="*/ 24 h 40"/>
                <a:gd name="T6" fmla="*/ 0 w 64"/>
                <a:gd name="T7" fmla="*/ 24 h 40"/>
                <a:gd name="T8" fmla="*/ 8 w 64"/>
                <a:gd name="T9" fmla="*/ 40 h 40"/>
                <a:gd name="T10" fmla="*/ 8 w 64"/>
                <a:gd name="T11" fmla="*/ 40 h 40"/>
                <a:gd name="T12" fmla="*/ 64 w 64"/>
                <a:gd name="T13" fmla="*/ 16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64" y="16"/>
                  </a:moveTo>
                  <a:lnTo>
                    <a:pt x="56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3" name="Freeform 355">
              <a:extLst>
                <a:ext uri="{FF2B5EF4-FFF2-40B4-BE49-F238E27FC236}">
                  <a16:creationId xmlns:a16="http://schemas.microsoft.com/office/drawing/2014/main" id="{B2F592A6-2D4E-94A8-DF57-C21FB122F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1281"/>
              <a:ext cx="8" cy="16"/>
            </a:xfrm>
            <a:custGeom>
              <a:avLst/>
              <a:gdLst>
                <a:gd name="T0" fmla="*/ 8 w 8"/>
                <a:gd name="T1" fmla="*/ 16 h 16"/>
                <a:gd name="T2" fmla="*/ 0 w 8"/>
                <a:gd name="T3" fmla="*/ 0 h 16"/>
                <a:gd name="T4" fmla="*/ 0 w 8"/>
                <a:gd name="T5" fmla="*/ 0 h 16"/>
                <a:gd name="T6" fmla="*/ 8 w 8"/>
                <a:gd name="T7" fmla="*/ 16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8" y="16"/>
                  </a:moveTo>
                  <a:lnTo>
                    <a:pt x="0" y="0"/>
                  </a:lnTo>
                  <a:lnTo>
                    <a:pt x="8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4" name="Freeform 356">
              <a:extLst>
                <a:ext uri="{FF2B5EF4-FFF2-40B4-BE49-F238E27FC236}">
                  <a16:creationId xmlns:a16="http://schemas.microsoft.com/office/drawing/2014/main" id="{7F7EB504-5E4B-02F7-EF2C-E5C6CB58C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305"/>
              <a:ext cx="64" cy="40"/>
            </a:xfrm>
            <a:custGeom>
              <a:avLst/>
              <a:gdLst>
                <a:gd name="T0" fmla="*/ 64 w 64"/>
                <a:gd name="T1" fmla="*/ 16 h 40"/>
                <a:gd name="T2" fmla="*/ 56 w 64"/>
                <a:gd name="T3" fmla="*/ 0 h 40"/>
                <a:gd name="T4" fmla="*/ 0 w 64"/>
                <a:gd name="T5" fmla="*/ 24 h 40"/>
                <a:gd name="T6" fmla="*/ 8 w 64"/>
                <a:gd name="T7" fmla="*/ 40 h 40"/>
                <a:gd name="T8" fmla="*/ 64 w 64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0"/>
                <a:gd name="T17" fmla="*/ 64 w 64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0">
                  <a:moveTo>
                    <a:pt x="64" y="16"/>
                  </a:moveTo>
                  <a:lnTo>
                    <a:pt x="56" y="0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5" name="Freeform 357">
              <a:extLst>
                <a:ext uri="{FF2B5EF4-FFF2-40B4-BE49-F238E27FC236}">
                  <a16:creationId xmlns:a16="http://schemas.microsoft.com/office/drawing/2014/main" id="{455F9014-0F0A-FD35-65A8-46BF65307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1353"/>
              <a:ext cx="64" cy="48"/>
            </a:xfrm>
            <a:custGeom>
              <a:avLst/>
              <a:gdLst>
                <a:gd name="T0" fmla="*/ 64 w 64"/>
                <a:gd name="T1" fmla="*/ 16 h 48"/>
                <a:gd name="T2" fmla="*/ 56 w 64"/>
                <a:gd name="T3" fmla="*/ 0 h 48"/>
                <a:gd name="T4" fmla="*/ 0 w 64"/>
                <a:gd name="T5" fmla="*/ 32 h 48"/>
                <a:gd name="T6" fmla="*/ 8 w 64"/>
                <a:gd name="T7" fmla="*/ 48 h 48"/>
                <a:gd name="T8" fmla="*/ 64 w 64"/>
                <a:gd name="T9" fmla="*/ 16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48"/>
                <a:gd name="T17" fmla="*/ 64 w 64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48">
                  <a:moveTo>
                    <a:pt x="64" y="16"/>
                  </a:moveTo>
                  <a:lnTo>
                    <a:pt x="56" y="0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6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6" name="Freeform 358">
              <a:extLst>
                <a:ext uri="{FF2B5EF4-FFF2-40B4-BE49-F238E27FC236}">
                  <a16:creationId xmlns:a16="http://schemas.microsoft.com/office/drawing/2014/main" id="{2A8D8A73-50FB-EDF7-01A3-94A707FE2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09"/>
              <a:ext cx="32" cy="24"/>
            </a:xfrm>
            <a:custGeom>
              <a:avLst/>
              <a:gdLst>
                <a:gd name="T0" fmla="*/ 32 w 32"/>
                <a:gd name="T1" fmla="*/ 16 h 24"/>
                <a:gd name="T2" fmla="*/ 24 w 32"/>
                <a:gd name="T3" fmla="*/ 0 h 24"/>
                <a:gd name="T4" fmla="*/ 0 w 32"/>
                <a:gd name="T5" fmla="*/ 8 h 24"/>
                <a:gd name="T6" fmla="*/ 8 w 32"/>
                <a:gd name="T7" fmla="*/ 24 h 24"/>
                <a:gd name="T8" fmla="*/ 32 w 32"/>
                <a:gd name="T9" fmla="*/ 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16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32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7" name="Freeform 359">
              <a:extLst>
                <a:ext uri="{FF2B5EF4-FFF2-40B4-BE49-F238E27FC236}">
                  <a16:creationId xmlns:a16="http://schemas.microsoft.com/office/drawing/2014/main" id="{6ACEDFA2-118F-DCE2-22E4-06D0AC14C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289"/>
              <a:ext cx="32" cy="24"/>
            </a:xfrm>
            <a:custGeom>
              <a:avLst/>
              <a:gdLst>
                <a:gd name="T0" fmla="*/ 24 w 32"/>
                <a:gd name="T1" fmla="*/ 24 h 24"/>
                <a:gd name="T2" fmla="*/ 32 w 32"/>
                <a:gd name="T3" fmla="*/ 16 h 24"/>
                <a:gd name="T4" fmla="*/ 8 w 32"/>
                <a:gd name="T5" fmla="*/ 0 h 24"/>
                <a:gd name="T6" fmla="*/ 0 w 32"/>
                <a:gd name="T7" fmla="*/ 8 h 24"/>
                <a:gd name="T8" fmla="*/ 24 w 32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24" y="24"/>
                  </a:moveTo>
                  <a:lnTo>
                    <a:pt x="32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24" y="2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8" name="Freeform 360">
              <a:extLst>
                <a:ext uri="{FF2B5EF4-FFF2-40B4-BE49-F238E27FC236}">
                  <a16:creationId xmlns:a16="http://schemas.microsoft.com/office/drawing/2014/main" id="{A8FB42EB-BF84-388C-D5F6-CFA597E68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297"/>
              <a:ext cx="224" cy="936"/>
            </a:xfrm>
            <a:custGeom>
              <a:avLst/>
              <a:gdLst>
                <a:gd name="T0" fmla="*/ 224 w 224"/>
                <a:gd name="T1" fmla="*/ 16 h 936"/>
                <a:gd name="T2" fmla="*/ 144 w 224"/>
                <a:gd name="T3" fmla="*/ 144 h 936"/>
                <a:gd name="T4" fmla="*/ 144 w 224"/>
                <a:gd name="T5" fmla="*/ 144 h 936"/>
                <a:gd name="T6" fmla="*/ 144 w 224"/>
                <a:gd name="T7" fmla="*/ 144 h 936"/>
                <a:gd name="T8" fmla="*/ 88 w 224"/>
                <a:gd name="T9" fmla="*/ 288 h 936"/>
                <a:gd name="T10" fmla="*/ 88 w 224"/>
                <a:gd name="T11" fmla="*/ 288 h 936"/>
                <a:gd name="T12" fmla="*/ 88 w 224"/>
                <a:gd name="T13" fmla="*/ 288 h 936"/>
                <a:gd name="T14" fmla="*/ 48 w 224"/>
                <a:gd name="T15" fmla="*/ 440 h 936"/>
                <a:gd name="T16" fmla="*/ 48 w 224"/>
                <a:gd name="T17" fmla="*/ 432 h 936"/>
                <a:gd name="T18" fmla="*/ 48 w 224"/>
                <a:gd name="T19" fmla="*/ 432 h 936"/>
                <a:gd name="T20" fmla="*/ 32 w 224"/>
                <a:gd name="T21" fmla="*/ 600 h 936"/>
                <a:gd name="T22" fmla="*/ 32 w 224"/>
                <a:gd name="T23" fmla="*/ 600 h 936"/>
                <a:gd name="T24" fmla="*/ 32 w 224"/>
                <a:gd name="T25" fmla="*/ 600 h 936"/>
                <a:gd name="T26" fmla="*/ 32 w 224"/>
                <a:gd name="T27" fmla="*/ 768 h 936"/>
                <a:gd name="T28" fmla="*/ 32 w 224"/>
                <a:gd name="T29" fmla="*/ 768 h 936"/>
                <a:gd name="T30" fmla="*/ 32 w 224"/>
                <a:gd name="T31" fmla="*/ 768 h 936"/>
                <a:gd name="T32" fmla="*/ 48 w 224"/>
                <a:gd name="T33" fmla="*/ 928 h 936"/>
                <a:gd name="T34" fmla="*/ 48 w 224"/>
                <a:gd name="T35" fmla="*/ 928 h 936"/>
                <a:gd name="T36" fmla="*/ 16 w 224"/>
                <a:gd name="T37" fmla="*/ 936 h 936"/>
                <a:gd name="T38" fmla="*/ 16 w 224"/>
                <a:gd name="T39" fmla="*/ 928 h 936"/>
                <a:gd name="T40" fmla="*/ 0 w 224"/>
                <a:gd name="T41" fmla="*/ 768 h 936"/>
                <a:gd name="T42" fmla="*/ 0 w 224"/>
                <a:gd name="T43" fmla="*/ 768 h 936"/>
                <a:gd name="T44" fmla="*/ 0 w 224"/>
                <a:gd name="T45" fmla="*/ 768 h 936"/>
                <a:gd name="T46" fmla="*/ 0 w 224"/>
                <a:gd name="T47" fmla="*/ 600 h 936"/>
                <a:gd name="T48" fmla="*/ 0 w 224"/>
                <a:gd name="T49" fmla="*/ 600 h 936"/>
                <a:gd name="T50" fmla="*/ 0 w 224"/>
                <a:gd name="T51" fmla="*/ 600 h 936"/>
                <a:gd name="T52" fmla="*/ 16 w 224"/>
                <a:gd name="T53" fmla="*/ 432 h 936"/>
                <a:gd name="T54" fmla="*/ 16 w 224"/>
                <a:gd name="T55" fmla="*/ 432 h 936"/>
                <a:gd name="T56" fmla="*/ 16 w 224"/>
                <a:gd name="T57" fmla="*/ 432 h 936"/>
                <a:gd name="T58" fmla="*/ 56 w 224"/>
                <a:gd name="T59" fmla="*/ 280 h 936"/>
                <a:gd name="T60" fmla="*/ 56 w 224"/>
                <a:gd name="T61" fmla="*/ 280 h 936"/>
                <a:gd name="T62" fmla="*/ 56 w 224"/>
                <a:gd name="T63" fmla="*/ 280 h 936"/>
                <a:gd name="T64" fmla="*/ 112 w 224"/>
                <a:gd name="T65" fmla="*/ 136 h 936"/>
                <a:gd name="T66" fmla="*/ 112 w 224"/>
                <a:gd name="T67" fmla="*/ 136 h 936"/>
                <a:gd name="T68" fmla="*/ 120 w 224"/>
                <a:gd name="T69" fmla="*/ 128 h 936"/>
                <a:gd name="T70" fmla="*/ 200 w 224"/>
                <a:gd name="T71" fmla="*/ 0 h 936"/>
                <a:gd name="T72" fmla="*/ 224 w 224"/>
                <a:gd name="T73" fmla="*/ 16 h 9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24"/>
                <a:gd name="T112" fmla="*/ 0 h 936"/>
                <a:gd name="T113" fmla="*/ 224 w 224"/>
                <a:gd name="T114" fmla="*/ 936 h 9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24" h="936">
                  <a:moveTo>
                    <a:pt x="224" y="16"/>
                  </a:moveTo>
                  <a:lnTo>
                    <a:pt x="144" y="144"/>
                  </a:lnTo>
                  <a:lnTo>
                    <a:pt x="88" y="288"/>
                  </a:lnTo>
                  <a:lnTo>
                    <a:pt x="48" y="440"/>
                  </a:lnTo>
                  <a:lnTo>
                    <a:pt x="48" y="432"/>
                  </a:lnTo>
                  <a:lnTo>
                    <a:pt x="32" y="600"/>
                  </a:lnTo>
                  <a:lnTo>
                    <a:pt x="32" y="768"/>
                  </a:lnTo>
                  <a:lnTo>
                    <a:pt x="48" y="928"/>
                  </a:lnTo>
                  <a:lnTo>
                    <a:pt x="16" y="936"/>
                  </a:lnTo>
                  <a:lnTo>
                    <a:pt x="16" y="928"/>
                  </a:lnTo>
                  <a:lnTo>
                    <a:pt x="0" y="768"/>
                  </a:lnTo>
                  <a:lnTo>
                    <a:pt x="0" y="600"/>
                  </a:lnTo>
                  <a:lnTo>
                    <a:pt x="16" y="432"/>
                  </a:lnTo>
                  <a:lnTo>
                    <a:pt x="56" y="280"/>
                  </a:lnTo>
                  <a:lnTo>
                    <a:pt x="112" y="136"/>
                  </a:lnTo>
                  <a:lnTo>
                    <a:pt x="120" y="128"/>
                  </a:lnTo>
                  <a:lnTo>
                    <a:pt x="200" y="0"/>
                  </a:lnTo>
                  <a:lnTo>
                    <a:pt x="224" y="16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59" name="Freeform 361">
              <a:extLst>
                <a:ext uri="{FF2B5EF4-FFF2-40B4-BE49-F238E27FC236}">
                  <a16:creationId xmlns:a16="http://schemas.microsoft.com/office/drawing/2014/main" id="{93656CCA-3713-B5A5-5AB2-224FC15F1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3225"/>
              <a:ext cx="64" cy="161"/>
            </a:xfrm>
            <a:custGeom>
              <a:avLst/>
              <a:gdLst>
                <a:gd name="T0" fmla="*/ 32 w 64"/>
                <a:gd name="T1" fmla="*/ 0 h 161"/>
                <a:gd name="T2" fmla="*/ 64 w 64"/>
                <a:gd name="T3" fmla="*/ 153 h 161"/>
                <a:gd name="T4" fmla="*/ 64 w 64"/>
                <a:gd name="T5" fmla="*/ 153 h 161"/>
                <a:gd name="T6" fmla="*/ 32 w 64"/>
                <a:gd name="T7" fmla="*/ 161 h 161"/>
                <a:gd name="T8" fmla="*/ 32 w 64"/>
                <a:gd name="T9" fmla="*/ 161 h 161"/>
                <a:gd name="T10" fmla="*/ 0 w 64"/>
                <a:gd name="T11" fmla="*/ 8 h 161"/>
                <a:gd name="T12" fmla="*/ 32 w 64"/>
                <a:gd name="T13" fmla="*/ 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161"/>
                <a:gd name="T23" fmla="*/ 64 w 64"/>
                <a:gd name="T24" fmla="*/ 161 h 16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161">
                  <a:moveTo>
                    <a:pt x="32" y="0"/>
                  </a:moveTo>
                  <a:lnTo>
                    <a:pt x="64" y="153"/>
                  </a:lnTo>
                  <a:lnTo>
                    <a:pt x="32" y="161"/>
                  </a:lnTo>
                  <a:lnTo>
                    <a:pt x="0" y="8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0" name="Freeform 362">
              <a:extLst>
                <a:ext uri="{FF2B5EF4-FFF2-40B4-BE49-F238E27FC236}">
                  <a16:creationId xmlns:a16="http://schemas.microsoft.com/office/drawing/2014/main" id="{CF5D42E8-5E93-E5C5-2F47-8BFC4C094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3522"/>
              <a:ext cx="32" cy="24"/>
            </a:xfrm>
            <a:custGeom>
              <a:avLst/>
              <a:gdLst>
                <a:gd name="T0" fmla="*/ 32 w 32"/>
                <a:gd name="T1" fmla="*/ 0 h 24"/>
                <a:gd name="T2" fmla="*/ 32 w 32"/>
                <a:gd name="T3" fmla="*/ 16 h 24"/>
                <a:gd name="T4" fmla="*/ 0 w 32"/>
                <a:gd name="T5" fmla="*/ 24 h 24"/>
                <a:gd name="T6" fmla="*/ 0 w 32"/>
                <a:gd name="T7" fmla="*/ 8 h 24"/>
                <a:gd name="T8" fmla="*/ 32 w 32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4"/>
                <a:gd name="T17" fmla="*/ 32 w 3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4">
                  <a:moveTo>
                    <a:pt x="32" y="0"/>
                  </a:moveTo>
                  <a:lnTo>
                    <a:pt x="32" y="16"/>
                  </a:lnTo>
                  <a:lnTo>
                    <a:pt x="0" y="24"/>
                  </a:lnTo>
                  <a:lnTo>
                    <a:pt x="0" y="8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1" name="Freeform 363">
              <a:extLst>
                <a:ext uri="{FF2B5EF4-FFF2-40B4-BE49-F238E27FC236}">
                  <a16:creationId xmlns:a16="http://schemas.microsoft.com/office/drawing/2014/main" id="{D9C75988-6465-B51C-673E-AB4F9FD44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" y="3378"/>
              <a:ext cx="80" cy="152"/>
            </a:xfrm>
            <a:custGeom>
              <a:avLst/>
              <a:gdLst>
                <a:gd name="T0" fmla="*/ 32 w 80"/>
                <a:gd name="T1" fmla="*/ 0 h 152"/>
                <a:gd name="T2" fmla="*/ 0 w 80"/>
                <a:gd name="T3" fmla="*/ 8 h 152"/>
                <a:gd name="T4" fmla="*/ 48 w 80"/>
                <a:gd name="T5" fmla="*/ 152 h 152"/>
                <a:gd name="T6" fmla="*/ 80 w 80"/>
                <a:gd name="T7" fmla="*/ 144 h 152"/>
                <a:gd name="T8" fmla="*/ 32 w 80"/>
                <a:gd name="T9" fmla="*/ 0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2"/>
                <a:gd name="T17" fmla="*/ 80 w 80"/>
                <a:gd name="T18" fmla="*/ 152 h 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2">
                  <a:moveTo>
                    <a:pt x="32" y="0"/>
                  </a:moveTo>
                  <a:lnTo>
                    <a:pt x="0" y="8"/>
                  </a:lnTo>
                  <a:lnTo>
                    <a:pt x="48" y="152"/>
                  </a:lnTo>
                  <a:lnTo>
                    <a:pt x="80" y="144"/>
                  </a:lnTo>
                  <a:lnTo>
                    <a:pt x="32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2" name="Freeform 364">
              <a:extLst>
                <a:ext uri="{FF2B5EF4-FFF2-40B4-BE49-F238E27FC236}">
                  <a16:creationId xmlns:a16="http://schemas.microsoft.com/office/drawing/2014/main" id="{7C3DE0A6-F6EC-267D-DCAD-A13C2F96E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609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3" name="Freeform 365">
              <a:extLst>
                <a:ext uri="{FF2B5EF4-FFF2-40B4-BE49-F238E27FC236}">
                  <a16:creationId xmlns:a16="http://schemas.microsoft.com/office/drawing/2014/main" id="{60BA6B02-1F94-6495-E394-7204B2C9B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1593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4" name="Freeform 366">
              <a:extLst>
                <a:ext uri="{FF2B5EF4-FFF2-40B4-BE49-F238E27FC236}">
                  <a16:creationId xmlns:a16="http://schemas.microsoft.com/office/drawing/2014/main" id="{23765A27-CA8E-524D-7EF0-1C086B2C6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" y="1737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5" name="Rectangle 367">
              <a:extLst>
                <a:ext uri="{FF2B5EF4-FFF2-40B4-BE49-F238E27FC236}">
                  <a16:creationId xmlns:a16="http://schemas.microsoft.com/office/drawing/2014/main" id="{29262992-0DAE-016F-CB9A-2B690521F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665"/>
              <a:ext cx="25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JFK</a:t>
              </a:r>
              <a:endParaRPr lang="en-US" altLang="en-US" sz="1800"/>
            </a:p>
          </p:txBody>
        </p:sp>
        <p:sp>
          <p:nvSpPr>
            <p:cNvPr id="50566" name="Freeform 368">
              <a:extLst>
                <a:ext uri="{FF2B5EF4-FFF2-40B4-BE49-F238E27FC236}">
                  <a16:creationId xmlns:a16="http://schemas.microsoft.com/office/drawing/2014/main" id="{D36F4281-FBA5-29C3-1DB2-D21638738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672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7" name="Freeform 369">
              <a:extLst>
                <a:ext uri="{FF2B5EF4-FFF2-40B4-BE49-F238E27FC236}">
                  <a16:creationId xmlns:a16="http://schemas.microsoft.com/office/drawing/2014/main" id="{C0BF5F88-60F1-F6EE-0E9C-1A6E81FFB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656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8" name="Freeform 370">
              <a:extLst>
                <a:ext uri="{FF2B5EF4-FFF2-40B4-BE49-F238E27FC236}">
                  <a16:creationId xmlns:a16="http://schemas.microsoft.com/office/drawing/2014/main" id="{2C99707A-2B4C-764E-4DCB-F808B514D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800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69" name="Rectangle 371">
              <a:extLst>
                <a:ext uri="{FF2B5EF4-FFF2-40B4-BE49-F238E27FC236}">
                  <a16:creationId xmlns:a16="http://schemas.microsoft.com/office/drawing/2014/main" id="{CEE5875D-A69D-B149-7B2A-D1243C7D3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728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BOS</a:t>
              </a:r>
              <a:endParaRPr lang="en-US" altLang="en-US" sz="1800"/>
            </a:p>
          </p:txBody>
        </p:sp>
        <p:sp>
          <p:nvSpPr>
            <p:cNvPr id="50570" name="Freeform 372">
              <a:extLst>
                <a:ext uri="{FF2B5EF4-FFF2-40B4-BE49-F238E27FC236}">
                  <a16:creationId xmlns:a16="http://schemas.microsoft.com/office/drawing/2014/main" id="{B37BFA04-4789-24D5-4CED-6B1C9F126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386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71" name="Freeform 373">
              <a:extLst>
                <a:ext uri="{FF2B5EF4-FFF2-40B4-BE49-F238E27FC236}">
                  <a16:creationId xmlns:a16="http://schemas.microsoft.com/office/drawing/2014/main" id="{0FB365AF-69C7-5E1E-B6A6-CD31E7AA2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3370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72" name="Freeform 374">
              <a:extLst>
                <a:ext uri="{FF2B5EF4-FFF2-40B4-BE49-F238E27FC236}">
                  <a16:creationId xmlns:a16="http://schemas.microsoft.com/office/drawing/2014/main" id="{3785DCCE-EE01-AC55-EF28-78AA5E157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3514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73" name="Rectangle 375">
              <a:extLst>
                <a:ext uri="{FF2B5EF4-FFF2-40B4-BE49-F238E27FC236}">
                  <a16:creationId xmlns:a16="http://schemas.microsoft.com/office/drawing/2014/main" id="{5CE8EA5E-0B97-EB32-BD62-E3AEC4F5C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" y="344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MIA</a:t>
              </a:r>
              <a:endParaRPr lang="en-US" altLang="en-US" sz="1800"/>
            </a:p>
          </p:txBody>
        </p:sp>
        <p:sp>
          <p:nvSpPr>
            <p:cNvPr id="50574" name="Freeform 376">
              <a:extLst>
                <a:ext uri="{FF2B5EF4-FFF2-40B4-BE49-F238E27FC236}">
                  <a16:creationId xmlns:a16="http://schemas.microsoft.com/office/drawing/2014/main" id="{23C0E78E-B575-DE86-8B94-122149A25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289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75" name="Freeform 377">
              <a:extLst>
                <a:ext uri="{FF2B5EF4-FFF2-40B4-BE49-F238E27FC236}">
                  <a16:creationId xmlns:a16="http://schemas.microsoft.com/office/drawing/2014/main" id="{64D05654-CFEF-E123-2182-F52B5E913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273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76" name="Freeform 378">
              <a:extLst>
                <a:ext uri="{FF2B5EF4-FFF2-40B4-BE49-F238E27FC236}">
                  <a16:creationId xmlns:a16="http://schemas.microsoft.com/office/drawing/2014/main" id="{18E0B37E-9E7D-31D2-F518-D07457582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1417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77" name="Rectangle 379">
              <a:extLst>
                <a:ext uri="{FF2B5EF4-FFF2-40B4-BE49-F238E27FC236}">
                  <a16:creationId xmlns:a16="http://schemas.microsoft.com/office/drawing/2014/main" id="{DD07F308-6296-E588-B967-144814B83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1345"/>
              <a:ext cx="32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ORD</a:t>
              </a:r>
              <a:endParaRPr lang="en-US" altLang="en-US" sz="1800"/>
            </a:p>
          </p:txBody>
        </p:sp>
        <p:sp>
          <p:nvSpPr>
            <p:cNvPr id="50578" name="Freeform 380">
              <a:extLst>
                <a:ext uri="{FF2B5EF4-FFF2-40B4-BE49-F238E27FC236}">
                  <a16:creationId xmlns:a16="http://schemas.microsoft.com/office/drawing/2014/main" id="{8DA3FC8C-02C9-1AE5-6B1F-B9069AB13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" y="2913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79" name="Freeform 381">
              <a:extLst>
                <a:ext uri="{FF2B5EF4-FFF2-40B4-BE49-F238E27FC236}">
                  <a16:creationId xmlns:a16="http://schemas.microsoft.com/office/drawing/2014/main" id="{7475FD48-A082-06BA-7A57-36CE70A9A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2897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80" name="Freeform 382">
              <a:extLst>
                <a:ext uri="{FF2B5EF4-FFF2-40B4-BE49-F238E27FC236}">
                  <a16:creationId xmlns:a16="http://schemas.microsoft.com/office/drawing/2014/main" id="{6C3E0C8A-2A00-5AFB-16EF-424F9C70A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" y="3041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81" name="Rectangle 383">
              <a:extLst>
                <a:ext uri="{FF2B5EF4-FFF2-40B4-BE49-F238E27FC236}">
                  <a16:creationId xmlns:a16="http://schemas.microsoft.com/office/drawing/2014/main" id="{E773F819-07DD-5AAB-9DA0-DFE2E6BF8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969"/>
              <a:ext cx="31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LAX</a:t>
              </a:r>
              <a:endParaRPr lang="en-US" altLang="en-US" sz="1800"/>
            </a:p>
          </p:txBody>
        </p:sp>
        <p:sp>
          <p:nvSpPr>
            <p:cNvPr id="50582" name="Freeform 384">
              <a:extLst>
                <a:ext uri="{FF2B5EF4-FFF2-40B4-BE49-F238E27FC236}">
                  <a16:creationId xmlns:a16="http://schemas.microsoft.com/office/drawing/2014/main" id="{A8AED07C-0616-F7BC-09F1-68F56B550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761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83" name="Freeform 385">
              <a:extLst>
                <a:ext uri="{FF2B5EF4-FFF2-40B4-BE49-F238E27FC236}">
                  <a16:creationId xmlns:a16="http://schemas.microsoft.com/office/drawing/2014/main" id="{0C70B5FA-2F5E-0875-2C1B-72CECAD1D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745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84" name="Freeform 386">
              <a:extLst>
                <a:ext uri="{FF2B5EF4-FFF2-40B4-BE49-F238E27FC236}">
                  <a16:creationId xmlns:a16="http://schemas.microsoft.com/office/drawing/2014/main" id="{205AB164-2FCA-C801-732C-C91758C90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2889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85" name="Rectangle 387">
              <a:extLst>
                <a:ext uri="{FF2B5EF4-FFF2-40B4-BE49-F238E27FC236}">
                  <a16:creationId xmlns:a16="http://schemas.microsoft.com/office/drawing/2014/main" id="{BA5F6477-1A20-B2A7-AD0B-80A7A8DF8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2817"/>
              <a:ext cx="34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DFW</a:t>
              </a:r>
              <a:endParaRPr lang="en-US" altLang="en-US" sz="1800"/>
            </a:p>
          </p:txBody>
        </p:sp>
        <p:sp>
          <p:nvSpPr>
            <p:cNvPr id="50586" name="Freeform 388">
              <a:extLst>
                <a:ext uri="{FF2B5EF4-FFF2-40B4-BE49-F238E27FC236}">
                  <a16:creationId xmlns:a16="http://schemas.microsoft.com/office/drawing/2014/main" id="{B7DF5D34-7E63-830F-40B3-3B58DB3EA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" y="2097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87" name="Freeform 389">
              <a:extLst>
                <a:ext uri="{FF2B5EF4-FFF2-40B4-BE49-F238E27FC236}">
                  <a16:creationId xmlns:a16="http://schemas.microsoft.com/office/drawing/2014/main" id="{60F0997B-CA8D-64DB-D135-5C888A6BC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" y="2081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88" name="Freeform 390">
              <a:extLst>
                <a:ext uri="{FF2B5EF4-FFF2-40B4-BE49-F238E27FC236}">
                  <a16:creationId xmlns:a16="http://schemas.microsoft.com/office/drawing/2014/main" id="{151AC1E7-4B22-9600-F827-02025FFD7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" y="2225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89" name="Rectangle 391">
              <a:extLst>
                <a:ext uri="{FF2B5EF4-FFF2-40B4-BE49-F238E27FC236}">
                  <a16:creationId xmlns:a16="http://schemas.microsoft.com/office/drawing/2014/main" id="{B95803B0-E9F4-97A3-9341-88404CA83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2153"/>
              <a:ext cx="28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SFO</a:t>
              </a:r>
              <a:endParaRPr lang="en-US" altLang="en-US" sz="1800"/>
            </a:p>
          </p:txBody>
        </p:sp>
        <p:sp>
          <p:nvSpPr>
            <p:cNvPr id="50590" name="Freeform 392">
              <a:extLst>
                <a:ext uri="{FF2B5EF4-FFF2-40B4-BE49-F238E27FC236}">
                  <a16:creationId xmlns:a16="http://schemas.microsoft.com/office/drawing/2014/main" id="{FA196933-F513-0C80-3F7E-2D358AC39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2169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91" name="Freeform 393">
              <a:extLst>
                <a:ext uri="{FF2B5EF4-FFF2-40B4-BE49-F238E27FC236}">
                  <a16:creationId xmlns:a16="http://schemas.microsoft.com/office/drawing/2014/main" id="{7EA80891-C252-FE9A-E1FC-957B34FE3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153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92" name="Freeform 394">
              <a:extLst>
                <a:ext uri="{FF2B5EF4-FFF2-40B4-BE49-F238E27FC236}">
                  <a16:creationId xmlns:a16="http://schemas.microsoft.com/office/drawing/2014/main" id="{33E1E280-220D-F570-7C8B-C5070F61E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297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93" name="Rectangle 395">
              <a:extLst>
                <a:ext uri="{FF2B5EF4-FFF2-40B4-BE49-F238E27FC236}">
                  <a16:creationId xmlns:a16="http://schemas.microsoft.com/office/drawing/2014/main" id="{72C8F86D-B316-EF4B-1B73-AAF2F7C7A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2225"/>
              <a:ext cx="2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BWI</a:t>
              </a:r>
              <a:endParaRPr lang="en-US" altLang="en-US" sz="1800"/>
            </a:p>
          </p:txBody>
        </p:sp>
        <p:sp>
          <p:nvSpPr>
            <p:cNvPr id="50594" name="Freeform 396">
              <a:extLst>
                <a:ext uri="{FF2B5EF4-FFF2-40B4-BE49-F238E27FC236}">
                  <a16:creationId xmlns:a16="http://schemas.microsoft.com/office/drawing/2014/main" id="{CACC1545-C2F2-0B79-4ABD-DE4716148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1105"/>
              <a:ext cx="464" cy="280"/>
            </a:xfrm>
            <a:custGeom>
              <a:avLst/>
              <a:gdLst>
                <a:gd name="T0" fmla="*/ 464 w 464"/>
                <a:gd name="T1" fmla="*/ 136 h 280"/>
                <a:gd name="T2" fmla="*/ 440 w 464"/>
                <a:gd name="T3" fmla="*/ 88 h 280"/>
                <a:gd name="T4" fmla="*/ 392 w 464"/>
                <a:gd name="T5" fmla="*/ 40 h 280"/>
                <a:gd name="T6" fmla="*/ 320 w 464"/>
                <a:gd name="T7" fmla="*/ 8 h 280"/>
                <a:gd name="T8" fmla="*/ 232 w 464"/>
                <a:gd name="T9" fmla="*/ 0 h 280"/>
                <a:gd name="T10" fmla="*/ 144 w 464"/>
                <a:gd name="T11" fmla="*/ 8 h 280"/>
                <a:gd name="T12" fmla="*/ 64 w 464"/>
                <a:gd name="T13" fmla="*/ 40 h 280"/>
                <a:gd name="T14" fmla="*/ 16 w 464"/>
                <a:gd name="T15" fmla="*/ 88 h 280"/>
                <a:gd name="T16" fmla="*/ 0 w 464"/>
                <a:gd name="T17" fmla="*/ 136 h 280"/>
                <a:gd name="T18" fmla="*/ 16 w 464"/>
                <a:gd name="T19" fmla="*/ 192 h 280"/>
                <a:gd name="T20" fmla="*/ 64 w 464"/>
                <a:gd name="T21" fmla="*/ 240 h 280"/>
                <a:gd name="T22" fmla="*/ 144 w 464"/>
                <a:gd name="T23" fmla="*/ 264 h 280"/>
                <a:gd name="T24" fmla="*/ 232 w 464"/>
                <a:gd name="T25" fmla="*/ 280 h 280"/>
                <a:gd name="T26" fmla="*/ 320 w 464"/>
                <a:gd name="T27" fmla="*/ 264 h 280"/>
                <a:gd name="T28" fmla="*/ 392 w 464"/>
                <a:gd name="T29" fmla="*/ 240 h 280"/>
                <a:gd name="T30" fmla="*/ 440 w 464"/>
                <a:gd name="T31" fmla="*/ 192 h 280"/>
                <a:gd name="T32" fmla="*/ 464 w 464"/>
                <a:gd name="T33" fmla="*/ 136 h 2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64"/>
                <a:gd name="T52" fmla="*/ 0 h 280"/>
                <a:gd name="T53" fmla="*/ 464 w 464"/>
                <a:gd name="T54" fmla="*/ 280 h 2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64" h="280">
                  <a:moveTo>
                    <a:pt x="464" y="136"/>
                  </a:moveTo>
                  <a:lnTo>
                    <a:pt x="440" y="88"/>
                  </a:lnTo>
                  <a:lnTo>
                    <a:pt x="392" y="40"/>
                  </a:lnTo>
                  <a:lnTo>
                    <a:pt x="320" y="8"/>
                  </a:lnTo>
                  <a:lnTo>
                    <a:pt x="232" y="0"/>
                  </a:lnTo>
                  <a:lnTo>
                    <a:pt x="144" y="8"/>
                  </a:lnTo>
                  <a:lnTo>
                    <a:pt x="64" y="40"/>
                  </a:lnTo>
                  <a:lnTo>
                    <a:pt x="16" y="88"/>
                  </a:lnTo>
                  <a:lnTo>
                    <a:pt x="0" y="136"/>
                  </a:lnTo>
                  <a:lnTo>
                    <a:pt x="16" y="192"/>
                  </a:lnTo>
                  <a:lnTo>
                    <a:pt x="64" y="240"/>
                  </a:lnTo>
                  <a:lnTo>
                    <a:pt x="144" y="264"/>
                  </a:lnTo>
                  <a:lnTo>
                    <a:pt x="232" y="280"/>
                  </a:lnTo>
                  <a:lnTo>
                    <a:pt x="320" y="264"/>
                  </a:lnTo>
                  <a:lnTo>
                    <a:pt x="392" y="240"/>
                  </a:lnTo>
                  <a:lnTo>
                    <a:pt x="440" y="192"/>
                  </a:lnTo>
                  <a:lnTo>
                    <a:pt x="464" y="136"/>
                  </a:lnTo>
                  <a:close/>
                </a:path>
              </a:pathLst>
            </a:cu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95" name="Freeform 397">
              <a:extLst>
                <a:ext uri="{FF2B5EF4-FFF2-40B4-BE49-F238E27FC236}">
                  <a16:creationId xmlns:a16="http://schemas.microsoft.com/office/drawing/2014/main" id="{8A9DB900-CAF8-5482-0861-BEF5B8CA7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089"/>
              <a:ext cx="496" cy="312"/>
            </a:xfrm>
            <a:custGeom>
              <a:avLst/>
              <a:gdLst>
                <a:gd name="T0" fmla="*/ 440 w 496"/>
                <a:gd name="T1" fmla="*/ 112 h 312"/>
                <a:gd name="T2" fmla="*/ 448 w 496"/>
                <a:gd name="T3" fmla="*/ 120 h 312"/>
                <a:gd name="T4" fmla="*/ 400 w 496"/>
                <a:gd name="T5" fmla="*/ 72 h 312"/>
                <a:gd name="T6" fmla="*/ 328 w 496"/>
                <a:gd name="T7" fmla="*/ 40 h 312"/>
                <a:gd name="T8" fmla="*/ 336 w 496"/>
                <a:gd name="T9" fmla="*/ 40 h 312"/>
                <a:gd name="T10" fmla="*/ 248 w 496"/>
                <a:gd name="T11" fmla="*/ 32 h 312"/>
                <a:gd name="T12" fmla="*/ 160 w 496"/>
                <a:gd name="T13" fmla="*/ 40 h 312"/>
                <a:gd name="T14" fmla="*/ 168 w 496"/>
                <a:gd name="T15" fmla="*/ 40 h 312"/>
                <a:gd name="T16" fmla="*/ 96 w 496"/>
                <a:gd name="T17" fmla="*/ 72 h 312"/>
                <a:gd name="T18" fmla="*/ 48 w 496"/>
                <a:gd name="T19" fmla="*/ 120 h 312"/>
                <a:gd name="T20" fmla="*/ 48 w 496"/>
                <a:gd name="T21" fmla="*/ 112 h 312"/>
                <a:gd name="T22" fmla="*/ 32 w 496"/>
                <a:gd name="T23" fmla="*/ 152 h 312"/>
                <a:gd name="T24" fmla="*/ 48 w 496"/>
                <a:gd name="T25" fmla="*/ 208 h 312"/>
                <a:gd name="T26" fmla="*/ 48 w 496"/>
                <a:gd name="T27" fmla="*/ 200 h 312"/>
                <a:gd name="T28" fmla="*/ 88 w 496"/>
                <a:gd name="T29" fmla="*/ 240 h 312"/>
                <a:gd name="T30" fmla="*/ 168 w 496"/>
                <a:gd name="T31" fmla="*/ 264 h 312"/>
                <a:gd name="T32" fmla="*/ 168 w 496"/>
                <a:gd name="T33" fmla="*/ 264 h 312"/>
                <a:gd name="T34" fmla="*/ 248 w 496"/>
                <a:gd name="T35" fmla="*/ 280 h 312"/>
                <a:gd name="T36" fmla="*/ 336 w 496"/>
                <a:gd name="T37" fmla="*/ 264 h 312"/>
                <a:gd name="T38" fmla="*/ 336 w 496"/>
                <a:gd name="T39" fmla="*/ 264 h 312"/>
                <a:gd name="T40" fmla="*/ 400 w 496"/>
                <a:gd name="T41" fmla="*/ 248 h 312"/>
                <a:gd name="T42" fmla="*/ 448 w 496"/>
                <a:gd name="T43" fmla="*/ 200 h 312"/>
                <a:gd name="T44" fmla="*/ 440 w 496"/>
                <a:gd name="T45" fmla="*/ 200 h 312"/>
                <a:gd name="T46" fmla="*/ 464 w 496"/>
                <a:gd name="T47" fmla="*/ 144 h 312"/>
                <a:gd name="T48" fmla="*/ 496 w 496"/>
                <a:gd name="T49" fmla="*/ 160 h 312"/>
                <a:gd name="T50" fmla="*/ 472 w 496"/>
                <a:gd name="T51" fmla="*/ 216 h 312"/>
                <a:gd name="T52" fmla="*/ 424 w 496"/>
                <a:gd name="T53" fmla="*/ 272 h 312"/>
                <a:gd name="T54" fmla="*/ 416 w 496"/>
                <a:gd name="T55" fmla="*/ 272 h 312"/>
                <a:gd name="T56" fmla="*/ 344 w 496"/>
                <a:gd name="T57" fmla="*/ 296 h 312"/>
                <a:gd name="T58" fmla="*/ 256 w 496"/>
                <a:gd name="T59" fmla="*/ 312 h 312"/>
                <a:gd name="T60" fmla="*/ 248 w 496"/>
                <a:gd name="T61" fmla="*/ 312 h 312"/>
                <a:gd name="T62" fmla="*/ 160 w 496"/>
                <a:gd name="T63" fmla="*/ 296 h 312"/>
                <a:gd name="T64" fmla="*/ 80 w 496"/>
                <a:gd name="T65" fmla="*/ 272 h 312"/>
                <a:gd name="T66" fmla="*/ 72 w 496"/>
                <a:gd name="T67" fmla="*/ 272 h 312"/>
                <a:gd name="T68" fmla="*/ 24 w 496"/>
                <a:gd name="T69" fmla="*/ 224 h 312"/>
                <a:gd name="T70" fmla="*/ 0 w 496"/>
                <a:gd name="T71" fmla="*/ 160 h 312"/>
                <a:gd name="T72" fmla="*/ 0 w 496"/>
                <a:gd name="T73" fmla="*/ 152 h 312"/>
                <a:gd name="T74" fmla="*/ 16 w 496"/>
                <a:gd name="T75" fmla="*/ 104 h 312"/>
                <a:gd name="T76" fmla="*/ 72 w 496"/>
                <a:gd name="T77" fmla="*/ 48 h 312"/>
                <a:gd name="T78" fmla="*/ 80 w 496"/>
                <a:gd name="T79" fmla="*/ 40 h 312"/>
                <a:gd name="T80" fmla="*/ 160 w 496"/>
                <a:gd name="T81" fmla="*/ 8 h 312"/>
                <a:gd name="T82" fmla="*/ 248 w 496"/>
                <a:gd name="T83" fmla="*/ 0 h 312"/>
                <a:gd name="T84" fmla="*/ 248 w 496"/>
                <a:gd name="T85" fmla="*/ 0 h 312"/>
                <a:gd name="T86" fmla="*/ 336 w 496"/>
                <a:gd name="T87" fmla="*/ 8 h 312"/>
                <a:gd name="T88" fmla="*/ 416 w 496"/>
                <a:gd name="T89" fmla="*/ 40 h 312"/>
                <a:gd name="T90" fmla="*/ 424 w 496"/>
                <a:gd name="T91" fmla="*/ 48 h 312"/>
                <a:gd name="T92" fmla="*/ 472 w 496"/>
                <a:gd name="T93" fmla="*/ 96 h 312"/>
                <a:gd name="T94" fmla="*/ 496 w 496"/>
                <a:gd name="T95" fmla="*/ 144 h 3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96"/>
                <a:gd name="T145" fmla="*/ 0 h 312"/>
                <a:gd name="T146" fmla="*/ 496 w 496"/>
                <a:gd name="T147" fmla="*/ 312 h 3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96" h="312">
                  <a:moveTo>
                    <a:pt x="464" y="160"/>
                  </a:moveTo>
                  <a:lnTo>
                    <a:pt x="440" y="112"/>
                  </a:lnTo>
                  <a:lnTo>
                    <a:pt x="448" y="120"/>
                  </a:lnTo>
                  <a:lnTo>
                    <a:pt x="400" y="72"/>
                  </a:lnTo>
                  <a:lnTo>
                    <a:pt x="328" y="40"/>
                  </a:lnTo>
                  <a:lnTo>
                    <a:pt x="336" y="40"/>
                  </a:lnTo>
                  <a:lnTo>
                    <a:pt x="248" y="32"/>
                  </a:lnTo>
                  <a:lnTo>
                    <a:pt x="160" y="40"/>
                  </a:lnTo>
                  <a:lnTo>
                    <a:pt x="168" y="40"/>
                  </a:lnTo>
                  <a:lnTo>
                    <a:pt x="88" y="72"/>
                  </a:lnTo>
                  <a:lnTo>
                    <a:pt x="96" y="72"/>
                  </a:lnTo>
                  <a:lnTo>
                    <a:pt x="48" y="120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32" y="152"/>
                  </a:lnTo>
                  <a:lnTo>
                    <a:pt x="48" y="208"/>
                  </a:lnTo>
                  <a:lnTo>
                    <a:pt x="48" y="200"/>
                  </a:lnTo>
                  <a:lnTo>
                    <a:pt x="96" y="248"/>
                  </a:lnTo>
                  <a:lnTo>
                    <a:pt x="88" y="240"/>
                  </a:lnTo>
                  <a:lnTo>
                    <a:pt x="168" y="264"/>
                  </a:lnTo>
                  <a:lnTo>
                    <a:pt x="256" y="280"/>
                  </a:lnTo>
                  <a:lnTo>
                    <a:pt x="248" y="280"/>
                  </a:lnTo>
                  <a:lnTo>
                    <a:pt x="336" y="264"/>
                  </a:lnTo>
                  <a:lnTo>
                    <a:pt x="408" y="240"/>
                  </a:lnTo>
                  <a:lnTo>
                    <a:pt x="400" y="248"/>
                  </a:lnTo>
                  <a:lnTo>
                    <a:pt x="448" y="200"/>
                  </a:lnTo>
                  <a:lnTo>
                    <a:pt x="440" y="200"/>
                  </a:lnTo>
                  <a:lnTo>
                    <a:pt x="464" y="144"/>
                  </a:lnTo>
                  <a:lnTo>
                    <a:pt x="496" y="160"/>
                  </a:lnTo>
                  <a:lnTo>
                    <a:pt x="472" y="216"/>
                  </a:lnTo>
                  <a:lnTo>
                    <a:pt x="472" y="224"/>
                  </a:lnTo>
                  <a:lnTo>
                    <a:pt x="424" y="272"/>
                  </a:lnTo>
                  <a:lnTo>
                    <a:pt x="416" y="272"/>
                  </a:lnTo>
                  <a:lnTo>
                    <a:pt x="344" y="296"/>
                  </a:lnTo>
                  <a:lnTo>
                    <a:pt x="256" y="312"/>
                  </a:lnTo>
                  <a:lnTo>
                    <a:pt x="248" y="312"/>
                  </a:lnTo>
                  <a:lnTo>
                    <a:pt x="160" y="296"/>
                  </a:lnTo>
                  <a:lnTo>
                    <a:pt x="80" y="272"/>
                  </a:lnTo>
                  <a:lnTo>
                    <a:pt x="72" y="272"/>
                  </a:lnTo>
                  <a:lnTo>
                    <a:pt x="24" y="224"/>
                  </a:lnTo>
                  <a:lnTo>
                    <a:pt x="16" y="216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16" y="104"/>
                  </a:lnTo>
                  <a:lnTo>
                    <a:pt x="24" y="96"/>
                  </a:lnTo>
                  <a:lnTo>
                    <a:pt x="72" y="48"/>
                  </a:lnTo>
                  <a:lnTo>
                    <a:pt x="80" y="40"/>
                  </a:lnTo>
                  <a:lnTo>
                    <a:pt x="160" y="8"/>
                  </a:lnTo>
                  <a:lnTo>
                    <a:pt x="248" y="0"/>
                  </a:lnTo>
                  <a:lnTo>
                    <a:pt x="336" y="8"/>
                  </a:lnTo>
                  <a:lnTo>
                    <a:pt x="344" y="8"/>
                  </a:lnTo>
                  <a:lnTo>
                    <a:pt x="416" y="40"/>
                  </a:lnTo>
                  <a:lnTo>
                    <a:pt x="424" y="48"/>
                  </a:lnTo>
                  <a:lnTo>
                    <a:pt x="472" y="96"/>
                  </a:lnTo>
                  <a:lnTo>
                    <a:pt x="496" y="144"/>
                  </a:lnTo>
                  <a:lnTo>
                    <a:pt x="464" y="16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96" name="Freeform 398">
              <a:extLst>
                <a:ext uri="{FF2B5EF4-FFF2-40B4-BE49-F238E27FC236}">
                  <a16:creationId xmlns:a16="http://schemas.microsoft.com/office/drawing/2014/main" id="{D4141085-D9E2-9A8C-F43F-370F296AA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0" y="1233"/>
              <a:ext cx="32" cy="16"/>
            </a:xfrm>
            <a:custGeom>
              <a:avLst/>
              <a:gdLst>
                <a:gd name="T0" fmla="*/ 0 w 32"/>
                <a:gd name="T1" fmla="*/ 0 h 16"/>
                <a:gd name="T2" fmla="*/ 0 w 32"/>
                <a:gd name="T3" fmla="*/ 0 h 16"/>
                <a:gd name="T4" fmla="*/ 0 w 32"/>
                <a:gd name="T5" fmla="*/ 16 h 16"/>
                <a:gd name="T6" fmla="*/ 32 w 32"/>
                <a:gd name="T7" fmla="*/ 0 h 16"/>
                <a:gd name="T8" fmla="*/ 32 w 32"/>
                <a:gd name="T9" fmla="*/ 16 h 16"/>
                <a:gd name="T10" fmla="*/ 32 w 32"/>
                <a:gd name="T11" fmla="*/ 16 h 16"/>
                <a:gd name="T12" fmla="*/ 0 w 32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6"/>
                <a:gd name="T23" fmla="*/ 32 w 32"/>
                <a:gd name="T24" fmla="*/ 16 h 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6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32" y="0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97" name="Rectangle 399">
              <a:extLst>
                <a:ext uri="{FF2B5EF4-FFF2-40B4-BE49-F238E27FC236}">
                  <a16:creationId xmlns:a16="http://schemas.microsoft.com/office/drawing/2014/main" id="{18629464-3BDE-5F95-9E48-5C2B6BD33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8" y="1161"/>
              <a:ext cx="3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PVD</a:t>
              </a:r>
              <a:endParaRPr lang="en-US" altLang="en-US" sz="1800"/>
            </a:p>
          </p:txBody>
        </p:sp>
        <p:sp>
          <p:nvSpPr>
            <p:cNvPr id="50598" name="Rectangle 400">
              <a:extLst>
                <a:ext uri="{FF2B5EF4-FFF2-40B4-BE49-F238E27FC236}">
                  <a16:creationId xmlns:a16="http://schemas.microsoft.com/office/drawing/2014/main" id="{44933FC8-A255-4D23-9E3B-89CA73956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768"/>
              <a:ext cx="230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867</a:t>
              </a:r>
              <a:endParaRPr lang="en-US" altLang="en-US" sz="1800"/>
            </a:p>
          </p:txBody>
        </p:sp>
        <p:sp>
          <p:nvSpPr>
            <p:cNvPr id="50599" name="Rectangle 401">
              <a:extLst>
                <a:ext uri="{FF2B5EF4-FFF2-40B4-BE49-F238E27FC236}">
                  <a16:creationId xmlns:a16="http://schemas.microsoft.com/office/drawing/2014/main" id="{346ABADE-042B-DE82-23A7-305E4BEE1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1" y="632"/>
              <a:ext cx="30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2704</a:t>
              </a:r>
              <a:endParaRPr lang="en-US" altLang="en-US" sz="1800"/>
            </a:p>
          </p:txBody>
        </p:sp>
        <p:sp>
          <p:nvSpPr>
            <p:cNvPr id="50600" name="Rectangle 402">
              <a:extLst>
                <a:ext uri="{FF2B5EF4-FFF2-40B4-BE49-F238E27FC236}">
                  <a16:creationId xmlns:a16="http://schemas.microsoft.com/office/drawing/2014/main" id="{6A94408D-46AE-CCB2-2775-E991EBAF4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1153"/>
              <a:ext cx="230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187</a:t>
              </a:r>
              <a:endParaRPr lang="en-US" altLang="en-US" sz="1800"/>
            </a:p>
          </p:txBody>
        </p:sp>
        <p:sp>
          <p:nvSpPr>
            <p:cNvPr id="50601" name="Rectangle 403">
              <a:extLst>
                <a:ext uri="{FF2B5EF4-FFF2-40B4-BE49-F238E27FC236}">
                  <a16:creationId xmlns:a16="http://schemas.microsoft.com/office/drawing/2014/main" id="{EA94F8BC-C30D-06DB-6E44-F1B096950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" y="1905"/>
              <a:ext cx="30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" panose="02020603050405020304" pitchFamily="18" charset="0"/>
                </a:rPr>
                <a:t>1258</a:t>
              </a:r>
              <a:endParaRPr lang="en-US" altLang="en-US" sz="1800"/>
            </a:p>
          </p:txBody>
        </p:sp>
      </p:grpSp>
      <p:sp>
        <p:nvSpPr>
          <p:cNvPr id="50379" name="Rectangle 404">
            <a:extLst>
              <a:ext uri="{FF2B5EF4-FFF2-40B4-BE49-F238E27FC236}">
                <a16:creationId xmlns:a16="http://schemas.microsoft.com/office/drawing/2014/main" id="{4E6D3346-311A-8D10-3DB7-F5A365DCD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6858" y="18684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849</a:t>
            </a:r>
            <a:endParaRPr lang="en-US" altLang="en-US" sz="1800"/>
          </a:p>
        </p:txBody>
      </p:sp>
      <p:sp>
        <p:nvSpPr>
          <p:cNvPr id="50380" name="Rectangle 405">
            <a:extLst>
              <a:ext uri="{FF2B5EF4-FFF2-40B4-BE49-F238E27FC236}">
                <a16:creationId xmlns:a16="http://schemas.microsoft.com/office/drawing/2014/main" id="{3B0400FD-DB51-BB86-D9D0-3B149BE26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0258" y="24526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144</a:t>
            </a:r>
            <a:endParaRPr lang="en-US" altLang="en-US" sz="1800"/>
          </a:p>
        </p:txBody>
      </p:sp>
      <p:sp>
        <p:nvSpPr>
          <p:cNvPr id="50381" name="Rectangle 406">
            <a:extLst>
              <a:ext uri="{FF2B5EF4-FFF2-40B4-BE49-F238E27FC236}">
                <a16:creationId xmlns:a16="http://schemas.microsoft.com/office/drawing/2014/main" id="{786165E4-CBB5-2D43-B8A0-9745AB440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258" y="24145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740</a:t>
            </a:r>
            <a:endParaRPr lang="en-US" altLang="en-US" sz="1800"/>
          </a:p>
        </p:txBody>
      </p:sp>
      <p:sp>
        <p:nvSpPr>
          <p:cNvPr id="50382" name="Rectangle 407">
            <a:extLst>
              <a:ext uri="{FF2B5EF4-FFF2-40B4-BE49-F238E27FC236}">
                <a16:creationId xmlns:a16="http://schemas.microsoft.com/office/drawing/2014/main" id="{52DCB529-3388-9C96-5140-1CBF049F2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644" y="3646488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1391</a:t>
            </a:r>
            <a:endParaRPr lang="en-US" altLang="en-US" sz="1800"/>
          </a:p>
        </p:txBody>
      </p:sp>
      <p:sp>
        <p:nvSpPr>
          <p:cNvPr id="50383" name="Rectangle 408">
            <a:extLst>
              <a:ext uri="{FF2B5EF4-FFF2-40B4-BE49-F238E27FC236}">
                <a16:creationId xmlns:a16="http://schemas.microsoft.com/office/drawing/2014/main" id="{6D8DED8C-0164-DE9C-32CB-031032F4E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2658" y="30622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184</a:t>
            </a:r>
            <a:endParaRPr lang="en-US" altLang="en-US" sz="1800"/>
          </a:p>
        </p:txBody>
      </p:sp>
      <p:sp>
        <p:nvSpPr>
          <p:cNvPr id="50384" name="Rectangle 409">
            <a:extLst>
              <a:ext uri="{FF2B5EF4-FFF2-40B4-BE49-F238E27FC236}">
                <a16:creationId xmlns:a16="http://schemas.microsoft.com/office/drawing/2014/main" id="{D5F0FD46-C926-EF50-D897-B6BC6065D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558" y="44719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946</a:t>
            </a:r>
            <a:endParaRPr lang="en-US" altLang="en-US" sz="1800"/>
          </a:p>
        </p:txBody>
      </p:sp>
      <p:sp>
        <p:nvSpPr>
          <p:cNvPr id="50385" name="Rectangle 410">
            <a:extLst>
              <a:ext uri="{FF2B5EF4-FFF2-40B4-BE49-F238E27FC236}">
                <a16:creationId xmlns:a16="http://schemas.microsoft.com/office/drawing/2014/main" id="{93D4972A-E05D-DABB-BE06-9FEA99C0E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4844" y="4078288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1090</a:t>
            </a:r>
            <a:endParaRPr lang="en-US" altLang="en-US" sz="1800"/>
          </a:p>
        </p:txBody>
      </p:sp>
      <p:sp>
        <p:nvSpPr>
          <p:cNvPr id="50386" name="Rectangle 411">
            <a:extLst>
              <a:ext uri="{FF2B5EF4-FFF2-40B4-BE49-F238E27FC236}">
                <a16:creationId xmlns:a16="http://schemas.microsoft.com/office/drawing/2014/main" id="{DD0C4CB4-82F2-7A4C-682F-06BE8F688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8464" y="5159375"/>
            <a:ext cx="47827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1121</a:t>
            </a:r>
            <a:endParaRPr lang="en-US" altLang="en-US" sz="1800"/>
          </a:p>
        </p:txBody>
      </p:sp>
      <p:sp>
        <p:nvSpPr>
          <p:cNvPr id="50387" name="Rectangle 412">
            <a:extLst>
              <a:ext uri="{FF2B5EF4-FFF2-40B4-BE49-F238E27FC236}">
                <a16:creationId xmlns:a16="http://schemas.microsoft.com/office/drawing/2014/main" id="{3323AD53-0304-BE31-42E8-75497F078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944" y="5794375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2342</a:t>
            </a:r>
            <a:endParaRPr lang="en-US" altLang="en-US" sz="1800"/>
          </a:p>
        </p:txBody>
      </p:sp>
      <p:sp>
        <p:nvSpPr>
          <p:cNvPr id="50388" name="Rectangle 413">
            <a:extLst>
              <a:ext uri="{FF2B5EF4-FFF2-40B4-BE49-F238E27FC236}">
                <a16:creationId xmlns:a16="http://schemas.microsoft.com/office/drawing/2014/main" id="{3379FC6B-28E7-1755-D929-9F8F54B13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644" y="2668588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1846</a:t>
            </a:r>
            <a:endParaRPr lang="en-US" altLang="en-US" sz="1800"/>
          </a:p>
        </p:txBody>
      </p:sp>
      <p:sp>
        <p:nvSpPr>
          <p:cNvPr id="50389" name="Rectangle 414">
            <a:extLst>
              <a:ext uri="{FF2B5EF4-FFF2-40B4-BE49-F238E27FC236}">
                <a16:creationId xmlns:a16="http://schemas.microsoft.com/office/drawing/2014/main" id="{8747100F-ECB3-F2F9-80AC-940C13405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358" y="28844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621</a:t>
            </a:r>
            <a:endParaRPr lang="en-US" altLang="en-US" sz="1800"/>
          </a:p>
        </p:txBody>
      </p:sp>
      <p:sp>
        <p:nvSpPr>
          <p:cNvPr id="50390" name="Rectangle 415">
            <a:extLst>
              <a:ext uri="{FF2B5EF4-FFF2-40B4-BE49-F238E27FC236}">
                <a16:creationId xmlns:a16="http://schemas.microsoft.com/office/drawing/2014/main" id="{1D198CF0-4F08-7D52-D19B-B9AB7F2FF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158" y="32273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802</a:t>
            </a:r>
            <a:endParaRPr lang="en-US" altLang="en-US" sz="1800"/>
          </a:p>
        </p:txBody>
      </p:sp>
      <p:sp>
        <p:nvSpPr>
          <p:cNvPr id="50391" name="Rectangle 416">
            <a:extLst>
              <a:ext uri="{FF2B5EF4-FFF2-40B4-BE49-F238E27FC236}">
                <a16:creationId xmlns:a16="http://schemas.microsoft.com/office/drawing/2014/main" id="{BB992F1E-B71C-AF0C-0DC1-401F0E380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044" y="3849688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1464</a:t>
            </a:r>
            <a:endParaRPr lang="en-US" altLang="en-US" sz="1800"/>
          </a:p>
        </p:txBody>
      </p:sp>
      <p:sp>
        <p:nvSpPr>
          <p:cNvPr id="50392" name="Rectangle 417">
            <a:extLst>
              <a:ext uri="{FF2B5EF4-FFF2-40B4-BE49-F238E27FC236}">
                <a16:creationId xmlns:a16="http://schemas.microsoft.com/office/drawing/2014/main" id="{04F7349C-13B0-BB5E-A2BC-BB8A07A03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944" y="4713288"/>
            <a:ext cx="4873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1235</a:t>
            </a:r>
            <a:endParaRPr lang="en-US" altLang="en-US" sz="1800"/>
          </a:p>
        </p:txBody>
      </p:sp>
      <p:sp>
        <p:nvSpPr>
          <p:cNvPr id="50393" name="Rectangle 418">
            <a:extLst>
              <a:ext uri="{FF2B5EF4-FFF2-40B4-BE49-F238E27FC236}">
                <a16:creationId xmlns:a16="http://schemas.microsoft.com/office/drawing/2014/main" id="{98A17C7B-893D-628E-CB8B-3FCEC4F90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958" y="4027488"/>
            <a:ext cx="36548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" panose="02020603050405020304" pitchFamily="18" charset="0"/>
              </a:rPr>
              <a:t>337</a:t>
            </a:r>
            <a:endParaRPr lang="en-US" altLang="en-US" sz="1800"/>
          </a:p>
        </p:txBody>
      </p:sp>
      <p:sp>
        <p:nvSpPr>
          <p:cNvPr id="50394" name="Freeform 419">
            <a:extLst>
              <a:ext uri="{FF2B5EF4-FFF2-40B4-BE49-F238E27FC236}">
                <a16:creationId xmlns:a16="http://schemas.microsoft.com/office/drawing/2014/main" id="{3BBEFA8C-7DC7-369A-9206-9514259F7F2E}"/>
              </a:ext>
            </a:extLst>
          </p:cNvPr>
          <p:cNvSpPr>
            <a:spLocks/>
          </p:cNvSpPr>
          <p:nvPr/>
        </p:nvSpPr>
        <p:spPr bwMode="auto">
          <a:xfrm>
            <a:off x="4457700" y="5068889"/>
            <a:ext cx="990600" cy="573087"/>
          </a:xfrm>
          <a:custGeom>
            <a:avLst/>
            <a:gdLst>
              <a:gd name="T0" fmla="*/ 2147483646 w 624"/>
              <a:gd name="T1" fmla="*/ 2147483646 h 361"/>
              <a:gd name="T2" fmla="*/ 2147483646 w 624"/>
              <a:gd name="T3" fmla="*/ 2147483646 h 361"/>
              <a:gd name="T4" fmla="*/ 2147483646 w 624"/>
              <a:gd name="T5" fmla="*/ 2147483646 h 361"/>
              <a:gd name="T6" fmla="*/ 2147483646 w 624"/>
              <a:gd name="T7" fmla="*/ 2147483646 h 361"/>
              <a:gd name="T8" fmla="*/ 2147483646 w 624"/>
              <a:gd name="T9" fmla="*/ 2147483646 h 361"/>
              <a:gd name="T10" fmla="*/ 2147483646 w 624"/>
              <a:gd name="T11" fmla="*/ 2147483646 h 361"/>
              <a:gd name="T12" fmla="*/ 2147483646 w 624"/>
              <a:gd name="T13" fmla="*/ 2147483646 h 361"/>
              <a:gd name="T14" fmla="*/ 2147483646 w 624"/>
              <a:gd name="T15" fmla="*/ 2147483646 h 361"/>
              <a:gd name="T16" fmla="*/ 2147483646 w 624"/>
              <a:gd name="T17" fmla="*/ 2147483646 h 361"/>
              <a:gd name="T18" fmla="*/ 2147483646 w 624"/>
              <a:gd name="T19" fmla="*/ 2147483646 h 361"/>
              <a:gd name="T20" fmla="*/ 2147483646 w 624"/>
              <a:gd name="T21" fmla="*/ 2147483646 h 361"/>
              <a:gd name="T22" fmla="*/ 2147483646 w 624"/>
              <a:gd name="T23" fmla="*/ 2147483646 h 361"/>
              <a:gd name="T24" fmla="*/ 2147483646 w 624"/>
              <a:gd name="T25" fmla="*/ 2147483646 h 361"/>
              <a:gd name="T26" fmla="*/ 2147483646 w 624"/>
              <a:gd name="T27" fmla="*/ 2147483646 h 361"/>
              <a:gd name="T28" fmla="*/ 2147483646 w 624"/>
              <a:gd name="T29" fmla="*/ 2147483646 h 361"/>
              <a:gd name="T30" fmla="*/ 2147483646 w 624"/>
              <a:gd name="T31" fmla="*/ 2147483646 h 361"/>
              <a:gd name="T32" fmla="*/ 2147483646 w 624"/>
              <a:gd name="T33" fmla="*/ 0 h 361"/>
              <a:gd name="T34" fmla="*/ 2147483646 w 624"/>
              <a:gd name="T35" fmla="*/ 2147483646 h 361"/>
              <a:gd name="T36" fmla="*/ 2147483646 w 624"/>
              <a:gd name="T37" fmla="*/ 2147483646 h 361"/>
              <a:gd name="T38" fmla="*/ 0 w 624"/>
              <a:gd name="T39" fmla="*/ 2147483646 h 361"/>
              <a:gd name="T40" fmla="*/ 0 w 624"/>
              <a:gd name="T41" fmla="*/ 2147483646 h 361"/>
              <a:gd name="T42" fmla="*/ 0 w 624"/>
              <a:gd name="T43" fmla="*/ 2147483646 h 361"/>
              <a:gd name="T44" fmla="*/ 2147483646 w 624"/>
              <a:gd name="T45" fmla="*/ 2147483646 h 361"/>
              <a:gd name="T46" fmla="*/ 2147483646 w 624"/>
              <a:gd name="T47" fmla="*/ 2147483646 h 361"/>
              <a:gd name="T48" fmla="*/ 2147483646 w 624"/>
              <a:gd name="T49" fmla="*/ 2147483646 h 361"/>
              <a:gd name="T50" fmla="*/ 2147483646 w 624"/>
              <a:gd name="T51" fmla="*/ 2147483646 h 361"/>
              <a:gd name="T52" fmla="*/ 2147483646 w 624"/>
              <a:gd name="T53" fmla="*/ 2147483646 h 361"/>
              <a:gd name="T54" fmla="*/ 2147483646 w 624"/>
              <a:gd name="T55" fmla="*/ 2147483646 h 361"/>
              <a:gd name="T56" fmla="*/ 2147483646 w 624"/>
              <a:gd name="T57" fmla="*/ 2147483646 h 361"/>
              <a:gd name="T58" fmla="*/ 2147483646 w 624"/>
              <a:gd name="T59" fmla="*/ 2147483646 h 361"/>
              <a:gd name="T60" fmla="*/ 2147483646 w 624"/>
              <a:gd name="T61" fmla="*/ 2147483646 h 361"/>
              <a:gd name="T62" fmla="*/ 2147483646 w 624"/>
              <a:gd name="T63" fmla="*/ 2147483646 h 361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624"/>
              <a:gd name="T97" fmla="*/ 0 h 361"/>
              <a:gd name="T98" fmla="*/ 624 w 624"/>
              <a:gd name="T99" fmla="*/ 361 h 361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624" h="361">
                <a:moveTo>
                  <a:pt x="624" y="321"/>
                </a:moveTo>
                <a:lnTo>
                  <a:pt x="624" y="321"/>
                </a:lnTo>
                <a:lnTo>
                  <a:pt x="504" y="329"/>
                </a:lnTo>
                <a:lnTo>
                  <a:pt x="400" y="297"/>
                </a:lnTo>
                <a:lnTo>
                  <a:pt x="296" y="233"/>
                </a:lnTo>
                <a:lnTo>
                  <a:pt x="200" y="121"/>
                </a:lnTo>
                <a:lnTo>
                  <a:pt x="208" y="121"/>
                </a:lnTo>
                <a:lnTo>
                  <a:pt x="240" y="105"/>
                </a:lnTo>
                <a:lnTo>
                  <a:pt x="280" y="89"/>
                </a:lnTo>
                <a:lnTo>
                  <a:pt x="288" y="89"/>
                </a:lnTo>
                <a:lnTo>
                  <a:pt x="272" y="89"/>
                </a:lnTo>
                <a:lnTo>
                  <a:pt x="152" y="49"/>
                </a:lnTo>
                <a:lnTo>
                  <a:pt x="40" y="8"/>
                </a:lnTo>
                <a:lnTo>
                  <a:pt x="24" y="0"/>
                </a:lnTo>
                <a:lnTo>
                  <a:pt x="16" y="16"/>
                </a:lnTo>
                <a:lnTo>
                  <a:pt x="8" y="81"/>
                </a:lnTo>
                <a:lnTo>
                  <a:pt x="0" y="153"/>
                </a:lnTo>
                <a:lnTo>
                  <a:pt x="0" y="161"/>
                </a:lnTo>
                <a:lnTo>
                  <a:pt x="32" y="153"/>
                </a:lnTo>
                <a:lnTo>
                  <a:pt x="64" y="153"/>
                </a:lnTo>
                <a:lnTo>
                  <a:pt x="104" y="209"/>
                </a:lnTo>
                <a:lnTo>
                  <a:pt x="160" y="265"/>
                </a:lnTo>
                <a:lnTo>
                  <a:pt x="296" y="337"/>
                </a:lnTo>
                <a:lnTo>
                  <a:pt x="456" y="361"/>
                </a:lnTo>
                <a:lnTo>
                  <a:pt x="624" y="321"/>
                </a:lnTo>
                <a:close/>
              </a:path>
            </a:pathLst>
          </a:custGeom>
          <a:blipFill dpi="0" rotWithShape="0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95" name="Freeform 420">
            <a:extLst>
              <a:ext uri="{FF2B5EF4-FFF2-40B4-BE49-F238E27FC236}">
                <a16:creationId xmlns:a16="http://schemas.microsoft.com/office/drawing/2014/main" id="{0E150526-0157-DE4B-B61D-7E3D5315DD4F}"/>
              </a:ext>
            </a:extLst>
          </p:cNvPr>
          <p:cNvSpPr>
            <a:spLocks/>
          </p:cNvSpPr>
          <p:nvPr/>
        </p:nvSpPr>
        <p:spPr bwMode="auto">
          <a:xfrm>
            <a:off x="4419600" y="5119689"/>
            <a:ext cx="1028700" cy="522287"/>
          </a:xfrm>
          <a:custGeom>
            <a:avLst/>
            <a:gdLst>
              <a:gd name="T0" fmla="*/ 2147483646 w 648"/>
              <a:gd name="T1" fmla="*/ 2147483646 h 329"/>
              <a:gd name="T2" fmla="*/ 2147483646 w 648"/>
              <a:gd name="T3" fmla="*/ 2147483646 h 329"/>
              <a:gd name="T4" fmla="*/ 2147483646 w 648"/>
              <a:gd name="T5" fmla="*/ 2147483646 h 329"/>
              <a:gd name="T6" fmla="*/ 2147483646 w 648"/>
              <a:gd name="T7" fmla="*/ 2147483646 h 329"/>
              <a:gd name="T8" fmla="*/ 2147483646 w 648"/>
              <a:gd name="T9" fmla="*/ 2147483646 h 329"/>
              <a:gd name="T10" fmla="*/ 2147483646 w 648"/>
              <a:gd name="T11" fmla="*/ 2147483646 h 329"/>
              <a:gd name="T12" fmla="*/ 2147483646 w 648"/>
              <a:gd name="T13" fmla="*/ 2147483646 h 329"/>
              <a:gd name="T14" fmla="*/ 2147483646 w 648"/>
              <a:gd name="T15" fmla="*/ 2147483646 h 329"/>
              <a:gd name="T16" fmla="*/ 2147483646 w 648"/>
              <a:gd name="T17" fmla="*/ 2147483646 h 329"/>
              <a:gd name="T18" fmla="*/ 2147483646 w 648"/>
              <a:gd name="T19" fmla="*/ 2147483646 h 329"/>
              <a:gd name="T20" fmla="*/ 2147483646 w 648"/>
              <a:gd name="T21" fmla="*/ 2147483646 h 329"/>
              <a:gd name="T22" fmla="*/ 2147483646 w 648"/>
              <a:gd name="T23" fmla="*/ 2147483646 h 329"/>
              <a:gd name="T24" fmla="*/ 2147483646 w 648"/>
              <a:gd name="T25" fmla="*/ 2147483646 h 329"/>
              <a:gd name="T26" fmla="*/ 2147483646 w 648"/>
              <a:gd name="T27" fmla="*/ 2147483646 h 329"/>
              <a:gd name="T28" fmla="*/ 2147483646 w 648"/>
              <a:gd name="T29" fmla="*/ 2147483646 h 329"/>
              <a:gd name="T30" fmla="*/ 2147483646 w 648"/>
              <a:gd name="T31" fmla="*/ 2147483646 h 329"/>
              <a:gd name="T32" fmla="*/ 2147483646 w 648"/>
              <a:gd name="T33" fmla="*/ 0 h 329"/>
              <a:gd name="T34" fmla="*/ 2147483646 w 648"/>
              <a:gd name="T35" fmla="*/ 2147483646 h 329"/>
              <a:gd name="T36" fmla="*/ 2147483646 w 648"/>
              <a:gd name="T37" fmla="*/ 2147483646 h 329"/>
              <a:gd name="T38" fmla="*/ 0 w 648"/>
              <a:gd name="T39" fmla="*/ 2147483646 h 329"/>
              <a:gd name="T40" fmla="*/ 0 w 648"/>
              <a:gd name="T41" fmla="*/ 2147483646 h 329"/>
              <a:gd name="T42" fmla="*/ 2147483646 w 648"/>
              <a:gd name="T43" fmla="*/ 2147483646 h 329"/>
              <a:gd name="T44" fmla="*/ 2147483646 w 648"/>
              <a:gd name="T45" fmla="*/ 2147483646 h 329"/>
              <a:gd name="T46" fmla="*/ 2147483646 w 648"/>
              <a:gd name="T47" fmla="*/ 2147483646 h 329"/>
              <a:gd name="T48" fmla="*/ 2147483646 w 648"/>
              <a:gd name="T49" fmla="*/ 2147483646 h 329"/>
              <a:gd name="T50" fmla="*/ 2147483646 w 648"/>
              <a:gd name="T51" fmla="*/ 2147483646 h 329"/>
              <a:gd name="T52" fmla="*/ 2147483646 w 648"/>
              <a:gd name="T53" fmla="*/ 2147483646 h 329"/>
              <a:gd name="T54" fmla="*/ 2147483646 w 648"/>
              <a:gd name="T55" fmla="*/ 2147483646 h 329"/>
              <a:gd name="T56" fmla="*/ 2147483646 w 648"/>
              <a:gd name="T57" fmla="*/ 2147483646 h 329"/>
              <a:gd name="T58" fmla="*/ 2147483646 w 648"/>
              <a:gd name="T59" fmla="*/ 2147483646 h 329"/>
              <a:gd name="T60" fmla="*/ 2147483646 w 648"/>
              <a:gd name="T61" fmla="*/ 2147483646 h 329"/>
              <a:gd name="T62" fmla="*/ 2147483646 w 648"/>
              <a:gd name="T63" fmla="*/ 2147483646 h 329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648"/>
              <a:gd name="T97" fmla="*/ 0 h 329"/>
              <a:gd name="T98" fmla="*/ 648 w 648"/>
              <a:gd name="T99" fmla="*/ 329 h 329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648" h="329">
                <a:moveTo>
                  <a:pt x="648" y="289"/>
                </a:moveTo>
                <a:lnTo>
                  <a:pt x="648" y="289"/>
                </a:lnTo>
                <a:lnTo>
                  <a:pt x="520" y="305"/>
                </a:lnTo>
                <a:lnTo>
                  <a:pt x="408" y="289"/>
                </a:lnTo>
                <a:lnTo>
                  <a:pt x="304" y="225"/>
                </a:lnTo>
                <a:lnTo>
                  <a:pt x="200" y="113"/>
                </a:lnTo>
                <a:lnTo>
                  <a:pt x="208" y="113"/>
                </a:lnTo>
                <a:lnTo>
                  <a:pt x="248" y="105"/>
                </a:lnTo>
                <a:lnTo>
                  <a:pt x="288" y="89"/>
                </a:lnTo>
                <a:lnTo>
                  <a:pt x="272" y="81"/>
                </a:lnTo>
                <a:lnTo>
                  <a:pt x="160" y="41"/>
                </a:lnTo>
                <a:lnTo>
                  <a:pt x="40" y="8"/>
                </a:lnTo>
                <a:lnTo>
                  <a:pt x="24" y="0"/>
                </a:lnTo>
                <a:lnTo>
                  <a:pt x="24" y="8"/>
                </a:lnTo>
                <a:lnTo>
                  <a:pt x="8" y="81"/>
                </a:lnTo>
                <a:lnTo>
                  <a:pt x="0" y="153"/>
                </a:lnTo>
                <a:lnTo>
                  <a:pt x="0" y="161"/>
                </a:lnTo>
                <a:lnTo>
                  <a:pt x="8" y="161"/>
                </a:lnTo>
                <a:lnTo>
                  <a:pt x="32" y="153"/>
                </a:lnTo>
                <a:lnTo>
                  <a:pt x="64" y="145"/>
                </a:lnTo>
                <a:lnTo>
                  <a:pt x="112" y="209"/>
                </a:lnTo>
                <a:lnTo>
                  <a:pt x="160" y="257"/>
                </a:lnTo>
                <a:lnTo>
                  <a:pt x="304" y="313"/>
                </a:lnTo>
                <a:lnTo>
                  <a:pt x="472" y="329"/>
                </a:lnTo>
                <a:lnTo>
                  <a:pt x="648" y="289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96" name="Freeform 421">
            <a:extLst>
              <a:ext uri="{FF2B5EF4-FFF2-40B4-BE49-F238E27FC236}">
                <a16:creationId xmlns:a16="http://schemas.microsoft.com/office/drawing/2014/main" id="{D042A371-448D-79AA-5C52-29536A552AD4}"/>
              </a:ext>
            </a:extLst>
          </p:cNvPr>
          <p:cNvSpPr>
            <a:spLocks/>
          </p:cNvSpPr>
          <p:nvPr/>
        </p:nvSpPr>
        <p:spPr bwMode="auto">
          <a:xfrm>
            <a:off x="4406900" y="5106989"/>
            <a:ext cx="1054100" cy="547687"/>
          </a:xfrm>
          <a:custGeom>
            <a:avLst/>
            <a:gdLst>
              <a:gd name="T0" fmla="*/ 2147483646 w 664"/>
              <a:gd name="T1" fmla="*/ 2147483646 h 345"/>
              <a:gd name="T2" fmla="*/ 2147483646 w 664"/>
              <a:gd name="T3" fmla="*/ 2147483646 h 345"/>
              <a:gd name="T4" fmla="*/ 2147483646 w 664"/>
              <a:gd name="T5" fmla="*/ 2147483646 h 345"/>
              <a:gd name="T6" fmla="*/ 2147483646 w 664"/>
              <a:gd name="T7" fmla="*/ 2147483646 h 345"/>
              <a:gd name="T8" fmla="*/ 2147483646 w 664"/>
              <a:gd name="T9" fmla="*/ 2147483646 h 345"/>
              <a:gd name="T10" fmla="*/ 2147483646 w 664"/>
              <a:gd name="T11" fmla="*/ 2147483646 h 345"/>
              <a:gd name="T12" fmla="*/ 2147483646 w 664"/>
              <a:gd name="T13" fmla="*/ 2147483646 h 345"/>
              <a:gd name="T14" fmla="*/ 2147483646 w 664"/>
              <a:gd name="T15" fmla="*/ 2147483646 h 345"/>
              <a:gd name="T16" fmla="*/ 2147483646 w 664"/>
              <a:gd name="T17" fmla="*/ 2147483646 h 345"/>
              <a:gd name="T18" fmla="*/ 2147483646 w 664"/>
              <a:gd name="T19" fmla="*/ 2147483646 h 345"/>
              <a:gd name="T20" fmla="*/ 2147483646 w 664"/>
              <a:gd name="T21" fmla="*/ 2147483646 h 345"/>
              <a:gd name="T22" fmla="*/ 2147483646 w 664"/>
              <a:gd name="T23" fmla="*/ 2147483646 h 345"/>
              <a:gd name="T24" fmla="*/ 2147483646 w 664"/>
              <a:gd name="T25" fmla="*/ 2147483646 h 345"/>
              <a:gd name="T26" fmla="*/ 2147483646 w 664"/>
              <a:gd name="T27" fmla="*/ 2147483646 h 345"/>
              <a:gd name="T28" fmla="*/ 2147483646 w 664"/>
              <a:gd name="T29" fmla="*/ 2147483646 h 345"/>
              <a:gd name="T30" fmla="*/ 2147483646 w 664"/>
              <a:gd name="T31" fmla="*/ 2147483646 h 345"/>
              <a:gd name="T32" fmla="*/ 2147483646 w 664"/>
              <a:gd name="T33" fmla="*/ 2147483646 h 345"/>
              <a:gd name="T34" fmla="*/ 2147483646 w 664"/>
              <a:gd name="T35" fmla="*/ 2147483646 h 345"/>
              <a:gd name="T36" fmla="*/ 2147483646 w 664"/>
              <a:gd name="T37" fmla="*/ 2147483646 h 345"/>
              <a:gd name="T38" fmla="*/ 2147483646 w 664"/>
              <a:gd name="T39" fmla="*/ 2147483646 h 345"/>
              <a:gd name="T40" fmla="*/ 2147483646 w 664"/>
              <a:gd name="T41" fmla="*/ 2147483646 h 345"/>
              <a:gd name="T42" fmla="*/ 2147483646 w 664"/>
              <a:gd name="T43" fmla="*/ 2147483646 h 345"/>
              <a:gd name="T44" fmla="*/ 2147483646 w 664"/>
              <a:gd name="T45" fmla="*/ 2147483646 h 345"/>
              <a:gd name="T46" fmla="*/ 2147483646 w 664"/>
              <a:gd name="T47" fmla="*/ 2147483646 h 345"/>
              <a:gd name="T48" fmla="*/ 2147483646 w 664"/>
              <a:gd name="T49" fmla="*/ 2147483646 h 345"/>
              <a:gd name="T50" fmla="*/ 2147483646 w 664"/>
              <a:gd name="T51" fmla="*/ 2147483646 h 345"/>
              <a:gd name="T52" fmla="*/ 2147483646 w 664"/>
              <a:gd name="T53" fmla="*/ 2147483646 h 345"/>
              <a:gd name="T54" fmla="*/ 2147483646 w 664"/>
              <a:gd name="T55" fmla="*/ 2147483646 h 345"/>
              <a:gd name="T56" fmla="*/ 2147483646 w 664"/>
              <a:gd name="T57" fmla="*/ 2147483646 h 345"/>
              <a:gd name="T58" fmla="*/ 2147483646 w 664"/>
              <a:gd name="T59" fmla="*/ 2147483646 h 345"/>
              <a:gd name="T60" fmla="*/ 2147483646 w 664"/>
              <a:gd name="T61" fmla="*/ 2147483646 h 345"/>
              <a:gd name="T62" fmla="*/ 2147483646 w 664"/>
              <a:gd name="T63" fmla="*/ 2147483646 h 345"/>
              <a:gd name="T64" fmla="*/ 2147483646 w 664"/>
              <a:gd name="T65" fmla="*/ 2147483646 h 345"/>
              <a:gd name="T66" fmla="*/ 2147483646 w 664"/>
              <a:gd name="T67" fmla="*/ 2147483646 h 345"/>
              <a:gd name="T68" fmla="*/ 2147483646 w 664"/>
              <a:gd name="T69" fmla="*/ 2147483646 h 345"/>
              <a:gd name="T70" fmla="*/ 2147483646 w 664"/>
              <a:gd name="T71" fmla="*/ 2147483646 h 345"/>
              <a:gd name="T72" fmla="*/ 2147483646 w 664"/>
              <a:gd name="T73" fmla="*/ 2147483646 h 345"/>
              <a:gd name="T74" fmla="*/ 2147483646 w 664"/>
              <a:gd name="T75" fmla="*/ 2147483646 h 345"/>
              <a:gd name="T76" fmla="*/ 2147483646 w 664"/>
              <a:gd name="T77" fmla="*/ 2147483646 h 345"/>
              <a:gd name="T78" fmla="*/ 2147483646 w 664"/>
              <a:gd name="T79" fmla="*/ 2147483646 h 345"/>
              <a:gd name="T80" fmla="*/ 2147483646 w 664"/>
              <a:gd name="T81" fmla="*/ 2147483646 h 345"/>
              <a:gd name="T82" fmla="*/ 2147483646 w 664"/>
              <a:gd name="T83" fmla="*/ 2147483646 h 345"/>
              <a:gd name="T84" fmla="*/ 0 w 664"/>
              <a:gd name="T85" fmla="*/ 2147483646 h 345"/>
              <a:gd name="T86" fmla="*/ 2147483646 w 664"/>
              <a:gd name="T87" fmla="*/ 2147483646 h 345"/>
              <a:gd name="T88" fmla="*/ 2147483646 w 664"/>
              <a:gd name="T89" fmla="*/ 2147483646 h 345"/>
              <a:gd name="T90" fmla="*/ 2147483646 w 664"/>
              <a:gd name="T91" fmla="*/ 2147483646 h 345"/>
              <a:gd name="T92" fmla="*/ 2147483646 w 664"/>
              <a:gd name="T93" fmla="*/ 2147483646 h 345"/>
              <a:gd name="T94" fmla="*/ 2147483646 w 664"/>
              <a:gd name="T95" fmla="*/ 2147483646 h 345"/>
              <a:gd name="T96" fmla="*/ 2147483646 w 664"/>
              <a:gd name="T97" fmla="*/ 2147483646 h 345"/>
              <a:gd name="T98" fmla="*/ 2147483646 w 664"/>
              <a:gd name="T99" fmla="*/ 2147483646 h 345"/>
              <a:gd name="T100" fmla="*/ 2147483646 w 664"/>
              <a:gd name="T101" fmla="*/ 2147483646 h 345"/>
              <a:gd name="T102" fmla="*/ 2147483646 w 664"/>
              <a:gd name="T103" fmla="*/ 2147483646 h 345"/>
              <a:gd name="T104" fmla="*/ 2147483646 w 664"/>
              <a:gd name="T105" fmla="*/ 2147483646 h 345"/>
              <a:gd name="T106" fmla="*/ 2147483646 w 664"/>
              <a:gd name="T107" fmla="*/ 2147483646 h 345"/>
              <a:gd name="T108" fmla="*/ 2147483646 w 664"/>
              <a:gd name="T109" fmla="*/ 2147483646 h 345"/>
              <a:gd name="T110" fmla="*/ 2147483646 w 664"/>
              <a:gd name="T111" fmla="*/ 2147483646 h 345"/>
              <a:gd name="T112" fmla="*/ 2147483646 w 664"/>
              <a:gd name="T113" fmla="*/ 2147483646 h 345"/>
              <a:gd name="T114" fmla="*/ 2147483646 w 664"/>
              <a:gd name="T115" fmla="*/ 2147483646 h 345"/>
              <a:gd name="T116" fmla="*/ 2147483646 w 664"/>
              <a:gd name="T117" fmla="*/ 2147483646 h 345"/>
              <a:gd name="T118" fmla="*/ 2147483646 w 664"/>
              <a:gd name="T119" fmla="*/ 2147483646 h 345"/>
              <a:gd name="T120" fmla="*/ 2147483646 w 664"/>
              <a:gd name="T121" fmla="*/ 2147483646 h 345"/>
              <a:gd name="T122" fmla="*/ 2147483646 w 664"/>
              <a:gd name="T123" fmla="*/ 2147483646 h 34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664"/>
              <a:gd name="T187" fmla="*/ 0 h 345"/>
              <a:gd name="T188" fmla="*/ 664 w 664"/>
              <a:gd name="T189" fmla="*/ 345 h 34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664" h="345">
                <a:moveTo>
                  <a:pt x="664" y="297"/>
                </a:moveTo>
                <a:lnTo>
                  <a:pt x="664" y="297"/>
                </a:lnTo>
                <a:lnTo>
                  <a:pt x="656" y="305"/>
                </a:lnTo>
                <a:lnTo>
                  <a:pt x="528" y="321"/>
                </a:lnTo>
                <a:lnTo>
                  <a:pt x="416" y="305"/>
                </a:lnTo>
                <a:lnTo>
                  <a:pt x="312" y="241"/>
                </a:lnTo>
                <a:lnTo>
                  <a:pt x="208" y="129"/>
                </a:lnTo>
                <a:lnTo>
                  <a:pt x="208" y="113"/>
                </a:lnTo>
                <a:lnTo>
                  <a:pt x="216" y="113"/>
                </a:lnTo>
                <a:lnTo>
                  <a:pt x="256" y="105"/>
                </a:lnTo>
                <a:lnTo>
                  <a:pt x="296" y="89"/>
                </a:lnTo>
                <a:lnTo>
                  <a:pt x="296" y="105"/>
                </a:lnTo>
                <a:lnTo>
                  <a:pt x="280" y="97"/>
                </a:lnTo>
                <a:lnTo>
                  <a:pt x="168" y="57"/>
                </a:lnTo>
                <a:lnTo>
                  <a:pt x="48" y="25"/>
                </a:lnTo>
                <a:lnTo>
                  <a:pt x="32" y="16"/>
                </a:lnTo>
                <a:lnTo>
                  <a:pt x="40" y="8"/>
                </a:lnTo>
                <a:lnTo>
                  <a:pt x="40" y="16"/>
                </a:lnTo>
                <a:lnTo>
                  <a:pt x="24" y="89"/>
                </a:lnTo>
                <a:lnTo>
                  <a:pt x="16" y="161"/>
                </a:lnTo>
                <a:lnTo>
                  <a:pt x="16" y="169"/>
                </a:lnTo>
                <a:lnTo>
                  <a:pt x="8" y="161"/>
                </a:lnTo>
                <a:lnTo>
                  <a:pt x="16" y="161"/>
                </a:lnTo>
                <a:lnTo>
                  <a:pt x="40" y="153"/>
                </a:lnTo>
                <a:lnTo>
                  <a:pt x="72" y="145"/>
                </a:lnTo>
                <a:lnTo>
                  <a:pt x="80" y="153"/>
                </a:lnTo>
                <a:lnTo>
                  <a:pt x="128" y="217"/>
                </a:lnTo>
                <a:lnTo>
                  <a:pt x="176" y="265"/>
                </a:lnTo>
                <a:lnTo>
                  <a:pt x="176" y="257"/>
                </a:lnTo>
                <a:lnTo>
                  <a:pt x="320" y="313"/>
                </a:lnTo>
                <a:lnTo>
                  <a:pt x="312" y="313"/>
                </a:lnTo>
                <a:lnTo>
                  <a:pt x="480" y="329"/>
                </a:lnTo>
                <a:lnTo>
                  <a:pt x="656" y="289"/>
                </a:lnTo>
                <a:lnTo>
                  <a:pt x="656" y="305"/>
                </a:lnTo>
                <a:lnTo>
                  <a:pt x="480" y="345"/>
                </a:lnTo>
                <a:lnTo>
                  <a:pt x="312" y="329"/>
                </a:lnTo>
                <a:lnTo>
                  <a:pt x="168" y="273"/>
                </a:lnTo>
                <a:lnTo>
                  <a:pt x="120" y="225"/>
                </a:lnTo>
                <a:lnTo>
                  <a:pt x="112" y="225"/>
                </a:lnTo>
                <a:lnTo>
                  <a:pt x="64" y="161"/>
                </a:lnTo>
                <a:lnTo>
                  <a:pt x="72" y="161"/>
                </a:lnTo>
                <a:lnTo>
                  <a:pt x="40" y="169"/>
                </a:lnTo>
                <a:lnTo>
                  <a:pt x="48" y="169"/>
                </a:lnTo>
                <a:lnTo>
                  <a:pt x="24" y="177"/>
                </a:lnTo>
                <a:lnTo>
                  <a:pt x="16" y="177"/>
                </a:lnTo>
                <a:lnTo>
                  <a:pt x="8" y="177"/>
                </a:lnTo>
                <a:lnTo>
                  <a:pt x="0" y="169"/>
                </a:lnTo>
                <a:lnTo>
                  <a:pt x="0" y="161"/>
                </a:lnTo>
                <a:lnTo>
                  <a:pt x="8" y="89"/>
                </a:lnTo>
                <a:lnTo>
                  <a:pt x="24" y="16"/>
                </a:lnTo>
                <a:lnTo>
                  <a:pt x="24" y="8"/>
                </a:lnTo>
                <a:lnTo>
                  <a:pt x="40" y="0"/>
                </a:lnTo>
                <a:lnTo>
                  <a:pt x="56" y="8"/>
                </a:lnTo>
                <a:lnTo>
                  <a:pt x="176" y="41"/>
                </a:lnTo>
                <a:lnTo>
                  <a:pt x="288" y="81"/>
                </a:lnTo>
                <a:lnTo>
                  <a:pt x="304" y="89"/>
                </a:lnTo>
                <a:lnTo>
                  <a:pt x="304" y="105"/>
                </a:lnTo>
                <a:lnTo>
                  <a:pt x="264" y="121"/>
                </a:lnTo>
                <a:lnTo>
                  <a:pt x="256" y="121"/>
                </a:lnTo>
                <a:lnTo>
                  <a:pt x="216" y="129"/>
                </a:lnTo>
                <a:lnTo>
                  <a:pt x="208" y="129"/>
                </a:lnTo>
                <a:lnTo>
                  <a:pt x="216" y="121"/>
                </a:lnTo>
                <a:lnTo>
                  <a:pt x="320" y="233"/>
                </a:lnTo>
                <a:lnTo>
                  <a:pt x="320" y="225"/>
                </a:lnTo>
                <a:lnTo>
                  <a:pt x="424" y="289"/>
                </a:lnTo>
                <a:lnTo>
                  <a:pt x="416" y="289"/>
                </a:lnTo>
                <a:lnTo>
                  <a:pt x="528" y="305"/>
                </a:lnTo>
                <a:lnTo>
                  <a:pt x="656" y="289"/>
                </a:lnTo>
                <a:lnTo>
                  <a:pt x="648" y="297"/>
                </a:lnTo>
                <a:lnTo>
                  <a:pt x="664" y="29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97" name="Freeform 422">
            <a:extLst>
              <a:ext uri="{FF2B5EF4-FFF2-40B4-BE49-F238E27FC236}">
                <a16:creationId xmlns:a16="http://schemas.microsoft.com/office/drawing/2014/main" id="{1E84DC0A-41E2-6992-53AD-84ACB7F36292}"/>
              </a:ext>
            </a:extLst>
          </p:cNvPr>
          <p:cNvSpPr>
            <a:spLocks/>
          </p:cNvSpPr>
          <p:nvPr/>
        </p:nvSpPr>
        <p:spPr bwMode="auto">
          <a:xfrm>
            <a:off x="5448300" y="5565775"/>
            <a:ext cx="1588" cy="25400"/>
          </a:xfrm>
          <a:custGeom>
            <a:avLst/>
            <a:gdLst>
              <a:gd name="T0" fmla="*/ 0 w 1588"/>
              <a:gd name="T1" fmla="*/ 0 h 16"/>
              <a:gd name="T2" fmla="*/ 0 w 1588"/>
              <a:gd name="T3" fmla="*/ 0 h 16"/>
              <a:gd name="T4" fmla="*/ 0 w 1588"/>
              <a:gd name="T5" fmla="*/ 0 h 16"/>
              <a:gd name="T6" fmla="*/ 0 w 1588"/>
              <a:gd name="T7" fmla="*/ 2147483646 h 16"/>
              <a:gd name="T8" fmla="*/ 0 w 1588"/>
              <a:gd name="T9" fmla="*/ 2147483646 h 16"/>
              <a:gd name="T10" fmla="*/ 0 w 1588"/>
              <a:gd name="T11" fmla="*/ 2147483646 h 16"/>
              <a:gd name="T12" fmla="*/ 0 w 1588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8"/>
              <a:gd name="T22" fmla="*/ 0 h 16"/>
              <a:gd name="T23" fmla="*/ 1588 w 1588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8" h="16">
                <a:moveTo>
                  <a:pt x="0" y="0"/>
                </a:moveTo>
                <a:lnTo>
                  <a:pt x="0" y="0"/>
                </a:ln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98" name="Freeform 423">
            <a:extLst>
              <a:ext uri="{FF2B5EF4-FFF2-40B4-BE49-F238E27FC236}">
                <a16:creationId xmlns:a16="http://schemas.microsoft.com/office/drawing/2014/main" id="{0D836738-DC02-29ED-EB91-2AE46EDFE187}"/>
              </a:ext>
            </a:extLst>
          </p:cNvPr>
          <p:cNvSpPr>
            <a:spLocks/>
          </p:cNvSpPr>
          <p:nvPr/>
        </p:nvSpPr>
        <p:spPr bwMode="auto">
          <a:xfrm>
            <a:off x="2959100" y="4306888"/>
            <a:ext cx="546100" cy="673100"/>
          </a:xfrm>
          <a:custGeom>
            <a:avLst/>
            <a:gdLst>
              <a:gd name="T0" fmla="*/ 0 w 344"/>
              <a:gd name="T1" fmla="*/ 2147483646 h 424"/>
              <a:gd name="T2" fmla="*/ 0 w 344"/>
              <a:gd name="T3" fmla="*/ 2147483646 h 424"/>
              <a:gd name="T4" fmla="*/ 0 w 344"/>
              <a:gd name="T5" fmla="*/ 2147483646 h 424"/>
              <a:gd name="T6" fmla="*/ 2147483646 w 344"/>
              <a:gd name="T7" fmla="*/ 2147483646 h 424"/>
              <a:gd name="T8" fmla="*/ 2147483646 w 344"/>
              <a:gd name="T9" fmla="*/ 2147483646 h 424"/>
              <a:gd name="T10" fmla="*/ 2147483646 w 344"/>
              <a:gd name="T11" fmla="*/ 2147483646 h 424"/>
              <a:gd name="T12" fmla="*/ 2147483646 w 344"/>
              <a:gd name="T13" fmla="*/ 2147483646 h 424"/>
              <a:gd name="T14" fmla="*/ 2147483646 w 344"/>
              <a:gd name="T15" fmla="*/ 2147483646 h 424"/>
              <a:gd name="T16" fmla="*/ 2147483646 w 344"/>
              <a:gd name="T17" fmla="*/ 2147483646 h 424"/>
              <a:gd name="T18" fmla="*/ 2147483646 w 344"/>
              <a:gd name="T19" fmla="*/ 2147483646 h 424"/>
              <a:gd name="T20" fmla="*/ 2147483646 w 344"/>
              <a:gd name="T21" fmla="*/ 2147483646 h 424"/>
              <a:gd name="T22" fmla="*/ 2147483646 w 344"/>
              <a:gd name="T23" fmla="*/ 2147483646 h 424"/>
              <a:gd name="T24" fmla="*/ 2147483646 w 344"/>
              <a:gd name="T25" fmla="*/ 2147483646 h 424"/>
              <a:gd name="T26" fmla="*/ 2147483646 w 344"/>
              <a:gd name="T27" fmla="*/ 2147483646 h 424"/>
              <a:gd name="T28" fmla="*/ 2147483646 w 344"/>
              <a:gd name="T29" fmla="*/ 2147483646 h 424"/>
              <a:gd name="T30" fmla="*/ 2147483646 w 344"/>
              <a:gd name="T31" fmla="*/ 2147483646 h 424"/>
              <a:gd name="T32" fmla="*/ 2147483646 w 344"/>
              <a:gd name="T33" fmla="*/ 2147483646 h 424"/>
              <a:gd name="T34" fmla="*/ 2147483646 w 344"/>
              <a:gd name="T35" fmla="*/ 2147483646 h 424"/>
              <a:gd name="T36" fmla="*/ 2147483646 w 344"/>
              <a:gd name="T37" fmla="*/ 2147483646 h 424"/>
              <a:gd name="T38" fmla="*/ 2147483646 w 344"/>
              <a:gd name="T39" fmla="*/ 2147483646 h 424"/>
              <a:gd name="T40" fmla="*/ 2147483646 w 344"/>
              <a:gd name="T41" fmla="*/ 2147483646 h 424"/>
              <a:gd name="T42" fmla="*/ 2147483646 w 344"/>
              <a:gd name="T43" fmla="*/ 2147483646 h 424"/>
              <a:gd name="T44" fmla="*/ 2147483646 w 344"/>
              <a:gd name="T45" fmla="*/ 2147483646 h 424"/>
              <a:gd name="T46" fmla="*/ 2147483646 w 344"/>
              <a:gd name="T47" fmla="*/ 2147483646 h 424"/>
              <a:gd name="T48" fmla="*/ 2147483646 w 344"/>
              <a:gd name="T49" fmla="*/ 2147483646 h 424"/>
              <a:gd name="T50" fmla="*/ 2147483646 w 344"/>
              <a:gd name="T51" fmla="*/ 2147483646 h 424"/>
              <a:gd name="T52" fmla="*/ 2147483646 w 344"/>
              <a:gd name="T53" fmla="*/ 2147483646 h 424"/>
              <a:gd name="T54" fmla="*/ 2147483646 w 344"/>
              <a:gd name="T55" fmla="*/ 2147483646 h 424"/>
              <a:gd name="T56" fmla="*/ 2147483646 w 344"/>
              <a:gd name="T57" fmla="*/ 2147483646 h 424"/>
              <a:gd name="T58" fmla="*/ 2147483646 w 344"/>
              <a:gd name="T59" fmla="*/ 2147483646 h 424"/>
              <a:gd name="T60" fmla="*/ 2147483646 w 344"/>
              <a:gd name="T61" fmla="*/ 0 h 424"/>
              <a:gd name="T62" fmla="*/ 2147483646 w 344"/>
              <a:gd name="T63" fmla="*/ 0 h 424"/>
              <a:gd name="T64" fmla="*/ 2147483646 w 344"/>
              <a:gd name="T65" fmla="*/ 2147483646 h 424"/>
              <a:gd name="T66" fmla="*/ 0 w 344"/>
              <a:gd name="T67" fmla="*/ 2147483646 h 42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344"/>
              <a:gd name="T103" fmla="*/ 0 h 424"/>
              <a:gd name="T104" fmla="*/ 344 w 344"/>
              <a:gd name="T105" fmla="*/ 424 h 42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344" h="424">
                <a:moveTo>
                  <a:pt x="0" y="40"/>
                </a:moveTo>
                <a:lnTo>
                  <a:pt x="0" y="40"/>
                </a:lnTo>
                <a:lnTo>
                  <a:pt x="64" y="32"/>
                </a:lnTo>
                <a:lnTo>
                  <a:pt x="120" y="64"/>
                </a:lnTo>
                <a:lnTo>
                  <a:pt x="176" y="152"/>
                </a:lnTo>
                <a:lnTo>
                  <a:pt x="232" y="280"/>
                </a:lnTo>
                <a:lnTo>
                  <a:pt x="232" y="288"/>
                </a:lnTo>
                <a:lnTo>
                  <a:pt x="208" y="296"/>
                </a:lnTo>
                <a:lnTo>
                  <a:pt x="184" y="312"/>
                </a:lnTo>
                <a:lnTo>
                  <a:pt x="184" y="320"/>
                </a:lnTo>
                <a:lnTo>
                  <a:pt x="192" y="320"/>
                </a:lnTo>
                <a:lnTo>
                  <a:pt x="256" y="368"/>
                </a:lnTo>
                <a:lnTo>
                  <a:pt x="320" y="416"/>
                </a:lnTo>
                <a:lnTo>
                  <a:pt x="328" y="424"/>
                </a:lnTo>
                <a:lnTo>
                  <a:pt x="336" y="408"/>
                </a:lnTo>
                <a:lnTo>
                  <a:pt x="336" y="328"/>
                </a:lnTo>
                <a:lnTo>
                  <a:pt x="344" y="240"/>
                </a:lnTo>
                <a:lnTo>
                  <a:pt x="344" y="232"/>
                </a:lnTo>
                <a:lnTo>
                  <a:pt x="328" y="240"/>
                </a:lnTo>
                <a:lnTo>
                  <a:pt x="312" y="248"/>
                </a:lnTo>
                <a:lnTo>
                  <a:pt x="304" y="248"/>
                </a:lnTo>
                <a:lnTo>
                  <a:pt x="256" y="112"/>
                </a:lnTo>
                <a:lnTo>
                  <a:pt x="216" y="64"/>
                </a:lnTo>
                <a:lnTo>
                  <a:pt x="176" y="24"/>
                </a:lnTo>
                <a:lnTo>
                  <a:pt x="136" y="0"/>
                </a:lnTo>
                <a:lnTo>
                  <a:pt x="88" y="0"/>
                </a:lnTo>
                <a:lnTo>
                  <a:pt x="40" y="8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99" name="Freeform 424">
            <a:extLst>
              <a:ext uri="{FF2B5EF4-FFF2-40B4-BE49-F238E27FC236}">
                <a16:creationId xmlns:a16="http://schemas.microsoft.com/office/drawing/2014/main" id="{3CE1A668-6696-DDF7-4AFE-DF573121A133}"/>
              </a:ext>
            </a:extLst>
          </p:cNvPr>
          <p:cNvSpPr>
            <a:spLocks/>
          </p:cNvSpPr>
          <p:nvPr/>
        </p:nvSpPr>
        <p:spPr bwMode="auto">
          <a:xfrm>
            <a:off x="2959100" y="4294188"/>
            <a:ext cx="571500" cy="622300"/>
          </a:xfrm>
          <a:custGeom>
            <a:avLst/>
            <a:gdLst>
              <a:gd name="T0" fmla="*/ 0 w 360"/>
              <a:gd name="T1" fmla="*/ 2147483646 h 392"/>
              <a:gd name="T2" fmla="*/ 0 w 360"/>
              <a:gd name="T3" fmla="*/ 2147483646 h 392"/>
              <a:gd name="T4" fmla="*/ 0 w 360"/>
              <a:gd name="T5" fmla="*/ 2147483646 h 392"/>
              <a:gd name="T6" fmla="*/ 2147483646 w 360"/>
              <a:gd name="T7" fmla="*/ 2147483646 h 392"/>
              <a:gd name="T8" fmla="*/ 2147483646 w 360"/>
              <a:gd name="T9" fmla="*/ 2147483646 h 392"/>
              <a:gd name="T10" fmla="*/ 2147483646 w 360"/>
              <a:gd name="T11" fmla="*/ 2147483646 h 392"/>
              <a:gd name="T12" fmla="*/ 2147483646 w 360"/>
              <a:gd name="T13" fmla="*/ 2147483646 h 392"/>
              <a:gd name="T14" fmla="*/ 2147483646 w 360"/>
              <a:gd name="T15" fmla="*/ 2147483646 h 392"/>
              <a:gd name="T16" fmla="*/ 2147483646 w 360"/>
              <a:gd name="T17" fmla="*/ 2147483646 h 392"/>
              <a:gd name="T18" fmla="*/ 2147483646 w 360"/>
              <a:gd name="T19" fmla="*/ 2147483646 h 392"/>
              <a:gd name="T20" fmla="*/ 2147483646 w 360"/>
              <a:gd name="T21" fmla="*/ 2147483646 h 392"/>
              <a:gd name="T22" fmla="*/ 2147483646 w 360"/>
              <a:gd name="T23" fmla="*/ 2147483646 h 392"/>
              <a:gd name="T24" fmla="*/ 2147483646 w 360"/>
              <a:gd name="T25" fmla="*/ 2147483646 h 392"/>
              <a:gd name="T26" fmla="*/ 2147483646 w 360"/>
              <a:gd name="T27" fmla="*/ 2147483646 h 392"/>
              <a:gd name="T28" fmla="*/ 2147483646 w 360"/>
              <a:gd name="T29" fmla="*/ 2147483646 h 392"/>
              <a:gd name="T30" fmla="*/ 2147483646 w 360"/>
              <a:gd name="T31" fmla="*/ 2147483646 h 392"/>
              <a:gd name="T32" fmla="*/ 2147483646 w 360"/>
              <a:gd name="T33" fmla="*/ 2147483646 h 392"/>
              <a:gd name="T34" fmla="*/ 2147483646 w 360"/>
              <a:gd name="T35" fmla="*/ 2147483646 h 392"/>
              <a:gd name="T36" fmla="*/ 2147483646 w 360"/>
              <a:gd name="T37" fmla="*/ 2147483646 h 392"/>
              <a:gd name="T38" fmla="*/ 2147483646 w 360"/>
              <a:gd name="T39" fmla="*/ 2147483646 h 392"/>
              <a:gd name="T40" fmla="*/ 2147483646 w 360"/>
              <a:gd name="T41" fmla="*/ 2147483646 h 392"/>
              <a:gd name="T42" fmla="*/ 2147483646 w 360"/>
              <a:gd name="T43" fmla="*/ 2147483646 h 392"/>
              <a:gd name="T44" fmla="*/ 2147483646 w 360"/>
              <a:gd name="T45" fmla="*/ 2147483646 h 392"/>
              <a:gd name="T46" fmla="*/ 2147483646 w 360"/>
              <a:gd name="T47" fmla="*/ 2147483646 h 392"/>
              <a:gd name="T48" fmla="*/ 2147483646 w 360"/>
              <a:gd name="T49" fmla="*/ 2147483646 h 392"/>
              <a:gd name="T50" fmla="*/ 2147483646 w 360"/>
              <a:gd name="T51" fmla="*/ 2147483646 h 392"/>
              <a:gd name="T52" fmla="*/ 2147483646 w 360"/>
              <a:gd name="T53" fmla="*/ 2147483646 h 392"/>
              <a:gd name="T54" fmla="*/ 2147483646 w 360"/>
              <a:gd name="T55" fmla="*/ 2147483646 h 392"/>
              <a:gd name="T56" fmla="*/ 2147483646 w 360"/>
              <a:gd name="T57" fmla="*/ 2147483646 h 392"/>
              <a:gd name="T58" fmla="*/ 2147483646 w 360"/>
              <a:gd name="T59" fmla="*/ 2147483646 h 392"/>
              <a:gd name="T60" fmla="*/ 2147483646 w 360"/>
              <a:gd name="T61" fmla="*/ 0 h 392"/>
              <a:gd name="T62" fmla="*/ 2147483646 w 360"/>
              <a:gd name="T63" fmla="*/ 2147483646 h 392"/>
              <a:gd name="T64" fmla="*/ 0 w 360"/>
              <a:gd name="T65" fmla="*/ 2147483646 h 39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360"/>
              <a:gd name="T100" fmla="*/ 0 h 392"/>
              <a:gd name="T101" fmla="*/ 360 w 360"/>
              <a:gd name="T102" fmla="*/ 392 h 39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360" h="392">
                <a:moveTo>
                  <a:pt x="0" y="48"/>
                </a:moveTo>
                <a:lnTo>
                  <a:pt x="0" y="48"/>
                </a:lnTo>
                <a:lnTo>
                  <a:pt x="64" y="32"/>
                </a:lnTo>
                <a:lnTo>
                  <a:pt x="128" y="56"/>
                </a:lnTo>
                <a:lnTo>
                  <a:pt x="192" y="128"/>
                </a:lnTo>
                <a:lnTo>
                  <a:pt x="248" y="256"/>
                </a:lnTo>
                <a:lnTo>
                  <a:pt x="240" y="256"/>
                </a:lnTo>
                <a:lnTo>
                  <a:pt x="216" y="272"/>
                </a:lnTo>
                <a:lnTo>
                  <a:pt x="200" y="288"/>
                </a:lnTo>
                <a:lnTo>
                  <a:pt x="192" y="288"/>
                </a:lnTo>
                <a:lnTo>
                  <a:pt x="208" y="296"/>
                </a:lnTo>
                <a:lnTo>
                  <a:pt x="272" y="344"/>
                </a:lnTo>
                <a:lnTo>
                  <a:pt x="336" y="392"/>
                </a:lnTo>
                <a:lnTo>
                  <a:pt x="344" y="392"/>
                </a:lnTo>
                <a:lnTo>
                  <a:pt x="344" y="384"/>
                </a:lnTo>
                <a:lnTo>
                  <a:pt x="352" y="296"/>
                </a:lnTo>
                <a:lnTo>
                  <a:pt x="352" y="216"/>
                </a:lnTo>
                <a:lnTo>
                  <a:pt x="360" y="200"/>
                </a:lnTo>
                <a:lnTo>
                  <a:pt x="352" y="208"/>
                </a:lnTo>
                <a:lnTo>
                  <a:pt x="336" y="216"/>
                </a:lnTo>
                <a:lnTo>
                  <a:pt x="320" y="224"/>
                </a:lnTo>
                <a:lnTo>
                  <a:pt x="264" y="88"/>
                </a:lnTo>
                <a:lnTo>
                  <a:pt x="232" y="48"/>
                </a:lnTo>
                <a:lnTo>
                  <a:pt x="184" y="16"/>
                </a:lnTo>
                <a:lnTo>
                  <a:pt x="96" y="0"/>
                </a:lnTo>
                <a:lnTo>
                  <a:pt x="48" y="16"/>
                </a:lnTo>
                <a:lnTo>
                  <a:pt x="0" y="4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400" name="Freeform 425">
            <a:extLst>
              <a:ext uri="{FF2B5EF4-FFF2-40B4-BE49-F238E27FC236}">
                <a16:creationId xmlns:a16="http://schemas.microsoft.com/office/drawing/2014/main" id="{3E293EFC-E8F1-F84C-B8F7-B91E8550003B}"/>
              </a:ext>
            </a:extLst>
          </p:cNvPr>
          <p:cNvSpPr>
            <a:spLocks/>
          </p:cNvSpPr>
          <p:nvPr/>
        </p:nvSpPr>
        <p:spPr bwMode="auto">
          <a:xfrm>
            <a:off x="2946400" y="4281488"/>
            <a:ext cx="596900" cy="647700"/>
          </a:xfrm>
          <a:custGeom>
            <a:avLst/>
            <a:gdLst>
              <a:gd name="T0" fmla="*/ 2147483646 w 376"/>
              <a:gd name="T1" fmla="*/ 2147483646 h 408"/>
              <a:gd name="T2" fmla="*/ 2147483646 w 376"/>
              <a:gd name="T3" fmla="*/ 2147483646 h 408"/>
              <a:gd name="T4" fmla="*/ 2147483646 w 376"/>
              <a:gd name="T5" fmla="*/ 2147483646 h 408"/>
              <a:gd name="T6" fmla="*/ 2147483646 w 376"/>
              <a:gd name="T7" fmla="*/ 2147483646 h 408"/>
              <a:gd name="T8" fmla="*/ 2147483646 w 376"/>
              <a:gd name="T9" fmla="*/ 2147483646 h 408"/>
              <a:gd name="T10" fmla="*/ 2147483646 w 376"/>
              <a:gd name="T11" fmla="*/ 2147483646 h 408"/>
              <a:gd name="T12" fmla="*/ 2147483646 w 376"/>
              <a:gd name="T13" fmla="*/ 2147483646 h 408"/>
              <a:gd name="T14" fmla="*/ 2147483646 w 376"/>
              <a:gd name="T15" fmla="*/ 2147483646 h 408"/>
              <a:gd name="T16" fmla="*/ 2147483646 w 376"/>
              <a:gd name="T17" fmla="*/ 2147483646 h 408"/>
              <a:gd name="T18" fmla="*/ 2147483646 w 376"/>
              <a:gd name="T19" fmla="*/ 2147483646 h 408"/>
              <a:gd name="T20" fmla="*/ 2147483646 w 376"/>
              <a:gd name="T21" fmla="*/ 2147483646 h 408"/>
              <a:gd name="T22" fmla="*/ 2147483646 w 376"/>
              <a:gd name="T23" fmla="*/ 2147483646 h 408"/>
              <a:gd name="T24" fmla="*/ 2147483646 w 376"/>
              <a:gd name="T25" fmla="*/ 2147483646 h 408"/>
              <a:gd name="T26" fmla="*/ 2147483646 w 376"/>
              <a:gd name="T27" fmla="*/ 2147483646 h 408"/>
              <a:gd name="T28" fmla="*/ 2147483646 w 376"/>
              <a:gd name="T29" fmla="*/ 2147483646 h 408"/>
              <a:gd name="T30" fmla="*/ 2147483646 w 376"/>
              <a:gd name="T31" fmla="*/ 2147483646 h 408"/>
              <a:gd name="T32" fmla="*/ 2147483646 w 376"/>
              <a:gd name="T33" fmla="*/ 2147483646 h 408"/>
              <a:gd name="T34" fmla="*/ 2147483646 w 376"/>
              <a:gd name="T35" fmla="*/ 2147483646 h 408"/>
              <a:gd name="T36" fmla="*/ 2147483646 w 376"/>
              <a:gd name="T37" fmla="*/ 2147483646 h 408"/>
              <a:gd name="T38" fmla="*/ 2147483646 w 376"/>
              <a:gd name="T39" fmla="*/ 2147483646 h 408"/>
              <a:gd name="T40" fmla="*/ 2147483646 w 376"/>
              <a:gd name="T41" fmla="*/ 2147483646 h 408"/>
              <a:gd name="T42" fmla="*/ 2147483646 w 376"/>
              <a:gd name="T43" fmla="*/ 2147483646 h 408"/>
              <a:gd name="T44" fmla="*/ 2147483646 w 376"/>
              <a:gd name="T45" fmla="*/ 2147483646 h 408"/>
              <a:gd name="T46" fmla="*/ 2147483646 w 376"/>
              <a:gd name="T47" fmla="*/ 2147483646 h 408"/>
              <a:gd name="T48" fmla="*/ 2147483646 w 376"/>
              <a:gd name="T49" fmla="*/ 2147483646 h 408"/>
              <a:gd name="T50" fmla="*/ 2147483646 w 376"/>
              <a:gd name="T51" fmla="*/ 0 h 408"/>
              <a:gd name="T52" fmla="*/ 2147483646 w 376"/>
              <a:gd name="T53" fmla="*/ 2147483646 h 408"/>
              <a:gd name="T54" fmla="*/ 2147483646 w 376"/>
              <a:gd name="T55" fmla="*/ 2147483646 h 408"/>
              <a:gd name="T56" fmla="*/ 2147483646 w 376"/>
              <a:gd name="T57" fmla="*/ 2147483646 h 408"/>
              <a:gd name="T58" fmla="*/ 2147483646 w 376"/>
              <a:gd name="T59" fmla="*/ 2147483646 h 408"/>
              <a:gd name="T60" fmla="*/ 2147483646 w 376"/>
              <a:gd name="T61" fmla="*/ 2147483646 h 408"/>
              <a:gd name="T62" fmla="*/ 2147483646 w 376"/>
              <a:gd name="T63" fmla="*/ 2147483646 h 408"/>
              <a:gd name="T64" fmla="*/ 2147483646 w 376"/>
              <a:gd name="T65" fmla="*/ 2147483646 h 408"/>
              <a:gd name="T66" fmla="*/ 2147483646 w 376"/>
              <a:gd name="T67" fmla="*/ 2147483646 h 408"/>
              <a:gd name="T68" fmla="*/ 2147483646 w 376"/>
              <a:gd name="T69" fmla="*/ 2147483646 h 408"/>
              <a:gd name="T70" fmla="*/ 2147483646 w 376"/>
              <a:gd name="T71" fmla="*/ 2147483646 h 408"/>
              <a:gd name="T72" fmla="*/ 2147483646 w 376"/>
              <a:gd name="T73" fmla="*/ 2147483646 h 408"/>
              <a:gd name="T74" fmla="*/ 2147483646 w 376"/>
              <a:gd name="T75" fmla="*/ 2147483646 h 408"/>
              <a:gd name="T76" fmla="*/ 2147483646 w 376"/>
              <a:gd name="T77" fmla="*/ 2147483646 h 408"/>
              <a:gd name="T78" fmla="*/ 2147483646 w 376"/>
              <a:gd name="T79" fmla="*/ 2147483646 h 408"/>
              <a:gd name="T80" fmla="*/ 2147483646 w 376"/>
              <a:gd name="T81" fmla="*/ 2147483646 h 408"/>
              <a:gd name="T82" fmla="*/ 2147483646 w 376"/>
              <a:gd name="T83" fmla="*/ 2147483646 h 408"/>
              <a:gd name="T84" fmla="*/ 2147483646 w 376"/>
              <a:gd name="T85" fmla="*/ 2147483646 h 408"/>
              <a:gd name="T86" fmla="*/ 2147483646 w 376"/>
              <a:gd name="T87" fmla="*/ 2147483646 h 408"/>
              <a:gd name="T88" fmla="*/ 2147483646 w 376"/>
              <a:gd name="T89" fmla="*/ 2147483646 h 408"/>
              <a:gd name="T90" fmla="*/ 2147483646 w 376"/>
              <a:gd name="T91" fmla="*/ 2147483646 h 408"/>
              <a:gd name="T92" fmla="*/ 0 w 376"/>
              <a:gd name="T93" fmla="*/ 2147483646 h 408"/>
              <a:gd name="T94" fmla="*/ 0 w 376"/>
              <a:gd name="T95" fmla="*/ 2147483646 h 40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376"/>
              <a:gd name="T145" fmla="*/ 0 h 408"/>
              <a:gd name="T146" fmla="*/ 376 w 376"/>
              <a:gd name="T147" fmla="*/ 408 h 408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376" h="408">
                <a:moveTo>
                  <a:pt x="16" y="56"/>
                </a:moveTo>
                <a:lnTo>
                  <a:pt x="16" y="56"/>
                </a:lnTo>
                <a:lnTo>
                  <a:pt x="8" y="48"/>
                </a:lnTo>
                <a:lnTo>
                  <a:pt x="72" y="32"/>
                </a:lnTo>
                <a:lnTo>
                  <a:pt x="80" y="32"/>
                </a:lnTo>
                <a:lnTo>
                  <a:pt x="144" y="56"/>
                </a:lnTo>
                <a:lnTo>
                  <a:pt x="144" y="64"/>
                </a:lnTo>
                <a:lnTo>
                  <a:pt x="208" y="136"/>
                </a:lnTo>
                <a:lnTo>
                  <a:pt x="264" y="264"/>
                </a:lnTo>
                <a:lnTo>
                  <a:pt x="256" y="272"/>
                </a:lnTo>
                <a:lnTo>
                  <a:pt x="248" y="272"/>
                </a:lnTo>
                <a:lnTo>
                  <a:pt x="256" y="272"/>
                </a:lnTo>
                <a:lnTo>
                  <a:pt x="232" y="288"/>
                </a:lnTo>
                <a:lnTo>
                  <a:pt x="216" y="304"/>
                </a:lnTo>
                <a:lnTo>
                  <a:pt x="208" y="304"/>
                </a:lnTo>
                <a:lnTo>
                  <a:pt x="200" y="304"/>
                </a:lnTo>
                <a:lnTo>
                  <a:pt x="208" y="288"/>
                </a:lnTo>
                <a:lnTo>
                  <a:pt x="224" y="296"/>
                </a:lnTo>
                <a:lnTo>
                  <a:pt x="288" y="344"/>
                </a:lnTo>
                <a:lnTo>
                  <a:pt x="352" y="392"/>
                </a:lnTo>
                <a:lnTo>
                  <a:pt x="344" y="392"/>
                </a:lnTo>
                <a:lnTo>
                  <a:pt x="352" y="392"/>
                </a:lnTo>
                <a:lnTo>
                  <a:pt x="344" y="400"/>
                </a:lnTo>
                <a:lnTo>
                  <a:pt x="344" y="392"/>
                </a:lnTo>
                <a:lnTo>
                  <a:pt x="352" y="304"/>
                </a:lnTo>
                <a:lnTo>
                  <a:pt x="352" y="224"/>
                </a:lnTo>
                <a:lnTo>
                  <a:pt x="360" y="208"/>
                </a:lnTo>
                <a:lnTo>
                  <a:pt x="376" y="216"/>
                </a:lnTo>
                <a:lnTo>
                  <a:pt x="368" y="224"/>
                </a:lnTo>
                <a:lnTo>
                  <a:pt x="352" y="232"/>
                </a:lnTo>
                <a:lnTo>
                  <a:pt x="336" y="240"/>
                </a:lnTo>
                <a:lnTo>
                  <a:pt x="320" y="240"/>
                </a:lnTo>
                <a:lnTo>
                  <a:pt x="264" y="104"/>
                </a:lnTo>
                <a:lnTo>
                  <a:pt x="232" y="64"/>
                </a:lnTo>
                <a:lnTo>
                  <a:pt x="240" y="64"/>
                </a:lnTo>
                <a:lnTo>
                  <a:pt x="192" y="32"/>
                </a:lnTo>
                <a:lnTo>
                  <a:pt x="104" y="16"/>
                </a:lnTo>
                <a:lnTo>
                  <a:pt x="112" y="16"/>
                </a:lnTo>
                <a:lnTo>
                  <a:pt x="64" y="32"/>
                </a:lnTo>
                <a:lnTo>
                  <a:pt x="16" y="64"/>
                </a:lnTo>
                <a:lnTo>
                  <a:pt x="8" y="48"/>
                </a:lnTo>
                <a:lnTo>
                  <a:pt x="56" y="16"/>
                </a:lnTo>
                <a:lnTo>
                  <a:pt x="104" y="0"/>
                </a:lnTo>
                <a:lnTo>
                  <a:pt x="192" y="16"/>
                </a:lnTo>
                <a:lnTo>
                  <a:pt x="200" y="16"/>
                </a:lnTo>
                <a:lnTo>
                  <a:pt x="248" y="48"/>
                </a:lnTo>
                <a:lnTo>
                  <a:pt x="248" y="56"/>
                </a:lnTo>
                <a:lnTo>
                  <a:pt x="280" y="96"/>
                </a:lnTo>
                <a:lnTo>
                  <a:pt x="336" y="232"/>
                </a:lnTo>
                <a:lnTo>
                  <a:pt x="328" y="224"/>
                </a:lnTo>
                <a:lnTo>
                  <a:pt x="344" y="216"/>
                </a:lnTo>
                <a:lnTo>
                  <a:pt x="360" y="208"/>
                </a:lnTo>
                <a:lnTo>
                  <a:pt x="360" y="216"/>
                </a:lnTo>
                <a:lnTo>
                  <a:pt x="368" y="208"/>
                </a:lnTo>
                <a:lnTo>
                  <a:pt x="376" y="216"/>
                </a:lnTo>
                <a:lnTo>
                  <a:pt x="368" y="232"/>
                </a:lnTo>
                <a:lnTo>
                  <a:pt x="368" y="224"/>
                </a:lnTo>
                <a:lnTo>
                  <a:pt x="368" y="304"/>
                </a:lnTo>
                <a:lnTo>
                  <a:pt x="360" y="392"/>
                </a:lnTo>
                <a:lnTo>
                  <a:pt x="360" y="400"/>
                </a:lnTo>
                <a:lnTo>
                  <a:pt x="352" y="408"/>
                </a:lnTo>
                <a:lnTo>
                  <a:pt x="344" y="408"/>
                </a:lnTo>
                <a:lnTo>
                  <a:pt x="280" y="360"/>
                </a:lnTo>
                <a:lnTo>
                  <a:pt x="216" y="312"/>
                </a:lnTo>
                <a:lnTo>
                  <a:pt x="200" y="304"/>
                </a:lnTo>
                <a:lnTo>
                  <a:pt x="200" y="288"/>
                </a:lnTo>
                <a:lnTo>
                  <a:pt x="208" y="288"/>
                </a:lnTo>
                <a:lnTo>
                  <a:pt x="208" y="296"/>
                </a:lnTo>
                <a:lnTo>
                  <a:pt x="224" y="280"/>
                </a:lnTo>
                <a:lnTo>
                  <a:pt x="224" y="272"/>
                </a:lnTo>
                <a:lnTo>
                  <a:pt x="248" y="256"/>
                </a:lnTo>
                <a:lnTo>
                  <a:pt x="256" y="256"/>
                </a:lnTo>
                <a:lnTo>
                  <a:pt x="248" y="272"/>
                </a:lnTo>
                <a:lnTo>
                  <a:pt x="192" y="144"/>
                </a:lnTo>
                <a:lnTo>
                  <a:pt x="200" y="144"/>
                </a:lnTo>
                <a:lnTo>
                  <a:pt x="136" y="72"/>
                </a:lnTo>
                <a:lnTo>
                  <a:pt x="72" y="48"/>
                </a:lnTo>
                <a:lnTo>
                  <a:pt x="8" y="64"/>
                </a:lnTo>
                <a:lnTo>
                  <a:pt x="0" y="56"/>
                </a:lnTo>
                <a:lnTo>
                  <a:pt x="16" y="5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401" name="Freeform 426">
            <a:extLst>
              <a:ext uri="{FF2B5EF4-FFF2-40B4-BE49-F238E27FC236}">
                <a16:creationId xmlns:a16="http://schemas.microsoft.com/office/drawing/2014/main" id="{0A199168-7190-3CE6-8260-52C788792795}"/>
              </a:ext>
            </a:extLst>
          </p:cNvPr>
          <p:cNvSpPr>
            <a:spLocks/>
          </p:cNvSpPr>
          <p:nvPr/>
        </p:nvSpPr>
        <p:spPr bwMode="auto">
          <a:xfrm>
            <a:off x="2959100" y="4357688"/>
            <a:ext cx="12700" cy="25400"/>
          </a:xfrm>
          <a:custGeom>
            <a:avLst/>
            <a:gdLst>
              <a:gd name="T0" fmla="*/ 2147483646 w 8"/>
              <a:gd name="T1" fmla="*/ 2147483646 h 16"/>
              <a:gd name="T2" fmla="*/ 2147483646 w 8"/>
              <a:gd name="T3" fmla="*/ 2147483646 h 16"/>
              <a:gd name="T4" fmla="*/ 2147483646 w 8"/>
              <a:gd name="T5" fmla="*/ 2147483646 h 16"/>
              <a:gd name="T6" fmla="*/ 0 w 8"/>
              <a:gd name="T7" fmla="*/ 0 h 16"/>
              <a:gd name="T8" fmla="*/ 0 w 8"/>
              <a:gd name="T9" fmla="*/ 0 h 16"/>
              <a:gd name="T10" fmla="*/ 0 w 8"/>
              <a:gd name="T11" fmla="*/ 0 h 16"/>
              <a:gd name="T12" fmla="*/ 2147483646 w 8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6"/>
              <a:gd name="T23" fmla="*/ 8 w 8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6">
                <a:moveTo>
                  <a:pt x="8" y="16"/>
                </a:moveTo>
                <a:lnTo>
                  <a:pt x="8" y="16"/>
                </a:lnTo>
                <a:lnTo>
                  <a:pt x="0" y="0"/>
                </a:lnTo>
                <a:lnTo>
                  <a:pt x="8" y="1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1866</Words>
  <Application>Microsoft Office PowerPoint</Application>
  <PresentationFormat>Widescreen</PresentationFormat>
  <Paragraphs>488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宋体</vt:lpstr>
      <vt:lpstr>Aptos</vt:lpstr>
      <vt:lpstr>Arial</vt:lpstr>
      <vt:lpstr>Symbol</vt:lpstr>
      <vt:lpstr>Tahoma</vt:lpstr>
      <vt:lpstr>Times</vt:lpstr>
      <vt:lpstr>Times New Roman</vt:lpstr>
      <vt:lpstr>Trebuchet MS</vt:lpstr>
      <vt:lpstr>Wingdings</vt:lpstr>
      <vt:lpstr>Wingdings 3</vt:lpstr>
      <vt:lpstr>Facet</vt:lpstr>
      <vt:lpstr>CS535: Algorithm Design and Analysis   Minimum Spanning Tree</vt:lpstr>
      <vt:lpstr>Single Source Shortest Path</vt:lpstr>
      <vt:lpstr>All-Pairs Shortest Paths</vt:lpstr>
      <vt:lpstr>All-Pairs Shortest Paths</vt:lpstr>
      <vt:lpstr>Minimum Spanning Tree</vt:lpstr>
      <vt:lpstr>Cycle Property</vt:lpstr>
      <vt:lpstr>Partition Property</vt:lpstr>
      <vt:lpstr>PowerPoint Presentation</vt:lpstr>
      <vt:lpstr>Data Structure for Kruskal Algortihm</vt:lpstr>
      <vt:lpstr>Analysis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Prim-Jarnik’s Algorithm</vt:lpstr>
      <vt:lpstr>Prim-Jarnik’s Algorithm (cont’d)</vt:lpstr>
      <vt:lpstr>Example</vt:lpstr>
      <vt:lpstr>Example (contd.)</vt:lpstr>
      <vt:lpstr>Analysis</vt:lpstr>
      <vt:lpstr>Extra Slides</vt:lpstr>
      <vt:lpstr>Baruvka’s Algorithm</vt:lpstr>
      <vt:lpstr>Baruvka Example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</cp:revision>
  <dcterms:created xsi:type="dcterms:W3CDTF">2024-11-25T06:08:53Z</dcterms:created>
  <dcterms:modified xsi:type="dcterms:W3CDTF">2024-11-25T06:10:52Z</dcterms:modified>
</cp:coreProperties>
</file>