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7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6" r:id="rId19"/>
    <p:sldId id="325" r:id="rId20"/>
    <p:sldId id="327" r:id="rId21"/>
    <p:sldId id="328" r:id="rId22"/>
    <p:sldId id="329" r:id="rId23"/>
    <p:sldId id="330" r:id="rId24"/>
    <p:sldId id="331" r:id="rId25"/>
    <p:sldId id="332" r:id="rId26"/>
    <p:sldId id="334" r:id="rId27"/>
    <p:sldId id="335" r:id="rId28"/>
    <p:sldId id="336" r:id="rId29"/>
    <p:sldId id="333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6F260-76D7-48C8-B27D-C83F051C69B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1BDE4D-F98F-41FB-BA85-E369882FA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77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7F504235-747E-7653-2D08-13F64D846F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A599C8C-EB9E-FB4B-8880-CDBEF1FF2B46}" type="slidenum">
              <a:rPr lang="en-US" altLang="en-US" sz="1300"/>
              <a:pPr>
                <a:spcBef>
                  <a:spcPct val="0"/>
                </a:spcBef>
              </a:pPr>
              <a:t>10</a:t>
            </a:fld>
            <a:endParaRPr lang="en-US" altLang="en-US" sz="1300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A412582D-CF46-57BA-C992-B78D8DC074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2313"/>
            <a:ext cx="6396038" cy="3598862"/>
          </a:xfrm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9BCC07C-D763-8519-A461-B3AA4A0B0E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4674-15C3-4B8D-95B3-9B3626F878A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BEDD-3837-49AE-8723-778F1365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157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4674-15C3-4B8D-95B3-9B3626F878A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BEDD-3837-49AE-8723-778F1365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36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4674-15C3-4B8D-95B3-9B3626F878A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BEDD-3837-49AE-8723-778F1365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66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4674-15C3-4B8D-95B3-9B3626F878A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BEDD-3837-49AE-8723-778F1365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283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4674-15C3-4B8D-95B3-9B3626F878A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BEDD-3837-49AE-8723-778F1365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186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4674-15C3-4B8D-95B3-9B3626F878A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BEDD-3837-49AE-8723-778F1365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816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4674-15C3-4B8D-95B3-9B3626F878A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BEDD-3837-49AE-8723-778F1365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09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4674-15C3-4B8D-95B3-9B3626F878A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BEDD-3837-49AE-8723-778F1365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1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4674-15C3-4B8D-95B3-9B3626F878A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BEDD-3837-49AE-8723-778F1365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686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4674-15C3-4B8D-95B3-9B3626F878A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BEDD-3837-49AE-8723-778F1365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97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4674-15C3-4B8D-95B3-9B3626F878A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BEDD-3837-49AE-8723-778F13650C2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5381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4674-15C3-4B8D-95B3-9B3626F878A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BEDD-3837-49AE-8723-778F1365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9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4674-15C3-4B8D-95B3-9B3626F878A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BEDD-3837-49AE-8723-778F13650C2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05895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4674-15C3-4B8D-95B3-9B3626F878A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BEDD-3837-49AE-8723-778F1365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12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4674-15C3-4B8D-95B3-9B3626F878A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BEDD-3837-49AE-8723-778F1365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70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4674-15C3-4B8D-95B3-9B3626F878A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BEDD-3837-49AE-8723-778F1365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917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A4674-15C3-4B8D-95B3-9B3626F878A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30CBEDD-3837-49AE-8723-778F1365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245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90517E06-EAC0-8EA7-A94F-FED5E81405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Priority Queues and Heaps 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28B7471B-BB83-2D94-B2E9-5D9F6D39DEB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Pal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September 23, 2024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26EF6244-5229-7DEE-1106-D26DC3FE7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Readings: Chapter 2.4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3841A20C-16FE-9E66-A3E4-C766845989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Priority Queue ADT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20620FEF-D502-FDE1-F4EC-ECF48643C55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09800" y="1447800"/>
            <a:ext cx="3962400" cy="4876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/>
              <a:t>A priority queue stores a collection of items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2000"/>
              <a:t>An item is a pair</a:t>
            </a:r>
            <a:br>
              <a:rPr lang="en-US" altLang="en-US" sz="2000"/>
            </a:br>
            <a:r>
              <a:rPr lang="en-US" altLang="en-US" sz="2000"/>
              <a:t>(</a:t>
            </a:r>
            <a:r>
              <a:rPr lang="en-US" altLang="en-US" sz="2000" i="1"/>
              <a:t>key</a:t>
            </a:r>
            <a:r>
              <a:rPr lang="en-US" altLang="en-US" sz="2000"/>
              <a:t>, </a:t>
            </a:r>
            <a:r>
              <a:rPr lang="en-US" altLang="en-US" sz="2000" i="1"/>
              <a:t>element</a:t>
            </a:r>
            <a:r>
              <a:rPr lang="en-US" altLang="en-US" sz="2000"/>
              <a:t>)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2000"/>
              <a:t>Main methods of the Priority Queue ADT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insertItem</a:t>
            </a:r>
            <a:r>
              <a:rPr lang="en-US" altLang="en-US" sz="1800"/>
              <a:t>(k, o)</a:t>
            </a:r>
            <a:br>
              <a:rPr lang="en-US" altLang="en-US" sz="1800"/>
            </a:br>
            <a:r>
              <a:rPr lang="en-US" altLang="en-US" sz="1800"/>
              <a:t>inserts an item with key k and element o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removeMin</a:t>
            </a:r>
            <a:r>
              <a:rPr lang="en-US" altLang="en-US" sz="1800"/>
              <a:t>()</a:t>
            </a:r>
            <a:br>
              <a:rPr lang="en-US" altLang="en-US" sz="1800"/>
            </a:br>
            <a:r>
              <a:rPr lang="en-US" altLang="en-US" sz="1800"/>
              <a:t>removes the item with smallest key and returns its element</a:t>
            </a:r>
          </a:p>
        </p:txBody>
      </p:sp>
      <p:sp>
        <p:nvSpPr>
          <p:cNvPr id="16387" name="Rectangle 4">
            <a:extLst>
              <a:ext uri="{FF2B5EF4-FFF2-40B4-BE49-F238E27FC236}">
                <a16:creationId xmlns:a16="http://schemas.microsoft.com/office/drawing/2014/main" id="{15614620-FD10-FDB3-C198-E8958F7BA23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324600" y="1447800"/>
            <a:ext cx="3810000" cy="4648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Additional methods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minKey</a:t>
            </a:r>
            <a:r>
              <a:rPr lang="en-US" altLang="en-US" sz="1800"/>
              <a:t>()</a:t>
            </a:r>
            <a:br>
              <a:rPr lang="en-US" altLang="en-US" sz="1800"/>
            </a:br>
            <a:r>
              <a:rPr lang="en-US" altLang="en-US" sz="1800"/>
              <a:t>returns, but does not remove, the smallest key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minElement</a:t>
            </a:r>
            <a:r>
              <a:rPr lang="en-US" altLang="en-US" sz="1800"/>
              <a:t>()</a:t>
            </a:r>
            <a:br>
              <a:rPr lang="en-US" altLang="en-US" sz="1800"/>
            </a:br>
            <a:r>
              <a:rPr lang="en-US" altLang="en-US" sz="1800"/>
              <a:t>returns, but does not remove, the element with smallest key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size</a:t>
            </a:r>
            <a:r>
              <a:rPr lang="en-US" altLang="en-US" sz="1800"/>
              <a:t>(), </a:t>
            </a:r>
            <a:r>
              <a:rPr lang="en-US" altLang="en-US" sz="1800" b="1">
                <a:solidFill>
                  <a:schemeClr val="tx2"/>
                </a:solidFill>
              </a:rPr>
              <a:t>isEmpty</a:t>
            </a:r>
            <a:r>
              <a:rPr lang="en-US" altLang="en-US" sz="1800"/>
              <a:t>()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Applications: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Standby flyers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Auctions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Stock market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4FE54B5-3E6C-E26C-E31E-B948178496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Total Order Relation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395A1046-6DCF-EE88-A5BF-3EBE2D0ACD4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133600" y="1676400"/>
            <a:ext cx="3429000" cy="4419600"/>
          </a:xfrm>
        </p:spPr>
        <p:txBody>
          <a:bodyPr/>
          <a:lstStyle/>
          <a:p>
            <a:pPr eaLnBrk="1" hangingPunct="1"/>
            <a:r>
              <a:rPr lang="en-US" altLang="en-US" sz="2000"/>
              <a:t>Keys in a priority queue can be arbitrary objects on which an order is defined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Two distinct items in a priority queue can have the same key</a:t>
            </a:r>
          </a:p>
          <a:p>
            <a:pPr eaLnBrk="1" hangingPunct="1"/>
            <a:endParaRPr lang="en-US" altLang="en-US" sz="2000" b="1" i="1">
              <a:latin typeface="Times New Roman" panose="02020603050405020304" pitchFamily="18" charset="0"/>
            </a:endParaRPr>
          </a:p>
        </p:txBody>
      </p:sp>
      <p:sp>
        <p:nvSpPr>
          <p:cNvPr id="17411" name="Rectangle 4">
            <a:extLst>
              <a:ext uri="{FF2B5EF4-FFF2-40B4-BE49-F238E27FC236}">
                <a16:creationId xmlns:a16="http://schemas.microsoft.com/office/drawing/2014/main" id="{5CC80201-712E-8A72-52B8-91AA080D915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096000" y="1676400"/>
            <a:ext cx="4343400" cy="44196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Mathematical concept of total order relation </a:t>
            </a:r>
            <a:r>
              <a:rPr lang="en-US" altLang="en-US" sz="2000" b="1" dirty="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</a:t>
            </a:r>
            <a:endParaRPr lang="en-US" altLang="en-US" sz="2000" b="1" dirty="0">
              <a:solidFill>
                <a:srgbClr val="FF0066"/>
              </a:solidFill>
            </a:endParaRPr>
          </a:p>
          <a:p>
            <a:pPr lvl="1" eaLnBrk="1" hangingPunct="1"/>
            <a:r>
              <a:rPr lang="en-US" altLang="en-US" sz="1800" dirty="0"/>
              <a:t>Reflexive property:</a:t>
            </a:r>
            <a:br>
              <a:rPr lang="en-US" altLang="en-US" sz="1800" dirty="0"/>
            </a:br>
            <a:r>
              <a:rPr lang="en-US" altLang="en-US" sz="1800" b="1" i="1" dirty="0">
                <a:latin typeface="Times New Roman" panose="02020603050405020304" pitchFamily="18" charset="0"/>
              </a:rPr>
              <a:t>x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x</a:t>
            </a:r>
          </a:p>
          <a:p>
            <a:pPr lvl="1" eaLnBrk="1" hangingPunct="1"/>
            <a:r>
              <a:rPr lang="en-US" altLang="en-US" sz="1800" dirty="0"/>
              <a:t>Antisymmetric property:</a:t>
            </a:r>
            <a:br>
              <a:rPr lang="en-US" altLang="en-US" sz="1800" dirty="0"/>
            </a:br>
            <a:r>
              <a:rPr lang="en-US" altLang="en-US" sz="1800" b="1" i="1" dirty="0">
                <a:latin typeface="Times New Roman" panose="02020603050405020304" pitchFamily="18" charset="0"/>
              </a:rPr>
              <a:t>x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y</a:t>
            </a:r>
            <a:r>
              <a:rPr lang="en-US" altLang="en-US" sz="1800" dirty="0"/>
              <a:t> </a:t>
            </a:r>
            <a:r>
              <a:rPr lang="en-US" altLang="en-US" sz="1800" dirty="0">
                <a:sym typeface="Symbol" pitchFamily="2" charset="2"/>
              </a:rPr>
              <a:t>&amp;</a:t>
            </a:r>
            <a:r>
              <a:rPr lang="en-US" altLang="en-US" sz="1800" dirty="0"/>
              <a:t>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y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x </a:t>
            </a:r>
            <a:r>
              <a:rPr lang="en-US" altLang="en-US" sz="1800" dirty="0">
                <a:sym typeface="Symbol" pitchFamily="2" charset="2"/>
              </a:rPr>
              <a:t>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=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y</a:t>
            </a:r>
            <a:endParaRPr lang="en-US" altLang="en-US" sz="1800" dirty="0"/>
          </a:p>
          <a:p>
            <a:pPr lvl="1" eaLnBrk="1" hangingPunct="1"/>
            <a:r>
              <a:rPr lang="en-US" altLang="en-US" sz="1800" dirty="0"/>
              <a:t>Transitive property:</a:t>
            </a:r>
            <a:br>
              <a:rPr lang="en-US" altLang="en-US" sz="1800" dirty="0"/>
            </a:br>
            <a:r>
              <a:rPr lang="en-US" altLang="en-US" sz="1800" dirty="0"/>
              <a:t>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y</a:t>
            </a:r>
            <a:r>
              <a:rPr lang="en-US" altLang="en-US" sz="1800" dirty="0"/>
              <a:t> </a:t>
            </a:r>
            <a:r>
              <a:rPr lang="en-US" altLang="en-US" sz="1800" dirty="0">
                <a:sym typeface="Symbol" pitchFamily="2" charset="2"/>
              </a:rPr>
              <a:t>&amp;</a:t>
            </a:r>
            <a:r>
              <a:rPr lang="en-US" altLang="en-US" sz="1800" dirty="0"/>
              <a:t>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y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z </a:t>
            </a:r>
            <a:r>
              <a:rPr lang="en-US" altLang="en-US" sz="1800" dirty="0">
                <a:sym typeface="Symbol" pitchFamily="2" charset="2"/>
              </a:rPr>
              <a:t>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FA269C92-8CD1-5769-9B51-EBA6BEE8F5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Comparator ADT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25FBBA97-47A1-D66E-8CCC-3B8C858FC42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905000" y="1371600"/>
            <a:ext cx="3733800" cy="46482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/>
              <a:t>A comparator compares two objects according to a given total order relation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2000"/>
              <a:t>A generic priority queue uses an associated comparator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2000"/>
              <a:t>The comparator is external to the keys being compared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2000"/>
              <a:t>When the priority queue needs to compare two keys, it uses its comparator</a:t>
            </a:r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8F234A6F-151A-8B73-BD4D-A448EDB4F1C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019800" y="1371600"/>
            <a:ext cx="4267200" cy="44196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/>
              <a:t>Methods of the Comparator ADT, all with Boolean return type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isLessThan</a:t>
            </a:r>
            <a:r>
              <a:rPr lang="en-US" altLang="en-US" sz="1800"/>
              <a:t>(x, y)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isLessThanOrEqualTo</a:t>
            </a:r>
            <a:r>
              <a:rPr lang="en-US" altLang="en-US" sz="1800"/>
              <a:t>(x,y)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isEqualTo</a:t>
            </a:r>
            <a:r>
              <a:rPr lang="en-US" altLang="en-US" sz="1800"/>
              <a:t>(x,y)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isGreaterThan</a:t>
            </a:r>
            <a:r>
              <a:rPr lang="en-US" altLang="en-US" sz="1800"/>
              <a:t>(x, y)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isGreaterThanOrEqualTo</a:t>
            </a:r>
            <a:r>
              <a:rPr lang="en-US" altLang="en-US" sz="1800"/>
              <a:t>(x,y)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isComparable</a:t>
            </a:r>
            <a:r>
              <a:rPr lang="en-US" altLang="en-US" sz="1800"/>
              <a:t>(x)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021A441B-7A29-4CE0-4B3E-DB33B0B13F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Sorting with a Priority Queue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7E92D0C0-B93F-E434-BB7E-C776751798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600200"/>
            <a:ext cx="3810000" cy="4267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We can use a priority queue to sort a set of comparable elements</a:t>
            </a:r>
          </a:p>
          <a:p>
            <a:pPr marL="800100" lvl="1" indent="-342900">
              <a:buFont typeface="Wingdings" pitchFamily="2" charset="2"/>
              <a:buAutoNum type="arabicPeriod"/>
            </a:pPr>
            <a:r>
              <a:rPr lang="en-US" altLang="en-US" sz="1800"/>
              <a:t>Insert the elements one by one with a series of </a:t>
            </a:r>
            <a:r>
              <a:rPr lang="en-US" altLang="en-US" sz="1800" b="1">
                <a:solidFill>
                  <a:schemeClr val="tx2"/>
                </a:solidFill>
              </a:rPr>
              <a:t>insertItem</a:t>
            </a:r>
            <a:r>
              <a:rPr lang="en-US" altLang="en-US" sz="1800"/>
              <a:t>(e, e) operations</a:t>
            </a:r>
          </a:p>
          <a:p>
            <a:pPr marL="800100" lvl="1" indent="-342900">
              <a:buFont typeface="Wingdings" pitchFamily="2" charset="2"/>
              <a:buAutoNum type="arabicPeriod"/>
            </a:pPr>
            <a:r>
              <a:rPr lang="en-US" altLang="en-US" sz="1800"/>
              <a:t>Remove the elements in sorted order with a series of </a:t>
            </a:r>
            <a:r>
              <a:rPr lang="en-US" altLang="en-US" sz="1800" b="1">
                <a:solidFill>
                  <a:schemeClr val="tx2"/>
                </a:solidFill>
              </a:rPr>
              <a:t>removeMin</a:t>
            </a:r>
            <a:r>
              <a:rPr lang="en-US" altLang="en-US" sz="1800"/>
              <a:t>() operations</a:t>
            </a:r>
          </a:p>
          <a:p>
            <a:pPr marL="800100" lvl="1" indent="-342900">
              <a:buFont typeface="Wingdings" pitchFamily="2" charset="2"/>
              <a:buAutoNum type="arabicPeriod"/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running time of this sorting method depends on the priority queue implementation</a:t>
            </a:r>
          </a:p>
        </p:txBody>
      </p:sp>
      <p:sp>
        <p:nvSpPr>
          <p:cNvPr id="19459" name="Text Box 4">
            <a:extLst>
              <a:ext uri="{FF2B5EF4-FFF2-40B4-BE49-F238E27FC236}">
                <a16:creationId xmlns:a16="http://schemas.microsoft.com/office/drawing/2014/main" id="{60791D1D-30C3-D969-0B5F-7367E36DA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1676401"/>
            <a:ext cx="4038600" cy="42148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PQ-Sort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S, C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 comparator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for the elements of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sorted  in increasing order according to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endParaRPr lang="en-US" altLang="en-US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P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priority queue with 		comparator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endParaRPr lang="en-US" altLang="en-US" b="1" i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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S.isEmpty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S.remove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first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())</a:t>
            </a:r>
            <a:endParaRPr lang="en-US" altLang="en-US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P.insertItem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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P.isEmpty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P.removeMin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endParaRPr lang="en-US" altLang="en-US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S.insertLast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C5105BA0-C317-0843-59AC-39365A5971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1" y="152400"/>
            <a:ext cx="8429625" cy="9144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Sequence-based Priority Queue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51FCAF3B-BA4F-F518-C241-697A0C2915F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990600" y="1290484"/>
            <a:ext cx="3810000" cy="50292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Implementation with an unsorted sequence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Store the items of the priority queue in a sequence, in arbitrary order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Performance: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dirty="0" err="1">
                <a:solidFill>
                  <a:schemeClr val="tx2"/>
                </a:solidFill>
              </a:rPr>
              <a:t>insertItem</a:t>
            </a:r>
            <a:r>
              <a:rPr lang="en-US" altLang="en-US" sz="1800" dirty="0"/>
              <a:t> takes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(1)</a:t>
            </a:r>
            <a:r>
              <a:rPr lang="en-US" altLang="en-US" sz="1800" dirty="0"/>
              <a:t> time since we can insert the item at the beginning or end of the sequence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dirty="0" err="1">
                <a:solidFill>
                  <a:schemeClr val="tx2"/>
                </a:solidFill>
              </a:rPr>
              <a:t>removeMin</a:t>
            </a:r>
            <a:r>
              <a:rPr lang="en-US" altLang="en-US" sz="1800" dirty="0"/>
              <a:t>, </a:t>
            </a:r>
            <a:r>
              <a:rPr lang="en-US" altLang="en-US" sz="1800" b="1" dirty="0" err="1">
                <a:solidFill>
                  <a:schemeClr val="tx2"/>
                </a:solidFill>
              </a:rPr>
              <a:t>minKey</a:t>
            </a:r>
            <a:r>
              <a:rPr lang="en-US" altLang="en-US" sz="1800" dirty="0"/>
              <a:t> and </a:t>
            </a:r>
            <a:r>
              <a:rPr lang="en-US" altLang="en-US" sz="1800" b="1" dirty="0" err="1">
                <a:solidFill>
                  <a:schemeClr val="tx2"/>
                </a:solidFill>
              </a:rPr>
              <a:t>minElement</a:t>
            </a:r>
            <a:r>
              <a:rPr lang="en-US" altLang="en-US" sz="1800" dirty="0"/>
              <a:t> take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dirty="0"/>
              <a:t> time since we have to traverse the entire sequence to find the smallest key </a:t>
            </a:r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91F149C9-2868-DF15-A6EC-09E188E6967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638800" y="1194619"/>
            <a:ext cx="3810000" cy="49530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Implementation with a sorted sequence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Store the items of the priority queue in a sequence, sorted by key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Performance: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insertItem</a:t>
            </a:r>
            <a:r>
              <a:rPr lang="en-US" altLang="en-US" sz="1800"/>
              <a:t>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time since we have to find the place where to insert the item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removeMin</a:t>
            </a:r>
            <a:r>
              <a:rPr lang="en-US" altLang="en-US" sz="1800"/>
              <a:t>, </a:t>
            </a:r>
            <a:r>
              <a:rPr lang="en-US" altLang="en-US" sz="1800" b="1">
                <a:solidFill>
                  <a:schemeClr val="tx2"/>
                </a:solidFill>
              </a:rPr>
              <a:t>minKey</a:t>
            </a:r>
            <a:r>
              <a:rPr lang="en-US" altLang="en-US" sz="1800"/>
              <a:t> and </a:t>
            </a:r>
            <a:r>
              <a:rPr lang="en-US" altLang="en-US" sz="1800" b="1">
                <a:solidFill>
                  <a:schemeClr val="tx2"/>
                </a:solidFill>
              </a:rPr>
              <a:t>minElement</a:t>
            </a:r>
            <a:r>
              <a:rPr lang="en-US" altLang="en-US" sz="1800"/>
              <a:t> take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(1)</a:t>
            </a:r>
            <a:r>
              <a:rPr lang="en-US" altLang="en-US" sz="1800"/>
              <a:t> time since the smallest key is at the beginning of the sequence</a:t>
            </a:r>
          </a:p>
        </p:txBody>
      </p:sp>
      <p:grpSp>
        <p:nvGrpSpPr>
          <p:cNvPr id="20484" name="Group 5">
            <a:extLst>
              <a:ext uri="{FF2B5EF4-FFF2-40B4-BE49-F238E27FC236}">
                <a16:creationId xmlns:a16="http://schemas.microsoft.com/office/drawing/2014/main" id="{EE4190E4-E40F-0BD6-C9AF-38A5F615F54F}"/>
              </a:ext>
            </a:extLst>
          </p:cNvPr>
          <p:cNvGrpSpPr>
            <a:grpSpLocks/>
          </p:cNvGrpSpPr>
          <p:nvPr/>
        </p:nvGrpSpPr>
        <p:grpSpPr bwMode="auto">
          <a:xfrm>
            <a:off x="1409700" y="2895600"/>
            <a:ext cx="2971800" cy="304800"/>
            <a:chOff x="3264" y="2064"/>
            <a:chExt cx="1872" cy="192"/>
          </a:xfrm>
        </p:grpSpPr>
        <p:sp>
          <p:nvSpPr>
            <p:cNvPr id="20492" name="Line 6">
              <a:extLst>
                <a:ext uri="{FF2B5EF4-FFF2-40B4-BE49-F238E27FC236}">
                  <a16:creationId xmlns:a16="http://schemas.microsoft.com/office/drawing/2014/main" id="{CAF515D4-3073-91A2-16EE-2CB280F0DF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16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3" name="Oval 7">
              <a:extLst>
                <a:ext uri="{FF2B5EF4-FFF2-40B4-BE49-F238E27FC236}">
                  <a16:creationId xmlns:a16="http://schemas.microsoft.com/office/drawing/2014/main" id="{15E4BFDF-9A9E-0EB9-A8C5-94E3F738A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0494" name="Oval 8">
              <a:extLst>
                <a:ext uri="{FF2B5EF4-FFF2-40B4-BE49-F238E27FC236}">
                  <a16:creationId xmlns:a16="http://schemas.microsoft.com/office/drawing/2014/main" id="{88EC02F9-BD4F-A9CD-0E66-26481DC8D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20495" name="Oval 9">
              <a:extLst>
                <a:ext uri="{FF2B5EF4-FFF2-40B4-BE49-F238E27FC236}">
                  <a16:creationId xmlns:a16="http://schemas.microsoft.com/office/drawing/2014/main" id="{8C879313-C95B-4CC7-DB92-CA2263695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0496" name="Oval 10">
              <a:extLst>
                <a:ext uri="{FF2B5EF4-FFF2-40B4-BE49-F238E27FC236}">
                  <a16:creationId xmlns:a16="http://schemas.microsoft.com/office/drawing/2014/main" id="{F0B72391-8126-8A67-9948-F3220EAAD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0497" name="Oval 11">
              <a:extLst>
                <a:ext uri="{FF2B5EF4-FFF2-40B4-BE49-F238E27FC236}">
                  <a16:creationId xmlns:a16="http://schemas.microsoft.com/office/drawing/2014/main" id="{057F182A-DCA4-8CCB-3600-F9CADEF78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20485" name="Group 12">
            <a:extLst>
              <a:ext uri="{FF2B5EF4-FFF2-40B4-BE49-F238E27FC236}">
                <a16:creationId xmlns:a16="http://schemas.microsoft.com/office/drawing/2014/main" id="{729EEEC4-1FC9-F03E-6538-6F57CB11AD7B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2871019"/>
            <a:ext cx="2971800" cy="304800"/>
            <a:chOff x="3264" y="3744"/>
            <a:chExt cx="1872" cy="192"/>
          </a:xfrm>
        </p:grpSpPr>
        <p:sp>
          <p:nvSpPr>
            <p:cNvPr id="20486" name="Line 13">
              <a:extLst>
                <a:ext uri="{FF2B5EF4-FFF2-40B4-BE49-F238E27FC236}">
                  <a16:creationId xmlns:a16="http://schemas.microsoft.com/office/drawing/2014/main" id="{A74C6FA8-696C-3E62-09D1-E59DBC2A2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84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7" name="Oval 14">
              <a:extLst>
                <a:ext uri="{FF2B5EF4-FFF2-40B4-BE49-F238E27FC236}">
                  <a16:creationId xmlns:a16="http://schemas.microsoft.com/office/drawing/2014/main" id="{91AFE05D-6DEB-44D6-FF12-0FA291714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20488" name="Oval 15">
              <a:extLst>
                <a:ext uri="{FF2B5EF4-FFF2-40B4-BE49-F238E27FC236}">
                  <a16:creationId xmlns:a16="http://schemas.microsoft.com/office/drawing/2014/main" id="{5F0F4BA3-27F1-8DEA-E108-80C08E8EE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0489" name="Oval 16">
              <a:extLst>
                <a:ext uri="{FF2B5EF4-FFF2-40B4-BE49-F238E27FC236}">
                  <a16:creationId xmlns:a16="http://schemas.microsoft.com/office/drawing/2014/main" id="{EFD528FF-59BC-62A1-7005-41A944FB6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0490" name="Oval 17">
              <a:extLst>
                <a:ext uri="{FF2B5EF4-FFF2-40B4-BE49-F238E27FC236}">
                  <a16:creationId xmlns:a16="http://schemas.microsoft.com/office/drawing/2014/main" id="{4030C1F4-63FC-FDE1-15A2-8E8E9D456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0491" name="Oval 18">
              <a:extLst>
                <a:ext uri="{FF2B5EF4-FFF2-40B4-BE49-F238E27FC236}">
                  <a16:creationId xmlns:a16="http://schemas.microsoft.com/office/drawing/2014/main" id="{5249C006-661D-EAC4-85A3-855132AAA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E66939CD-33EB-EEB1-956B-42D6A749B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Selection-Sort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11B90F8E-79CC-3617-D620-6C77DBEC6E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62200" y="1371600"/>
            <a:ext cx="7620000" cy="4572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 b="1"/>
              <a:t>Selection-sort</a:t>
            </a:r>
            <a:r>
              <a:rPr lang="en-US" altLang="en-US" sz="2000"/>
              <a:t> is the variation of PQ-sort where the priority queue is implemented with an unsorted sequence</a:t>
            </a:r>
          </a:p>
          <a:p>
            <a:pPr eaLnBrk="1" hangingPunct="1"/>
            <a:endParaRPr lang="en-US" altLang="en-US" sz="1800"/>
          </a:p>
          <a:p>
            <a:pPr eaLnBrk="1" hangingPunct="1"/>
            <a:endParaRPr lang="en-US" altLang="en-US" sz="1800"/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2000"/>
              <a:t>Running time of Selection-sort:</a:t>
            </a:r>
          </a:p>
          <a:p>
            <a:pPr marL="800100" lvl="1" indent="-342900">
              <a:buFont typeface="Wingdings" pitchFamily="2" charset="2"/>
              <a:buAutoNum type="arabicPeriod"/>
            </a:pPr>
            <a:r>
              <a:rPr lang="en-US" altLang="en-US" sz="1800"/>
              <a:t>Inserting the elements into the priority queue with </a:t>
            </a:r>
            <a:r>
              <a:rPr lang="en-US" altLang="en-US" sz="1800" i="1">
                <a:latin typeface="Times New Roman" panose="02020603050405020304" pitchFamily="18" charset="0"/>
              </a:rPr>
              <a:t>n</a:t>
            </a:r>
            <a:r>
              <a:rPr lang="en-US" altLang="en-US" sz="1800"/>
              <a:t> </a:t>
            </a:r>
            <a:r>
              <a:rPr lang="en-US" altLang="en-US" sz="1800" b="1">
                <a:solidFill>
                  <a:schemeClr val="tx2"/>
                </a:solidFill>
              </a:rPr>
              <a:t>insertItem</a:t>
            </a:r>
            <a:r>
              <a:rPr lang="en-US" altLang="en-US" sz="1800"/>
              <a:t> operations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time</a:t>
            </a:r>
          </a:p>
          <a:p>
            <a:pPr marL="800100" lvl="1" indent="-342900">
              <a:buFont typeface="Wingdings" pitchFamily="2" charset="2"/>
              <a:buAutoNum type="arabicPeriod"/>
            </a:pPr>
            <a:r>
              <a:rPr lang="en-US" altLang="en-US" sz="1800"/>
              <a:t>Removing the elements in sorted order from the priority queue with </a:t>
            </a:r>
            <a:r>
              <a:rPr lang="en-US" altLang="en-US" sz="1800" i="1">
                <a:latin typeface="Times New Roman" panose="02020603050405020304" pitchFamily="18" charset="0"/>
              </a:rPr>
              <a:t>n</a:t>
            </a:r>
            <a:r>
              <a:rPr lang="en-US" altLang="en-US" sz="1800"/>
              <a:t> </a:t>
            </a:r>
            <a:r>
              <a:rPr lang="en-US" altLang="en-US" sz="1800" b="1">
                <a:solidFill>
                  <a:schemeClr val="tx2"/>
                </a:solidFill>
              </a:rPr>
              <a:t>removeMin</a:t>
            </a:r>
            <a:r>
              <a:rPr lang="en-US" altLang="en-US" sz="1800"/>
              <a:t> operations takes time proportional to</a:t>
            </a:r>
            <a:br>
              <a:rPr lang="en-US" altLang="en-US" sz="1600"/>
            </a:br>
            <a:r>
              <a:rPr lang="en-US" altLang="en-US" sz="1600"/>
              <a:t>		 	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1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2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…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 i="1">
                <a:latin typeface="Times New Roman" panose="02020603050405020304" pitchFamily="18" charset="0"/>
                <a:sym typeface="Symbol" pitchFamily="2" charset="2"/>
              </a:rPr>
              <a:t>n</a:t>
            </a:r>
          </a:p>
          <a:p>
            <a:pPr marL="800100" lvl="1" indent="-342900">
              <a:buFont typeface="Wingdings" pitchFamily="2" charset="2"/>
              <a:buAutoNum type="arabicPeriod"/>
            </a:pPr>
            <a:endParaRPr lang="en-US" altLang="en-US" sz="1800"/>
          </a:p>
          <a:p>
            <a:pPr eaLnBrk="1" hangingPunct="1"/>
            <a:r>
              <a:rPr lang="en-US" altLang="en-US" sz="2000" b="1"/>
              <a:t>Selection-sort</a:t>
            </a:r>
            <a:r>
              <a:rPr lang="en-US" altLang="en-US" sz="2000"/>
              <a:t> runs in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 baseline="30000"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n-US" altLang="en-US" sz="2000"/>
              <a:t>time </a:t>
            </a:r>
          </a:p>
        </p:txBody>
      </p:sp>
      <p:grpSp>
        <p:nvGrpSpPr>
          <p:cNvPr id="21507" name="Group 11">
            <a:extLst>
              <a:ext uri="{FF2B5EF4-FFF2-40B4-BE49-F238E27FC236}">
                <a16:creationId xmlns:a16="http://schemas.microsoft.com/office/drawing/2014/main" id="{A0960FD4-8D0F-9A14-422D-B7A227E445D5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2362200"/>
            <a:ext cx="2971800" cy="304800"/>
            <a:chOff x="3264" y="2064"/>
            <a:chExt cx="1872" cy="192"/>
          </a:xfrm>
        </p:grpSpPr>
        <p:sp>
          <p:nvSpPr>
            <p:cNvPr id="21508" name="Line 12">
              <a:extLst>
                <a:ext uri="{FF2B5EF4-FFF2-40B4-BE49-F238E27FC236}">
                  <a16:creationId xmlns:a16="http://schemas.microsoft.com/office/drawing/2014/main" id="{1C51D65E-71C4-C6F5-636F-5C04A936E3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16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9" name="Oval 13">
              <a:extLst>
                <a:ext uri="{FF2B5EF4-FFF2-40B4-BE49-F238E27FC236}">
                  <a16:creationId xmlns:a16="http://schemas.microsoft.com/office/drawing/2014/main" id="{8439FDDF-7F65-0882-E1E8-FE3F23B8A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1510" name="Oval 14">
              <a:extLst>
                <a:ext uri="{FF2B5EF4-FFF2-40B4-BE49-F238E27FC236}">
                  <a16:creationId xmlns:a16="http://schemas.microsoft.com/office/drawing/2014/main" id="{441F5BD9-6952-A7D6-0971-7EF2AD3AE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21511" name="Oval 15">
              <a:extLst>
                <a:ext uri="{FF2B5EF4-FFF2-40B4-BE49-F238E27FC236}">
                  <a16:creationId xmlns:a16="http://schemas.microsoft.com/office/drawing/2014/main" id="{1820B907-772A-B168-050B-4818CAE6B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1512" name="Oval 16">
              <a:extLst>
                <a:ext uri="{FF2B5EF4-FFF2-40B4-BE49-F238E27FC236}">
                  <a16:creationId xmlns:a16="http://schemas.microsoft.com/office/drawing/2014/main" id="{FAD4D32D-273C-9FAD-BBCD-F79D8588E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1513" name="Oval 17">
              <a:extLst>
                <a:ext uri="{FF2B5EF4-FFF2-40B4-BE49-F238E27FC236}">
                  <a16:creationId xmlns:a16="http://schemas.microsoft.com/office/drawing/2014/main" id="{B51E57AA-ED8C-F2A5-F690-99A3FEA4B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23D61E77-3F80-8EC6-FCDC-561B446B2B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Insertion-Sort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FF5EA079-B549-A274-B7C6-9D3AFD5157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62200" y="1295400"/>
            <a:ext cx="7696200" cy="4572000"/>
          </a:xfrm>
        </p:spPr>
        <p:txBody>
          <a:bodyPr>
            <a:normAutofit lnSpcReduction="10000"/>
          </a:bodyPr>
          <a:lstStyle/>
          <a:p>
            <a:pPr marL="609600" indent="-609600"/>
            <a:r>
              <a:rPr lang="en-US" altLang="en-US" sz="2000" b="1"/>
              <a:t>Insertion-sort </a:t>
            </a:r>
            <a:r>
              <a:rPr lang="en-US" altLang="en-US" sz="2000"/>
              <a:t>is the variation of PQ-sort where the priority queue is implemented with a sorted sequence</a:t>
            </a:r>
          </a:p>
          <a:p>
            <a:pPr marL="609600" indent="-609600"/>
            <a:endParaRPr lang="en-US" altLang="en-US" sz="1800"/>
          </a:p>
          <a:p>
            <a:pPr marL="609600" indent="-609600"/>
            <a:endParaRPr lang="en-US" altLang="en-US" sz="1800"/>
          </a:p>
          <a:p>
            <a:pPr marL="609600" indent="-609600"/>
            <a:endParaRPr lang="en-US" altLang="en-US" sz="1800"/>
          </a:p>
          <a:p>
            <a:pPr marL="609600" indent="-609600"/>
            <a:r>
              <a:rPr lang="en-US" altLang="en-US" sz="2000"/>
              <a:t>Running time of Insertion-sort:</a:t>
            </a:r>
          </a:p>
          <a:p>
            <a:pPr marL="990600" lvl="1" indent="-533400">
              <a:buFont typeface="Wingdings" pitchFamily="2" charset="2"/>
              <a:buAutoNum type="arabicPeriod"/>
            </a:pPr>
            <a:r>
              <a:rPr lang="en-US" altLang="en-US" sz="1800"/>
              <a:t>Inserting the elements into the priority queue with </a:t>
            </a:r>
            <a:r>
              <a:rPr lang="en-US" altLang="en-US" sz="1800" i="1">
                <a:latin typeface="Times New Roman" panose="02020603050405020304" pitchFamily="18" charset="0"/>
              </a:rPr>
              <a:t>n</a:t>
            </a:r>
            <a:r>
              <a:rPr lang="en-US" altLang="en-US" sz="1800"/>
              <a:t> </a:t>
            </a:r>
            <a:r>
              <a:rPr lang="en-US" altLang="en-US" sz="1800" b="1"/>
              <a:t>insertItem</a:t>
            </a:r>
            <a:r>
              <a:rPr lang="en-US" altLang="en-US" sz="1800"/>
              <a:t> operations takes time proportional to</a:t>
            </a:r>
            <a:br>
              <a:rPr lang="en-US" altLang="en-US" sz="1800"/>
            </a:br>
            <a:r>
              <a:rPr lang="en-US" altLang="en-US" sz="1800"/>
              <a:t>		 	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1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2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…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 i="1">
                <a:latin typeface="Times New Roman" panose="02020603050405020304" pitchFamily="18" charset="0"/>
                <a:sym typeface="Symbol" pitchFamily="2" charset="2"/>
              </a:rPr>
              <a:t>n</a:t>
            </a:r>
            <a:endParaRPr lang="en-US" altLang="en-US" sz="1800"/>
          </a:p>
          <a:p>
            <a:pPr marL="990600" lvl="1" indent="-533400">
              <a:buFont typeface="Wingdings" pitchFamily="2" charset="2"/>
              <a:buAutoNum type="arabicPeriod"/>
            </a:pPr>
            <a:r>
              <a:rPr lang="en-US" altLang="en-US" sz="1800"/>
              <a:t>Removing the elements in sorted order from the priority queue with  a series of </a:t>
            </a:r>
            <a:r>
              <a:rPr lang="en-US" altLang="en-US" sz="1800" i="1">
                <a:latin typeface="Times New Roman" panose="02020603050405020304" pitchFamily="18" charset="0"/>
              </a:rPr>
              <a:t>n</a:t>
            </a:r>
            <a:r>
              <a:rPr lang="en-US" altLang="en-US" sz="1800"/>
              <a:t> </a:t>
            </a:r>
            <a:r>
              <a:rPr lang="en-US" altLang="en-US" sz="1800" b="1"/>
              <a:t>removeMin</a:t>
            </a:r>
            <a:r>
              <a:rPr lang="en-US" altLang="en-US" sz="1800"/>
              <a:t> operations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time</a:t>
            </a:r>
          </a:p>
          <a:p>
            <a:pPr marL="990600" lvl="1" indent="-533400">
              <a:buFont typeface="Wingdings" pitchFamily="2" charset="2"/>
              <a:buAutoNum type="arabicPeriod"/>
            </a:pPr>
            <a:endParaRPr lang="en-US" altLang="en-US" sz="1600"/>
          </a:p>
          <a:p>
            <a:pPr marL="609600" indent="-609600"/>
            <a:r>
              <a:rPr lang="en-US" altLang="en-US" sz="2000" b="1"/>
              <a:t>Insertion-sort</a:t>
            </a:r>
            <a:r>
              <a:rPr lang="en-US" altLang="en-US" sz="2000"/>
              <a:t> runs in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 baseline="30000"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n-US" altLang="en-US" sz="2000"/>
              <a:t>time </a:t>
            </a:r>
          </a:p>
          <a:p>
            <a:pPr marL="609600" indent="-609600"/>
            <a:endParaRPr lang="en-US" altLang="en-US"/>
          </a:p>
        </p:txBody>
      </p:sp>
      <p:grpSp>
        <p:nvGrpSpPr>
          <p:cNvPr id="22531" name="Group 4">
            <a:extLst>
              <a:ext uri="{FF2B5EF4-FFF2-40B4-BE49-F238E27FC236}">
                <a16:creationId xmlns:a16="http://schemas.microsoft.com/office/drawing/2014/main" id="{8291C126-8BC1-6CE8-EF3F-083D482C2064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2286000"/>
            <a:ext cx="2971800" cy="304800"/>
            <a:chOff x="3264" y="3744"/>
            <a:chExt cx="1872" cy="192"/>
          </a:xfrm>
        </p:grpSpPr>
        <p:sp>
          <p:nvSpPr>
            <p:cNvPr id="22532" name="Line 5">
              <a:extLst>
                <a:ext uri="{FF2B5EF4-FFF2-40B4-BE49-F238E27FC236}">
                  <a16:creationId xmlns:a16="http://schemas.microsoft.com/office/drawing/2014/main" id="{F52B51B4-4242-A1DB-479E-41856F8A85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84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3" name="Oval 6">
              <a:extLst>
                <a:ext uri="{FF2B5EF4-FFF2-40B4-BE49-F238E27FC236}">
                  <a16:creationId xmlns:a16="http://schemas.microsoft.com/office/drawing/2014/main" id="{AEA1C349-1457-0AA4-9EBB-1EF05D582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22534" name="Oval 7">
              <a:extLst>
                <a:ext uri="{FF2B5EF4-FFF2-40B4-BE49-F238E27FC236}">
                  <a16:creationId xmlns:a16="http://schemas.microsoft.com/office/drawing/2014/main" id="{89C3D3DC-7DF9-F769-E57F-F90A63787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2535" name="Oval 8">
              <a:extLst>
                <a:ext uri="{FF2B5EF4-FFF2-40B4-BE49-F238E27FC236}">
                  <a16:creationId xmlns:a16="http://schemas.microsoft.com/office/drawing/2014/main" id="{5D6A2B42-F3E7-A81E-0F86-A6E7E1552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2536" name="Oval 9">
              <a:extLst>
                <a:ext uri="{FF2B5EF4-FFF2-40B4-BE49-F238E27FC236}">
                  <a16:creationId xmlns:a16="http://schemas.microsoft.com/office/drawing/2014/main" id="{991B1436-48BA-3727-1516-5FA163C8C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2537" name="Oval 10">
              <a:extLst>
                <a:ext uri="{FF2B5EF4-FFF2-40B4-BE49-F238E27FC236}">
                  <a16:creationId xmlns:a16="http://schemas.microsoft.com/office/drawing/2014/main" id="{A6B6B5FB-6979-8F61-792A-3E9E5708D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A2F7ED96-9331-ADC8-0686-C298055C52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In-place Insertion-sort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B5760C0C-522C-346D-B1B2-169888141AE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133600" y="1371600"/>
            <a:ext cx="3886200" cy="4724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Instead of using an additional data structure, we can implement selection-sort and insertion-sort in-place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 portion of the input sequence itself serves as the priority queue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For in-place insertion-sort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We keep the initial portion of the sequence sorted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We can use </a:t>
            </a:r>
            <a:r>
              <a:rPr lang="en-US" altLang="en-US" sz="1800" b="1">
                <a:solidFill>
                  <a:schemeClr val="tx2"/>
                </a:solidFill>
              </a:rPr>
              <a:t>swapElements</a:t>
            </a:r>
            <a:r>
              <a:rPr lang="en-US" altLang="en-US" sz="1800"/>
              <a:t> instead of modifying the sequence</a:t>
            </a:r>
          </a:p>
        </p:txBody>
      </p:sp>
      <p:grpSp>
        <p:nvGrpSpPr>
          <p:cNvPr id="23555" name="Group 4">
            <a:extLst>
              <a:ext uri="{FF2B5EF4-FFF2-40B4-BE49-F238E27FC236}">
                <a16:creationId xmlns:a16="http://schemas.microsoft.com/office/drawing/2014/main" id="{C735B2F1-5FC3-C7A4-9B8F-24CC1E6B7B7E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1447800"/>
            <a:ext cx="2971800" cy="304800"/>
            <a:chOff x="3216" y="1344"/>
            <a:chExt cx="1872" cy="192"/>
          </a:xfrm>
        </p:grpSpPr>
        <p:sp>
          <p:nvSpPr>
            <p:cNvPr id="23608" name="Line 5">
              <a:extLst>
                <a:ext uri="{FF2B5EF4-FFF2-40B4-BE49-F238E27FC236}">
                  <a16:creationId xmlns:a16="http://schemas.microsoft.com/office/drawing/2014/main" id="{0B8B9EC4-0E1B-7780-2B11-E6F8DAA604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44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9" name="Oval 6">
              <a:extLst>
                <a:ext uri="{FF2B5EF4-FFF2-40B4-BE49-F238E27FC236}">
                  <a16:creationId xmlns:a16="http://schemas.microsoft.com/office/drawing/2014/main" id="{C85E1137-FBCA-CF2C-96F9-141EB843A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3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23610" name="Oval 7">
              <a:extLst>
                <a:ext uri="{FF2B5EF4-FFF2-40B4-BE49-F238E27FC236}">
                  <a16:creationId xmlns:a16="http://schemas.microsoft.com/office/drawing/2014/main" id="{3B8D0BD3-2A1E-2522-B5D0-86700FE91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" y="13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3611" name="Oval 8">
              <a:extLst>
                <a:ext uri="{FF2B5EF4-FFF2-40B4-BE49-F238E27FC236}">
                  <a16:creationId xmlns:a16="http://schemas.microsoft.com/office/drawing/2014/main" id="{BC2717B1-8881-0593-786D-4F995C6C8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" y="13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3612" name="Oval 9">
              <a:extLst>
                <a:ext uri="{FF2B5EF4-FFF2-40B4-BE49-F238E27FC236}">
                  <a16:creationId xmlns:a16="http://schemas.microsoft.com/office/drawing/2014/main" id="{190E2998-ED1D-9787-FBF6-1DC0CCE5A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6" y="13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3613" name="Oval 10">
              <a:extLst>
                <a:ext uri="{FF2B5EF4-FFF2-40B4-BE49-F238E27FC236}">
                  <a16:creationId xmlns:a16="http://schemas.microsoft.com/office/drawing/2014/main" id="{9CA05AEC-3B5E-1C9B-9503-83017F15D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13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23556" name="Group 11">
            <a:extLst>
              <a:ext uri="{FF2B5EF4-FFF2-40B4-BE49-F238E27FC236}">
                <a16:creationId xmlns:a16="http://schemas.microsoft.com/office/drawing/2014/main" id="{7D42B620-D1A6-F1AA-0E46-DAF6728DA078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159000"/>
            <a:ext cx="2971800" cy="304800"/>
            <a:chOff x="3264" y="1560"/>
            <a:chExt cx="1872" cy="192"/>
          </a:xfrm>
        </p:grpSpPr>
        <p:sp>
          <p:nvSpPr>
            <p:cNvPr id="23602" name="Line 12">
              <a:extLst>
                <a:ext uri="{FF2B5EF4-FFF2-40B4-BE49-F238E27FC236}">
                  <a16:creationId xmlns:a16="http://schemas.microsoft.com/office/drawing/2014/main" id="{83B8618A-EF14-73A8-526E-AE26E798DC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656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3" name="Oval 13">
              <a:extLst>
                <a:ext uri="{FF2B5EF4-FFF2-40B4-BE49-F238E27FC236}">
                  <a16:creationId xmlns:a16="http://schemas.microsoft.com/office/drawing/2014/main" id="{7E0142A0-C538-CEBB-4998-1334A50EB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560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23604" name="Oval 14">
              <a:extLst>
                <a:ext uri="{FF2B5EF4-FFF2-40B4-BE49-F238E27FC236}">
                  <a16:creationId xmlns:a16="http://schemas.microsoft.com/office/drawing/2014/main" id="{9E316DA8-E3AE-C234-4B40-0831AC391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1560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3605" name="Oval 15">
              <a:extLst>
                <a:ext uri="{FF2B5EF4-FFF2-40B4-BE49-F238E27FC236}">
                  <a16:creationId xmlns:a16="http://schemas.microsoft.com/office/drawing/2014/main" id="{5C73D9D4-BB65-280E-3315-85B753909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1560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3606" name="Oval 16">
              <a:extLst>
                <a:ext uri="{FF2B5EF4-FFF2-40B4-BE49-F238E27FC236}">
                  <a16:creationId xmlns:a16="http://schemas.microsoft.com/office/drawing/2014/main" id="{C000123D-FA50-8648-4B00-EDED4BA7A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1560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3607" name="Oval 17">
              <a:extLst>
                <a:ext uri="{FF2B5EF4-FFF2-40B4-BE49-F238E27FC236}">
                  <a16:creationId xmlns:a16="http://schemas.microsoft.com/office/drawing/2014/main" id="{B958C143-4E4B-12BD-4D6A-7DD8A1F59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1560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23557" name="Group 18">
            <a:extLst>
              <a:ext uri="{FF2B5EF4-FFF2-40B4-BE49-F238E27FC236}">
                <a16:creationId xmlns:a16="http://schemas.microsoft.com/office/drawing/2014/main" id="{002AEC8F-0DD3-426D-A051-00170EE27923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870200"/>
            <a:ext cx="2971800" cy="304800"/>
            <a:chOff x="3264" y="2064"/>
            <a:chExt cx="1872" cy="192"/>
          </a:xfrm>
        </p:grpSpPr>
        <p:sp>
          <p:nvSpPr>
            <p:cNvPr id="23596" name="Line 19">
              <a:extLst>
                <a:ext uri="{FF2B5EF4-FFF2-40B4-BE49-F238E27FC236}">
                  <a16:creationId xmlns:a16="http://schemas.microsoft.com/office/drawing/2014/main" id="{E26C7333-F0B9-CCF5-5225-EEB42B096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16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7" name="Oval 20">
              <a:extLst>
                <a:ext uri="{FF2B5EF4-FFF2-40B4-BE49-F238E27FC236}">
                  <a16:creationId xmlns:a16="http://schemas.microsoft.com/office/drawing/2014/main" id="{930A077D-D3F9-12BA-6D3A-0A9C9D56D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064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3598" name="Oval 21">
              <a:extLst>
                <a:ext uri="{FF2B5EF4-FFF2-40B4-BE49-F238E27FC236}">
                  <a16:creationId xmlns:a16="http://schemas.microsoft.com/office/drawing/2014/main" id="{DAA9B7F7-377E-CC2D-6E6E-5FF5C58E4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2064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23599" name="Oval 22">
              <a:extLst>
                <a:ext uri="{FF2B5EF4-FFF2-40B4-BE49-F238E27FC236}">
                  <a16:creationId xmlns:a16="http://schemas.microsoft.com/office/drawing/2014/main" id="{CCD65E18-E8F8-C7E1-8508-8CB9D6ADB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3600" name="Oval 23">
              <a:extLst>
                <a:ext uri="{FF2B5EF4-FFF2-40B4-BE49-F238E27FC236}">
                  <a16:creationId xmlns:a16="http://schemas.microsoft.com/office/drawing/2014/main" id="{4112F96D-CA6D-26F0-B67A-94D13BFB5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3601" name="Oval 24">
              <a:extLst>
                <a:ext uri="{FF2B5EF4-FFF2-40B4-BE49-F238E27FC236}">
                  <a16:creationId xmlns:a16="http://schemas.microsoft.com/office/drawing/2014/main" id="{391BDA30-5556-379E-1DA5-35DB0D82C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23558" name="Group 25">
            <a:extLst>
              <a:ext uri="{FF2B5EF4-FFF2-40B4-BE49-F238E27FC236}">
                <a16:creationId xmlns:a16="http://schemas.microsoft.com/office/drawing/2014/main" id="{1F3075A7-00D4-DA20-113F-B990E36AAD8C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3581400"/>
            <a:ext cx="2971800" cy="304800"/>
            <a:chOff x="3264" y="2568"/>
            <a:chExt cx="1872" cy="192"/>
          </a:xfrm>
        </p:grpSpPr>
        <p:sp>
          <p:nvSpPr>
            <p:cNvPr id="23590" name="Line 26">
              <a:extLst>
                <a:ext uri="{FF2B5EF4-FFF2-40B4-BE49-F238E27FC236}">
                  <a16:creationId xmlns:a16="http://schemas.microsoft.com/office/drawing/2014/main" id="{D68928D8-41B6-7386-3377-29078BA982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664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1" name="Oval 27">
              <a:extLst>
                <a:ext uri="{FF2B5EF4-FFF2-40B4-BE49-F238E27FC236}">
                  <a16:creationId xmlns:a16="http://schemas.microsoft.com/office/drawing/2014/main" id="{50878A07-6B7B-01DD-DA8F-0D7A740C4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56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3592" name="Oval 28">
              <a:extLst>
                <a:ext uri="{FF2B5EF4-FFF2-40B4-BE49-F238E27FC236}">
                  <a16:creationId xmlns:a16="http://schemas.microsoft.com/office/drawing/2014/main" id="{41174B92-6F40-B0CB-22DD-7B272ED37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256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3593" name="Oval 29">
              <a:extLst>
                <a:ext uri="{FF2B5EF4-FFF2-40B4-BE49-F238E27FC236}">
                  <a16:creationId xmlns:a16="http://schemas.microsoft.com/office/drawing/2014/main" id="{C813A95C-C814-D449-F14B-B59027E9F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256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23594" name="Oval 30">
              <a:extLst>
                <a:ext uri="{FF2B5EF4-FFF2-40B4-BE49-F238E27FC236}">
                  <a16:creationId xmlns:a16="http://schemas.microsoft.com/office/drawing/2014/main" id="{951D6252-2958-3A6D-4F4A-63F76812B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2568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3595" name="Oval 31">
              <a:extLst>
                <a:ext uri="{FF2B5EF4-FFF2-40B4-BE49-F238E27FC236}">
                  <a16:creationId xmlns:a16="http://schemas.microsoft.com/office/drawing/2014/main" id="{A5243F89-2FA1-94A8-D575-3EFCD376C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568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23559" name="Group 32">
            <a:extLst>
              <a:ext uri="{FF2B5EF4-FFF2-40B4-BE49-F238E27FC236}">
                <a16:creationId xmlns:a16="http://schemas.microsoft.com/office/drawing/2014/main" id="{BED7A83B-9B3C-ECEC-88CD-AB90C1B3DDBC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4292600"/>
            <a:ext cx="2971800" cy="304800"/>
            <a:chOff x="3264" y="3072"/>
            <a:chExt cx="1872" cy="192"/>
          </a:xfrm>
        </p:grpSpPr>
        <p:sp>
          <p:nvSpPr>
            <p:cNvPr id="23584" name="Line 33">
              <a:extLst>
                <a:ext uri="{FF2B5EF4-FFF2-40B4-BE49-F238E27FC236}">
                  <a16:creationId xmlns:a16="http://schemas.microsoft.com/office/drawing/2014/main" id="{FEDD5DC6-8A8E-86F4-0C64-99B3FE56A7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168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5" name="Oval 34">
              <a:extLst>
                <a:ext uri="{FF2B5EF4-FFF2-40B4-BE49-F238E27FC236}">
                  <a16:creationId xmlns:a16="http://schemas.microsoft.com/office/drawing/2014/main" id="{F179CDA3-5584-04A3-33A7-A264CDD30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072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3586" name="Oval 35">
              <a:extLst>
                <a:ext uri="{FF2B5EF4-FFF2-40B4-BE49-F238E27FC236}">
                  <a16:creationId xmlns:a16="http://schemas.microsoft.com/office/drawing/2014/main" id="{142D679E-FC7D-D95C-F859-F983DEF6F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3072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3587" name="Oval 36">
              <a:extLst>
                <a:ext uri="{FF2B5EF4-FFF2-40B4-BE49-F238E27FC236}">
                  <a16:creationId xmlns:a16="http://schemas.microsoft.com/office/drawing/2014/main" id="{0D18022D-9FA1-59D6-03FB-63D47A510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3072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3588" name="Oval 37">
              <a:extLst>
                <a:ext uri="{FF2B5EF4-FFF2-40B4-BE49-F238E27FC236}">
                  <a16:creationId xmlns:a16="http://schemas.microsoft.com/office/drawing/2014/main" id="{B84CFFE4-2528-0E55-849C-5E1C4CDE8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3072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23589" name="Oval 38">
              <a:extLst>
                <a:ext uri="{FF2B5EF4-FFF2-40B4-BE49-F238E27FC236}">
                  <a16:creationId xmlns:a16="http://schemas.microsoft.com/office/drawing/2014/main" id="{EEBBC81B-237F-5346-1609-87BC39EEF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072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23560" name="Group 39">
            <a:extLst>
              <a:ext uri="{FF2B5EF4-FFF2-40B4-BE49-F238E27FC236}">
                <a16:creationId xmlns:a16="http://schemas.microsoft.com/office/drawing/2014/main" id="{86AD8770-C0A9-1AA6-B35F-971FFBCB2AB6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5003800"/>
            <a:ext cx="2971800" cy="304800"/>
            <a:chOff x="3264" y="3456"/>
            <a:chExt cx="1872" cy="192"/>
          </a:xfrm>
        </p:grpSpPr>
        <p:sp>
          <p:nvSpPr>
            <p:cNvPr id="23578" name="Line 40">
              <a:extLst>
                <a:ext uri="{FF2B5EF4-FFF2-40B4-BE49-F238E27FC236}">
                  <a16:creationId xmlns:a16="http://schemas.microsoft.com/office/drawing/2014/main" id="{C932CEB0-EA48-A97B-E5AC-AC9FDBB0C8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552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9" name="Oval 41">
              <a:extLst>
                <a:ext uri="{FF2B5EF4-FFF2-40B4-BE49-F238E27FC236}">
                  <a16:creationId xmlns:a16="http://schemas.microsoft.com/office/drawing/2014/main" id="{F0802367-41D6-64F6-875F-8C8384F98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45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23580" name="Oval 42">
              <a:extLst>
                <a:ext uri="{FF2B5EF4-FFF2-40B4-BE49-F238E27FC236}">
                  <a16:creationId xmlns:a16="http://schemas.microsoft.com/office/drawing/2014/main" id="{FE9D891F-6C1B-E157-F5E4-40DEFA059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345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3581" name="Oval 43">
              <a:extLst>
                <a:ext uri="{FF2B5EF4-FFF2-40B4-BE49-F238E27FC236}">
                  <a16:creationId xmlns:a16="http://schemas.microsoft.com/office/drawing/2014/main" id="{F6DF0A44-857B-72B0-1443-1583636C4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345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3582" name="Oval 44">
              <a:extLst>
                <a:ext uri="{FF2B5EF4-FFF2-40B4-BE49-F238E27FC236}">
                  <a16:creationId xmlns:a16="http://schemas.microsoft.com/office/drawing/2014/main" id="{31FF5C62-7B2B-C6EF-4009-E4F809346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345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3583" name="Oval 45">
              <a:extLst>
                <a:ext uri="{FF2B5EF4-FFF2-40B4-BE49-F238E27FC236}">
                  <a16:creationId xmlns:a16="http://schemas.microsoft.com/office/drawing/2014/main" id="{7797623C-C36C-5490-9769-CA30672A6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45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</p:grpSp>
      <p:grpSp>
        <p:nvGrpSpPr>
          <p:cNvPr id="23561" name="Group 46">
            <a:extLst>
              <a:ext uri="{FF2B5EF4-FFF2-40B4-BE49-F238E27FC236}">
                <a16:creationId xmlns:a16="http://schemas.microsoft.com/office/drawing/2014/main" id="{4E6CA0B4-44A9-C167-08E7-875A3AE1258F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5715000"/>
            <a:ext cx="2971800" cy="304800"/>
            <a:chOff x="3264" y="3744"/>
            <a:chExt cx="1872" cy="192"/>
          </a:xfrm>
        </p:grpSpPr>
        <p:sp>
          <p:nvSpPr>
            <p:cNvPr id="23572" name="Line 47">
              <a:extLst>
                <a:ext uri="{FF2B5EF4-FFF2-40B4-BE49-F238E27FC236}">
                  <a16:creationId xmlns:a16="http://schemas.microsoft.com/office/drawing/2014/main" id="{0FB2DF11-9D1F-86D1-B85B-AD485FE28B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84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3" name="Oval 48">
              <a:extLst>
                <a:ext uri="{FF2B5EF4-FFF2-40B4-BE49-F238E27FC236}">
                  <a16:creationId xmlns:a16="http://schemas.microsoft.com/office/drawing/2014/main" id="{383C6477-481E-E14E-3012-4B5B0669A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23574" name="Oval 49">
              <a:extLst>
                <a:ext uri="{FF2B5EF4-FFF2-40B4-BE49-F238E27FC236}">
                  <a16:creationId xmlns:a16="http://schemas.microsoft.com/office/drawing/2014/main" id="{383BFBD6-25C6-4406-C175-C1D04C496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3575" name="Oval 50">
              <a:extLst>
                <a:ext uri="{FF2B5EF4-FFF2-40B4-BE49-F238E27FC236}">
                  <a16:creationId xmlns:a16="http://schemas.microsoft.com/office/drawing/2014/main" id="{366EB84D-31C5-E5DE-7890-447333E24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3576" name="Oval 51">
              <a:extLst>
                <a:ext uri="{FF2B5EF4-FFF2-40B4-BE49-F238E27FC236}">
                  <a16:creationId xmlns:a16="http://schemas.microsoft.com/office/drawing/2014/main" id="{82D833F9-8157-BC67-85F0-8A1DDB4B3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3577" name="Oval 52">
              <a:extLst>
                <a:ext uri="{FF2B5EF4-FFF2-40B4-BE49-F238E27FC236}">
                  <a16:creationId xmlns:a16="http://schemas.microsoft.com/office/drawing/2014/main" id="{E7D0655A-CCC3-526C-DE5B-6381A58F2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</p:grpSp>
      <p:cxnSp>
        <p:nvCxnSpPr>
          <p:cNvPr id="23562" name="AutoShape 53">
            <a:extLst>
              <a:ext uri="{FF2B5EF4-FFF2-40B4-BE49-F238E27FC236}">
                <a16:creationId xmlns:a16="http://schemas.microsoft.com/office/drawing/2014/main" id="{FE1F50BF-AAC4-413D-E9BF-43BA99ED3DAB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 flipH="1" flipV="1">
            <a:off x="7375525" y="1892300"/>
            <a:ext cx="44450" cy="558800"/>
          </a:xfrm>
          <a:prstGeom prst="curvedConnector3">
            <a:avLst>
              <a:gd name="adj1" fmla="val -492856"/>
            </a:avLst>
          </a:prstGeom>
          <a:noFill/>
          <a:ln w="190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3" name="AutoShape 54">
            <a:extLst>
              <a:ext uri="{FF2B5EF4-FFF2-40B4-BE49-F238E27FC236}">
                <a16:creationId xmlns:a16="http://schemas.microsoft.com/office/drawing/2014/main" id="{55B594E2-6CE3-4284-1378-028C259A0C4D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 flipH="1" flipV="1">
            <a:off x="8042275" y="2603500"/>
            <a:ext cx="44450" cy="558800"/>
          </a:xfrm>
          <a:prstGeom prst="curvedConnector3">
            <a:avLst>
              <a:gd name="adj1" fmla="val -492856"/>
            </a:avLst>
          </a:prstGeom>
          <a:noFill/>
          <a:ln w="190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4" name="AutoShape 55">
            <a:extLst>
              <a:ext uri="{FF2B5EF4-FFF2-40B4-BE49-F238E27FC236}">
                <a16:creationId xmlns:a16="http://schemas.microsoft.com/office/drawing/2014/main" id="{5732CAFE-9A11-779A-9BD3-9C85D8D48A1D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 flipH="1" flipV="1">
            <a:off x="7375525" y="2603500"/>
            <a:ext cx="44450" cy="558800"/>
          </a:xfrm>
          <a:prstGeom prst="curvedConnector3">
            <a:avLst>
              <a:gd name="adj1" fmla="val -492856"/>
            </a:avLst>
          </a:prstGeom>
          <a:noFill/>
          <a:ln w="190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5" name="AutoShape 56">
            <a:extLst>
              <a:ext uri="{FF2B5EF4-FFF2-40B4-BE49-F238E27FC236}">
                <a16:creationId xmlns:a16="http://schemas.microsoft.com/office/drawing/2014/main" id="{222906BE-8E0F-8BA4-ABB2-D6AA3CDB0B5A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 flipH="1" flipV="1">
            <a:off x="8042275" y="3314700"/>
            <a:ext cx="44450" cy="558800"/>
          </a:xfrm>
          <a:prstGeom prst="curvedConnector3">
            <a:avLst>
              <a:gd name="adj1" fmla="val -492856"/>
            </a:avLst>
          </a:prstGeom>
          <a:noFill/>
          <a:ln w="190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6" name="AutoShape 57">
            <a:extLst>
              <a:ext uri="{FF2B5EF4-FFF2-40B4-BE49-F238E27FC236}">
                <a16:creationId xmlns:a16="http://schemas.microsoft.com/office/drawing/2014/main" id="{DCF5E30E-C3FB-8F8C-57BC-E20C967665EC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 flipH="1" flipV="1">
            <a:off x="8709025" y="3314700"/>
            <a:ext cx="44450" cy="558800"/>
          </a:xfrm>
          <a:prstGeom prst="curvedConnector3">
            <a:avLst>
              <a:gd name="adj1" fmla="val -492856"/>
            </a:avLst>
          </a:prstGeom>
          <a:noFill/>
          <a:ln w="190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7" name="AutoShape 58">
            <a:extLst>
              <a:ext uri="{FF2B5EF4-FFF2-40B4-BE49-F238E27FC236}">
                <a16:creationId xmlns:a16="http://schemas.microsoft.com/office/drawing/2014/main" id="{02E5E96C-3931-5187-2552-1D95BB787480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 flipH="1" flipV="1">
            <a:off x="9375775" y="4025900"/>
            <a:ext cx="44450" cy="558800"/>
          </a:xfrm>
          <a:prstGeom prst="curvedConnector3">
            <a:avLst>
              <a:gd name="adj1" fmla="val -492856"/>
            </a:avLst>
          </a:prstGeom>
          <a:noFill/>
          <a:ln w="190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8" name="AutoShape 59">
            <a:extLst>
              <a:ext uri="{FF2B5EF4-FFF2-40B4-BE49-F238E27FC236}">
                <a16:creationId xmlns:a16="http://schemas.microsoft.com/office/drawing/2014/main" id="{5E8DC2F2-0594-68FA-0C8C-631694D168F6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 flipH="1" flipV="1">
            <a:off x="8042275" y="4025900"/>
            <a:ext cx="44450" cy="558800"/>
          </a:xfrm>
          <a:prstGeom prst="curvedConnector3">
            <a:avLst>
              <a:gd name="adj1" fmla="val -492856"/>
            </a:avLst>
          </a:prstGeom>
          <a:noFill/>
          <a:ln w="190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9" name="AutoShape 60">
            <a:extLst>
              <a:ext uri="{FF2B5EF4-FFF2-40B4-BE49-F238E27FC236}">
                <a16:creationId xmlns:a16="http://schemas.microsoft.com/office/drawing/2014/main" id="{1FC30E51-148C-56A8-98EA-7D5CD392344E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 flipH="1" flipV="1">
            <a:off x="7375525" y="4025900"/>
            <a:ext cx="44450" cy="558800"/>
          </a:xfrm>
          <a:prstGeom prst="curvedConnector3">
            <a:avLst>
              <a:gd name="adj1" fmla="val -492856"/>
            </a:avLst>
          </a:prstGeom>
          <a:noFill/>
          <a:ln w="190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0" name="AutoShape 61">
            <a:extLst>
              <a:ext uri="{FF2B5EF4-FFF2-40B4-BE49-F238E27FC236}">
                <a16:creationId xmlns:a16="http://schemas.microsoft.com/office/drawing/2014/main" id="{C2E7194C-05F4-3080-EF97-76E72F881EEA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 flipH="1" flipV="1">
            <a:off x="8709025" y="4025900"/>
            <a:ext cx="44450" cy="558800"/>
          </a:xfrm>
          <a:prstGeom prst="curvedConnector3">
            <a:avLst>
              <a:gd name="adj1" fmla="val -492856"/>
            </a:avLst>
          </a:prstGeom>
          <a:noFill/>
          <a:ln w="190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1" name="Text Box 62">
            <a:extLst>
              <a:ext uri="{FF2B5EF4-FFF2-40B4-BE49-F238E27FC236}">
                <a16:creationId xmlns:a16="http://schemas.microsoft.com/office/drawing/2014/main" id="{DD10379E-A531-DC9F-7D52-A79C32AB9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924550"/>
            <a:ext cx="2209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000">
                <a:solidFill>
                  <a:srgbClr val="FF0066"/>
                </a:solidFill>
              </a:rPr>
              <a:t>Save space !!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B71F4FBE-C7D7-6A08-7434-6E8F1CA6D3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4775" y="288132"/>
            <a:ext cx="7772400" cy="10668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What is a heap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AAD8E80E-E3CA-8AD3-83D9-82999A1958C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960438" y="1393826"/>
            <a:ext cx="4038600" cy="48006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 heap is a binary tree storing keys at its internal nodes and satisfying the following properties: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dirty="0">
                <a:solidFill>
                  <a:schemeClr val="tx2"/>
                </a:solidFill>
              </a:rPr>
              <a:t>Heap-Order</a:t>
            </a:r>
            <a:r>
              <a:rPr lang="en-US" altLang="en-US" sz="1800" dirty="0">
                <a:solidFill>
                  <a:schemeClr val="tx2"/>
                </a:solidFill>
              </a:rPr>
              <a:t>:</a:t>
            </a:r>
            <a:r>
              <a:rPr lang="en-US" altLang="en-US" sz="1800" dirty="0"/>
              <a:t> for every internal node v other than the root,</a:t>
            </a:r>
            <a:br>
              <a:rPr lang="en-US" altLang="en-US" sz="1800" dirty="0"/>
            </a:br>
            <a:r>
              <a:rPr lang="en-US" altLang="en-US" sz="1800" b="1" i="1" dirty="0">
                <a:latin typeface="Times New Roman" panose="02020603050405020304" pitchFamily="18" charset="0"/>
              </a:rPr>
              <a:t>key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dirty="0"/>
              <a:t> 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</a:t>
            </a:r>
            <a:r>
              <a:rPr lang="en-US" altLang="en-US" sz="1800" dirty="0"/>
              <a:t>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key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parent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1800" dirty="0">
                <a:latin typeface="Times New Roman" panose="02020603050405020304" pitchFamily="18" charset="0"/>
              </a:rPr>
              <a:t>))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dirty="0">
                <a:solidFill>
                  <a:schemeClr val="tx2"/>
                </a:solidFill>
              </a:rPr>
              <a:t>Complete Binary Tree</a:t>
            </a:r>
            <a:r>
              <a:rPr lang="en-US" altLang="en-US" sz="1800" dirty="0">
                <a:solidFill>
                  <a:schemeClr val="tx2"/>
                </a:solidFill>
              </a:rPr>
              <a:t>:</a:t>
            </a:r>
            <a:r>
              <a:rPr lang="en-US" altLang="en-US" sz="1800" dirty="0"/>
              <a:t> let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h</a:t>
            </a:r>
            <a:r>
              <a:rPr lang="en-US" altLang="en-US" sz="1800" dirty="0"/>
              <a:t> be the height of the heap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700" dirty="0"/>
              <a:t>for </a:t>
            </a:r>
            <a:r>
              <a:rPr lang="en-US" altLang="en-US" sz="17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17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700" dirty="0">
                <a:latin typeface="Symbol" pitchFamily="2" charset="2"/>
                <a:sym typeface="Symbol" pitchFamily="2" charset="2"/>
              </a:rPr>
              <a:t>= </a:t>
            </a:r>
            <a:r>
              <a:rPr lang="en-US" altLang="en-US" sz="1700" dirty="0">
                <a:latin typeface="Times New Roman" panose="02020603050405020304" pitchFamily="18" charset="0"/>
              </a:rPr>
              <a:t>0, … , </a:t>
            </a:r>
            <a:r>
              <a:rPr lang="en-US" altLang="en-US" sz="1700" b="1" i="1" dirty="0">
                <a:latin typeface="Times New Roman" panose="02020603050405020304" pitchFamily="18" charset="0"/>
              </a:rPr>
              <a:t>h </a:t>
            </a:r>
            <a:r>
              <a:rPr lang="en-US" altLang="en-US" sz="1700" dirty="0">
                <a:latin typeface="Symbol" pitchFamily="2" charset="2"/>
                <a:sym typeface="Symbol" pitchFamily="2" charset="2"/>
              </a:rPr>
              <a:t>- </a:t>
            </a:r>
            <a:r>
              <a:rPr lang="en-US" altLang="en-US" sz="1700" dirty="0">
                <a:latin typeface="Times New Roman" panose="02020603050405020304" pitchFamily="18" charset="0"/>
              </a:rPr>
              <a:t>1,</a:t>
            </a:r>
            <a:r>
              <a:rPr lang="en-US" altLang="en-US" sz="1700" dirty="0"/>
              <a:t> there are </a:t>
            </a:r>
            <a:r>
              <a:rPr lang="en-US" altLang="en-US" sz="1700" dirty="0">
                <a:latin typeface="Times New Roman" panose="02020603050405020304" pitchFamily="18" charset="0"/>
              </a:rPr>
              <a:t>2</a:t>
            </a:r>
            <a:r>
              <a:rPr lang="en-US" altLang="en-US" sz="1700" b="1" i="1" baseline="30000" dirty="0">
                <a:latin typeface="Times New Roman" panose="02020603050405020304" pitchFamily="18" charset="0"/>
              </a:rPr>
              <a:t>i</a:t>
            </a:r>
            <a:r>
              <a:rPr lang="en-US" altLang="en-US" sz="1700" dirty="0"/>
              <a:t> nodes of depth </a:t>
            </a:r>
            <a:r>
              <a:rPr lang="en-US" altLang="en-US" sz="1700" b="1" i="1" dirty="0" err="1">
                <a:latin typeface="Times New Roman" panose="02020603050405020304" pitchFamily="18" charset="0"/>
              </a:rPr>
              <a:t>i</a:t>
            </a:r>
            <a:endParaRPr lang="en-US" altLang="en-US" sz="1700" dirty="0"/>
          </a:p>
          <a:p>
            <a:pPr lvl="2" eaLnBrk="1" hangingPunct="1">
              <a:lnSpc>
                <a:spcPct val="90000"/>
              </a:lnSpc>
            </a:pPr>
            <a:r>
              <a:rPr lang="en-US" altLang="en-US" sz="1700" dirty="0"/>
              <a:t>at depth </a:t>
            </a:r>
            <a:r>
              <a:rPr lang="en-US" altLang="en-US" sz="1700" b="1" i="1" dirty="0">
                <a:latin typeface="Times New Roman" panose="02020603050405020304" pitchFamily="18" charset="0"/>
              </a:rPr>
              <a:t>h</a:t>
            </a:r>
            <a:r>
              <a:rPr lang="en-US" altLang="en-US" sz="1700" dirty="0"/>
              <a:t> </a:t>
            </a:r>
            <a:r>
              <a:rPr lang="en-US" altLang="en-US" sz="1700" dirty="0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 sz="1700" dirty="0">
                <a:latin typeface="Times New Roman" panose="02020603050405020304" pitchFamily="18" charset="0"/>
                <a:sym typeface="Symbol" pitchFamily="2" charset="2"/>
              </a:rPr>
              <a:t> 1</a:t>
            </a:r>
            <a:r>
              <a:rPr lang="en-US" altLang="en-US" sz="1700" dirty="0"/>
              <a:t>, the internal nodes are to the left of the external nodes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600" dirty="0"/>
              <a:t>The last node of a heap is the rightmost internal node of depth 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h</a:t>
            </a:r>
            <a:r>
              <a:rPr lang="en-US" altLang="en-US" sz="1600" dirty="0"/>
              <a:t> </a:t>
            </a:r>
            <a:r>
              <a:rPr lang="en-US" altLang="en-US" sz="1600" dirty="0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 sz="1600" dirty="0">
                <a:latin typeface="Times New Roman" panose="02020603050405020304" pitchFamily="18" charset="0"/>
                <a:sym typeface="Symbol" pitchFamily="2" charset="2"/>
              </a:rPr>
              <a:t> 1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D5D7983-B5C0-4344-5490-746141A6CBF2}"/>
              </a:ext>
            </a:extLst>
          </p:cNvPr>
          <p:cNvGrpSpPr/>
          <p:nvPr/>
        </p:nvGrpSpPr>
        <p:grpSpPr>
          <a:xfrm>
            <a:off x="5852397" y="2192133"/>
            <a:ext cx="3970336" cy="2881313"/>
            <a:chOff x="6383339" y="2300288"/>
            <a:chExt cx="3970336" cy="2881313"/>
          </a:xfrm>
        </p:grpSpPr>
        <p:sp>
          <p:nvSpPr>
            <p:cNvPr id="24579" name="Oval 4">
              <a:extLst>
                <a:ext uri="{FF2B5EF4-FFF2-40B4-BE49-F238E27FC236}">
                  <a16:creationId xmlns:a16="http://schemas.microsoft.com/office/drawing/2014/main" id="{7F6B0F1F-037C-43EC-2DC8-516D946B9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6938" y="2300288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  <a:sym typeface="Symbol" pitchFamily="2" charset="2"/>
                </a:rPr>
                <a:t>2</a:t>
              </a:r>
            </a:p>
          </p:txBody>
        </p:sp>
        <p:sp>
          <p:nvSpPr>
            <p:cNvPr id="24580" name="Oval 5">
              <a:extLst>
                <a:ext uri="{FF2B5EF4-FFF2-40B4-BE49-F238E27FC236}">
                  <a16:creationId xmlns:a16="http://schemas.microsoft.com/office/drawing/2014/main" id="{3E680986-243F-C16C-236F-70E685DA2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3725" y="2909888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  <a:sym typeface="Symbol" pitchFamily="2" charset="2"/>
                </a:rPr>
                <a:t>6</a:t>
              </a:r>
            </a:p>
          </p:txBody>
        </p:sp>
        <p:sp>
          <p:nvSpPr>
            <p:cNvPr id="24581" name="Oval 6">
              <a:extLst>
                <a:ext uri="{FF2B5EF4-FFF2-40B4-BE49-F238E27FC236}">
                  <a16:creationId xmlns:a16="http://schemas.microsoft.com/office/drawing/2014/main" id="{9A22B28D-CA9C-2195-AA6E-CCF2D63F1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0288" y="2909888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  <a:sym typeface="Symbol" pitchFamily="2" charset="2"/>
                </a:rPr>
                <a:t>5</a:t>
              </a:r>
            </a:p>
          </p:txBody>
        </p:sp>
        <p:sp>
          <p:nvSpPr>
            <p:cNvPr id="24582" name="Oval 7">
              <a:extLst>
                <a:ext uri="{FF2B5EF4-FFF2-40B4-BE49-F238E27FC236}">
                  <a16:creationId xmlns:a16="http://schemas.microsoft.com/office/drawing/2014/main" id="{4EB10B0F-BC4A-5F07-4F29-B38E8752A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1963" y="3519488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  <a:sym typeface="Symbol" pitchFamily="2" charset="2"/>
                </a:rPr>
                <a:t>7</a:t>
              </a:r>
            </a:p>
          </p:txBody>
        </p:sp>
        <p:sp>
          <p:nvSpPr>
            <p:cNvPr id="24583" name="Rectangle 8">
              <a:extLst>
                <a:ext uri="{FF2B5EF4-FFF2-40B4-BE49-F238E27FC236}">
                  <a16:creationId xmlns:a16="http://schemas.microsoft.com/office/drawing/2014/main" id="{74FF989D-E068-F5AB-90BF-A2F6A2840F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785100" y="4205289"/>
              <a:ext cx="274638" cy="27463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584" name="Rectangle 9">
              <a:extLst>
                <a:ext uri="{FF2B5EF4-FFF2-40B4-BE49-F238E27FC236}">
                  <a16:creationId xmlns:a16="http://schemas.microsoft.com/office/drawing/2014/main" id="{FC85467C-D343-3FB2-B7D6-6792F5C8ECF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485189" y="4205289"/>
              <a:ext cx="274637" cy="27463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585" name="Rectangle 10">
              <a:extLst>
                <a:ext uri="{FF2B5EF4-FFF2-40B4-BE49-F238E27FC236}">
                  <a16:creationId xmlns:a16="http://schemas.microsoft.com/office/drawing/2014/main" id="{2B035239-C6E9-E201-F970-13561C64437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186864" y="3519489"/>
              <a:ext cx="274637" cy="27463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586" name="Rectangle 11">
              <a:extLst>
                <a:ext uri="{FF2B5EF4-FFF2-40B4-BE49-F238E27FC236}">
                  <a16:creationId xmlns:a16="http://schemas.microsoft.com/office/drawing/2014/main" id="{3875ABF1-5B9A-3E0A-1710-406C1D1F2A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888539" y="3519489"/>
              <a:ext cx="274637" cy="27463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cxnSp>
          <p:nvCxnSpPr>
            <p:cNvPr id="24587" name="AutoShape 12">
              <a:extLst>
                <a:ext uri="{FF2B5EF4-FFF2-40B4-BE49-F238E27FC236}">
                  <a16:creationId xmlns:a16="http://schemas.microsoft.com/office/drawing/2014/main" id="{81324586-210E-A9D8-6810-FE655061A198}"/>
                </a:ext>
              </a:extLst>
            </p:cNvPr>
            <p:cNvCxnSpPr>
              <a:cxnSpLocks noChangeShapeType="1"/>
              <a:stCxn id="24579" idx="3"/>
              <a:endCxn id="24581" idx="7"/>
            </p:cNvCxnSpPr>
            <p:nvPr/>
          </p:nvCxnSpPr>
          <p:spPr bwMode="auto">
            <a:xfrm flipH="1">
              <a:off x="7705726" y="2635251"/>
              <a:ext cx="866775" cy="32067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88" name="AutoShape 13">
              <a:extLst>
                <a:ext uri="{FF2B5EF4-FFF2-40B4-BE49-F238E27FC236}">
                  <a16:creationId xmlns:a16="http://schemas.microsoft.com/office/drawing/2014/main" id="{32BA365E-1FD1-840E-62CC-CAA894405947}"/>
                </a:ext>
              </a:extLst>
            </p:cNvPr>
            <p:cNvCxnSpPr>
              <a:cxnSpLocks noChangeShapeType="1"/>
              <a:stCxn id="24580" idx="1"/>
              <a:endCxn id="24579" idx="5"/>
            </p:cNvCxnSpPr>
            <p:nvPr/>
          </p:nvCxnSpPr>
          <p:spPr bwMode="auto">
            <a:xfrm flipH="1" flipV="1">
              <a:off x="8842376" y="2635251"/>
              <a:ext cx="696913" cy="32067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89" name="AutoShape 14">
              <a:extLst>
                <a:ext uri="{FF2B5EF4-FFF2-40B4-BE49-F238E27FC236}">
                  <a16:creationId xmlns:a16="http://schemas.microsoft.com/office/drawing/2014/main" id="{20B3E94A-6AA8-7258-D40E-3438D4DCCE93}"/>
                </a:ext>
              </a:extLst>
            </p:cNvPr>
            <p:cNvCxnSpPr>
              <a:cxnSpLocks noChangeShapeType="1"/>
              <a:stCxn id="24586" idx="0"/>
              <a:endCxn id="24580" idx="5"/>
            </p:cNvCxnSpPr>
            <p:nvPr/>
          </p:nvCxnSpPr>
          <p:spPr bwMode="auto">
            <a:xfrm flipH="1" flipV="1">
              <a:off x="9809164" y="3244851"/>
              <a:ext cx="217487" cy="26511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0" name="AutoShape 15">
              <a:extLst>
                <a:ext uri="{FF2B5EF4-FFF2-40B4-BE49-F238E27FC236}">
                  <a16:creationId xmlns:a16="http://schemas.microsoft.com/office/drawing/2014/main" id="{AE323534-B0BA-10BB-749C-75A42A6C2BB0}"/>
                </a:ext>
              </a:extLst>
            </p:cNvPr>
            <p:cNvCxnSpPr>
              <a:cxnSpLocks noChangeShapeType="1"/>
              <a:stCxn id="24585" idx="0"/>
              <a:endCxn id="24580" idx="3"/>
            </p:cNvCxnSpPr>
            <p:nvPr/>
          </p:nvCxnSpPr>
          <p:spPr bwMode="auto">
            <a:xfrm flipV="1">
              <a:off x="9324976" y="3244851"/>
              <a:ext cx="214313" cy="26511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1" name="AutoShape 16">
              <a:extLst>
                <a:ext uri="{FF2B5EF4-FFF2-40B4-BE49-F238E27FC236}">
                  <a16:creationId xmlns:a16="http://schemas.microsoft.com/office/drawing/2014/main" id="{35A1A7E6-B6B9-F5E7-2EA2-94A74F7404C1}"/>
                </a:ext>
              </a:extLst>
            </p:cNvPr>
            <p:cNvCxnSpPr>
              <a:cxnSpLocks noChangeShapeType="1"/>
              <a:stCxn id="24584" idx="0"/>
              <a:endCxn id="24582" idx="5"/>
            </p:cNvCxnSpPr>
            <p:nvPr/>
          </p:nvCxnSpPr>
          <p:spPr bwMode="auto">
            <a:xfrm flipH="1" flipV="1">
              <a:off x="8407400" y="3854451"/>
              <a:ext cx="215900" cy="34131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2" name="AutoShape 17">
              <a:extLst>
                <a:ext uri="{FF2B5EF4-FFF2-40B4-BE49-F238E27FC236}">
                  <a16:creationId xmlns:a16="http://schemas.microsoft.com/office/drawing/2014/main" id="{3F9E6FA2-72EC-4EA4-7C42-F2F1AE8EAAB8}"/>
                </a:ext>
              </a:extLst>
            </p:cNvPr>
            <p:cNvCxnSpPr>
              <a:cxnSpLocks noChangeShapeType="1"/>
              <a:stCxn id="24583" idx="0"/>
              <a:endCxn id="24582" idx="3"/>
            </p:cNvCxnSpPr>
            <p:nvPr/>
          </p:nvCxnSpPr>
          <p:spPr bwMode="auto">
            <a:xfrm flipV="1">
              <a:off x="7923213" y="3854451"/>
              <a:ext cx="214312" cy="34131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3" name="AutoShape 18">
              <a:extLst>
                <a:ext uri="{FF2B5EF4-FFF2-40B4-BE49-F238E27FC236}">
                  <a16:creationId xmlns:a16="http://schemas.microsoft.com/office/drawing/2014/main" id="{EB0EB6F3-6861-3683-D47E-03D15003EDDB}"/>
                </a:ext>
              </a:extLst>
            </p:cNvPr>
            <p:cNvCxnSpPr>
              <a:cxnSpLocks noChangeShapeType="1"/>
              <a:stCxn id="24595" idx="7"/>
              <a:endCxn id="24581" idx="3"/>
            </p:cNvCxnSpPr>
            <p:nvPr/>
          </p:nvCxnSpPr>
          <p:spPr bwMode="auto">
            <a:xfrm flipV="1">
              <a:off x="7005638" y="3244851"/>
              <a:ext cx="430212" cy="32067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4" name="AutoShape 19">
              <a:extLst>
                <a:ext uri="{FF2B5EF4-FFF2-40B4-BE49-F238E27FC236}">
                  <a16:creationId xmlns:a16="http://schemas.microsoft.com/office/drawing/2014/main" id="{7DF566C2-91DE-0D11-2DA0-05EE4B7474DD}"/>
                </a:ext>
              </a:extLst>
            </p:cNvPr>
            <p:cNvCxnSpPr>
              <a:cxnSpLocks noChangeShapeType="1"/>
              <a:stCxn id="24582" idx="1"/>
              <a:endCxn id="24581" idx="5"/>
            </p:cNvCxnSpPr>
            <p:nvPr/>
          </p:nvCxnSpPr>
          <p:spPr bwMode="auto">
            <a:xfrm flipH="1" flipV="1">
              <a:off x="7705725" y="3244851"/>
              <a:ext cx="431800" cy="32067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595" name="Oval 20">
              <a:extLst>
                <a:ext uri="{FF2B5EF4-FFF2-40B4-BE49-F238E27FC236}">
                  <a16:creationId xmlns:a16="http://schemas.microsoft.com/office/drawing/2014/main" id="{67E7C31C-17C2-3CE4-2C50-9BFDE97F0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0200" y="3519488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  <a:sym typeface="Symbol" pitchFamily="2" charset="2"/>
                </a:rPr>
                <a:t>9</a:t>
              </a:r>
            </a:p>
          </p:txBody>
        </p:sp>
        <p:sp>
          <p:nvSpPr>
            <p:cNvPr id="24596" name="Rectangle 21">
              <a:extLst>
                <a:ext uri="{FF2B5EF4-FFF2-40B4-BE49-F238E27FC236}">
                  <a16:creationId xmlns:a16="http://schemas.microsoft.com/office/drawing/2014/main" id="{C2E8D3DE-6361-1F06-C5DE-354EEC172DB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383339" y="4205289"/>
              <a:ext cx="274637" cy="27463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597" name="Rectangle 22">
              <a:extLst>
                <a:ext uri="{FF2B5EF4-FFF2-40B4-BE49-F238E27FC236}">
                  <a16:creationId xmlns:a16="http://schemas.microsoft.com/office/drawing/2014/main" id="{E29E32FC-E3A2-C265-7052-D184651F3C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083425" y="4205289"/>
              <a:ext cx="274638" cy="27463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cxnSp>
          <p:nvCxnSpPr>
            <p:cNvPr id="24598" name="AutoShape 23">
              <a:extLst>
                <a:ext uri="{FF2B5EF4-FFF2-40B4-BE49-F238E27FC236}">
                  <a16:creationId xmlns:a16="http://schemas.microsoft.com/office/drawing/2014/main" id="{832EFBD6-E1F8-4132-595C-EDE64EC1DC1A}"/>
                </a:ext>
              </a:extLst>
            </p:cNvPr>
            <p:cNvCxnSpPr>
              <a:cxnSpLocks noChangeShapeType="1"/>
              <a:stCxn id="24597" idx="0"/>
              <a:endCxn id="24595" idx="5"/>
            </p:cNvCxnSpPr>
            <p:nvPr/>
          </p:nvCxnSpPr>
          <p:spPr bwMode="auto">
            <a:xfrm flipH="1" flipV="1">
              <a:off x="7005638" y="3854451"/>
              <a:ext cx="215900" cy="34131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9" name="AutoShape 24">
              <a:extLst>
                <a:ext uri="{FF2B5EF4-FFF2-40B4-BE49-F238E27FC236}">
                  <a16:creationId xmlns:a16="http://schemas.microsoft.com/office/drawing/2014/main" id="{6ADA9FCA-9C50-C2F1-BCBF-A6F6047B68DA}"/>
                </a:ext>
              </a:extLst>
            </p:cNvPr>
            <p:cNvCxnSpPr>
              <a:cxnSpLocks noChangeShapeType="1"/>
              <a:stCxn id="24596" idx="0"/>
              <a:endCxn id="24595" idx="3"/>
            </p:cNvCxnSpPr>
            <p:nvPr/>
          </p:nvCxnSpPr>
          <p:spPr bwMode="auto">
            <a:xfrm flipV="1">
              <a:off x="6521451" y="3854451"/>
              <a:ext cx="214313" cy="34131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00" name="Freeform 26">
              <a:extLst>
                <a:ext uri="{FF2B5EF4-FFF2-40B4-BE49-F238E27FC236}">
                  <a16:creationId xmlns:a16="http://schemas.microsoft.com/office/drawing/2014/main" id="{F3131D78-B105-0658-EFDA-8FB1738FB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4401" y="3778250"/>
              <a:ext cx="1247775" cy="1047750"/>
            </a:xfrm>
            <a:custGeom>
              <a:avLst/>
              <a:gdLst>
                <a:gd name="T0" fmla="*/ 2147483646 w 786"/>
                <a:gd name="T1" fmla="*/ 2147483646 h 660"/>
                <a:gd name="T2" fmla="*/ 2147483646 w 786"/>
                <a:gd name="T3" fmla="*/ 2147483646 h 660"/>
                <a:gd name="T4" fmla="*/ 0 w 786"/>
                <a:gd name="T5" fmla="*/ 0 h 660"/>
                <a:gd name="T6" fmla="*/ 0 60000 65536"/>
                <a:gd name="T7" fmla="*/ 0 60000 65536"/>
                <a:gd name="T8" fmla="*/ 0 60000 65536"/>
                <a:gd name="T9" fmla="*/ 0 w 786"/>
                <a:gd name="T10" fmla="*/ 0 h 660"/>
                <a:gd name="T11" fmla="*/ 786 w 786"/>
                <a:gd name="T12" fmla="*/ 660 h 6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86" h="660">
                  <a:moveTo>
                    <a:pt x="786" y="660"/>
                  </a:moveTo>
                  <a:cubicBezTo>
                    <a:pt x="757" y="583"/>
                    <a:pt x="749" y="308"/>
                    <a:pt x="618" y="198"/>
                  </a:cubicBezTo>
                  <a:cubicBezTo>
                    <a:pt x="487" y="88"/>
                    <a:pt x="129" y="41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1" name="Text Box 27">
              <a:extLst>
                <a:ext uri="{FF2B5EF4-FFF2-40B4-BE49-F238E27FC236}">
                  <a16:creationId xmlns:a16="http://schemas.microsoft.com/office/drawing/2014/main" id="{87087059-5586-2E6B-2598-E189D43C0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7175" y="4784726"/>
              <a:ext cx="12065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last node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321E8862-52D4-26F4-7410-B9D981A1F8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Height of a Heap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CDCB4E9D-3155-422F-7459-090B0C84EC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219200"/>
            <a:ext cx="7848600" cy="2286000"/>
          </a:xfrm>
        </p:spPr>
        <p:txBody>
          <a:bodyPr/>
          <a:lstStyle/>
          <a:p>
            <a:pPr eaLnBrk="1" hangingPunct="1"/>
            <a:r>
              <a:rPr lang="en-US" altLang="en-US" sz="2000">
                <a:solidFill>
                  <a:schemeClr val="tx2"/>
                </a:solidFill>
              </a:rPr>
              <a:t>Theorem:</a:t>
            </a:r>
            <a:r>
              <a:rPr lang="en-US" altLang="en-US" sz="2000"/>
              <a:t> A heap storing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/>
              <a:t>keys has height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altLang="en-US" sz="1800"/>
              <a:t>	Proof: (we apply the complete binary tree property)</a:t>
            </a:r>
          </a:p>
          <a:p>
            <a:pPr lvl="1" eaLnBrk="1" hangingPunct="1"/>
            <a:r>
              <a:rPr lang="en-US" altLang="en-US" sz="1700"/>
              <a:t>Let </a:t>
            </a:r>
            <a:r>
              <a:rPr lang="en-US" altLang="en-US" sz="1700" b="1" i="1">
                <a:latin typeface="Times New Roman" panose="02020603050405020304" pitchFamily="18" charset="0"/>
              </a:rPr>
              <a:t>h</a:t>
            </a:r>
            <a:r>
              <a:rPr lang="en-US" altLang="en-US" sz="1700"/>
              <a:t> be the height of a heap storing </a:t>
            </a:r>
            <a:r>
              <a:rPr lang="en-US" altLang="en-US" sz="1700" b="1" i="1">
                <a:latin typeface="Times New Roman" panose="02020603050405020304" pitchFamily="18" charset="0"/>
              </a:rPr>
              <a:t>n </a:t>
            </a:r>
            <a:r>
              <a:rPr lang="en-US" altLang="en-US" sz="1700"/>
              <a:t>keys</a:t>
            </a:r>
          </a:p>
          <a:p>
            <a:pPr lvl="1" eaLnBrk="1" hangingPunct="1"/>
            <a:r>
              <a:rPr lang="en-US" altLang="en-US" sz="1700"/>
              <a:t>Since there are </a:t>
            </a:r>
            <a:r>
              <a:rPr lang="en-US" altLang="en-US" sz="1700">
                <a:latin typeface="Times New Roman" panose="02020603050405020304" pitchFamily="18" charset="0"/>
              </a:rPr>
              <a:t>2</a:t>
            </a:r>
            <a:r>
              <a:rPr lang="en-US" altLang="en-US" sz="1700" b="1" i="1" baseline="30000">
                <a:latin typeface="Times New Roman" panose="02020603050405020304" pitchFamily="18" charset="0"/>
              </a:rPr>
              <a:t>i</a:t>
            </a:r>
            <a:r>
              <a:rPr lang="en-US" altLang="en-US" sz="1700"/>
              <a:t> keys at depth </a:t>
            </a:r>
            <a:r>
              <a:rPr lang="en-US" altLang="en-US" sz="1700" b="1" i="1">
                <a:latin typeface="Times New Roman" panose="02020603050405020304" pitchFamily="18" charset="0"/>
              </a:rPr>
              <a:t>i</a:t>
            </a:r>
            <a:r>
              <a:rPr lang="en-US" altLang="en-US" sz="1700"/>
              <a:t>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=</a:t>
            </a:r>
            <a:r>
              <a:rPr lang="en-US" altLang="en-US" sz="1700"/>
              <a:t> </a:t>
            </a:r>
            <a:r>
              <a:rPr lang="en-US" altLang="en-US" sz="1700">
                <a:latin typeface="Times New Roman" panose="02020603050405020304" pitchFamily="18" charset="0"/>
              </a:rPr>
              <a:t>0, … , </a:t>
            </a:r>
            <a:r>
              <a:rPr lang="en-US" altLang="en-US" sz="1700" b="1" i="1">
                <a:latin typeface="Times New Roman" panose="02020603050405020304" pitchFamily="18" charset="0"/>
              </a:rPr>
              <a:t>h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- </a:t>
            </a:r>
            <a:r>
              <a:rPr lang="en-US" altLang="en-US" sz="1700">
                <a:latin typeface="Times New Roman" panose="02020603050405020304" pitchFamily="18" charset="0"/>
              </a:rPr>
              <a:t>2 </a:t>
            </a:r>
            <a:r>
              <a:rPr lang="en-US" altLang="en-US" sz="1700"/>
              <a:t>and at least one key at depth </a:t>
            </a:r>
            <a:r>
              <a:rPr lang="en-US" altLang="en-US" sz="1700" b="1" i="1">
                <a:latin typeface="Times New Roman" panose="02020603050405020304" pitchFamily="18" charset="0"/>
              </a:rPr>
              <a:t>h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- </a:t>
            </a:r>
            <a:r>
              <a:rPr lang="en-US" altLang="en-US" sz="1700">
                <a:latin typeface="Times New Roman" panose="02020603050405020304" pitchFamily="18" charset="0"/>
              </a:rPr>
              <a:t>1</a:t>
            </a:r>
            <a:r>
              <a:rPr lang="en-US" altLang="en-US" sz="1700"/>
              <a:t>, we have </a:t>
            </a:r>
            <a:r>
              <a:rPr lang="en-US" altLang="en-US" sz="1700" b="1" i="1">
                <a:latin typeface="Times New Roman" panose="02020603050405020304" pitchFamily="18" charset="0"/>
              </a:rPr>
              <a:t>n</a:t>
            </a:r>
            <a:r>
              <a:rPr lang="en-US" altLang="en-US" sz="1700"/>
              <a:t>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</a:t>
            </a:r>
            <a:r>
              <a:rPr lang="en-US" altLang="en-US" sz="1700"/>
              <a:t> </a:t>
            </a:r>
            <a:r>
              <a:rPr lang="en-US" altLang="en-US" sz="1700">
                <a:latin typeface="Times New Roman" panose="02020603050405020304" pitchFamily="18" charset="0"/>
              </a:rPr>
              <a:t>1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700">
                <a:latin typeface="Times New Roman" panose="02020603050405020304" pitchFamily="18" charset="0"/>
              </a:rPr>
              <a:t>2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700">
                <a:latin typeface="Times New Roman" panose="02020603050405020304" pitchFamily="18" charset="0"/>
              </a:rPr>
              <a:t> 4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700">
                <a:latin typeface="Times New Roman" panose="02020603050405020304" pitchFamily="18" charset="0"/>
              </a:rPr>
              <a:t> …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700">
                <a:latin typeface="Times New Roman" panose="02020603050405020304" pitchFamily="18" charset="0"/>
              </a:rPr>
              <a:t> 2</a:t>
            </a:r>
            <a:r>
              <a:rPr lang="en-US" altLang="en-US" sz="1700" b="1" i="1" baseline="30000">
                <a:latin typeface="Times New Roman" panose="02020603050405020304" pitchFamily="18" charset="0"/>
              </a:rPr>
              <a:t>h</a:t>
            </a:r>
            <a:r>
              <a:rPr lang="en-US" altLang="en-US" sz="1700" baseline="30000">
                <a:latin typeface="Symbol" pitchFamily="2" charset="2"/>
              </a:rPr>
              <a:t>-</a:t>
            </a:r>
            <a:r>
              <a:rPr lang="en-US" altLang="en-US" sz="1700" baseline="30000">
                <a:latin typeface="Times New Roman" panose="02020603050405020304" pitchFamily="18" charset="0"/>
              </a:rPr>
              <a:t>2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 + </a:t>
            </a:r>
            <a:r>
              <a:rPr lang="en-US" altLang="en-US" sz="1700">
                <a:latin typeface="Times New Roman" panose="02020603050405020304" pitchFamily="18" charset="0"/>
              </a:rPr>
              <a:t>1</a:t>
            </a:r>
            <a:r>
              <a:rPr lang="en-US" altLang="en-US" sz="1700" b="1" i="1" baseline="30000">
                <a:latin typeface="Times New Roman" panose="02020603050405020304" pitchFamily="18" charset="0"/>
              </a:rPr>
              <a:t> </a:t>
            </a:r>
          </a:p>
          <a:p>
            <a:pPr lvl="1" eaLnBrk="1" hangingPunct="1"/>
            <a:r>
              <a:rPr lang="en-US" altLang="en-US" sz="1700"/>
              <a:t>Thus, </a:t>
            </a:r>
            <a:r>
              <a:rPr lang="en-US" altLang="en-US" sz="1700" b="1" i="1">
                <a:latin typeface="Times New Roman" panose="02020603050405020304" pitchFamily="18" charset="0"/>
              </a:rPr>
              <a:t>n</a:t>
            </a:r>
            <a:r>
              <a:rPr lang="en-US" altLang="en-US" sz="1700"/>
              <a:t>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</a:t>
            </a:r>
            <a:r>
              <a:rPr lang="en-US" altLang="en-US" sz="1700"/>
              <a:t> </a:t>
            </a:r>
            <a:r>
              <a:rPr lang="en-US" altLang="en-US" sz="1700">
                <a:latin typeface="Times New Roman" panose="02020603050405020304" pitchFamily="18" charset="0"/>
              </a:rPr>
              <a:t>2</a:t>
            </a:r>
            <a:r>
              <a:rPr lang="en-US" altLang="en-US" sz="1700" b="1" i="1" baseline="30000">
                <a:latin typeface="Times New Roman" panose="02020603050405020304" pitchFamily="18" charset="0"/>
              </a:rPr>
              <a:t>h</a:t>
            </a:r>
            <a:r>
              <a:rPr lang="en-US" altLang="en-US" sz="1700" baseline="30000">
                <a:latin typeface="Symbol" pitchFamily="2" charset="2"/>
              </a:rPr>
              <a:t>-</a:t>
            </a:r>
            <a:r>
              <a:rPr lang="en-US" altLang="en-US" sz="1700" baseline="30000">
                <a:latin typeface="Times New Roman" panose="02020603050405020304" pitchFamily="18" charset="0"/>
              </a:rPr>
              <a:t>1 </a:t>
            </a:r>
            <a:r>
              <a:rPr lang="en-US" altLang="en-US" sz="1700"/>
              <a:t>, i.e., </a:t>
            </a:r>
            <a:r>
              <a:rPr lang="en-US" altLang="en-US" sz="1700" b="1" i="1">
                <a:latin typeface="Times New Roman" panose="02020603050405020304" pitchFamily="18" charset="0"/>
              </a:rPr>
              <a:t>h</a:t>
            </a:r>
            <a:r>
              <a:rPr lang="en-US" altLang="en-US" sz="1700"/>
              <a:t>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</a:t>
            </a:r>
            <a:r>
              <a:rPr lang="en-US" altLang="en-US" sz="1700"/>
              <a:t> </a:t>
            </a:r>
            <a:r>
              <a:rPr lang="en-US" altLang="en-US" sz="1700">
                <a:latin typeface="Times New Roman" panose="02020603050405020304" pitchFamily="18" charset="0"/>
              </a:rPr>
              <a:t>log </a:t>
            </a:r>
            <a:r>
              <a:rPr lang="en-US" altLang="en-US" sz="1700" b="1" i="1">
                <a:latin typeface="Times New Roman" panose="02020603050405020304" pitchFamily="18" charset="0"/>
              </a:rPr>
              <a:t>n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700"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26627" name="Group 4">
            <a:extLst>
              <a:ext uri="{FF2B5EF4-FFF2-40B4-BE49-F238E27FC236}">
                <a16:creationId xmlns:a16="http://schemas.microsoft.com/office/drawing/2014/main" id="{B6CB7BA8-4DEB-6311-0970-8C2348DC38F7}"/>
              </a:ext>
            </a:extLst>
          </p:cNvPr>
          <p:cNvGrpSpPr>
            <a:grpSpLocks/>
          </p:cNvGrpSpPr>
          <p:nvPr/>
        </p:nvGrpSpPr>
        <p:grpSpPr bwMode="auto">
          <a:xfrm>
            <a:off x="3689350" y="4191000"/>
            <a:ext cx="5873750" cy="1824038"/>
            <a:chOff x="864" y="2592"/>
            <a:chExt cx="816" cy="1296"/>
          </a:xfrm>
        </p:grpSpPr>
        <p:sp>
          <p:nvSpPr>
            <p:cNvPr id="26675" name="Line 5">
              <a:extLst>
                <a:ext uri="{FF2B5EF4-FFF2-40B4-BE49-F238E27FC236}">
                  <a16:creationId xmlns:a16="http://schemas.microsoft.com/office/drawing/2014/main" id="{62773D63-DF54-750D-DB8C-EE7D2CA17E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3888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6" name="Line 6">
              <a:extLst>
                <a:ext uri="{FF2B5EF4-FFF2-40B4-BE49-F238E27FC236}">
                  <a16:creationId xmlns:a16="http://schemas.microsoft.com/office/drawing/2014/main" id="{0E436C2F-DB38-B98C-9A29-86AA16C57E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35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7" name="Line 7">
              <a:extLst>
                <a:ext uri="{FF2B5EF4-FFF2-40B4-BE49-F238E27FC236}">
                  <a16:creationId xmlns:a16="http://schemas.microsoft.com/office/drawing/2014/main" id="{BAF78AC8-FA5A-8389-48EB-A7DC5F19AC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3240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8" name="Line 8">
              <a:extLst>
                <a:ext uri="{FF2B5EF4-FFF2-40B4-BE49-F238E27FC236}">
                  <a16:creationId xmlns:a16="http://schemas.microsoft.com/office/drawing/2014/main" id="{92891441-82C5-5100-C7B4-3586B716AC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2916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9" name="Line 9">
              <a:extLst>
                <a:ext uri="{FF2B5EF4-FFF2-40B4-BE49-F238E27FC236}">
                  <a16:creationId xmlns:a16="http://schemas.microsoft.com/office/drawing/2014/main" id="{4F134DD6-4CFE-91B7-F71A-C275166121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259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28" name="Oval 10">
            <a:extLst>
              <a:ext uri="{FF2B5EF4-FFF2-40B4-BE49-F238E27FC236}">
                <a16:creationId xmlns:a16="http://schemas.microsoft.com/office/drawing/2014/main" id="{42726769-6A27-1936-A9F7-7CEF1CE72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964" y="3987800"/>
            <a:ext cx="338137" cy="3381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  <a:sym typeface="Symbol" pitchFamily="2" charset="2"/>
            </a:endParaRPr>
          </a:p>
        </p:txBody>
      </p:sp>
      <p:grpSp>
        <p:nvGrpSpPr>
          <p:cNvPr id="26629" name="Group 11">
            <a:extLst>
              <a:ext uri="{FF2B5EF4-FFF2-40B4-BE49-F238E27FC236}">
                <a16:creationId xmlns:a16="http://schemas.microsoft.com/office/drawing/2014/main" id="{69E77D31-206F-0C83-9B52-05C0B1AC69D3}"/>
              </a:ext>
            </a:extLst>
          </p:cNvPr>
          <p:cNvGrpSpPr>
            <a:grpSpLocks/>
          </p:cNvGrpSpPr>
          <p:nvPr/>
        </p:nvGrpSpPr>
        <p:grpSpPr bwMode="auto">
          <a:xfrm>
            <a:off x="5762625" y="4460875"/>
            <a:ext cx="2743200" cy="338138"/>
            <a:chOff x="2139" y="2808"/>
            <a:chExt cx="1950" cy="240"/>
          </a:xfrm>
        </p:grpSpPr>
        <p:sp>
          <p:nvSpPr>
            <p:cNvPr id="26673" name="Oval 12">
              <a:extLst>
                <a:ext uri="{FF2B5EF4-FFF2-40B4-BE49-F238E27FC236}">
                  <a16:creationId xmlns:a16="http://schemas.microsoft.com/office/drawing/2014/main" id="{1334A537-A844-3735-D42D-86B9E90DD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9" y="280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26674" name="Oval 13">
              <a:extLst>
                <a:ext uri="{FF2B5EF4-FFF2-40B4-BE49-F238E27FC236}">
                  <a16:creationId xmlns:a16="http://schemas.microsoft.com/office/drawing/2014/main" id="{956BC4EA-337C-B48D-0CA7-688948F60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9" y="280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</p:grpSp>
      <p:cxnSp>
        <p:nvCxnSpPr>
          <p:cNvPr id="26630" name="AutoShape 14">
            <a:extLst>
              <a:ext uri="{FF2B5EF4-FFF2-40B4-BE49-F238E27FC236}">
                <a16:creationId xmlns:a16="http://schemas.microsoft.com/office/drawing/2014/main" id="{2E5E7E17-4C04-668E-F3FE-9813AB2C8BF7}"/>
              </a:ext>
            </a:extLst>
          </p:cNvPr>
          <p:cNvCxnSpPr>
            <a:cxnSpLocks noChangeShapeType="1"/>
            <a:stCxn id="26628" idx="3"/>
          </p:cNvCxnSpPr>
          <p:nvPr/>
        </p:nvCxnSpPr>
        <p:spPr bwMode="auto">
          <a:xfrm flipH="1">
            <a:off x="6051551" y="4286251"/>
            <a:ext cx="936625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1" name="AutoShape 15">
            <a:extLst>
              <a:ext uri="{FF2B5EF4-FFF2-40B4-BE49-F238E27FC236}">
                <a16:creationId xmlns:a16="http://schemas.microsoft.com/office/drawing/2014/main" id="{F097421F-90D5-6DF3-E002-BFEE5AD4793C}"/>
              </a:ext>
            </a:extLst>
          </p:cNvPr>
          <p:cNvCxnSpPr>
            <a:cxnSpLocks noChangeShapeType="1"/>
            <a:endCxn id="26628" idx="5"/>
          </p:cNvCxnSpPr>
          <p:nvPr/>
        </p:nvCxnSpPr>
        <p:spPr bwMode="auto">
          <a:xfrm flipH="1" flipV="1">
            <a:off x="7227888" y="4286251"/>
            <a:ext cx="989012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2" name="AutoShape 16">
            <a:extLst>
              <a:ext uri="{FF2B5EF4-FFF2-40B4-BE49-F238E27FC236}">
                <a16:creationId xmlns:a16="http://schemas.microsoft.com/office/drawing/2014/main" id="{A83E05A2-576A-214D-E138-EADA06CF36A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456613" y="4759326"/>
            <a:ext cx="360362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3" name="AutoShape 17">
            <a:extLst>
              <a:ext uri="{FF2B5EF4-FFF2-40B4-BE49-F238E27FC236}">
                <a16:creationId xmlns:a16="http://schemas.microsoft.com/office/drawing/2014/main" id="{0ECFDD33-B16A-328C-3414-6BF2C0DDCD7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54950" y="4759326"/>
            <a:ext cx="361950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4" name="AutoShape 18">
            <a:extLst>
              <a:ext uri="{FF2B5EF4-FFF2-40B4-BE49-F238E27FC236}">
                <a16:creationId xmlns:a16="http://schemas.microsoft.com/office/drawing/2014/main" id="{31F1932A-AA54-7A06-2027-64B46761E5B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651626" y="5232401"/>
            <a:ext cx="182563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5" name="AutoShape 19">
            <a:extLst>
              <a:ext uri="{FF2B5EF4-FFF2-40B4-BE49-F238E27FC236}">
                <a16:creationId xmlns:a16="http://schemas.microsoft.com/office/drawing/2014/main" id="{89745503-614B-E94B-682F-EFBD7539A59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230939" y="5232401"/>
            <a:ext cx="180975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6" name="AutoShape 20">
            <a:extLst>
              <a:ext uri="{FF2B5EF4-FFF2-40B4-BE49-F238E27FC236}">
                <a16:creationId xmlns:a16="http://schemas.microsoft.com/office/drawing/2014/main" id="{F011DB59-9234-D750-5C19-C309052D1E5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49888" y="4759326"/>
            <a:ext cx="361950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7" name="AutoShape 21">
            <a:extLst>
              <a:ext uri="{FF2B5EF4-FFF2-40B4-BE49-F238E27FC236}">
                <a16:creationId xmlns:a16="http://schemas.microsoft.com/office/drawing/2014/main" id="{C2C37859-C4A7-BAA7-8A34-30B47063F9F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051551" y="4759326"/>
            <a:ext cx="360363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8" name="AutoShape 22">
            <a:extLst>
              <a:ext uri="{FF2B5EF4-FFF2-40B4-BE49-F238E27FC236}">
                <a16:creationId xmlns:a16="http://schemas.microsoft.com/office/drawing/2014/main" id="{BEE07C07-AB62-BAAA-5EFF-992BBC42729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449889" y="5232401"/>
            <a:ext cx="180975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9" name="AutoShape 23">
            <a:extLst>
              <a:ext uri="{FF2B5EF4-FFF2-40B4-BE49-F238E27FC236}">
                <a16:creationId xmlns:a16="http://schemas.microsoft.com/office/drawing/2014/main" id="{B3242DE3-3CD3-EC8C-A989-CA39E7050B1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848225" y="5232401"/>
            <a:ext cx="361950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0" name="AutoShape 24">
            <a:extLst>
              <a:ext uri="{FF2B5EF4-FFF2-40B4-BE49-F238E27FC236}">
                <a16:creationId xmlns:a16="http://schemas.microsoft.com/office/drawing/2014/main" id="{C527D3CA-278E-BB3E-4B76-02E050E6661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854951" y="5232401"/>
            <a:ext cx="180975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1" name="AutoShape 25">
            <a:extLst>
              <a:ext uri="{FF2B5EF4-FFF2-40B4-BE49-F238E27FC236}">
                <a16:creationId xmlns:a16="http://schemas.microsoft.com/office/drawing/2014/main" id="{39D0032B-EE53-939E-26D0-C7030A6C641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434264" y="5232401"/>
            <a:ext cx="180975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6642" name="Group 26">
            <a:extLst>
              <a:ext uri="{FF2B5EF4-FFF2-40B4-BE49-F238E27FC236}">
                <a16:creationId xmlns:a16="http://schemas.microsoft.com/office/drawing/2014/main" id="{EE5A0C57-B37E-7A66-E53A-8CB9A0F21007}"/>
              </a:ext>
            </a:extLst>
          </p:cNvPr>
          <p:cNvGrpSpPr>
            <a:grpSpLocks/>
          </p:cNvGrpSpPr>
          <p:nvPr/>
        </p:nvGrpSpPr>
        <p:grpSpPr bwMode="auto">
          <a:xfrm>
            <a:off x="5160964" y="4933950"/>
            <a:ext cx="3944937" cy="338138"/>
            <a:chOff x="1711" y="3144"/>
            <a:chExt cx="2805" cy="240"/>
          </a:xfrm>
        </p:grpSpPr>
        <p:sp>
          <p:nvSpPr>
            <p:cNvPr id="26669" name="Oval 27">
              <a:extLst>
                <a:ext uri="{FF2B5EF4-FFF2-40B4-BE49-F238E27FC236}">
                  <a16:creationId xmlns:a16="http://schemas.microsoft.com/office/drawing/2014/main" id="{845DF5B6-A5B8-51FE-A637-244A0B5F4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6" y="314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26670" name="Oval 28">
              <a:extLst>
                <a:ext uri="{FF2B5EF4-FFF2-40B4-BE49-F238E27FC236}">
                  <a16:creationId xmlns:a16="http://schemas.microsoft.com/office/drawing/2014/main" id="{8DCB7E70-9865-ACE7-38CB-7B6226E2E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1" y="314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26671" name="Oval 29">
              <a:extLst>
                <a:ext uri="{FF2B5EF4-FFF2-40B4-BE49-F238E27FC236}">
                  <a16:creationId xmlns:a16="http://schemas.microsoft.com/office/drawing/2014/main" id="{65FAD857-E16F-4FE2-21A8-CF49C77AC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1" y="314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26672" name="Oval 30">
              <a:extLst>
                <a:ext uri="{FF2B5EF4-FFF2-40B4-BE49-F238E27FC236}">
                  <a16:creationId xmlns:a16="http://schemas.microsoft.com/office/drawing/2014/main" id="{EAFCBC9A-B254-9979-7538-AE0B9A143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" y="314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</p:grpSp>
      <p:cxnSp>
        <p:nvCxnSpPr>
          <p:cNvPr id="26643" name="AutoShape 31">
            <a:extLst>
              <a:ext uri="{FF2B5EF4-FFF2-40B4-BE49-F238E27FC236}">
                <a16:creationId xmlns:a16="http://schemas.microsoft.com/office/drawing/2014/main" id="{749BA8C6-B864-9481-2592-19CE2F54B1A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9056688" y="5232401"/>
            <a:ext cx="182562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4" name="AutoShape 32">
            <a:extLst>
              <a:ext uri="{FF2B5EF4-FFF2-40B4-BE49-F238E27FC236}">
                <a16:creationId xmlns:a16="http://schemas.microsoft.com/office/drawing/2014/main" id="{C80E707C-EB05-2312-E958-A395DC69702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636001" y="5232401"/>
            <a:ext cx="180975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6645" name="Group 33">
            <a:extLst>
              <a:ext uri="{FF2B5EF4-FFF2-40B4-BE49-F238E27FC236}">
                <a16:creationId xmlns:a16="http://schemas.microsoft.com/office/drawing/2014/main" id="{036E21A2-3923-8C3F-2859-12DD86A84E5F}"/>
              </a:ext>
            </a:extLst>
          </p:cNvPr>
          <p:cNvGrpSpPr>
            <a:grpSpLocks/>
          </p:cNvGrpSpPr>
          <p:nvPr/>
        </p:nvGrpSpPr>
        <p:grpSpPr bwMode="auto">
          <a:xfrm>
            <a:off x="4559300" y="5407025"/>
            <a:ext cx="4800600" cy="336550"/>
            <a:chOff x="1284" y="3552"/>
            <a:chExt cx="3413" cy="240"/>
          </a:xfrm>
        </p:grpSpPr>
        <p:sp>
          <p:nvSpPr>
            <p:cNvPr id="26661" name="Rectangle 34">
              <a:extLst>
                <a:ext uri="{FF2B5EF4-FFF2-40B4-BE49-F238E27FC236}">
                  <a16:creationId xmlns:a16="http://schemas.microsoft.com/office/drawing/2014/main" id="{CAAE2D50-D2C5-EDCD-4395-8AEB86ECBEB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86" y="358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6662" name="Rectangle 35">
              <a:extLst>
                <a:ext uri="{FF2B5EF4-FFF2-40B4-BE49-F238E27FC236}">
                  <a16:creationId xmlns:a16="http://schemas.microsoft.com/office/drawing/2014/main" id="{0BC92676-F1AA-78A4-8D13-523CB170339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4" y="358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6663" name="Rectangle 36">
              <a:extLst>
                <a:ext uri="{FF2B5EF4-FFF2-40B4-BE49-F238E27FC236}">
                  <a16:creationId xmlns:a16="http://schemas.microsoft.com/office/drawing/2014/main" id="{E3A13B09-D4FD-7D40-F2E2-40BFFC5EC8A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59" y="358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6664" name="Rectangle 37">
              <a:extLst>
                <a:ext uri="{FF2B5EF4-FFF2-40B4-BE49-F238E27FC236}">
                  <a16:creationId xmlns:a16="http://schemas.microsoft.com/office/drawing/2014/main" id="{2EDEE422-79A9-AF92-E35A-F6BB687005F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41" y="358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6665" name="Rectangle 38">
              <a:extLst>
                <a:ext uri="{FF2B5EF4-FFF2-40B4-BE49-F238E27FC236}">
                  <a16:creationId xmlns:a16="http://schemas.microsoft.com/office/drawing/2014/main" id="{88433BA0-F848-3CDB-6998-853E3CADF89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69" y="358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6666" name="Rectangle 39">
              <a:extLst>
                <a:ext uri="{FF2B5EF4-FFF2-40B4-BE49-F238E27FC236}">
                  <a16:creationId xmlns:a16="http://schemas.microsoft.com/office/drawing/2014/main" id="{E2231B20-F7AA-C915-D434-B3B916B8C5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96" y="358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6667" name="Rectangle 40">
              <a:extLst>
                <a:ext uri="{FF2B5EF4-FFF2-40B4-BE49-F238E27FC236}">
                  <a16:creationId xmlns:a16="http://schemas.microsoft.com/office/drawing/2014/main" id="{D128A312-AF5B-5E81-935D-F3E01BAC54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24" y="358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6668" name="Oval 41">
              <a:extLst>
                <a:ext uri="{FF2B5EF4-FFF2-40B4-BE49-F238E27FC236}">
                  <a16:creationId xmlns:a16="http://schemas.microsoft.com/office/drawing/2014/main" id="{CBFB6BFB-D51F-4FC5-C8D4-6DF9EACBB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" y="355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</p:grpSp>
      <p:grpSp>
        <p:nvGrpSpPr>
          <p:cNvPr id="26646" name="Group 42">
            <a:extLst>
              <a:ext uri="{FF2B5EF4-FFF2-40B4-BE49-F238E27FC236}">
                <a16:creationId xmlns:a16="http://schemas.microsoft.com/office/drawing/2014/main" id="{6C6D148C-9634-B1B4-9068-22193CAC3DEB}"/>
              </a:ext>
            </a:extLst>
          </p:cNvPr>
          <p:cNvGrpSpPr>
            <a:grpSpLocks/>
          </p:cNvGrpSpPr>
          <p:nvPr/>
        </p:nvGrpSpPr>
        <p:grpSpPr bwMode="auto">
          <a:xfrm>
            <a:off x="4306888" y="5880100"/>
            <a:ext cx="842962" cy="242888"/>
            <a:chOff x="1104" y="3984"/>
            <a:chExt cx="600" cy="173"/>
          </a:xfrm>
        </p:grpSpPr>
        <p:sp>
          <p:nvSpPr>
            <p:cNvPr id="26659" name="Rectangle 43">
              <a:extLst>
                <a:ext uri="{FF2B5EF4-FFF2-40B4-BE49-F238E27FC236}">
                  <a16:creationId xmlns:a16="http://schemas.microsoft.com/office/drawing/2014/main" id="{094F2882-EDB0-3DE3-E400-05190A30591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04" y="3984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6660" name="Rectangle 44">
              <a:extLst>
                <a:ext uri="{FF2B5EF4-FFF2-40B4-BE49-F238E27FC236}">
                  <a16:creationId xmlns:a16="http://schemas.microsoft.com/office/drawing/2014/main" id="{C234A4AB-B288-4673-EFD9-89A22267678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31" y="3984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</p:grpSp>
      <p:cxnSp>
        <p:nvCxnSpPr>
          <p:cNvPr id="26647" name="AutoShape 45">
            <a:extLst>
              <a:ext uri="{FF2B5EF4-FFF2-40B4-BE49-F238E27FC236}">
                <a16:creationId xmlns:a16="http://schemas.microsoft.com/office/drawing/2014/main" id="{F17E7B2A-3821-ED79-FB9A-767AB92AC68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848226" y="5703889"/>
            <a:ext cx="180975" cy="1666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8" name="AutoShape 46">
            <a:extLst>
              <a:ext uri="{FF2B5EF4-FFF2-40B4-BE49-F238E27FC236}">
                <a16:creationId xmlns:a16="http://schemas.microsoft.com/office/drawing/2014/main" id="{53F2F69D-BAAE-E478-94EF-E49FC72A408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29125" y="5703889"/>
            <a:ext cx="179388" cy="1666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9" name="Text Box 47">
            <a:extLst>
              <a:ext uri="{FF2B5EF4-FFF2-40B4-BE49-F238E27FC236}">
                <a16:creationId xmlns:a16="http://schemas.microsoft.com/office/drawing/2014/main" id="{77294B40-5224-6561-2E86-2F3B8D30C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8" y="40052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50" name="Text Box 48">
            <a:extLst>
              <a:ext uri="{FF2B5EF4-FFF2-40B4-BE49-F238E27FC236}">
                <a16:creationId xmlns:a16="http://schemas.microsoft.com/office/drawing/2014/main" id="{CFBE45B0-28E4-DAEC-F5FB-0D77DC36B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8" y="44656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651" name="Text Box 49">
            <a:extLst>
              <a:ext uri="{FF2B5EF4-FFF2-40B4-BE49-F238E27FC236}">
                <a16:creationId xmlns:a16="http://schemas.microsoft.com/office/drawing/2014/main" id="{C4436AC2-AB8F-F61A-95E8-E6CD85E6D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1" y="4926013"/>
            <a:ext cx="542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>
                <a:latin typeface="Times New Roman" panose="02020603050405020304" pitchFamily="18" charset="0"/>
              </a:rPr>
              <a:t>h</a:t>
            </a:r>
            <a:r>
              <a:rPr lang="en-US" altLang="en-US" sz="1800" baseline="30000">
                <a:latin typeface="Symbol" pitchFamily="2" charset="2"/>
              </a:rPr>
              <a:t>-</a:t>
            </a:r>
            <a:r>
              <a:rPr lang="en-US" altLang="en-US" sz="1800" baseline="30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652" name="Text Box 50">
            <a:extLst>
              <a:ext uri="{FF2B5EF4-FFF2-40B4-BE49-F238E27FC236}">
                <a16:creationId xmlns:a16="http://schemas.microsoft.com/office/drawing/2014/main" id="{78D305ED-7509-1A5C-CF2C-3DFE51CCB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8" y="53863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53" name="Text Box 51">
            <a:extLst>
              <a:ext uri="{FF2B5EF4-FFF2-40B4-BE49-F238E27FC236}">
                <a16:creationId xmlns:a16="http://schemas.microsoft.com/office/drawing/2014/main" id="{3102C40B-87AA-821F-D772-247B56FB7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5950" y="3657601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keys</a:t>
            </a:r>
          </a:p>
        </p:txBody>
      </p:sp>
      <p:sp>
        <p:nvSpPr>
          <p:cNvPr id="26654" name="Text Box 52">
            <a:extLst>
              <a:ext uri="{FF2B5EF4-FFF2-40B4-BE49-F238E27FC236}">
                <a16:creationId xmlns:a16="http://schemas.microsoft.com/office/drawing/2014/main" id="{30F9AF4E-F2CF-C545-5D38-6F56C98B8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3975" y="40052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6655" name="Text Box 53">
            <a:extLst>
              <a:ext uri="{FF2B5EF4-FFF2-40B4-BE49-F238E27FC236}">
                <a16:creationId xmlns:a16="http://schemas.microsoft.com/office/drawing/2014/main" id="{E9BE62D9-BBE7-1ABB-EF71-81606BF18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3975" y="44656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56" name="Text Box 54">
            <a:extLst>
              <a:ext uri="{FF2B5EF4-FFF2-40B4-BE49-F238E27FC236}">
                <a16:creationId xmlns:a16="http://schemas.microsoft.com/office/drawing/2014/main" id="{81400E40-C8DE-E7DF-D1B4-66D340052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8563" y="4921251"/>
            <a:ext cx="550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h</a:t>
            </a:r>
            <a:r>
              <a:rPr lang="en-US" altLang="en-US" sz="1800">
                <a:latin typeface="Symbol" pitchFamily="2" charset="2"/>
              </a:rPr>
              <a:t>-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657" name="Text Box 55">
            <a:extLst>
              <a:ext uri="{FF2B5EF4-FFF2-40B4-BE49-F238E27FC236}">
                <a16:creationId xmlns:a16="http://schemas.microsoft.com/office/drawing/2014/main" id="{8EDC5DBD-6EAE-C79D-F8B9-56EE30F36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8563" y="5381626"/>
            <a:ext cx="550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h</a:t>
            </a:r>
            <a:r>
              <a:rPr lang="en-US" altLang="en-US" sz="1800">
                <a:latin typeface="Symbol" pitchFamily="2" charset="2"/>
              </a:rPr>
              <a:t>-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58" name="Text Box 56">
            <a:extLst>
              <a:ext uri="{FF2B5EF4-FFF2-40B4-BE49-F238E27FC236}">
                <a16:creationId xmlns:a16="http://schemas.microsoft.com/office/drawing/2014/main" id="{184A915D-1188-8773-CC49-543DE3571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6576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depth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E660FB0B-7CA7-414A-5E92-6BC06CE10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Heaps and Priority Queues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DFAE16CB-7E91-E43D-1497-F75B6CA63B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38400" y="1295400"/>
            <a:ext cx="7696200" cy="1905000"/>
          </a:xfrm>
        </p:spPr>
        <p:txBody>
          <a:bodyPr/>
          <a:lstStyle/>
          <a:p>
            <a:pPr eaLnBrk="1" hangingPunct="1"/>
            <a:r>
              <a:rPr lang="en-US" altLang="en-US" sz="2000"/>
              <a:t>We can use a heap to implement a priority queue</a:t>
            </a:r>
          </a:p>
          <a:p>
            <a:pPr eaLnBrk="1" hangingPunct="1"/>
            <a:r>
              <a:rPr lang="en-US" altLang="en-US" sz="2000"/>
              <a:t>We store a (key, element) item at each internal node</a:t>
            </a:r>
          </a:p>
          <a:p>
            <a:pPr eaLnBrk="1" hangingPunct="1"/>
            <a:r>
              <a:rPr lang="en-US" altLang="en-US" sz="2000"/>
              <a:t>We keep track of the position of the last node</a:t>
            </a:r>
          </a:p>
          <a:p>
            <a:pPr eaLnBrk="1" hangingPunct="1"/>
            <a:r>
              <a:rPr lang="en-US" altLang="en-US" sz="2000"/>
              <a:t>For simplicity, we show only the keys in the following slides</a:t>
            </a:r>
          </a:p>
        </p:txBody>
      </p:sp>
      <p:sp>
        <p:nvSpPr>
          <p:cNvPr id="27651" name="Oval 4">
            <a:extLst>
              <a:ext uri="{FF2B5EF4-FFF2-40B4-BE49-F238E27FC236}">
                <a16:creationId xmlns:a16="http://schemas.microsoft.com/office/drawing/2014/main" id="{06CC63AE-E023-BA6E-CF56-3842696E8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962400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7652" name="Oval 5">
            <a:extLst>
              <a:ext uri="{FF2B5EF4-FFF2-40B4-BE49-F238E27FC236}">
                <a16:creationId xmlns:a16="http://schemas.microsoft.com/office/drawing/2014/main" id="{6DCED0F6-8DAA-F616-F497-90A6FD90C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4950" y="4572000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7653" name="Oval 6">
            <a:extLst>
              <a:ext uri="{FF2B5EF4-FFF2-40B4-BE49-F238E27FC236}">
                <a16:creationId xmlns:a16="http://schemas.microsoft.com/office/drawing/2014/main" id="{B4C59107-37E7-7079-971A-6D25CFE76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8350" y="4572000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7654" name="Oval 7">
            <a:extLst>
              <a:ext uri="{FF2B5EF4-FFF2-40B4-BE49-F238E27FC236}">
                <a16:creationId xmlns:a16="http://schemas.microsoft.com/office/drawing/2014/main" id="{61A9CCC3-792C-2D49-7D41-598EF6575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0025" y="5181600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7655" name="Rectangle 8">
            <a:extLst>
              <a:ext uri="{FF2B5EF4-FFF2-40B4-BE49-F238E27FC236}">
                <a16:creationId xmlns:a16="http://schemas.microsoft.com/office/drawing/2014/main" id="{D55A4AC4-339C-73B2-FCBC-8C0F2B7BD9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83164" y="5867400"/>
            <a:ext cx="274637" cy="27463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7656" name="Rectangle 9">
            <a:extLst>
              <a:ext uri="{FF2B5EF4-FFF2-40B4-BE49-F238E27FC236}">
                <a16:creationId xmlns:a16="http://schemas.microsoft.com/office/drawing/2014/main" id="{A6090AD7-1CCF-2E99-4850-D341D83F8F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83250" y="5867400"/>
            <a:ext cx="274638" cy="27463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7657" name="Rectangle 10">
            <a:extLst>
              <a:ext uri="{FF2B5EF4-FFF2-40B4-BE49-F238E27FC236}">
                <a16:creationId xmlns:a16="http://schemas.microsoft.com/office/drawing/2014/main" id="{1BD028B0-2608-3BBD-37A2-56DB3F14A0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58089" y="5181600"/>
            <a:ext cx="274637" cy="27463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7658" name="Rectangle 11">
            <a:extLst>
              <a:ext uri="{FF2B5EF4-FFF2-40B4-BE49-F238E27FC236}">
                <a16:creationId xmlns:a16="http://schemas.microsoft.com/office/drawing/2014/main" id="{82FEB931-0156-8413-A4C6-F934AFB286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59764" y="5181600"/>
            <a:ext cx="274637" cy="27463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7659" name="AutoShape 12">
            <a:extLst>
              <a:ext uri="{FF2B5EF4-FFF2-40B4-BE49-F238E27FC236}">
                <a16:creationId xmlns:a16="http://schemas.microsoft.com/office/drawing/2014/main" id="{349224C6-3668-A6AD-CB48-981A547AB38B}"/>
              </a:ext>
            </a:extLst>
          </p:cNvPr>
          <p:cNvCxnSpPr>
            <a:cxnSpLocks noChangeShapeType="1"/>
            <a:stCxn id="27651" idx="3"/>
            <a:endCxn id="27653" idx="7"/>
          </p:cNvCxnSpPr>
          <p:nvPr/>
        </p:nvCxnSpPr>
        <p:spPr bwMode="auto">
          <a:xfrm flipH="1">
            <a:off x="4903789" y="4297364"/>
            <a:ext cx="1476375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0" name="AutoShape 13">
            <a:extLst>
              <a:ext uri="{FF2B5EF4-FFF2-40B4-BE49-F238E27FC236}">
                <a16:creationId xmlns:a16="http://schemas.microsoft.com/office/drawing/2014/main" id="{301D7F3F-01FD-E20A-FF31-3AD124A85898}"/>
              </a:ext>
            </a:extLst>
          </p:cNvPr>
          <p:cNvCxnSpPr>
            <a:cxnSpLocks noChangeShapeType="1"/>
            <a:stCxn id="27652" idx="1"/>
            <a:endCxn id="27651" idx="5"/>
          </p:cNvCxnSpPr>
          <p:nvPr/>
        </p:nvCxnSpPr>
        <p:spPr bwMode="auto">
          <a:xfrm flipH="1" flipV="1">
            <a:off x="6650039" y="4297364"/>
            <a:ext cx="1260475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1" name="AutoShape 14">
            <a:extLst>
              <a:ext uri="{FF2B5EF4-FFF2-40B4-BE49-F238E27FC236}">
                <a16:creationId xmlns:a16="http://schemas.microsoft.com/office/drawing/2014/main" id="{CED89EF4-1AED-1C11-8D12-31E0298CC80D}"/>
              </a:ext>
            </a:extLst>
          </p:cNvPr>
          <p:cNvCxnSpPr>
            <a:cxnSpLocks noChangeShapeType="1"/>
            <a:stCxn id="27658" idx="0"/>
            <a:endCxn id="27652" idx="5"/>
          </p:cNvCxnSpPr>
          <p:nvPr/>
        </p:nvCxnSpPr>
        <p:spPr bwMode="auto">
          <a:xfrm flipH="1" flipV="1">
            <a:off x="8180389" y="4906963"/>
            <a:ext cx="217487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2" name="AutoShape 15">
            <a:extLst>
              <a:ext uri="{FF2B5EF4-FFF2-40B4-BE49-F238E27FC236}">
                <a16:creationId xmlns:a16="http://schemas.microsoft.com/office/drawing/2014/main" id="{F727347C-BDCA-27AC-4D33-F71D6E657DC1}"/>
              </a:ext>
            </a:extLst>
          </p:cNvPr>
          <p:cNvCxnSpPr>
            <a:cxnSpLocks noChangeShapeType="1"/>
            <a:stCxn id="27657" idx="0"/>
            <a:endCxn id="27652" idx="3"/>
          </p:cNvCxnSpPr>
          <p:nvPr/>
        </p:nvCxnSpPr>
        <p:spPr bwMode="auto">
          <a:xfrm flipV="1">
            <a:off x="7696201" y="4906963"/>
            <a:ext cx="21431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3" name="AutoShape 16">
            <a:extLst>
              <a:ext uri="{FF2B5EF4-FFF2-40B4-BE49-F238E27FC236}">
                <a16:creationId xmlns:a16="http://schemas.microsoft.com/office/drawing/2014/main" id="{B7EC04CB-A871-3E89-2B00-846FFC35A944}"/>
              </a:ext>
            </a:extLst>
          </p:cNvPr>
          <p:cNvCxnSpPr>
            <a:cxnSpLocks noChangeShapeType="1"/>
            <a:stCxn id="27656" idx="0"/>
            <a:endCxn id="27654" idx="5"/>
          </p:cNvCxnSpPr>
          <p:nvPr/>
        </p:nvCxnSpPr>
        <p:spPr bwMode="auto">
          <a:xfrm flipH="1" flipV="1">
            <a:off x="5605463" y="5516563"/>
            <a:ext cx="215900" cy="3413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4" name="AutoShape 17">
            <a:extLst>
              <a:ext uri="{FF2B5EF4-FFF2-40B4-BE49-F238E27FC236}">
                <a16:creationId xmlns:a16="http://schemas.microsoft.com/office/drawing/2014/main" id="{20C672B3-9BA7-301C-0DC9-4E28E7E173CD}"/>
              </a:ext>
            </a:extLst>
          </p:cNvPr>
          <p:cNvCxnSpPr>
            <a:cxnSpLocks noChangeShapeType="1"/>
            <a:stCxn id="27655" idx="0"/>
            <a:endCxn id="27654" idx="3"/>
          </p:cNvCxnSpPr>
          <p:nvPr/>
        </p:nvCxnSpPr>
        <p:spPr bwMode="auto">
          <a:xfrm flipV="1">
            <a:off x="5121276" y="5516563"/>
            <a:ext cx="214313" cy="3413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5" name="AutoShape 18">
            <a:extLst>
              <a:ext uri="{FF2B5EF4-FFF2-40B4-BE49-F238E27FC236}">
                <a16:creationId xmlns:a16="http://schemas.microsoft.com/office/drawing/2014/main" id="{2B0E4D8B-A2F8-FBAE-9349-D2278F20F19B}"/>
              </a:ext>
            </a:extLst>
          </p:cNvPr>
          <p:cNvCxnSpPr>
            <a:cxnSpLocks noChangeShapeType="1"/>
            <a:stCxn id="27667" idx="7"/>
            <a:endCxn id="27653" idx="3"/>
          </p:cNvCxnSpPr>
          <p:nvPr/>
        </p:nvCxnSpPr>
        <p:spPr bwMode="auto">
          <a:xfrm flipV="1">
            <a:off x="4203701" y="4906964"/>
            <a:ext cx="430213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6" name="AutoShape 19">
            <a:extLst>
              <a:ext uri="{FF2B5EF4-FFF2-40B4-BE49-F238E27FC236}">
                <a16:creationId xmlns:a16="http://schemas.microsoft.com/office/drawing/2014/main" id="{AA100DFC-8A4F-9A8D-EA2E-FF4A24931699}"/>
              </a:ext>
            </a:extLst>
          </p:cNvPr>
          <p:cNvCxnSpPr>
            <a:cxnSpLocks noChangeShapeType="1"/>
            <a:stCxn id="27654" idx="1"/>
            <a:endCxn id="27653" idx="5"/>
          </p:cNvCxnSpPr>
          <p:nvPr/>
        </p:nvCxnSpPr>
        <p:spPr bwMode="auto">
          <a:xfrm flipH="1" flipV="1">
            <a:off x="4903788" y="4906964"/>
            <a:ext cx="431800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67" name="Oval 20">
            <a:extLst>
              <a:ext uri="{FF2B5EF4-FFF2-40B4-BE49-F238E27FC236}">
                <a16:creationId xmlns:a16="http://schemas.microsoft.com/office/drawing/2014/main" id="{7330798D-0907-D1A2-2BB8-E3ADF4317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8263" y="5181600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7668" name="Rectangle 21">
            <a:extLst>
              <a:ext uri="{FF2B5EF4-FFF2-40B4-BE49-F238E27FC236}">
                <a16:creationId xmlns:a16="http://schemas.microsoft.com/office/drawing/2014/main" id="{172145D0-7B18-7897-53FC-775C4FF187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1400" y="5867400"/>
            <a:ext cx="274638" cy="27463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7669" name="Rectangle 22">
            <a:extLst>
              <a:ext uri="{FF2B5EF4-FFF2-40B4-BE49-F238E27FC236}">
                <a16:creationId xmlns:a16="http://schemas.microsoft.com/office/drawing/2014/main" id="{86D97A2D-538F-B694-3147-3C57CBB2E8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81489" y="5867400"/>
            <a:ext cx="274637" cy="27463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7670" name="AutoShape 23">
            <a:extLst>
              <a:ext uri="{FF2B5EF4-FFF2-40B4-BE49-F238E27FC236}">
                <a16:creationId xmlns:a16="http://schemas.microsoft.com/office/drawing/2014/main" id="{A4C16A38-FCE6-AB03-E5D8-0A3F66708957}"/>
              </a:ext>
            </a:extLst>
          </p:cNvPr>
          <p:cNvCxnSpPr>
            <a:cxnSpLocks noChangeShapeType="1"/>
            <a:stCxn id="27669" idx="0"/>
            <a:endCxn id="27667" idx="5"/>
          </p:cNvCxnSpPr>
          <p:nvPr/>
        </p:nvCxnSpPr>
        <p:spPr bwMode="auto">
          <a:xfrm flipH="1" flipV="1">
            <a:off x="4203700" y="5516563"/>
            <a:ext cx="215900" cy="3413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1" name="AutoShape 24">
            <a:extLst>
              <a:ext uri="{FF2B5EF4-FFF2-40B4-BE49-F238E27FC236}">
                <a16:creationId xmlns:a16="http://schemas.microsoft.com/office/drawing/2014/main" id="{053D87FC-9F44-57E8-9188-DBCC617AC1EF}"/>
              </a:ext>
            </a:extLst>
          </p:cNvPr>
          <p:cNvCxnSpPr>
            <a:cxnSpLocks noChangeShapeType="1"/>
            <a:stCxn id="27668" idx="0"/>
            <a:endCxn id="27667" idx="3"/>
          </p:cNvCxnSpPr>
          <p:nvPr/>
        </p:nvCxnSpPr>
        <p:spPr bwMode="auto">
          <a:xfrm flipV="1">
            <a:off x="3719513" y="5516563"/>
            <a:ext cx="214312" cy="3413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72" name="AutoShape 25">
            <a:extLst>
              <a:ext uri="{FF2B5EF4-FFF2-40B4-BE49-F238E27FC236}">
                <a16:creationId xmlns:a16="http://schemas.microsoft.com/office/drawing/2014/main" id="{D7EAFF9B-B9A3-8E25-AF24-6E7D5C2AD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1826" y="3505201"/>
            <a:ext cx="1057275" cy="4175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(2, Sue)</a:t>
            </a:r>
          </a:p>
        </p:txBody>
      </p:sp>
      <p:sp>
        <p:nvSpPr>
          <p:cNvPr id="27673" name="AutoShape 26">
            <a:extLst>
              <a:ext uri="{FF2B5EF4-FFF2-40B4-BE49-F238E27FC236}">
                <a16:creationId xmlns:a16="http://schemas.microsoft.com/office/drawing/2014/main" id="{C2CD5F3E-C4BE-B35B-3086-C78602C83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1700" y="4114801"/>
            <a:ext cx="1176338" cy="4175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(6, Mark)</a:t>
            </a:r>
          </a:p>
        </p:txBody>
      </p:sp>
      <p:sp>
        <p:nvSpPr>
          <p:cNvPr id="27674" name="AutoShape 27">
            <a:extLst>
              <a:ext uri="{FF2B5EF4-FFF2-40B4-BE49-F238E27FC236}">
                <a16:creationId xmlns:a16="http://schemas.microsoft.com/office/drawing/2014/main" id="{B5D0673E-5E32-3E97-29E2-2BEE689D3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3425" y="4114801"/>
            <a:ext cx="1004888" cy="4175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(5, Pat)</a:t>
            </a:r>
          </a:p>
        </p:txBody>
      </p:sp>
      <p:sp>
        <p:nvSpPr>
          <p:cNvPr id="27675" name="AutoShape 28">
            <a:extLst>
              <a:ext uri="{FF2B5EF4-FFF2-40B4-BE49-F238E27FC236}">
                <a16:creationId xmlns:a16="http://schemas.microsoft.com/office/drawing/2014/main" id="{5C253960-106C-0C7B-6C17-D4CECB83A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826" y="4724401"/>
            <a:ext cx="1044575" cy="4175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(9, Jeff)</a:t>
            </a:r>
          </a:p>
        </p:txBody>
      </p:sp>
      <p:sp>
        <p:nvSpPr>
          <p:cNvPr id="27676" name="AutoShape 29">
            <a:extLst>
              <a:ext uri="{FF2B5EF4-FFF2-40B4-BE49-F238E27FC236}">
                <a16:creationId xmlns:a16="http://schemas.microsoft.com/office/drawing/2014/main" id="{4917DFB6-B6F9-B48B-F0A5-728A57EB3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2800" y="4724401"/>
            <a:ext cx="1193800" cy="4175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(7, Anna)</a:t>
            </a:r>
          </a:p>
        </p:txBody>
      </p:sp>
      <p:sp>
        <p:nvSpPr>
          <p:cNvPr id="27677" name="Freeform 30">
            <a:extLst>
              <a:ext uri="{FF2B5EF4-FFF2-40B4-BE49-F238E27FC236}">
                <a16:creationId xmlns:a16="http://schemas.microsoft.com/office/drawing/2014/main" id="{923BAE0A-5889-F167-3476-E9797BBC74DE}"/>
              </a:ext>
            </a:extLst>
          </p:cNvPr>
          <p:cNvSpPr>
            <a:spLocks/>
          </p:cNvSpPr>
          <p:nvPr/>
        </p:nvSpPr>
        <p:spPr bwMode="auto">
          <a:xfrm>
            <a:off x="8058151" y="4543426"/>
            <a:ext cx="1038225" cy="341313"/>
          </a:xfrm>
          <a:custGeom>
            <a:avLst/>
            <a:gdLst>
              <a:gd name="T0" fmla="*/ 0 w 654"/>
              <a:gd name="T1" fmla="*/ 2147483646 h 215"/>
              <a:gd name="T2" fmla="*/ 2147483646 w 654"/>
              <a:gd name="T3" fmla="*/ 2147483646 h 215"/>
              <a:gd name="T4" fmla="*/ 2147483646 w 654"/>
              <a:gd name="T5" fmla="*/ 0 h 215"/>
              <a:gd name="T6" fmla="*/ 0 60000 65536"/>
              <a:gd name="T7" fmla="*/ 0 60000 65536"/>
              <a:gd name="T8" fmla="*/ 0 60000 65536"/>
              <a:gd name="T9" fmla="*/ 0 w 654"/>
              <a:gd name="T10" fmla="*/ 0 h 215"/>
              <a:gd name="T11" fmla="*/ 654 w 654"/>
              <a:gd name="T12" fmla="*/ 215 h 2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54" h="215">
                <a:moveTo>
                  <a:pt x="0" y="138"/>
                </a:moveTo>
                <a:cubicBezTo>
                  <a:pt x="83" y="147"/>
                  <a:pt x="389" y="215"/>
                  <a:pt x="498" y="192"/>
                </a:cubicBezTo>
                <a:cubicBezTo>
                  <a:pt x="607" y="169"/>
                  <a:pt x="622" y="40"/>
                  <a:pt x="65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8" name="Freeform 31">
            <a:extLst>
              <a:ext uri="{FF2B5EF4-FFF2-40B4-BE49-F238E27FC236}">
                <a16:creationId xmlns:a16="http://schemas.microsoft.com/office/drawing/2014/main" id="{461EB246-0389-CE15-9025-16D5FEA9EDBB}"/>
              </a:ext>
            </a:extLst>
          </p:cNvPr>
          <p:cNvSpPr>
            <a:spLocks/>
          </p:cNvSpPr>
          <p:nvPr/>
        </p:nvSpPr>
        <p:spPr bwMode="auto">
          <a:xfrm flipH="1">
            <a:off x="3724276" y="4535488"/>
            <a:ext cx="1038225" cy="341312"/>
          </a:xfrm>
          <a:custGeom>
            <a:avLst/>
            <a:gdLst>
              <a:gd name="T0" fmla="*/ 0 w 654"/>
              <a:gd name="T1" fmla="*/ 2147483646 h 215"/>
              <a:gd name="T2" fmla="*/ 2147483646 w 654"/>
              <a:gd name="T3" fmla="*/ 2147483646 h 215"/>
              <a:gd name="T4" fmla="*/ 2147483646 w 654"/>
              <a:gd name="T5" fmla="*/ 0 h 215"/>
              <a:gd name="T6" fmla="*/ 0 60000 65536"/>
              <a:gd name="T7" fmla="*/ 0 60000 65536"/>
              <a:gd name="T8" fmla="*/ 0 60000 65536"/>
              <a:gd name="T9" fmla="*/ 0 w 654"/>
              <a:gd name="T10" fmla="*/ 0 h 215"/>
              <a:gd name="T11" fmla="*/ 654 w 654"/>
              <a:gd name="T12" fmla="*/ 215 h 2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54" h="215">
                <a:moveTo>
                  <a:pt x="0" y="138"/>
                </a:moveTo>
                <a:cubicBezTo>
                  <a:pt x="83" y="147"/>
                  <a:pt x="389" y="215"/>
                  <a:pt x="498" y="192"/>
                </a:cubicBezTo>
                <a:cubicBezTo>
                  <a:pt x="607" y="169"/>
                  <a:pt x="622" y="40"/>
                  <a:pt x="65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9" name="Freeform 32">
            <a:extLst>
              <a:ext uri="{FF2B5EF4-FFF2-40B4-BE49-F238E27FC236}">
                <a16:creationId xmlns:a16="http://schemas.microsoft.com/office/drawing/2014/main" id="{5660CE19-DABC-240E-93FE-7861BFDB1109}"/>
              </a:ext>
            </a:extLst>
          </p:cNvPr>
          <p:cNvSpPr>
            <a:spLocks/>
          </p:cNvSpPr>
          <p:nvPr/>
        </p:nvSpPr>
        <p:spPr bwMode="auto">
          <a:xfrm flipH="1">
            <a:off x="3019426" y="5145088"/>
            <a:ext cx="1038225" cy="341312"/>
          </a:xfrm>
          <a:custGeom>
            <a:avLst/>
            <a:gdLst>
              <a:gd name="T0" fmla="*/ 0 w 654"/>
              <a:gd name="T1" fmla="*/ 2147483646 h 215"/>
              <a:gd name="T2" fmla="*/ 2147483646 w 654"/>
              <a:gd name="T3" fmla="*/ 2147483646 h 215"/>
              <a:gd name="T4" fmla="*/ 2147483646 w 654"/>
              <a:gd name="T5" fmla="*/ 0 h 215"/>
              <a:gd name="T6" fmla="*/ 0 60000 65536"/>
              <a:gd name="T7" fmla="*/ 0 60000 65536"/>
              <a:gd name="T8" fmla="*/ 0 60000 65536"/>
              <a:gd name="T9" fmla="*/ 0 w 654"/>
              <a:gd name="T10" fmla="*/ 0 h 215"/>
              <a:gd name="T11" fmla="*/ 654 w 654"/>
              <a:gd name="T12" fmla="*/ 215 h 2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54" h="215">
                <a:moveTo>
                  <a:pt x="0" y="138"/>
                </a:moveTo>
                <a:cubicBezTo>
                  <a:pt x="83" y="147"/>
                  <a:pt x="389" y="215"/>
                  <a:pt x="498" y="192"/>
                </a:cubicBezTo>
                <a:cubicBezTo>
                  <a:pt x="607" y="169"/>
                  <a:pt x="622" y="40"/>
                  <a:pt x="65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80" name="Freeform 33">
            <a:extLst>
              <a:ext uri="{FF2B5EF4-FFF2-40B4-BE49-F238E27FC236}">
                <a16:creationId xmlns:a16="http://schemas.microsoft.com/office/drawing/2014/main" id="{5636D994-9220-79F4-C076-E92E510A95B2}"/>
              </a:ext>
            </a:extLst>
          </p:cNvPr>
          <p:cNvSpPr>
            <a:spLocks/>
          </p:cNvSpPr>
          <p:nvPr/>
        </p:nvSpPr>
        <p:spPr bwMode="auto">
          <a:xfrm>
            <a:off x="6524626" y="3924301"/>
            <a:ext cx="1038225" cy="341313"/>
          </a:xfrm>
          <a:custGeom>
            <a:avLst/>
            <a:gdLst>
              <a:gd name="T0" fmla="*/ 0 w 654"/>
              <a:gd name="T1" fmla="*/ 2147483646 h 215"/>
              <a:gd name="T2" fmla="*/ 2147483646 w 654"/>
              <a:gd name="T3" fmla="*/ 2147483646 h 215"/>
              <a:gd name="T4" fmla="*/ 2147483646 w 654"/>
              <a:gd name="T5" fmla="*/ 0 h 215"/>
              <a:gd name="T6" fmla="*/ 0 60000 65536"/>
              <a:gd name="T7" fmla="*/ 0 60000 65536"/>
              <a:gd name="T8" fmla="*/ 0 60000 65536"/>
              <a:gd name="T9" fmla="*/ 0 w 654"/>
              <a:gd name="T10" fmla="*/ 0 h 215"/>
              <a:gd name="T11" fmla="*/ 654 w 654"/>
              <a:gd name="T12" fmla="*/ 215 h 2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54" h="215">
                <a:moveTo>
                  <a:pt x="0" y="138"/>
                </a:moveTo>
                <a:cubicBezTo>
                  <a:pt x="83" y="147"/>
                  <a:pt x="389" y="215"/>
                  <a:pt x="498" y="192"/>
                </a:cubicBezTo>
                <a:cubicBezTo>
                  <a:pt x="607" y="169"/>
                  <a:pt x="622" y="40"/>
                  <a:pt x="65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81" name="Freeform 34">
            <a:extLst>
              <a:ext uri="{FF2B5EF4-FFF2-40B4-BE49-F238E27FC236}">
                <a16:creationId xmlns:a16="http://schemas.microsoft.com/office/drawing/2014/main" id="{A5A0B754-85E4-9830-623A-F3B0BEEB3DA2}"/>
              </a:ext>
            </a:extLst>
          </p:cNvPr>
          <p:cNvSpPr>
            <a:spLocks/>
          </p:cNvSpPr>
          <p:nvPr/>
        </p:nvSpPr>
        <p:spPr bwMode="auto">
          <a:xfrm>
            <a:off x="5476876" y="5153026"/>
            <a:ext cx="1038225" cy="341313"/>
          </a:xfrm>
          <a:custGeom>
            <a:avLst/>
            <a:gdLst>
              <a:gd name="T0" fmla="*/ 0 w 654"/>
              <a:gd name="T1" fmla="*/ 2147483646 h 215"/>
              <a:gd name="T2" fmla="*/ 2147483646 w 654"/>
              <a:gd name="T3" fmla="*/ 2147483646 h 215"/>
              <a:gd name="T4" fmla="*/ 2147483646 w 654"/>
              <a:gd name="T5" fmla="*/ 0 h 215"/>
              <a:gd name="T6" fmla="*/ 0 60000 65536"/>
              <a:gd name="T7" fmla="*/ 0 60000 65536"/>
              <a:gd name="T8" fmla="*/ 0 60000 65536"/>
              <a:gd name="T9" fmla="*/ 0 w 654"/>
              <a:gd name="T10" fmla="*/ 0 h 215"/>
              <a:gd name="T11" fmla="*/ 654 w 654"/>
              <a:gd name="T12" fmla="*/ 215 h 2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54" h="215">
                <a:moveTo>
                  <a:pt x="0" y="138"/>
                </a:moveTo>
                <a:cubicBezTo>
                  <a:pt x="83" y="147"/>
                  <a:pt x="389" y="215"/>
                  <a:pt x="498" y="192"/>
                </a:cubicBezTo>
                <a:cubicBezTo>
                  <a:pt x="607" y="169"/>
                  <a:pt x="622" y="40"/>
                  <a:pt x="65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4E91E1F5-E0AE-3584-5F30-689891120D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0772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Insertion into a Heap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99206392-A76D-9778-353A-7556F60C4DC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398697" y="1273176"/>
            <a:ext cx="35052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Method </a:t>
            </a:r>
            <a:r>
              <a:rPr lang="en-US" altLang="en-US" sz="2000" b="1" dirty="0" err="1"/>
              <a:t>insertItem</a:t>
            </a:r>
            <a:r>
              <a:rPr lang="en-US" altLang="en-US" sz="2000" dirty="0"/>
              <a:t> of the priority queue ADT corresponds to the insertion of a key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k</a:t>
            </a:r>
            <a:r>
              <a:rPr lang="en-US" altLang="en-US" sz="2000" dirty="0"/>
              <a:t> to the heap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insertion algorithm consists of three steps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Find the insertion node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z</a:t>
            </a:r>
            <a:r>
              <a:rPr lang="en-US" altLang="en-US" sz="1800" dirty="0"/>
              <a:t> (the first external node)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Store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k</a:t>
            </a:r>
            <a:r>
              <a:rPr lang="en-US" altLang="en-US" sz="1800" dirty="0"/>
              <a:t> at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z</a:t>
            </a:r>
            <a:r>
              <a:rPr lang="en-US" altLang="en-US" sz="1800" dirty="0"/>
              <a:t> and expand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z </a:t>
            </a:r>
            <a:r>
              <a:rPr lang="en-US" altLang="en-US" sz="1800" dirty="0"/>
              <a:t>into an internal node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Restore the heap-order property (discussed next)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</p:txBody>
      </p:sp>
      <p:grpSp>
        <p:nvGrpSpPr>
          <p:cNvPr id="28675" name="Group 4">
            <a:extLst>
              <a:ext uri="{FF2B5EF4-FFF2-40B4-BE49-F238E27FC236}">
                <a16:creationId xmlns:a16="http://schemas.microsoft.com/office/drawing/2014/main" id="{9AAD25F6-8CD9-C1E0-DECD-34761C7A10D4}"/>
              </a:ext>
            </a:extLst>
          </p:cNvPr>
          <p:cNvGrpSpPr>
            <a:grpSpLocks/>
          </p:cNvGrpSpPr>
          <p:nvPr/>
        </p:nvGrpSpPr>
        <p:grpSpPr bwMode="auto">
          <a:xfrm>
            <a:off x="5904271" y="1347019"/>
            <a:ext cx="3170238" cy="1828800"/>
            <a:chOff x="3024" y="1296"/>
            <a:chExt cx="2381" cy="1373"/>
          </a:xfrm>
        </p:grpSpPr>
        <p:sp>
          <p:nvSpPr>
            <p:cNvPr id="28705" name="Oval 5">
              <a:extLst>
                <a:ext uri="{FF2B5EF4-FFF2-40B4-BE49-F238E27FC236}">
                  <a16:creationId xmlns:a16="http://schemas.microsoft.com/office/drawing/2014/main" id="{092CF853-4823-5C1B-89DC-A392DDAEF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29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2</a:t>
              </a:r>
            </a:p>
          </p:txBody>
        </p:sp>
        <p:sp>
          <p:nvSpPr>
            <p:cNvPr id="28706" name="Oval 6">
              <a:extLst>
                <a:ext uri="{FF2B5EF4-FFF2-40B4-BE49-F238E27FC236}">
                  <a16:creationId xmlns:a16="http://schemas.microsoft.com/office/drawing/2014/main" id="{E6DA5DCE-927C-3C33-D997-29BE2B517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7" y="168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6</a:t>
              </a:r>
            </a:p>
          </p:txBody>
        </p:sp>
        <p:sp>
          <p:nvSpPr>
            <p:cNvPr id="28707" name="Oval 7">
              <a:extLst>
                <a:ext uri="{FF2B5EF4-FFF2-40B4-BE49-F238E27FC236}">
                  <a16:creationId xmlns:a16="http://schemas.microsoft.com/office/drawing/2014/main" id="{47EC4FA0-D345-E3DF-35EF-E76B3CF44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2" y="168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5</a:t>
              </a:r>
            </a:p>
          </p:txBody>
        </p:sp>
        <p:sp>
          <p:nvSpPr>
            <p:cNvPr id="28708" name="Oval 8">
              <a:extLst>
                <a:ext uri="{FF2B5EF4-FFF2-40B4-BE49-F238E27FC236}">
                  <a16:creationId xmlns:a16="http://schemas.microsoft.com/office/drawing/2014/main" id="{B0CF734F-6274-C878-01AB-F5B988609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4" y="206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7</a:t>
              </a:r>
            </a:p>
          </p:txBody>
        </p:sp>
        <p:sp>
          <p:nvSpPr>
            <p:cNvPr id="28709" name="Rectangle 9">
              <a:extLst>
                <a:ext uri="{FF2B5EF4-FFF2-40B4-BE49-F238E27FC236}">
                  <a16:creationId xmlns:a16="http://schemas.microsoft.com/office/drawing/2014/main" id="{FB85A275-74E7-2250-E2A9-605B451632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07" y="249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28710" name="Rectangle 10">
              <a:extLst>
                <a:ext uri="{FF2B5EF4-FFF2-40B4-BE49-F238E27FC236}">
                  <a16:creationId xmlns:a16="http://schemas.microsoft.com/office/drawing/2014/main" id="{DDE5D8BE-8D3E-6B34-BE94-8D7304E9223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48" y="249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28711" name="Rectangle 11">
              <a:extLst>
                <a:ext uri="{FF2B5EF4-FFF2-40B4-BE49-F238E27FC236}">
                  <a16:creationId xmlns:a16="http://schemas.microsoft.com/office/drawing/2014/main" id="{CB4AFDAD-633C-94A2-6C19-1EFC29E608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90" y="2064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28712" name="Rectangle 12">
              <a:extLst>
                <a:ext uri="{FF2B5EF4-FFF2-40B4-BE49-F238E27FC236}">
                  <a16:creationId xmlns:a16="http://schemas.microsoft.com/office/drawing/2014/main" id="{6E9A12F0-BC87-FA71-9BAF-764B563EEF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32" y="2064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28713" name="AutoShape 13">
              <a:extLst>
                <a:ext uri="{FF2B5EF4-FFF2-40B4-BE49-F238E27FC236}">
                  <a16:creationId xmlns:a16="http://schemas.microsoft.com/office/drawing/2014/main" id="{4D5E866C-264E-49DA-2177-47BD4CCFBEE9}"/>
                </a:ext>
              </a:extLst>
            </p:cNvPr>
            <p:cNvCxnSpPr>
              <a:cxnSpLocks noChangeShapeType="1"/>
              <a:stCxn id="28705" idx="3"/>
              <a:endCxn id="28707" idx="7"/>
            </p:cNvCxnSpPr>
            <p:nvPr/>
          </p:nvCxnSpPr>
          <p:spPr bwMode="auto">
            <a:xfrm flipH="1">
              <a:off x="3857" y="1507"/>
              <a:ext cx="546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4" name="AutoShape 14">
              <a:extLst>
                <a:ext uri="{FF2B5EF4-FFF2-40B4-BE49-F238E27FC236}">
                  <a16:creationId xmlns:a16="http://schemas.microsoft.com/office/drawing/2014/main" id="{9544CFD5-2017-4FD7-913D-E64C2303C901}"/>
                </a:ext>
              </a:extLst>
            </p:cNvPr>
            <p:cNvCxnSpPr>
              <a:cxnSpLocks noChangeShapeType="1"/>
              <a:stCxn id="28706" idx="1"/>
              <a:endCxn id="28705" idx="5"/>
            </p:cNvCxnSpPr>
            <p:nvPr/>
          </p:nvCxnSpPr>
          <p:spPr bwMode="auto">
            <a:xfrm flipH="1" flipV="1">
              <a:off x="4573" y="1507"/>
              <a:ext cx="439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5" name="AutoShape 15">
              <a:extLst>
                <a:ext uri="{FF2B5EF4-FFF2-40B4-BE49-F238E27FC236}">
                  <a16:creationId xmlns:a16="http://schemas.microsoft.com/office/drawing/2014/main" id="{FF2C927C-8073-19AF-D9B4-B131AE3DBB9B}"/>
                </a:ext>
              </a:extLst>
            </p:cNvPr>
            <p:cNvCxnSpPr>
              <a:cxnSpLocks noChangeShapeType="1"/>
              <a:stCxn id="28712" idx="0"/>
              <a:endCxn id="28706" idx="5"/>
            </p:cNvCxnSpPr>
            <p:nvPr/>
          </p:nvCxnSpPr>
          <p:spPr bwMode="auto">
            <a:xfrm flipH="1" flipV="1">
              <a:off x="5182" y="1891"/>
              <a:ext cx="137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6" name="AutoShape 16">
              <a:extLst>
                <a:ext uri="{FF2B5EF4-FFF2-40B4-BE49-F238E27FC236}">
                  <a16:creationId xmlns:a16="http://schemas.microsoft.com/office/drawing/2014/main" id="{6E269C8B-C9C9-C4D3-485A-9E65FA30A56E}"/>
                </a:ext>
              </a:extLst>
            </p:cNvPr>
            <p:cNvCxnSpPr>
              <a:cxnSpLocks noChangeShapeType="1"/>
              <a:stCxn id="28711" idx="0"/>
              <a:endCxn id="28706" idx="3"/>
            </p:cNvCxnSpPr>
            <p:nvPr/>
          </p:nvCxnSpPr>
          <p:spPr bwMode="auto">
            <a:xfrm flipV="1">
              <a:off x="4877" y="1891"/>
              <a:ext cx="13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7" name="AutoShape 17">
              <a:extLst>
                <a:ext uri="{FF2B5EF4-FFF2-40B4-BE49-F238E27FC236}">
                  <a16:creationId xmlns:a16="http://schemas.microsoft.com/office/drawing/2014/main" id="{15BF0EF7-A9BC-A444-EF74-8506AFC9A5A8}"/>
                </a:ext>
              </a:extLst>
            </p:cNvPr>
            <p:cNvCxnSpPr>
              <a:cxnSpLocks noChangeShapeType="1"/>
              <a:stCxn id="28710" idx="0"/>
              <a:endCxn id="28708" idx="5"/>
            </p:cNvCxnSpPr>
            <p:nvPr/>
          </p:nvCxnSpPr>
          <p:spPr bwMode="auto">
            <a:xfrm flipH="1" flipV="1">
              <a:off x="4299" y="2275"/>
              <a:ext cx="136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8" name="AutoShape 18">
              <a:extLst>
                <a:ext uri="{FF2B5EF4-FFF2-40B4-BE49-F238E27FC236}">
                  <a16:creationId xmlns:a16="http://schemas.microsoft.com/office/drawing/2014/main" id="{5FA0AD17-1A54-603A-F46F-8B7B437A92CA}"/>
                </a:ext>
              </a:extLst>
            </p:cNvPr>
            <p:cNvCxnSpPr>
              <a:cxnSpLocks noChangeShapeType="1"/>
              <a:stCxn id="28709" idx="0"/>
              <a:endCxn id="28708" idx="3"/>
            </p:cNvCxnSpPr>
            <p:nvPr/>
          </p:nvCxnSpPr>
          <p:spPr bwMode="auto">
            <a:xfrm flipV="1">
              <a:off x="3994" y="2275"/>
              <a:ext cx="13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9" name="AutoShape 19">
              <a:extLst>
                <a:ext uri="{FF2B5EF4-FFF2-40B4-BE49-F238E27FC236}">
                  <a16:creationId xmlns:a16="http://schemas.microsoft.com/office/drawing/2014/main" id="{1E65C270-5A6A-9174-437D-39B6848DA778}"/>
                </a:ext>
              </a:extLst>
            </p:cNvPr>
            <p:cNvCxnSpPr>
              <a:cxnSpLocks noChangeShapeType="1"/>
              <a:stCxn id="28721" idx="7"/>
              <a:endCxn id="28707" idx="3"/>
            </p:cNvCxnSpPr>
            <p:nvPr/>
          </p:nvCxnSpPr>
          <p:spPr bwMode="auto">
            <a:xfrm flipV="1">
              <a:off x="3416" y="1891"/>
              <a:ext cx="271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0" name="AutoShape 20">
              <a:extLst>
                <a:ext uri="{FF2B5EF4-FFF2-40B4-BE49-F238E27FC236}">
                  <a16:creationId xmlns:a16="http://schemas.microsoft.com/office/drawing/2014/main" id="{F26A80AC-5313-4724-5F2B-D920B65905A1}"/>
                </a:ext>
              </a:extLst>
            </p:cNvPr>
            <p:cNvCxnSpPr>
              <a:cxnSpLocks noChangeShapeType="1"/>
              <a:stCxn id="28708" idx="1"/>
              <a:endCxn id="28707" idx="5"/>
            </p:cNvCxnSpPr>
            <p:nvPr/>
          </p:nvCxnSpPr>
          <p:spPr bwMode="auto">
            <a:xfrm flipH="1" flipV="1">
              <a:off x="3857" y="1891"/>
              <a:ext cx="272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21" name="Oval 21">
              <a:extLst>
                <a:ext uri="{FF2B5EF4-FFF2-40B4-BE49-F238E27FC236}">
                  <a16:creationId xmlns:a16="http://schemas.microsoft.com/office/drawing/2014/main" id="{0CD6CBC2-5B3B-E89E-29A3-9B7B89401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" y="206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9</a:t>
              </a:r>
            </a:p>
          </p:txBody>
        </p:sp>
        <p:sp>
          <p:nvSpPr>
            <p:cNvPr id="28722" name="Rectangle 22">
              <a:extLst>
                <a:ext uri="{FF2B5EF4-FFF2-40B4-BE49-F238E27FC236}">
                  <a16:creationId xmlns:a16="http://schemas.microsoft.com/office/drawing/2014/main" id="{91237802-3511-38C4-E7B9-52959A1E8A8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4" y="249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28723" name="Rectangle 23">
              <a:extLst>
                <a:ext uri="{FF2B5EF4-FFF2-40B4-BE49-F238E27FC236}">
                  <a16:creationId xmlns:a16="http://schemas.microsoft.com/office/drawing/2014/main" id="{9C2BA876-0F4F-8B76-F6B7-5AD827FEEF5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65" y="249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28724" name="AutoShape 24">
              <a:extLst>
                <a:ext uri="{FF2B5EF4-FFF2-40B4-BE49-F238E27FC236}">
                  <a16:creationId xmlns:a16="http://schemas.microsoft.com/office/drawing/2014/main" id="{74E52C6E-5390-FC89-225C-06F52748F75D}"/>
                </a:ext>
              </a:extLst>
            </p:cNvPr>
            <p:cNvCxnSpPr>
              <a:cxnSpLocks noChangeShapeType="1"/>
              <a:stCxn id="28723" idx="0"/>
              <a:endCxn id="28721" idx="5"/>
            </p:cNvCxnSpPr>
            <p:nvPr/>
          </p:nvCxnSpPr>
          <p:spPr bwMode="auto">
            <a:xfrm flipH="1" flipV="1">
              <a:off x="3416" y="2275"/>
              <a:ext cx="136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5" name="AutoShape 25">
              <a:extLst>
                <a:ext uri="{FF2B5EF4-FFF2-40B4-BE49-F238E27FC236}">
                  <a16:creationId xmlns:a16="http://schemas.microsoft.com/office/drawing/2014/main" id="{527462C2-6B10-39BA-892D-8AE16E872819}"/>
                </a:ext>
              </a:extLst>
            </p:cNvPr>
            <p:cNvCxnSpPr>
              <a:cxnSpLocks noChangeShapeType="1"/>
              <a:stCxn id="28722" idx="0"/>
              <a:endCxn id="28721" idx="3"/>
            </p:cNvCxnSpPr>
            <p:nvPr/>
          </p:nvCxnSpPr>
          <p:spPr bwMode="auto">
            <a:xfrm flipV="1">
              <a:off x="3111" y="2275"/>
              <a:ext cx="13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8676" name="Freeform 26">
            <a:extLst>
              <a:ext uri="{FF2B5EF4-FFF2-40B4-BE49-F238E27FC236}">
                <a16:creationId xmlns:a16="http://schemas.microsoft.com/office/drawing/2014/main" id="{C32382A6-AB8E-823B-DE6A-A6B63ADB2B8A}"/>
              </a:ext>
            </a:extLst>
          </p:cNvPr>
          <p:cNvSpPr>
            <a:spLocks/>
          </p:cNvSpPr>
          <p:nvPr/>
        </p:nvSpPr>
        <p:spPr bwMode="auto">
          <a:xfrm>
            <a:off x="8380772" y="2642419"/>
            <a:ext cx="600075" cy="457200"/>
          </a:xfrm>
          <a:custGeom>
            <a:avLst/>
            <a:gdLst>
              <a:gd name="T0" fmla="*/ 2147483646 w 378"/>
              <a:gd name="T1" fmla="*/ 2147483646 h 288"/>
              <a:gd name="T2" fmla="*/ 2147483646 w 378"/>
              <a:gd name="T3" fmla="*/ 2147483646 h 288"/>
              <a:gd name="T4" fmla="*/ 2147483646 w 378"/>
              <a:gd name="T5" fmla="*/ 2147483646 h 288"/>
              <a:gd name="T6" fmla="*/ 0 w 378"/>
              <a:gd name="T7" fmla="*/ 0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378"/>
              <a:gd name="T13" fmla="*/ 0 h 288"/>
              <a:gd name="T14" fmla="*/ 378 w 378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78" h="288">
                <a:moveTo>
                  <a:pt x="378" y="288"/>
                </a:moveTo>
                <a:cubicBezTo>
                  <a:pt x="366" y="272"/>
                  <a:pt x="353" y="209"/>
                  <a:pt x="306" y="192"/>
                </a:cubicBezTo>
                <a:cubicBezTo>
                  <a:pt x="259" y="175"/>
                  <a:pt x="147" y="218"/>
                  <a:pt x="96" y="186"/>
                </a:cubicBezTo>
                <a:cubicBezTo>
                  <a:pt x="45" y="154"/>
                  <a:pt x="20" y="39"/>
                  <a:pt x="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7" name="Text Box 27">
            <a:extLst>
              <a:ext uri="{FF2B5EF4-FFF2-40B4-BE49-F238E27FC236}">
                <a16:creationId xmlns:a16="http://schemas.microsoft.com/office/drawing/2014/main" id="{A30FB486-CD6A-B221-F996-ACB01051B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8671" y="3023420"/>
            <a:ext cx="177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insertion node</a:t>
            </a:r>
          </a:p>
        </p:txBody>
      </p:sp>
      <p:sp>
        <p:nvSpPr>
          <p:cNvPr id="28678" name="Oval 28">
            <a:extLst>
              <a:ext uri="{FF2B5EF4-FFF2-40B4-BE49-F238E27FC236}">
                <a16:creationId xmlns:a16="http://schemas.microsoft.com/office/drawing/2014/main" id="{DB50EB87-5C41-86BC-5F66-778D96071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3385" y="3556819"/>
            <a:ext cx="320675" cy="31908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28679" name="Oval 29">
            <a:extLst>
              <a:ext uri="{FF2B5EF4-FFF2-40B4-BE49-F238E27FC236}">
                <a16:creationId xmlns:a16="http://schemas.microsoft.com/office/drawing/2014/main" id="{ED05BB12-D3B9-7D14-AE8B-FA812AA90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4671" y="4067995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28680" name="Oval 30">
            <a:extLst>
              <a:ext uri="{FF2B5EF4-FFF2-40B4-BE49-F238E27FC236}">
                <a16:creationId xmlns:a16="http://schemas.microsoft.com/office/drawing/2014/main" id="{863A8F57-3A49-DE95-EC82-324B4BD0F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0885" y="4067995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28681" name="Oval 31">
            <a:extLst>
              <a:ext uri="{FF2B5EF4-FFF2-40B4-BE49-F238E27FC236}">
                <a16:creationId xmlns:a16="http://schemas.microsoft.com/office/drawing/2014/main" id="{EDA1E46B-096A-A00D-EEE8-494045797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8260" y="4563295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7</a:t>
            </a:r>
          </a:p>
        </p:txBody>
      </p:sp>
      <p:sp>
        <p:nvSpPr>
          <p:cNvPr id="28682" name="Rectangle 32">
            <a:extLst>
              <a:ext uri="{FF2B5EF4-FFF2-40B4-BE49-F238E27FC236}">
                <a16:creationId xmlns:a16="http://schemas.microsoft.com/office/drawing/2014/main" id="{FCC396A0-74C5-49F4-F40C-52C23C94AB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80610" y="5139558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8683" name="Rectangle 33">
            <a:extLst>
              <a:ext uri="{FF2B5EF4-FFF2-40B4-BE49-F238E27FC236}">
                <a16:creationId xmlns:a16="http://schemas.microsoft.com/office/drawing/2014/main" id="{3A9C1C78-3302-FFA8-7355-67E0A0DAB8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66397" y="5139558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8684" name="Rectangle 34">
            <a:extLst>
              <a:ext uri="{FF2B5EF4-FFF2-40B4-BE49-F238E27FC236}">
                <a16:creationId xmlns:a16="http://schemas.microsoft.com/office/drawing/2014/main" id="{C6FB2CF0-1974-4932-58ED-3692A50315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636485" y="4607745"/>
            <a:ext cx="230187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28685" name="AutoShape 35">
            <a:extLst>
              <a:ext uri="{FF2B5EF4-FFF2-40B4-BE49-F238E27FC236}">
                <a16:creationId xmlns:a16="http://schemas.microsoft.com/office/drawing/2014/main" id="{B8CEF83C-258B-ECE9-2C9F-5C20BB2D9DEE}"/>
              </a:ext>
            </a:extLst>
          </p:cNvPr>
          <p:cNvCxnSpPr>
            <a:cxnSpLocks noChangeShapeType="1"/>
            <a:stCxn id="28678" idx="3"/>
            <a:endCxn id="28680" idx="7"/>
          </p:cNvCxnSpPr>
          <p:nvPr/>
        </p:nvCxnSpPr>
        <p:spPr bwMode="auto">
          <a:xfrm flipH="1">
            <a:off x="7013935" y="3837808"/>
            <a:ext cx="727075" cy="2698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6" name="AutoShape 36">
            <a:extLst>
              <a:ext uri="{FF2B5EF4-FFF2-40B4-BE49-F238E27FC236}">
                <a16:creationId xmlns:a16="http://schemas.microsoft.com/office/drawing/2014/main" id="{8060EB7E-3D4F-C382-F35D-B0A49A430049}"/>
              </a:ext>
            </a:extLst>
          </p:cNvPr>
          <p:cNvCxnSpPr>
            <a:cxnSpLocks noChangeShapeType="1"/>
            <a:stCxn id="28679" idx="1"/>
            <a:endCxn id="28678" idx="5"/>
          </p:cNvCxnSpPr>
          <p:nvPr/>
        </p:nvCxnSpPr>
        <p:spPr bwMode="auto">
          <a:xfrm flipH="1" flipV="1">
            <a:off x="7966435" y="3839394"/>
            <a:ext cx="1184275" cy="266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7" name="AutoShape 37">
            <a:extLst>
              <a:ext uri="{FF2B5EF4-FFF2-40B4-BE49-F238E27FC236}">
                <a16:creationId xmlns:a16="http://schemas.microsoft.com/office/drawing/2014/main" id="{5A5CD569-F12C-FE0B-69A1-772491611FAF}"/>
              </a:ext>
            </a:extLst>
          </p:cNvPr>
          <p:cNvCxnSpPr>
            <a:cxnSpLocks noChangeShapeType="1"/>
            <a:stCxn id="28684" idx="0"/>
            <a:endCxn id="28679" idx="5"/>
          </p:cNvCxnSpPr>
          <p:nvPr/>
        </p:nvCxnSpPr>
        <p:spPr bwMode="auto">
          <a:xfrm flipH="1" flipV="1">
            <a:off x="9377721" y="4350569"/>
            <a:ext cx="3746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8" name="AutoShape 38">
            <a:extLst>
              <a:ext uri="{FF2B5EF4-FFF2-40B4-BE49-F238E27FC236}">
                <a16:creationId xmlns:a16="http://schemas.microsoft.com/office/drawing/2014/main" id="{7016C980-A085-2E1E-74C1-6D44DBA3893A}"/>
              </a:ext>
            </a:extLst>
          </p:cNvPr>
          <p:cNvCxnSpPr>
            <a:cxnSpLocks noChangeShapeType="1"/>
            <a:stCxn id="28698" idx="7"/>
            <a:endCxn id="28679" idx="3"/>
          </p:cNvCxnSpPr>
          <p:nvPr/>
        </p:nvCxnSpPr>
        <p:spPr bwMode="auto">
          <a:xfrm flipV="1">
            <a:off x="8884009" y="4350569"/>
            <a:ext cx="266700" cy="241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9" name="AutoShape 39">
            <a:extLst>
              <a:ext uri="{FF2B5EF4-FFF2-40B4-BE49-F238E27FC236}">
                <a16:creationId xmlns:a16="http://schemas.microsoft.com/office/drawing/2014/main" id="{ED3A95E3-78D2-8712-96C0-BA236AB76306}"/>
              </a:ext>
            </a:extLst>
          </p:cNvPr>
          <p:cNvCxnSpPr>
            <a:cxnSpLocks noChangeShapeType="1"/>
            <a:stCxn id="28683" idx="0"/>
            <a:endCxn id="28681" idx="5"/>
          </p:cNvCxnSpPr>
          <p:nvPr/>
        </p:nvCxnSpPr>
        <p:spPr bwMode="auto">
          <a:xfrm flipH="1" flipV="1">
            <a:off x="7601310" y="4845870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0" name="AutoShape 40">
            <a:extLst>
              <a:ext uri="{FF2B5EF4-FFF2-40B4-BE49-F238E27FC236}">
                <a16:creationId xmlns:a16="http://schemas.microsoft.com/office/drawing/2014/main" id="{484EA591-EFAD-E72B-DEAC-74435E9787E6}"/>
              </a:ext>
            </a:extLst>
          </p:cNvPr>
          <p:cNvCxnSpPr>
            <a:cxnSpLocks noChangeShapeType="1"/>
            <a:stCxn id="28682" idx="0"/>
            <a:endCxn id="28681" idx="3"/>
          </p:cNvCxnSpPr>
          <p:nvPr/>
        </p:nvCxnSpPr>
        <p:spPr bwMode="auto">
          <a:xfrm flipV="1">
            <a:off x="7196496" y="4845870"/>
            <a:ext cx="179388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1" name="AutoShape 41">
            <a:extLst>
              <a:ext uri="{FF2B5EF4-FFF2-40B4-BE49-F238E27FC236}">
                <a16:creationId xmlns:a16="http://schemas.microsoft.com/office/drawing/2014/main" id="{B1B381CD-86AE-A185-0E6B-0ADE5231189E}"/>
              </a:ext>
            </a:extLst>
          </p:cNvPr>
          <p:cNvCxnSpPr>
            <a:cxnSpLocks noChangeShapeType="1"/>
            <a:stCxn id="28693" idx="7"/>
            <a:endCxn id="28680" idx="3"/>
          </p:cNvCxnSpPr>
          <p:nvPr/>
        </p:nvCxnSpPr>
        <p:spPr bwMode="auto">
          <a:xfrm flipV="1">
            <a:off x="6426559" y="4350570"/>
            <a:ext cx="360362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2" name="AutoShape 42">
            <a:extLst>
              <a:ext uri="{FF2B5EF4-FFF2-40B4-BE49-F238E27FC236}">
                <a16:creationId xmlns:a16="http://schemas.microsoft.com/office/drawing/2014/main" id="{7D3EDAB6-35EC-F018-F994-873EFF18855E}"/>
              </a:ext>
            </a:extLst>
          </p:cNvPr>
          <p:cNvCxnSpPr>
            <a:cxnSpLocks noChangeShapeType="1"/>
            <a:stCxn id="28681" idx="1"/>
            <a:endCxn id="28680" idx="5"/>
          </p:cNvCxnSpPr>
          <p:nvPr/>
        </p:nvCxnSpPr>
        <p:spPr bwMode="auto">
          <a:xfrm flipH="1" flipV="1">
            <a:off x="7013934" y="4350570"/>
            <a:ext cx="361950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93" name="Oval 43">
            <a:extLst>
              <a:ext uri="{FF2B5EF4-FFF2-40B4-BE49-F238E27FC236}">
                <a16:creationId xmlns:a16="http://schemas.microsoft.com/office/drawing/2014/main" id="{E341EA87-D107-A41A-32F1-35BE6D848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510" y="4563295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28694" name="Rectangle 44">
            <a:extLst>
              <a:ext uri="{FF2B5EF4-FFF2-40B4-BE49-F238E27FC236}">
                <a16:creationId xmlns:a16="http://schemas.microsoft.com/office/drawing/2014/main" id="{6DF66650-F57C-94DA-52CC-1E14881ED8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04271" y="513955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8695" name="Rectangle 45">
            <a:extLst>
              <a:ext uri="{FF2B5EF4-FFF2-40B4-BE49-F238E27FC236}">
                <a16:creationId xmlns:a16="http://schemas.microsoft.com/office/drawing/2014/main" id="{9764CF0D-9EB2-7305-BF11-C679C1A280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91646" y="513955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28696" name="AutoShape 46">
            <a:extLst>
              <a:ext uri="{FF2B5EF4-FFF2-40B4-BE49-F238E27FC236}">
                <a16:creationId xmlns:a16="http://schemas.microsoft.com/office/drawing/2014/main" id="{B51334AA-D26C-637B-99C0-FC46091F346B}"/>
              </a:ext>
            </a:extLst>
          </p:cNvPr>
          <p:cNvCxnSpPr>
            <a:cxnSpLocks noChangeShapeType="1"/>
            <a:stCxn id="28695" idx="0"/>
            <a:endCxn id="28693" idx="5"/>
          </p:cNvCxnSpPr>
          <p:nvPr/>
        </p:nvCxnSpPr>
        <p:spPr bwMode="auto">
          <a:xfrm flipH="1" flipV="1">
            <a:off x="6426560" y="4845870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7" name="AutoShape 47">
            <a:extLst>
              <a:ext uri="{FF2B5EF4-FFF2-40B4-BE49-F238E27FC236}">
                <a16:creationId xmlns:a16="http://schemas.microsoft.com/office/drawing/2014/main" id="{A195D308-3CE9-9F05-51ED-F2A860B49D54}"/>
              </a:ext>
            </a:extLst>
          </p:cNvPr>
          <p:cNvCxnSpPr>
            <a:cxnSpLocks noChangeShapeType="1"/>
            <a:stCxn id="28694" idx="0"/>
            <a:endCxn id="28693" idx="3"/>
          </p:cNvCxnSpPr>
          <p:nvPr/>
        </p:nvCxnSpPr>
        <p:spPr bwMode="auto">
          <a:xfrm flipV="1">
            <a:off x="6020160" y="4845870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98" name="Oval 48">
            <a:extLst>
              <a:ext uri="{FF2B5EF4-FFF2-40B4-BE49-F238E27FC236}">
                <a16:creationId xmlns:a16="http://schemas.microsoft.com/office/drawing/2014/main" id="{3C2EEDFB-68C1-7BD1-E21A-A57E44D75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960" y="4563295"/>
            <a:ext cx="320675" cy="32067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28699" name="Rectangle 49">
            <a:extLst>
              <a:ext uri="{FF2B5EF4-FFF2-40B4-BE49-F238E27FC236}">
                <a16:creationId xmlns:a16="http://schemas.microsoft.com/office/drawing/2014/main" id="{2AC4492B-4547-2C07-DBB8-6C4E0B2566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63310" y="5139558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8700" name="Rectangle 50">
            <a:extLst>
              <a:ext uri="{FF2B5EF4-FFF2-40B4-BE49-F238E27FC236}">
                <a16:creationId xmlns:a16="http://schemas.microsoft.com/office/drawing/2014/main" id="{AD38AAA5-0E1E-7BC4-D789-5CAB767355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49097" y="5139558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28701" name="AutoShape 51">
            <a:extLst>
              <a:ext uri="{FF2B5EF4-FFF2-40B4-BE49-F238E27FC236}">
                <a16:creationId xmlns:a16="http://schemas.microsoft.com/office/drawing/2014/main" id="{5599E493-F4F6-5B38-B4DD-1A126E1E96D1}"/>
              </a:ext>
            </a:extLst>
          </p:cNvPr>
          <p:cNvCxnSpPr>
            <a:cxnSpLocks noChangeShapeType="1"/>
            <a:stCxn id="28700" idx="0"/>
            <a:endCxn id="28698" idx="5"/>
          </p:cNvCxnSpPr>
          <p:nvPr/>
        </p:nvCxnSpPr>
        <p:spPr bwMode="auto">
          <a:xfrm flipH="1" flipV="1">
            <a:off x="8884010" y="4855394"/>
            <a:ext cx="180975" cy="2746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2" name="AutoShape 52">
            <a:extLst>
              <a:ext uri="{FF2B5EF4-FFF2-40B4-BE49-F238E27FC236}">
                <a16:creationId xmlns:a16="http://schemas.microsoft.com/office/drawing/2014/main" id="{F55E5384-16EC-6672-0D70-9D27A8CC0C27}"/>
              </a:ext>
            </a:extLst>
          </p:cNvPr>
          <p:cNvCxnSpPr>
            <a:cxnSpLocks noChangeShapeType="1"/>
            <a:stCxn id="28699" idx="0"/>
            <a:endCxn id="28698" idx="3"/>
          </p:cNvCxnSpPr>
          <p:nvPr/>
        </p:nvCxnSpPr>
        <p:spPr bwMode="auto">
          <a:xfrm flipV="1">
            <a:off x="8479196" y="4855394"/>
            <a:ext cx="179388" cy="2746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03" name="Text Box 53">
            <a:extLst>
              <a:ext uri="{FF2B5EF4-FFF2-40B4-BE49-F238E27FC236}">
                <a16:creationId xmlns:a16="http://schemas.microsoft.com/office/drawing/2014/main" id="{3FF32ADC-4FBA-ECE7-5053-85733DAB7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9459" y="1921694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8704" name="Text Box 54">
            <a:extLst>
              <a:ext uri="{FF2B5EF4-FFF2-40B4-BE49-F238E27FC236}">
                <a16:creationId xmlns:a16="http://schemas.microsoft.com/office/drawing/2014/main" id="{E699F467-74DF-6194-C38E-C2015BDCC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4259" y="4318819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z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DA4E80A2-B475-4B7A-3D4A-ED3D9AE52D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62088" y="467518"/>
            <a:ext cx="8229600" cy="5334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Upheap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A35809BD-1910-90D5-4647-3C11A33B02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77950" y="1182970"/>
            <a:ext cx="8077200" cy="24384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 dirty="0"/>
              <a:t>After the insertion of a new key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k</a:t>
            </a:r>
            <a:r>
              <a:rPr lang="en-US" altLang="en-US" sz="2000" dirty="0"/>
              <a:t>, the heap-order property may be violated</a:t>
            </a:r>
          </a:p>
          <a:p>
            <a:pPr eaLnBrk="1" hangingPunct="1"/>
            <a:r>
              <a:rPr lang="en-US" altLang="en-US" sz="2000" dirty="0"/>
              <a:t>Algorithm </a:t>
            </a:r>
            <a:r>
              <a:rPr lang="en-US" altLang="en-US" sz="2000" b="1" dirty="0"/>
              <a:t>upheap</a:t>
            </a:r>
            <a:r>
              <a:rPr lang="en-US" altLang="en-US" sz="2000" dirty="0"/>
              <a:t> restores the heap-order property by swapping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k</a:t>
            </a:r>
            <a:r>
              <a:rPr lang="en-US" altLang="en-US" sz="2000" dirty="0"/>
              <a:t> along an upward path from the insertion node</a:t>
            </a:r>
          </a:p>
          <a:p>
            <a:pPr eaLnBrk="1" hangingPunct="1"/>
            <a:r>
              <a:rPr lang="en-US" altLang="en-US" sz="2000" b="1" dirty="0"/>
              <a:t>Upheap</a:t>
            </a:r>
            <a:r>
              <a:rPr lang="en-US" altLang="en-US" sz="2000" dirty="0"/>
              <a:t> terminates when the key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k</a:t>
            </a:r>
            <a:r>
              <a:rPr lang="en-US" altLang="en-US" sz="2000" dirty="0"/>
              <a:t> reaches the root or a node whose parent has a key smaller than or equal to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k</a:t>
            </a:r>
            <a:r>
              <a:rPr lang="en-US" altLang="en-US" sz="2000" dirty="0"/>
              <a:t> </a:t>
            </a:r>
          </a:p>
          <a:p>
            <a:pPr eaLnBrk="1" hangingPunct="1"/>
            <a:r>
              <a:rPr lang="en-US" altLang="en-US" sz="2000" dirty="0"/>
              <a:t>Since a heap has height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(log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, upheap runs in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(log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time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E863156-B3BE-A284-2D16-E07E1AFA24B9}"/>
              </a:ext>
            </a:extLst>
          </p:cNvPr>
          <p:cNvGrpSpPr/>
          <p:nvPr/>
        </p:nvGrpSpPr>
        <p:grpSpPr>
          <a:xfrm>
            <a:off x="1531937" y="4060722"/>
            <a:ext cx="8159751" cy="1812926"/>
            <a:chOff x="2057400" y="3962400"/>
            <a:chExt cx="8159751" cy="1812926"/>
          </a:xfrm>
        </p:grpSpPr>
        <p:sp>
          <p:nvSpPr>
            <p:cNvPr id="29699" name="Oval 4">
              <a:extLst>
                <a:ext uri="{FF2B5EF4-FFF2-40B4-BE49-F238E27FC236}">
                  <a16:creationId xmlns:a16="http://schemas.microsoft.com/office/drawing/2014/main" id="{9AA911C6-6BDD-6E4C-F645-771C85C34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6514" y="3962400"/>
              <a:ext cx="320675" cy="3190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2</a:t>
              </a:r>
            </a:p>
          </p:txBody>
        </p:sp>
        <p:sp>
          <p:nvSpPr>
            <p:cNvPr id="29700" name="Oval 5">
              <a:extLst>
                <a:ext uri="{FF2B5EF4-FFF2-40B4-BE49-F238E27FC236}">
                  <a16:creationId xmlns:a16="http://schemas.microsoft.com/office/drawing/2014/main" id="{8AB8809A-4C91-1453-64C4-590FDB82A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4473576"/>
              <a:ext cx="319088" cy="32067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  <a:sym typeface="Symbol" pitchFamily="2" charset="2"/>
                </a:rPr>
                <a:t>1</a:t>
              </a:r>
            </a:p>
          </p:txBody>
        </p:sp>
        <p:sp>
          <p:nvSpPr>
            <p:cNvPr id="29701" name="Oval 6">
              <a:extLst>
                <a:ext uri="{FF2B5EF4-FFF2-40B4-BE49-F238E27FC236}">
                  <a16:creationId xmlns:a16="http://schemas.microsoft.com/office/drawing/2014/main" id="{F8E41929-C610-CA63-D41C-D5B9EB106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4014" y="4473576"/>
              <a:ext cx="319087" cy="320675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5</a:t>
              </a:r>
            </a:p>
          </p:txBody>
        </p:sp>
        <p:sp>
          <p:nvSpPr>
            <p:cNvPr id="29702" name="Oval 7">
              <a:extLst>
                <a:ext uri="{FF2B5EF4-FFF2-40B4-BE49-F238E27FC236}">
                  <a16:creationId xmlns:a16="http://schemas.microsoft.com/office/drawing/2014/main" id="{1555888F-0A1D-CA6F-3D9E-0FD943773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1389" y="4968876"/>
              <a:ext cx="320675" cy="320675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7</a:t>
              </a:r>
            </a:p>
          </p:txBody>
        </p:sp>
        <p:sp>
          <p:nvSpPr>
            <p:cNvPr id="29703" name="Rectangle 8">
              <a:extLst>
                <a:ext uri="{FF2B5EF4-FFF2-40B4-BE49-F238E27FC236}">
                  <a16:creationId xmlns:a16="http://schemas.microsoft.com/office/drawing/2014/main" id="{3C4E8DF1-5981-4F26-6E7B-4873F6C2EC5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33739" y="5545139"/>
              <a:ext cx="230187" cy="2301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29704" name="Rectangle 9">
              <a:extLst>
                <a:ext uri="{FF2B5EF4-FFF2-40B4-BE49-F238E27FC236}">
                  <a16:creationId xmlns:a16="http://schemas.microsoft.com/office/drawing/2014/main" id="{930F31F9-5FFF-651C-DF72-4E52DE113FE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19526" y="5545139"/>
              <a:ext cx="231775" cy="2301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29705" name="Rectangle 10">
              <a:extLst>
                <a:ext uri="{FF2B5EF4-FFF2-40B4-BE49-F238E27FC236}">
                  <a16:creationId xmlns:a16="http://schemas.microsoft.com/office/drawing/2014/main" id="{CFE5C44A-6D27-EFC0-D8B1-0D18A1E8CC4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789614" y="5013326"/>
              <a:ext cx="230187" cy="23177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29706" name="AutoShape 11">
              <a:extLst>
                <a:ext uri="{FF2B5EF4-FFF2-40B4-BE49-F238E27FC236}">
                  <a16:creationId xmlns:a16="http://schemas.microsoft.com/office/drawing/2014/main" id="{44BD28B9-1D79-AD58-65C5-0A9914F1EF3E}"/>
                </a:ext>
              </a:extLst>
            </p:cNvPr>
            <p:cNvCxnSpPr>
              <a:cxnSpLocks noChangeShapeType="1"/>
              <a:stCxn id="29699" idx="3"/>
              <a:endCxn id="29701" idx="7"/>
            </p:cNvCxnSpPr>
            <p:nvPr/>
          </p:nvCxnSpPr>
          <p:spPr bwMode="auto">
            <a:xfrm flipH="1">
              <a:off x="3167064" y="4243389"/>
              <a:ext cx="727075" cy="26987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07" name="AutoShape 12">
              <a:extLst>
                <a:ext uri="{FF2B5EF4-FFF2-40B4-BE49-F238E27FC236}">
                  <a16:creationId xmlns:a16="http://schemas.microsoft.com/office/drawing/2014/main" id="{D3461590-33AE-0830-AEDA-124987613B9E}"/>
                </a:ext>
              </a:extLst>
            </p:cNvPr>
            <p:cNvCxnSpPr>
              <a:cxnSpLocks noChangeShapeType="1"/>
              <a:stCxn id="29700" idx="1"/>
              <a:endCxn id="29699" idx="5"/>
            </p:cNvCxnSpPr>
            <p:nvPr/>
          </p:nvCxnSpPr>
          <p:spPr bwMode="auto">
            <a:xfrm flipH="1" flipV="1">
              <a:off x="4119564" y="4244976"/>
              <a:ext cx="1184275" cy="25717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08" name="AutoShape 13">
              <a:extLst>
                <a:ext uri="{FF2B5EF4-FFF2-40B4-BE49-F238E27FC236}">
                  <a16:creationId xmlns:a16="http://schemas.microsoft.com/office/drawing/2014/main" id="{EC946A65-52A1-A7A8-1628-E2DA68605FB1}"/>
                </a:ext>
              </a:extLst>
            </p:cNvPr>
            <p:cNvCxnSpPr>
              <a:cxnSpLocks noChangeShapeType="1"/>
              <a:stCxn id="29705" idx="0"/>
              <a:endCxn id="29700" idx="5"/>
            </p:cNvCxnSpPr>
            <p:nvPr/>
          </p:nvCxnSpPr>
          <p:spPr bwMode="auto">
            <a:xfrm flipH="1" flipV="1">
              <a:off x="5530850" y="4765676"/>
              <a:ext cx="374650" cy="2381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09" name="AutoShape 14">
              <a:extLst>
                <a:ext uri="{FF2B5EF4-FFF2-40B4-BE49-F238E27FC236}">
                  <a16:creationId xmlns:a16="http://schemas.microsoft.com/office/drawing/2014/main" id="{0719CC81-1A29-F9E6-D79F-EADB9E8F1B4A}"/>
                </a:ext>
              </a:extLst>
            </p:cNvPr>
            <p:cNvCxnSpPr>
              <a:cxnSpLocks noChangeShapeType="1"/>
              <a:stCxn id="29719" idx="7"/>
              <a:endCxn id="29700" idx="3"/>
            </p:cNvCxnSpPr>
            <p:nvPr/>
          </p:nvCxnSpPr>
          <p:spPr bwMode="auto">
            <a:xfrm flipV="1">
              <a:off x="5037138" y="4765676"/>
              <a:ext cx="266700" cy="231775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10" name="AutoShape 15">
              <a:extLst>
                <a:ext uri="{FF2B5EF4-FFF2-40B4-BE49-F238E27FC236}">
                  <a16:creationId xmlns:a16="http://schemas.microsoft.com/office/drawing/2014/main" id="{C62738DC-86C1-C6AF-2B9B-7D6613872674}"/>
                </a:ext>
              </a:extLst>
            </p:cNvPr>
            <p:cNvCxnSpPr>
              <a:cxnSpLocks noChangeShapeType="1"/>
              <a:stCxn id="29704" idx="0"/>
              <a:endCxn id="29702" idx="5"/>
            </p:cNvCxnSpPr>
            <p:nvPr/>
          </p:nvCxnSpPr>
          <p:spPr bwMode="auto">
            <a:xfrm flipH="1" flipV="1">
              <a:off x="3754439" y="5251451"/>
              <a:ext cx="180975" cy="28416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11" name="AutoShape 16">
              <a:extLst>
                <a:ext uri="{FF2B5EF4-FFF2-40B4-BE49-F238E27FC236}">
                  <a16:creationId xmlns:a16="http://schemas.microsoft.com/office/drawing/2014/main" id="{9E9A13C5-629A-B206-543D-D66D1B97D215}"/>
                </a:ext>
              </a:extLst>
            </p:cNvPr>
            <p:cNvCxnSpPr>
              <a:cxnSpLocks noChangeShapeType="1"/>
              <a:stCxn id="29703" idx="0"/>
              <a:endCxn id="29702" idx="3"/>
            </p:cNvCxnSpPr>
            <p:nvPr/>
          </p:nvCxnSpPr>
          <p:spPr bwMode="auto">
            <a:xfrm flipV="1">
              <a:off x="3349625" y="5251451"/>
              <a:ext cx="179388" cy="28416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12" name="AutoShape 17">
              <a:extLst>
                <a:ext uri="{FF2B5EF4-FFF2-40B4-BE49-F238E27FC236}">
                  <a16:creationId xmlns:a16="http://schemas.microsoft.com/office/drawing/2014/main" id="{990DBDFB-BA66-BF79-30FC-6FD4A8EC66E2}"/>
                </a:ext>
              </a:extLst>
            </p:cNvPr>
            <p:cNvCxnSpPr>
              <a:cxnSpLocks noChangeShapeType="1"/>
              <a:stCxn id="29714" idx="7"/>
              <a:endCxn id="29701" idx="3"/>
            </p:cNvCxnSpPr>
            <p:nvPr/>
          </p:nvCxnSpPr>
          <p:spPr bwMode="auto">
            <a:xfrm flipV="1">
              <a:off x="2579688" y="4756151"/>
              <a:ext cx="360362" cy="2508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13" name="AutoShape 18">
              <a:extLst>
                <a:ext uri="{FF2B5EF4-FFF2-40B4-BE49-F238E27FC236}">
                  <a16:creationId xmlns:a16="http://schemas.microsoft.com/office/drawing/2014/main" id="{06FA4675-F444-9750-E0C3-C363E4BC60C7}"/>
                </a:ext>
              </a:extLst>
            </p:cNvPr>
            <p:cNvCxnSpPr>
              <a:cxnSpLocks noChangeShapeType="1"/>
              <a:stCxn id="29702" idx="1"/>
              <a:endCxn id="29701" idx="5"/>
            </p:cNvCxnSpPr>
            <p:nvPr/>
          </p:nvCxnSpPr>
          <p:spPr bwMode="auto">
            <a:xfrm flipH="1" flipV="1">
              <a:off x="3167063" y="4756151"/>
              <a:ext cx="361950" cy="2508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14" name="Oval 19">
              <a:extLst>
                <a:ext uri="{FF2B5EF4-FFF2-40B4-BE49-F238E27FC236}">
                  <a16:creationId xmlns:a16="http://schemas.microsoft.com/office/drawing/2014/main" id="{60D7DAF9-6CB1-8A94-1F08-61316268B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6639" y="4968876"/>
              <a:ext cx="319087" cy="320675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9</a:t>
              </a:r>
            </a:p>
          </p:txBody>
        </p:sp>
        <p:sp>
          <p:nvSpPr>
            <p:cNvPr id="29715" name="Rectangle 20">
              <a:extLst>
                <a:ext uri="{FF2B5EF4-FFF2-40B4-BE49-F238E27FC236}">
                  <a16:creationId xmlns:a16="http://schemas.microsoft.com/office/drawing/2014/main" id="{97A83D4A-B63E-90EC-7704-ECC18C5BB90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57400" y="5545139"/>
              <a:ext cx="230188" cy="2301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29716" name="Rectangle 21">
              <a:extLst>
                <a:ext uri="{FF2B5EF4-FFF2-40B4-BE49-F238E27FC236}">
                  <a16:creationId xmlns:a16="http://schemas.microsoft.com/office/drawing/2014/main" id="{30070F4C-581D-FBA5-E951-E8FA979376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44775" y="5545139"/>
              <a:ext cx="230188" cy="2301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29717" name="AutoShape 22">
              <a:extLst>
                <a:ext uri="{FF2B5EF4-FFF2-40B4-BE49-F238E27FC236}">
                  <a16:creationId xmlns:a16="http://schemas.microsoft.com/office/drawing/2014/main" id="{5B706DA3-F323-7D68-1C4C-6EC5FF014001}"/>
                </a:ext>
              </a:extLst>
            </p:cNvPr>
            <p:cNvCxnSpPr>
              <a:cxnSpLocks noChangeShapeType="1"/>
              <a:stCxn id="29716" idx="0"/>
              <a:endCxn id="29714" idx="5"/>
            </p:cNvCxnSpPr>
            <p:nvPr/>
          </p:nvCxnSpPr>
          <p:spPr bwMode="auto">
            <a:xfrm flipH="1" flipV="1">
              <a:off x="2579689" y="5251451"/>
              <a:ext cx="180975" cy="28416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18" name="AutoShape 23">
              <a:extLst>
                <a:ext uri="{FF2B5EF4-FFF2-40B4-BE49-F238E27FC236}">
                  <a16:creationId xmlns:a16="http://schemas.microsoft.com/office/drawing/2014/main" id="{EEFD7315-9809-92A0-014C-631B060FFE43}"/>
                </a:ext>
              </a:extLst>
            </p:cNvPr>
            <p:cNvCxnSpPr>
              <a:cxnSpLocks noChangeShapeType="1"/>
              <a:stCxn id="29715" idx="0"/>
              <a:endCxn id="29714" idx="3"/>
            </p:cNvCxnSpPr>
            <p:nvPr/>
          </p:nvCxnSpPr>
          <p:spPr bwMode="auto">
            <a:xfrm flipV="1">
              <a:off x="2173289" y="5251451"/>
              <a:ext cx="179387" cy="28416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19" name="Oval 24">
              <a:extLst>
                <a:ext uri="{FF2B5EF4-FFF2-40B4-BE49-F238E27FC236}">
                  <a16:creationId xmlns:a16="http://schemas.microsoft.com/office/drawing/2014/main" id="{DDADCA37-51F1-41FA-CEFE-540DB98D9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4089" y="4968876"/>
              <a:ext cx="320675" cy="32067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6</a:t>
              </a:r>
            </a:p>
          </p:txBody>
        </p:sp>
        <p:sp>
          <p:nvSpPr>
            <p:cNvPr id="29720" name="Rectangle 25">
              <a:extLst>
                <a:ext uri="{FF2B5EF4-FFF2-40B4-BE49-F238E27FC236}">
                  <a16:creationId xmlns:a16="http://schemas.microsoft.com/office/drawing/2014/main" id="{729DA3A4-53B5-C8F7-5044-F88C7BF6F8C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16439" y="5545139"/>
              <a:ext cx="230187" cy="2301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29721" name="Rectangle 26">
              <a:extLst>
                <a:ext uri="{FF2B5EF4-FFF2-40B4-BE49-F238E27FC236}">
                  <a16:creationId xmlns:a16="http://schemas.microsoft.com/office/drawing/2014/main" id="{AFF8871D-13A0-F8EA-1529-11D4B3A40A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2226" y="5545139"/>
              <a:ext cx="231775" cy="2301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29722" name="AutoShape 27">
              <a:extLst>
                <a:ext uri="{FF2B5EF4-FFF2-40B4-BE49-F238E27FC236}">
                  <a16:creationId xmlns:a16="http://schemas.microsoft.com/office/drawing/2014/main" id="{A99548C0-7A3E-9913-73EA-188B815412CF}"/>
                </a:ext>
              </a:extLst>
            </p:cNvPr>
            <p:cNvCxnSpPr>
              <a:cxnSpLocks noChangeShapeType="1"/>
              <a:stCxn id="29721" idx="0"/>
              <a:endCxn id="29719" idx="5"/>
            </p:cNvCxnSpPr>
            <p:nvPr/>
          </p:nvCxnSpPr>
          <p:spPr bwMode="auto">
            <a:xfrm flipH="1" flipV="1">
              <a:off x="5037139" y="5260975"/>
              <a:ext cx="180975" cy="27463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3" name="AutoShape 28">
              <a:extLst>
                <a:ext uri="{FF2B5EF4-FFF2-40B4-BE49-F238E27FC236}">
                  <a16:creationId xmlns:a16="http://schemas.microsoft.com/office/drawing/2014/main" id="{6C6585FC-A2AE-4EEC-12BD-704241B47D3B}"/>
                </a:ext>
              </a:extLst>
            </p:cNvPr>
            <p:cNvCxnSpPr>
              <a:cxnSpLocks noChangeShapeType="1"/>
              <a:stCxn id="29720" idx="0"/>
              <a:endCxn id="29719" idx="3"/>
            </p:cNvCxnSpPr>
            <p:nvPr/>
          </p:nvCxnSpPr>
          <p:spPr bwMode="auto">
            <a:xfrm flipV="1">
              <a:off x="4632325" y="5260975"/>
              <a:ext cx="179388" cy="27463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24" name="Text Box 29">
              <a:extLst>
                <a:ext uri="{FF2B5EF4-FFF2-40B4-BE49-F238E27FC236}">
                  <a16:creationId xmlns:a16="http://schemas.microsoft.com/office/drawing/2014/main" id="{97ADD2E0-CCEA-8E5F-8CE1-0772553EB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7388" y="4724400"/>
              <a:ext cx="3032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29725" name="Oval 30">
              <a:extLst>
                <a:ext uri="{FF2B5EF4-FFF2-40B4-BE49-F238E27FC236}">
                  <a16:creationId xmlns:a16="http://schemas.microsoft.com/office/drawing/2014/main" id="{708F21AB-90A9-6F3D-929A-E6E94DED3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3864" y="3962400"/>
              <a:ext cx="320675" cy="319088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  <a:sym typeface="Symbol" pitchFamily="2" charset="2"/>
                </a:rPr>
                <a:t>1</a:t>
              </a:r>
            </a:p>
          </p:txBody>
        </p:sp>
        <p:sp>
          <p:nvSpPr>
            <p:cNvPr id="29726" name="Oval 31">
              <a:extLst>
                <a:ext uri="{FF2B5EF4-FFF2-40B4-BE49-F238E27FC236}">
                  <a16:creationId xmlns:a16="http://schemas.microsoft.com/office/drawing/2014/main" id="{349DC932-F181-DE68-9B6A-1DC843994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5150" y="4473576"/>
              <a:ext cx="319088" cy="32067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2</a:t>
              </a:r>
            </a:p>
          </p:txBody>
        </p:sp>
        <p:sp>
          <p:nvSpPr>
            <p:cNvPr id="29727" name="Oval 32">
              <a:extLst>
                <a:ext uri="{FF2B5EF4-FFF2-40B4-BE49-F238E27FC236}">
                  <a16:creationId xmlns:a16="http://schemas.microsoft.com/office/drawing/2014/main" id="{3CB6C6A3-DC70-5B9F-3427-A5B4D9EA8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1364" y="4473576"/>
              <a:ext cx="319087" cy="320675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5</a:t>
              </a:r>
            </a:p>
          </p:txBody>
        </p:sp>
        <p:sp>
          <p:nvSpPr>
            <p:cNvPr id="29728" name="Oval 33">
              <a:extLst>
                <a:ext uri="{FF2B5EF4-FFF2-40B4-BE49-F238E27FC236}">
                  <a16:creationId xmlns:a16="http://schemas.microsoft.com/office/drawing/2014/main" id="{4AA7AF86-CFEA-FACA-A88D-B3E1ED808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8739" y="4968876"/>
              <a:ext cx="320675" cy="320675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7</a:t>
              </a:r>
            </a:p>
          </p:txBody>
        </p:sp>
        <p:sp>
          <p:nvSpPr>
            <p:cNvPr id="29729" name="Rectangle 34">
              <a:extLst>
                <a:ext uri="{FF2B5EF4-FFF2-40B4-BE49-F238E27FC236}">
                  <a16:creationId xmlns:a16="http://schemas.microsoft.com/office/drawing/2014/main" id="{369FD7A9-BDBC-616B-1CA3-41963203CEA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431089" y="5545139"/>
              <a:ext cx="230187" cy="2301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29730" name="Rectangle 35">
              <a:extLst>
                <a:ext uri="{FF2B5EF4-FFF2-40B4-BE49-F238E27FC236}">
                  <a16:creationId xmlns:a16="http://schemas.microsoft.com/office/drawing/2014/main" id="{4822CC7C-5405-FDD5-C76B-1220075C2F2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016876" y="5545139"/>
              <a:ext cx="231775" cy="2301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29731" name="Rectangle 36">
              <a:extLst>
                <a:ext uri="{FF2B5EF4-FFF2-40B4-BE49-F238E27FC236}">
                  <a16:creationId xmlns:a16="http://schemas.microsoft.com/office/drawing/2014/main" id="{4F0549E9-EA67-2AB4-F02A-34A47483D4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986964" y="5013326"/>
              <a:ext cx="230187" cy="23177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29732" name="AutoShape 37">
              <a:extLst>
                <a:ext uri="{FF2B5EF4-FFF2-40B4-BE49-F238E27FC236}">
                  <a16:creationId xmlns:a16="http://schemas.microsoft.com/office/drawing/2014/main" id="{8B6A0D08-5ADC-7127-016F-6BC2F0E169D5}"/>
                </a:ext>
              </a:extLst>
            </p:cNvPr>
            <p:cNvCxnSpPr>
              <a:cxnSpLocks noChangeShapeType="1"/>
              <a:stCxn id="29725" idx="3"/>
              <a:endCxn id="29727" idx="7"/>
            </p:cNvCxnSpPr>
            <p:nvPr/>
          </p:nvCxnSpPr>
          <p:spPr bwMode="auto">
            <a:xfrm flipH="1">
              <a:off x="7364414" y="4254501"/>
              <a:ext cx="727075" cy="25717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33" name="AutoShape 38">
              <a:extLst>
                <a:ext uri="{FF2B5EF4-FFF2-40B4-BE49-F238E27FC236}">
                  <a16:creationId xmlns:a16="http://schemas.microsoft.com/office/drawing/2014/main" id="{8411D574-AF34-2A9D-D102-CEA168507748}"/>
                </a:ext>
              </a:extLst>
            </p:cNvPr>
            <p:cNvCxnSpPr>
              <a:cxnSpLocks noChangeShapeType="1"/>
              <a:stCxn id="29726" idx="1"/>
              <a:endCxn id="29725" idx="5"/>
            </p:cNvCxnSpPr>
            <p:nvPr/>
          </p:nvCxnSpPr>
          <p:spPr bwMode="auto">
            <a:xfrm flipH="1" flipV="1">
              <a:off x="8316914" y="4254500"/>
              <a:ext cx="1184275" cy="2476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34" name="AutoShape 39">
              <a:extLst>
                <a:ext uri="{FF2B5EF4-FFF2-40B4-BE49-F238E27FC236}">
                  <a16:creationId xmlns:a16="http://schemas.microsoft.com/office/drawing/2014/main" id="{438A25BD-A0F1-2C37-B405-16FC9BD2D893}"/>
                </a:ext>
              </a:extLst>
            </p:cNvPr>
            <p:cNvCxnSpPr>
              <a:cxnSpLocks noChangeShapeType="1"/>
              <a:stCxn id="29731" idx="0"/>
              <a:endCxn id="29726" idx="5"/>
            </p:cNvCxnSpPr>
            <p:nvPr/>
          </p:nvCxnSpPr>
          <p:spPr bwMode="auto">
            <a:xfrm flipH="1" flipV="1">
              <a:off x="9728200" y="4765676"/>
              <a:ext cx="374650" cy="2381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35" name="AutoShape 40">
              <a:extLst>
                <a:ext uri="{FF2B5EF4-FFF2-40B4-BE49-F238E27FC236}">
                  <a16:creationId xmlns:a16="http://schemas.microsoft.com/office/drawing/2014/main" id="{488A71EB-3EB0-CD58-D44F-FFECAC5F83D7}"/>
                </a:ext>
              </a:extLst>
            </p:cNvPr>
            <p:cNvCxnSpPr>
              <a:cxnSpLocks noChangeShapeType="1"/>
              <a:stCxn id="29745" idx="7"/>
              <a:endCxn id="29726" idx="3"/>
            </p:cNvCxnSpPr>
            <p:nvPr/>
          </p:nvCxnSpPr>
          <p:spPr bwMode="auto">
            <a:xfrm flipV="1">
              <a:off x="9234488" y="4765676"/>
              <a:ext cx="266700" cy="231775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36" name="AutoShape 41">
              <a:extLst>
                <a:ext uri="{FF2B5EF4-FFF2-40B4-BE49-F238E27FC236}">
                  <a16:creationId xmlns:a16="http://schemas.microsoft.com/office/drawing/2014/main" id="{B8F880DC-C82C-4EB4-582F-2D01E13B08A6}"/>
                </a:ext>
              </a:extLst>
            </p:cNvPr>
            <p:cNvCxnSpPr>
              <a:cxnSpLocks noChangeShapeType="1"/>
              <a:stCxn id="29730" idx="0"/>
              <a:endCxn id="29728" idx="5"/>
            </p:cNvCxnSpPr>
            <p:nvPr/>
          </p:nvCxnSpPr>
          <p:spPr bwMode="auto">
            <a:xfrm flipH="1" flipV="1">
              <a:off x="7951789" y="5251451"/>
              <a:ext cx="180975" cy="28416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37" name="AutoShape 42">
              <a:extLst>
                <a:ext uri="{FF2B5EF4-FFF2-40B4-BE49-F238E27FC236}">
                  <a16:creationId xmlns:a16="http://schemas.microsoft.com/office/drawing/2014/main" id="{AAD45091-63A0-D952-076C-DF011F3F15EF}"/>
                </a:ext>
              </a:extLst>
            </p:cNvPr>
            <p:cNvCxnSpPr>
              <a:cxnSpLocks noChangeShapeType="1"/>
              <a:stCxn id="29729" idx="0"/>
              <a:endCxn id="29728" idx="3"/>
            </p:cNvCxnSpPr>
            <p:nvPr/>
          </p:nvCxnSpPr>
          <p:spPr bwMode="auto">
            <a:xfrm flipV="1">
              <a:off x="7546975" y="5251451"/>
              <a:ext cx="179388" cy="28416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38" name="AutoShape 43">
              <a:extLst>
                <a:ext uri="{FF2B5EF4-FFF2-40B4-BE49-F238E27FC236}">
                  <a16:creationId xmlns:a16="http://schemas.microsoft.com/office/drawing/2014/main" id="{D722D1AB-13B1-1131-EFD4-55A3361F9CCE}"/>
                </a:ext>
              </a:extLst>
            </p:cNvPr>
            <p:cNvCxnSpPr>
              <a:cxnSpLocks noChangeShapeType="1"/>
              <a:stCxn id="29740" idx="7"/>
              <a:endCxn id="29727" idx="3"/>
            </p:cNvCxnSpPr>
            <p:nvPr/>
          </p:nvCxnSpPr>
          <p:spPr bwMode="auto">
            <a:xfrm flipV="1">
              <a:off x="6777038" y="4756151"/>
              <a:ext cx="360362" cy="2508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39" name="AutoShape 44">
              <a:extLst>
                <a:ext uri="{FF2B5EF4-FFF2-40B4-BE49-F238E27FC236}">
                  <a16:creationId xmlns:a16="http://schemas.microsoft.com/office/drawing/2014/main" id="{C63C6B1D-E239-5643-7A1C-BE9CDECC8A4A}"/>
                </a:ext>
              </a:extLst>
            </p:cNvPr>
            <p:cNvCxnSpPr>
              <a:cxnSpLocks noChangeShapeType="1"/>
              <a:stCxn id="29728" idx="1"/>
              <a:endCxn id="29727" idx="5"/>
            </p:cNvCxnSpPr>
            <p:nvPr/>
          </p:nvCxnSpPr>
          <p:spPr bwMode="auto">
            <a:xfrm flipH="1" flipV="1">
              <a:off x="7364413" y="4756151"/>
              <a:ext cx="361950" cy="2508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40" name="Oval 45">
              <a:extLst>
                <a:ext uri="{FF2B5EF4-FFF2-40B4-BE49-F238E27FC236}">
                  <a16:creationId xmlns:a16="http://schemas.microsoft.com/office/drawing/2014/main" id="{7A641F2A-92F3-5BFF-241C-130CC61A5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3989" y="4968876"/>
              <a:ext cx="319087" cy="320675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9</a:t>
              </a:r>
            </a:p>
          </p:txBody>
        </p:sp>
        <p:sp>
          <p:nvSpPr>
            <p:cNvPr id="29741" name="Rectangle 46">
              <a:extLst>
                <a:ext uri="{FF2B5EF4-FFF2-40B4-BE49-F238E27FC236}">
                  <a16:creationId xmlns:a16="http://schemas.microsoft.com/office/drawing/2014/main" id="{1B9B30E0-D48C-F82E-C742-525CF2C87C5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54750" y="5545139"/>
              <a:ext cx="230188" cy="2301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29742" name="Rectangle 47">
              <a:extLst>
                <a:ext uri="{FF2B5EF4-FFF2-40B4-BE49-F238E27FC236}">
                  <a16:creationId xmlns:a16="http://schemas.microsoft.com/office/drawing/2014/main" id="{C1327F99-2BFD-B9D8-D9DD-8791B058287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42125" y="5545139"/>
              <a:ext cx="230188" cy="2301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29743" name="AutoShape 48">
              <a:extLst>
                <a:ext uri="{FF2B5EF4-FFF2-40B4-BE49-F238E27FC236}">
                  <a16:creationId xmlns:a16="http://schemas.microsoft.com/office/drawing/2014/main" id="{0C9C3FF9-E0F4-BBEF-02EE-3C4908E6EE99}"/>
                </a:ext>
              </a:extLst>
            </p:cNvPr>
            <p:cNvCxnSpPr>
              <a:cxnSpLocks noChangeShapeType="1"/>
              <a:stCxn id="29742" idx="0"/>
              <a:endCxn id="29740" idx="5"/>
            </p:cNvCxnSpPr>
            <p:nvPr/>
          </p:nvCxnSpPr>
          <p:spPr bwMode="auto">
            <a:xfrm flipH="1" flipV="1">
              <a:off x="6777039" y="5251451"/>
              <a:ext cx="180975" cy="28416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44" name="AutoShape 49">
              <a:extLst>
                <a:ext uri="{FF2B5EF4-FFF2-40B4-BE49-F238E27FC236}">
                  <a16:creationId xmlns:a16="http://schemas.microsoft.com/office/drawing/2014/main" id="{ECB14914-F71C-3255-04CD-0A60FA96200D}"/>
                </a:ext>
              </a:extLst>
            </p:cNvPr>
            <p:cNvCxnSpPr>
              <a:cxnSpLocks noChangeShapeType="1"/>
              <a:stCxn id="29741" idx="0"/>
              <a:endCxn id="29740" idx="3"/>
            </p:cNvCxnSpPr>
            <p:nvPr/>
          </p:nvCxnSpPr>
          <p:spPr bwMode="auto">
            <a:xfrm flipV="1">
              <a:off x="6370639" y="5251451"/>
              <a:ext cx="179387" cy="28416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45" name="Oval 50">
              <a:extLst>
                <a:ext uri="{FF2B5EF4-FFF2-40B4-BE49-F238E27FC236}">
                  <a16:creationId xmlns:a16="http://schemas.microsoft.com/office/drawing/2014/main" id="{6A3D17F5-FC9F-5124-2882-A0A9358A1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1439" y="4968876"/>
              <a:ext cx="320675" cy="32067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6</a:t>
              </a:r>
            </a:p>
          </p:txBody>
        </p:sp>
        <p:sp>
          <p:nvSpPr>
            <p:cNvPr id="29746" name="Rectangle 51">
              <a:extLst>
                <a:ext uri="{FF2B5EF4-FFF2-40B4-BE49-F238E27FC236}">
                  <a16:creationId xmlns:a16="http://schemas.microsoft.com/office/drawing/2014/main" id="{3A3601C8-3D4F-DC10-E4D3-C9FCDB3D664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713789" y="5545139"/>
              <a:ext cx="230187" cy="2301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29747" name="Rectangle 52">
              <a:extLst>
                <a:ext uri="{FF2B5EF4-FFF2-40B4-BE49-F238E27FC236}">
                  <a16:creationId xmlns:a16="http://schemas.microsoft.com/office/drawing/2014/main" id="{338C994D-DCFF-F7F0-A52A-D517CAE20F8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299576" y="5545139"/>
              <a:ext cx="231775" cy="2301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29748" name="AutoShape 53">
              <a:extLst>
                <a:ext uri="{FF2B5EF4-FFF2-40B4-BE49-F238E27FC236}">
                  <a16:creationId xmlns:a16="http://schemas.microsoft.com/office/drawing/2014/main" id="{901916A6-3CA4-06BE-EF1A-51EA0DF065A3}"/>
                </a:ext>
              </a:extLst>
            </p:cNvPr>
            <p:cNvCxnSpPr>
              <a:cxnSpLocks noChangeShapeType="1"/>
              <a:stCxn id="29747" idx="0"/>
              <a:endCxn id="29745" idx="5"/>
            </p:cNvCxnSpPr>
            <p:nvPr/>
          </p:nvCxnSpPr>
          <p:spPr bwMode="auto">
            <a:xfrm flipH="1" flipV="1">
              <a:off x="9234489" y="5260975"/>
              <a:ext cx="180975" cy="27463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49" name="AutoShape 54">
              <a:extLst>
                <a:ext uri="{FF2B5EF4-FFF2-40B4-BE49-F238E27FC236}">
                  <a16:creationId xmlns:a16="http://schemas.microsoft.com/office/drawing/2014/main" id="{BD3BEF33-5A5B-9E8F-9A46-ECF1D5EBC520}"/>
                </a:ext>
              </a:extLst>
            </p:cNvPr>
            <p:cNvCxnSpPr>
              <a:cxnSpLocks noChangeShapeType="1"/>
              <a:stCxn id="29746" idx="0"/>
              <a:endCxn id="29745" idx="3"/>
            </p:cNvCxnSpPr>
            <p:nvPr/>
          </p:nvCxnSpPr>
          <p:spPr bwMode="auto">
            <a:xfrm flipV="1">
              <a:off x="8829675" y="5260975"/>
              <a:ext cx="179388" cy="27463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50" name="Text Box 55">
              <a:extLst>
                <a:ext uri="{FF2B5EF4-FFF2-40B4-BE49-F238E27FC236}">
                  <a16:creationId xmlns:a16="http://schemas.microsoft.com/office/drawing/2014/main" id="{92B13F1B-CDBC-E1AB-5E1B-DC84409B87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94738" y="4724400"/>
              <a:ext cx="3032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latin typeface="Times New Roman" panose="02020603050405020304" pitchFamily="18" charset="0"/>
                </a:rPr>
                <a:t>z</a:t>
              </a:r>
            </a:p>
          </p:txBody>
        </p:sp>
        <p:cxnSp>
          <p:nvCxnSpPr>
            <p:cNvPr id="29751" name="AutoShape 56">
              <a:extLst>
                <a:ext uri="{FF2B5EF4-FFF2-40B4-BE49-F238E27FC236}">
                  <a16:creationId xmlns:a16="http://schemas.microsoft.com/office/drawing/2014/main" id="{4100F950-EC13-AC92-33B4-71EB2D29011B}"/>
                </a:ext>
              </a:extLst>
            </p:cNvPr>
            <p:cNvCxnSpPr>
              <a:cxnSpLocks noChangeShapeType="1"/>
              <a:stCxn id="29726" idx="0"/>
              <a:endCxn id="29725" idx="7"/>
            </p:cNvCxnSpPr>
            <p:nvPr/>
          </p:nvCxnSpPr>
          <p:spPr bwMode="auto">
            <a:xfrm rot="5400000" flipH="1">
              <a:off x="8733633" y="3572670"/>
              <a:ext cx="465137" cy="1298575"/>
            </a:xfrm>
            <a:prstGeom prst="curvedConnector3">
              <a:avLst>
                <a:gd name="adj1" fmla="val 125597"/>
              </a:avLst>
            </a:prstGeom>
            <a:noFill/>
            <a:ln w="19050">
              <a:solidFill>
                <a:schemeClr val="tx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52" name="AutoShape 57">
              <a:extLst>
                <a:ext uri="{FF2B5EF4-FFF2-40B4-BE49-F238E27FC236}">
                  <a16:creationId xmlns:a16="http://schemas.microsoft.com/office/drawing/2014/main" id="{E732CB2F-6AED-9D79-B2B0-3B4E2821B0EF}"/>
                </a:ext>
              </a:extLst>
            </p:cNvPr>
            <p:cNvCxnSpPr>
              <a:cxnSpLocks noChangeShapeType="1"/>
              <a:stCxn id="29726" idx="2"/>
              <a:endCxn id="29745" idx="1"/>
            </p:cNvCxnSpPr>
            <p:nvPr/>
          </p:nvCxnSpPr>
          <p:spPr bwMode="auto">
            <a:xfrm rot="10800000" flipV="1">
              <a:off x="9009064" y="4633914"/>
              <a:ext cx="427037" cy="363537"/>
            </a:xfrm>
            <a:prstGeom prst="curvedConnector2">
              <a:avLst/>
            </a:prstGeom>
            <a:noFill/>
            <a:ln w="19050">
              <a:solidFill>
                <a:schemeClr val="tx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53" name="AutoShape 58">
              <a:extLst>
                <a:ext uri="{FF2B5EF4-FFF2-40B4-BE49-F238E27FC236}">
                  <a16:creationId xmlns:a16="http://schemas.microsoft.com/office/drawing/2014/main" id="{C223B0EF-9F4E-2836-80DA-89D2D33BAE1E}"/>
                </a:ext>
              </a:extLst>
            </p:cNvPr>
            <p:cNvCxnSpPr>
              <a:cxnSpLocks noChangeShapeType="1"/>
              <a:stCxn id="29700" idx="2"/>
              <a:endCxn id="29719" idx="0"/>
            </p:cNvCxnSpPr>
            <p:nvPr/>
          </p:nvCxnSpPr>
          <p:spPr bwMode="auto">
            <a:xfrm rot="10800000" flipV="1">
              <a:off x="4924426" y="4633913"/>
              <a:ext cx="314325" cy="315912"/>
            </a:xfrm>
            <a:prstGeom prst="curvedConnector2">
              <a:avLst/>
            </a:prstGeom>
            <a:noFill/>
            <a:ln w="19050">
              <a:solidFill>
                <a:schemeClr val="tx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987419C0-568D-1CEA-A34E-B6E2B4D6D7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Removal from a Heap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B0BD5B5E-0981-5D6D-BEC6-F2401FC92D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67977" y="1421607"/>
            <a:ext cx="3505200" cy="45720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Method </a:t>
            </a:r>
            <a:r>
              <a:rPr lang="en-US" altLang="en-US" sz="2000" b="1" dirty="0" err="1"/>
              <a:t>removeMin</a:t>
            </a:r>
            <a:r>
              <a:rPr lang="en-US" altLang="en-US" sz="2000" dirty="0"/>
              <a:t> of the priority queue ADT corresponds to the removal of the </a:t>
            </a:r>
            <a:r>
              <a:rPr lang="en-US" altLang="en-US" sz="2000" i="1" dirty="0">
                <a:solidFill>
                  <a:srgbClr val="C00000"/>
                </a:solidFill>
              </a:rPr>
              <a:t>root</a:t>
            </a:r>
            <a:r>
              <a:rPr lang="en-US" altLang="en-US" sz="2000" dirty="0"/>
              <a:t> key from the heap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removal algorithm consists of three steps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Replace the </a:t>
            </a:r>
            <a:r>
              <a:rPr lang="en-US" altLang="en-US" sz="1800" i="1" dirty="0">
                <a:solidFill>
                  <a:srgbClr val="C00000"/>
                </a:solidFill>
              </a:rPr>
              <a:t>root</a:t>
            </a:r>
            <a:r>
              <a:rPr lang="en-US" altLang="en-US" sz="1800" dirty="0"/>
              <a:t> key with the key of the last node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w</a:t>
            </a:r>
            <a:endParaRPr lang="en-US" altLang="en-US" sz="18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Compress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w</a:t>
            </a:r>
            <a:r>
              <a:rPr lang="en-US" altLang="en-US" sz="1800" dirty="0"/>
              <a:t> and its children into a leaf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Restore the heap-order property (discussed next)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CD8DD7A-3A4E-725F-38ED-107D15DCFBE4}"/>
              </a:ext>
            </a:extLst>
          </p:cNvPr>
          <p:cNvGrpSpPr/>
          <p:nvPr/>
        </p:nvGrpSpPr>
        <p:grpSpPr>
          <a:xfrm>
            <a:off x="6012050" y="1650206"/>
            <a:ext cx="3263900" cy="4114801"/>
            <a:chOff x="6565900" y="1600200"/>
            <a:chExt cx="3263900" cy="4114801"/>
          </a:xfrm>
        </p:grpSpPr>
        <p:grpSp>
          <p:nvGrpSpPr>
            <p:cNvPr id="30723" name="Group 4">
              <a:extLst>
                <a:ext uri="{FF2B5EF4-FFF2-40B4-BE49-F238E27FC236}">
                  <a16:creationId xmlns:a16="http://schemas.microsoft.com/office/drawing/2014/main" id="{BBFE7264-8FAF-C64B-621A-5FFA2D0CCB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42100" y="1600200"/>
              <a:ext cx="3170238" cy="1828800"/>
              <a:chOff x="3024" y="1296"/>
              <a:chExt cx="2381" cy="1373"/>
            </a:xfrm>
          </p:grpSpPr>
          <p:sp>
            <p:nvSpPr>
              <p:cNvPr id="30745" name="Oval 5">
                <a:extLst>
                  <a:ext uri="{FF2B5EF4-FFF2-40B4-BE49-F238E27FC236}">
                    <a16:creationId xmlns:a16="http://schemas.microsoft.com/office/drawing/2014/main" id="{2EA1DFF8-CD10-251F-E98D-5A69A3C76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12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  <a:sym typeface="Symbol" pitchFamily="2" charset="2"/>
                  </a:rPr>
                  <a:t>2</a:t>
                </a:r>
              </a:p>
            </p:txBody>
          </p:sp>
          <p:sp>
            <p:nvSpPr>
              <p:cNvPr id="30746" name="Oval 6">
                <a:extLst>
                  <a:ext uri="{FF2B5EF4-FFF2-40B4-BE49-F238E27FC236}">
                    <a16:creationId xmlns:a16="http://schemas.microsoft.com/office/drawing/2014/main" id="{83B70F2D-5845-9DF0-22AF-FF9C12430C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7" y="1680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  <a:sym typeface="Symbol" pitchFamily="2" charset="2"/>
                  </a:rPr>
                  <a:t>6</a:t>
                </a:r>
              </a:p>
            </p:txBody>
          </p:sp>
          <p:sp>
            <p:nvSpPr>
              <p:cNvPr id="30747" name="Oval 7">
                <a:extLst>
                  <a:ext uri="{FF2B5EF4-FFF2-40B4-BE49-F238E27FC236}">
                    <a16:creationId xmlns:a16="http://schemas.microsoft.com/office/drawing/2014/main" id="{94BE3578-659F-4D5B-DA3D-C268CDF80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2" y="1680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  <a:sym typeface="Symbol" pitchFamily="2" charset="2"/>
                  </a:rPr>
                  <a:t>5</a:t>
                </a:r>
              </a:p>
            </p:txBody>
          </p:sp>
          <p:sp>
            <p:nvSpPr>
              <p:cNvPr id="30748" name="Oval 8">
                <a:extLst>
                  <a:ext uri="{FF2B5EF4-FFF2-40B4-BE49-F238E27FC236}">
                    <a16:creationId xmlns:a16="http://schemas.microsoft.com/office/drawing/2014/main" id="{FC4F2EE8-93CD-6321-4A7C-3BC9F1E861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4" y="206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2"/>
                    </a:solidFill>
                    <a:latin typeface="Times New Roman" panose="02020603050405020304" pitchFamily="18" charset="0"/>
                    <a:sym typeface="Symbol" pitchFamily="2" charset="2"/>
                  </a:rPr>
                  <a:t>7</a:t>
                </a:r>
              </a:p>
            </p:txBody>
          </p:sp>
          <p:sp>
            <p:nvSpPr>
              <p:cNvPr id="30749" name="Rectangle 9">
                <a:extLst>
                  <a:ext uri="{FF2B5EF4-FFF2-40B4-BE49-F238E27FC236}">
                    <a16:creationId xmlns:a16="http://schemas.microsoft.com/office/drawing/2014/main" id="{AD49DA7C-5672-DD06-64BB-0E4A2BDE94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07" y="2496"/>
                <a:ext cx="173" cy="173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30750" name="Rectangle 10">
                <a:extLst>
                  <a:ext uri="{FF2B5EF4-FFF2-40B4-BE49-F238E27FC236}">
                    <a16:creationId xmlns:a16="http://schemas.microsoft.com/office/drawing/2014/main" id="{FD6B5430-7014-0B2F-F238-AA9CA2381B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48" y="2496"/>
                <a:ext cx="173" cy="173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30751" name="Rectangle 11">
                <a:extLst>
                  <a:ext uri="{FF2B5EF4-FFF2-40B4-BE49-F238E27FC236}">
                    <a16:creationId xmlns:a16="http://schemas.microsoft.com/office/drawing/2014/main" id="{9042C46C-110A-5FFF-4515-2955CBFF0B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790" y="2064"/>
                <a:ext cx="173" cy="173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30752" name="Rectangle 12">
                <a:extLst>
                  <a:ext uri="{FF2B5EF4-FFF2-40B4-BE49-F238E27FC236}">
                    <a16:creationId xmlns:a16="http://schemas.microsoft.com/office/drawing/2014/main" id="{D955D667-F060-5D4C-41A9-002DDE1418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232" y="2064"/>
                <a:ext cx="173" cy="173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Tahoma" panose="020B0604030504040204" pitchFamily="34" charset="0"/>
                </a:endParaRPr>
              </a:p>
            </p:txBody>
          </p:sp>
          <p:cxnSp>
            <p:nvCxnSpPr>
              <p:cNvPr id="30753" name="AutoShape 13">
                <a:extLst>
                  <a:ext uri="{FF2B5EF4-FFF2-40B4-BE49-F238E27FC236}">
                    <a16:creationId xmlns:a16="http://schemas.microsoft.com/office/drawing/2014/main" id="{0F7FCF14-C1AE-2746-62DA-3A1FE2E83AEE}"/>
                  </a:ext>
                </a:extLst>
              </p:cNvPr>
              <p:cNvCxnSpPr>
                <a:cxnSpLocks noChangeShapeType="1"/>
                <a:stCxn id="30745" idx="3"/>
                <a:endCxn id="30747" idx="7"/>
              </p:cNvCxnSpPr>
              <p:nvPr/>
            </p:nvCxnSpPr>
            <p:spPr bwMode="auto">
              <a:xfrm flipH="1">
                <a:off x="3857" y="1507"/>
                <a:ext cx="546" cy="202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754" name="AutoShape 14">
                <a:extLst>
                  <a:ext uri="{FF2B5EF4-FFF2-40B4-BE49-F238E27FC236}">
                    <a16:creationId xmlns:a16="http://schemas.microsoft.com/office/drawing/2014/main" id="{C8B8C148-B786-09F7-6147-9D4DF85E15C0}"/>
                  </a:ext>
                </a:extLst>
              </p:cNvPr>
              <p:cNvCxnSpPr>
                <a:cxnSpLocks noChangeShapeType="1"/>
                <a:stCxn id="30746" idx="1"/>
                <a:endCxn id="30745" idx="5"/>
              </p:cNvCxnSpPr>
              <p:nvPr/>
            </p:nvCxnSpPr>
            <p:spPr bwMode="auto">
              <a:xfrm flipH="1" flipV="1">
                <a:off x="4573" y="1507"/>
                <a:ext cx="439" cy="202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755" name="AutoShape 15">
                <a:extLst>
                  <a:ext uri="{FF2B5EF4-FFF2-40B4-BE49-F238E27FC236}">
                    <a16:creationId xmlns:a16="http://schemas.microsoft.com/office/drawing/2014/main" id="{55683BB1-725E-EB6F-49BC-DEDE16D6DDCA}"/>
                  </a:ext>
                </a:extLst>
              </p:cNvPr>
              <p:cNvCxnSpPr>
                <a:cxnSpLocks noChangeShapeType="1"/>
                <a:stCxn id="30752" idx="0"/>
                <a:endCxn id="30746" idx="5"/>
              </p:cNvCxnSpPr>
              <p:nvPr/>
            </p:nvCxnSpPr>
            <p:spPr bwMode="auto">
              <a:xfrm flipH="1" flipV="1">
                <a:off x="5182" y="1891"/>
                <a:ext cx="137" cy="167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756" name="AutoShape 16">
                <a:extLst>
                  <a:ext uri="{FF2B5EF4-FFF2-40B4-BE49-F238E27FC236}">
                    <a16:creationId xmlns:a16="http://schemas.microsoft.com/office/drawing/2014/main" id="{7D6188FB-EC7E-F36F-0728-AF71CC67A344}"/>
                  </a:ext>
                </a:extLst>
              </p:cNvPr>
              <p:cNvCxnSpPr>
                <a:cxnSpLocks noChangeShapeType="1"/>
                <a:stCxn id="30751" idx="0"/>
                <a:endCxn id="30746" idx="3"/>
              </p:cNvCxnSpPr>
              <p:nvPr/>
            </p:nvCxnSpPr>
            <p:spPr bwMode="auto">
              <a:xfrm flipV="1">
                <a:off x="4877" y="1891"/>
                <a:ext cx="135" cy="167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757" name="AutoShape 17">
                <a:extLst>
                  <a:ext uri="{FF2B5EF4-FFF2-40B4-BE49-F238E27FC236}">
                    <a16:creationId xmlns:a16="http://schemas.microsoft.com/office/drawing/2014/main" id="{87FB3091-87B2-DC41-FB5D-35703F711B54}"/>
                  </a:ext>
                </a:extLst>
              </p:cNvPr>
              <p:cNvCxnSpPr>
                <a:cxnSpLocks noChangeShapeType="1"/>
                <a:stCxn id="30750" idx="0"/>
                <a:endCxn id="30748" idx="5"/>
              </p:cNvCxnSpPr>
              <p:nvPr/>
            </p:nvCxnSpPr>
            <p:spPr bwMode="auto">
              <a:xfrm flipH="1" flipV="1">
                <a:off x="4299" y="2275"/>
                <a:ext cx="136" cy="21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758" name="AutoShape 18">
                <a:extLst>
                  <a:ext uri="{FF2B5EF4-FFF2-40B4-BE49-F238E27FC236}">
                    <a16:creationId xmlns:a16="http://schemas.microsoft.com/office/drawing/2014/main" id="{910B8CFC-5639-0120-B3A1-A0241FB65E18}"/>
                  </a:ext>
                </a:extLst>
              </p:cNvPr>
              <p:cNvCxnSpPr>
                <a:cxnSpLocks noChangeShapeType="1"/>
                <a:stCxn id="30749" idx="0"/>
                <a:endCxn id="30748" idx="3"/>
              </p:cNvCxnSpPr>
              <p:nvPr/>
            </p:nvCxnSpPr>
            <p:spPr bwMode="auto">
              <a:xfrm flipV="1">
                <a:off x="3994" y="2275"/>
                <a:ext cx="135" cy="21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759" name="AutoShape 19">
                <a:extLst>
                  <a:ext uri="{FF2B5EF4-FFF2-40B4-BE49-F238E27FC236}">
                    <a16:creationId xmlns:a16="http://schemas.microsoft.com/office/drawing/2014/main" id="{D0B4812B-638B-3E28-B616-2D5953FA1A58}"/>
                  </a:ext>
                </a:extLst>
              </p:cNvPr>
              <p:cNvCxnSpPr>
                <a:cxnSpLocks noChangeShapeType="1"/>
                <a:stCxn id="30761" idx="7"/>
                <a:endCxn id="30747" idx="3"/>
              </p:cNvCxnSpPr>
              <p:nvPr/>
            </p:nvCxnSpPr>
            <p:spPr bwMode="auto">
              <a:xfrm flipV="1">
                <a:off x="3416" y="1891"/>
                <a:ext cx="271" cy="202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760" name="AutoShape 20">
                <a:extLst>
                  <a:ext uri="{FF2B5EF4-FFF2-40B4-BE49-F238E27FC236}">
                    <a16:creationId xmlns:a16="http://schemas.microsoft.com/office/drawing/2014/main" id="{4681FD08-1C43-F84A-00F5-D23347F98126}"/>
                  </a:ext>
                </a:extLst>
              </p:cNvPr>
              <p:cNvCxnSpPr>
                <a:cxnSpLocks noChangeShapeType="1"/>
                <a:stCxn id="30748" idx="1"/>
                <a:endCxn id="30747" idx="5"/>
              </p:cNvCxnSpPr>
              <p:nvPr/>
            </p:nvCxnSpPr>
            <p:spPr bwMode="auto">
              <a:xfrm flipH="1" flipV="1">
                <a:off x="3857" y="1891"/>
                <a:ext cx="272" cy="202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0761" name="Oval 21">
                <a:extLst>
                  <a:ext uri="{FF2B5EF4-FFF2-40B4-BE49-F238E27FC236}">
                    <a16:creationId xmlns:a16="http://schemas.microsoft.com/office/drawing/2014/main" id="{3531427F-6551-8EE4-9EF4-B56B86C396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1" y="206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  <a:sym typeface="Symbol" pitchFamily="2" charset="2"/>
                  </a:rPr>
                  <a:t>9</a:t>
                </a:r>
              </a:p>
            </p:txBody>
          </p:sp>
          <p:sp>
            <p:nvSpPr>
              <p:cNvPr id="30762" name="Rectangle 22">
                <a:extLst>
                  <a:ext uri="{FF2B5EF4-FFF2-40B4-BE49-F238E27FC236}">
                    <a16:creationId xmlns:a16="http://schemas.microsoft.com/office/drawing/2014/main" id="{2132E8B6-EECB-FC61-F9A1-3EB3A0C08E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24" y="2496"/>
                <a:ext cx="173" cy="173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30763" name="Rectangle 23">
                <a:extLst>
                  <a:ext uri="{FF2B5EF4-FFF2-40B4-BE49-F238E27FC236}">
                    <a16:creationId xmlns:a16="http://schemas.microsoft.com/office/drawing/2014/main" id="{D183E7E5-E15B-2FBD-00B5-0E1F92C160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65" y="2496"/>
                <a:ext cx="173" cy="173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Tahoma" panose="020B0604030504040204" pitchFamily="34" charset="0"/>
                </a:endParaRPr>
              </a:p>
            </p:txBody>
          </p:sp>
          <p:cxnSp>
            <p:nvCxnSpPr>
              <p:cNvPr id="30764" name="AutoShape 24">
                <a:extLst>
                  <a:ext uri="{FF2B5EF4-FFF2-40B4-BE49-F238E27FC236}">
                    <a16:creationId xmlns:a16="http://schemas.microsoft.com/office/drawing/2014/main" id="{ED904471-64B6-1B55-40F4-070F3BFB61D2}"/>
                  </a:ext>
                </a:extLst>
              </p:cNvPr>
              <p:cNvCxnSpPr>
                <a:cxnSpLocks noChangeShapeType="1"/>
                <a:stCxn id="30763" idx="0"/>
                <a:endCxn id="30761" idx="5"/>
              </p:cNvCxnSpPr>
              <p:nvPr/>
            </p:nvCxnSpPr>
            <p:spPr bwMode="auto">
              <a:xfrm flipH="1" flipV="1">
                <a:off x="3416" y="2275"/>
                <a:ext cx="136" cy="21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765" name="AutoShape 25">
                <a:extLst>
                  <a:ext uri="{FF2B5EF4-FFF2-40B4-BE49-F238E27FC236}">
                    <a16:creationId xmlns:a16="http://schemas.microsoft.com/office/drawing/2014/main" id="{166C7D9D-64DF-3EC7-C4A4-ADA6B5290DE4}"/>
                  </a:ext>
                </a:extLst>
              </p:cNvPr>
              <p:cNvCxnSpPr>
                <a:cxnSpLocks noChangeShapeType="1"/>
                <a:stCxn id="30762" idx="0"/>
                <a:endCxn id="30761" idx="3"/>
              </p:cNvCxnSpPr>
              <p:nvPr/>
            </p:nvCxnSpPr>
            <p:spPr bwMode="auto">
              <a:xfrm flipV="1">
                <a:off x="3111" y="2275"/>
                <a:ext cx="135" cy="21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0724" name="Freeform 26">
              <a:extLst>
                <a:ext uri="{FF2B5EF4-FFF2-40B4-BE49-F238E27FC236}">
                  <a16:creationId xmlns:a16="http://schemas.microsoft.com/office/drawing/2014/main" id="{756E490D-9980-73B4-20A1-F299CDEC2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4700" y="2827338"/>
              <a:ext cx="895350" cy="411162"/>
            </a:xfrm>
            <a:custGeom>
              <a:avLst/>
              <a:gdLst>
                <a:gd name="T0" fmla="*/ 2147483646 w 564"/>
                <a:gd name="T1" fmla="*/ 2147483646 h 259"/>
                <a:gd name="T2" fmla="*/ 2147483646 w 564"/>
                <a:gd name="T3" fmla="*/ 2147483646 h 259"/>
                <a:gd name="T4" fmla="*/ 0 w 564"/>
                <a:gd name="T5" fmla="*/ 2147483646 h 259"/>
                <a:gd name="T6" fmla="*/ 0 60000 65536"/>
                <a:gd name="T7" fmla="*/ 0 60000 65536"/>
                <a:gd name="T8" fmla="*/ 0 60000 65536"/>
                <a:gd name="T9" fmla="*/ 0 w 564"/>
                <a:gd name="T10" fmla="*/ 0 h 259"/>
                <a:gd name="T11" fmla="*/ 564 w 564"/>
                <a:gd name="T12" fmla="*/ 259 h 2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4" h="259">
                  <a:moveTo>
                    <a:pt x="564" y="259"/>
                  </a:moveTo>
                  <a:cubicBezTo>
                    <a:pt x="525" y="223"/>
                    <a:pt x="418" y="86"/>
                    <a:pt x="324" y="43"/>
                  </a:cubicBezTo>
                  <a:cubicBezTo>
                    <a:pt x="230" y="0"/>
                    <a:pt x="67" y="10"/>
                    <a:pt x="0" y="1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5" name="Text Box 27">
              <a:extLst>
                <a:ext uri="{FF2B5EF4-FFF2-40B4-BE49-F238E27FC236}">
                  <a16:creationId xmlns:a16="http://schemas.microsoft.com/office/drawing/2014/main" id="{5D4BBE50-4659-F208-EF07-516324DC37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23300" y="3260726"/>
              <a:ext cx="12065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last node</a:t>
              </a:r>
            </a:p>
          </p:txBody>
        </p:sp>
        <p:sp>
          <p:nvSpPr>
            <p:cNvPr id="30726" name="Text Box 28">
              <a:extLst>
                <a:ext uri="{FF2B5EF4-FFF2-40B4-BE49-F238E27FC236}">
                  <a16:creationId xmlns:a16="http://schemas.microsoft.com/office/drawing/2014/main" id="{385C9B36-CBDE-C8D2-00F7-8AA032D917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7225" y="2314575"/>
              <a:ext cx="387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latin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30727" name="Oval 29">
              <a:extLst>
                <a:ext uri="{FF2B5EF4-FFF2-40B4-BE49-F238E27FC236}">
                  <a16:creationId xmlns:a16="http://schemas.microsoft.com/office/drawing/2014/main" id="{1328FDB7-8623-41AD-7A9A-CCBF48697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5014" y="3886200"/>
              <a:ext cx="320675" cy="319088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  <a:sym typeface="Symbol" pitchFamily="2" charset="2"/>
                </a:rPr>
                <a:t>7</a:t>
              </a:r>
            </a:p>
          </p:txBody>
        </p:sp>
        <p:sp>
          <p:nvSpPr>
            <p:cNvPr id="30728" name="Oval 30">
              <a:extLst>
                <a:ext uri="{FF2B5EF4-FFF2-40B4-BE49-F238E27FC236}">
                  <a16:creationId xmlns:a16="http://schemas.microsoft.com/office/drawing/2014/main" id="{04E66682-BB36-8FAF-BB40-8591EBA4D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6225" y="4397376"/>
              <a:ext cx="319088" cy="320675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6</a:t>
              </a:r>
            </a:p>
          </p:txBody>
        </p:sp>
        <p:sp>
          <p:nvSpPr>
            <p:cNvPr id="30729" name="Oval 31">
              <a:extLst>
                <a:ext uri="{FF2B5EF4-FFF2-40B4-BE49-F238E27FC236}">
                  <a16:creationId xmlns:a16="http://schemas.microsoft.com/office/drawing/2014/main" id="{354B0622-06AA-5369-283E-8D00A2691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2514" y="4397376"/>
              <a:ext cx="319087" cy="320675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5</a:t>
              </a:r>
            </a:p>
          </p:txBody>
        </p:sp>
        <p:sp>
          <p:nvSpPr>
            <p:cNvPr id="30730" name="Rectangle 32">
              <a:extLst>
                <a:ext uri="{FF2B5EF4-FFF2-40B4-BE49-F238E27FC236}">
                  <a16:creationId xmlns:a16="http://schemas.microsoft.com/office/drawing/2014/main" id="{CAF09D69-083F-39A1-64F8-ED019D39E7D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916989" y="4908551"/>
              <a:ext cx="230187" cy="23177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0731" name="Rectangle 33">
              <a:extLst>
                <a:ext uri="{FF2B5EF4-FFF2-40B4-BE49-F238E27FC236}">
                  <a16:creationId xmlns:a16="http://schemas.microsoft.com/office/drawing/2014/main" id="{42F800FE-BF54-BDCD-9014-D0D1C598045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505950" y="4908551"/>
              <a:ext cx="230188" cy="23177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0732" name="AutoShape 34">
              <a:extLst>
                <a:ext uri="{FF2B5EF4-FFF2-40B4-BE49-F238E27FC236}">
                  <a16:creationId xmlns:a16="http://schemas.microsoft.com/office/drawing/2014/main" id="{5ACE12A8-5EBA-1C27-D9C1-77633A34B532}"/>
                </a:ext>
              </a:extLst>
            </p:cNvPr>
            <p:cNvCxnSpPr>
              <a:cxnSpLocks noChangeShapeType="1"/>
              <a:stCxn id="30727" idx="3"/>
              <a:endCxn id="30729" idx="7"/>
            </p:cNvCxnSpPr>
            <p:nvPr/>
          </p:nvCxnSpPr>
          <p:spPr bwMode="auto">
            <a:xfrm flipH="1">
              <a:off x="7675564" y="4178301"/>
              <a:ext cx="727075" cy="25717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3" name="AutoShape 35">
              <a:extLst>
                <a:ext uri="{FF2B5EF4-FFF2-40B4-BE49-F238E27FC236}">
                  <a16:creationId xmlns:a16="http://schemas.microsoft.com/office/drawing/2014/main" id="{73410A57-B137-49B9-A469-A993F280E890}"/>
                </a:ext>
              </a:extLst>
            </p:cNvPr>
            <p:cNvCxnSpPr>
              <a:cxnSpLocks noChangeShapeType="1"/>
              <a:stCxn id="30728" idx="1"/>
              <a:endCxn id="30727" idx="5"/>
            </p:cNvCxnSpPr>
            <p:nvPr/>
          </p:nvCxnSpPr>
          <p:spPr bwMode="auto">
            <a:xfrm flipH="1" flipV="1">
              <a:off x="8628063" y="4178301"/>
              <a:ext cx="584200" cy="25717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4" name="AutoShape 36">
              <a:extLst>
                <a:ext uri="{FF2B5EF4-FFF2-40B4-BE49-F238E27FC236}">
                  <a16:creationId xmlns:a16="http://schemas.microsoft.com/office/drawing/2014/main" id="{F1A8FB04-54FB-0843-6CE4-2EE5614A37EF}"/>
                </a:ext>
              </a:extLst>
            </p:cNvPr>
            <p:cNvCxnSpPr>
              <a:cxnSpLocks noChangeShapeType="1"/>
              <a:stCxn id="30731" idx="0"/>
              <a:endCxn id="30728" idx="5"/>
            </p:cNvCxnSpPr>
            <p:nvPr/>
          </p:nvCxnSpPr>
          <p:spPr bwMode="auto">
            <a:xfrm flipH="1" flipV="1">
              <a:off x="9439276" y="4678363"/>
              <a:ext cx="182563" cy="2222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5" name="AutoShape 37">
              <a:extLst>
                <a:ext uri="{FF2B5EF4-FFF2-40B4-BE49-F238E27FC236}">
                  <a16:creationId xmlns:a16="http://schemas.microsoft.com/office/drawing/2014/main" id="{F2B1353B-3431-78E7-E0CA-1B3B0067D332}"/>
                </a:ext>
              </a:extLst>
            </p:cNvPr>
            <p:cNvCxnSpPr>
              <a:cxnSpLocks noChangeShapeType="1"/>
              <a:stCxn id="30730" idx="0"/>
              <a:endCxn id="30728" idx="3"/>
            </p:cNvCxnSpPr>
            <p:nvPr/>
          </p:nvCxnSpPr>
          <p:spPr bwMode="auto">
            <a:xfrm flipV="1">
              <a:off x="9032875" y="4678363"/>
              <a:ext cx="179388" cy="2222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6" name="AutoShape 38">
              <a:extLst>
                <a:ext uri="{FF2B5EF4-FFF2-40B4-BE49-F238E27FC236}">
                  <a16:creationId xmlns:a16="http://schemas.microsoft.com/office/drawing/2014/main" id="{925139B4-BDF0-FB50-5601-31FA65977DCF}"/>
                </a:ext>
              </a:extLst>
            </p:cNvPr>
            <p:cNvCxnSpPr>
              <a:cxnSpLocks noChangeShapeType="1"/>
              <a:stCxn id="30738" idx="7"/>
              <a:endCxn id="30729" idx="3"/>
            </p:cNvCxnSpPr>
            <p:nvPr/>
          </p:nvCxnSpPr>
          <p:spPr bwMode="auto">
            <a:xfrm flipV="1">
              <a:off x="7088188" y="4678364"/>
              <a:ext cx="360362" cy="26987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7" name="AutoShape 39">
              <a:extLst>
                <a:ext uri="{FF2B5EF4-FFF2-40B4-BE49-F238E27FC236}">
                  <a16:creationId xmlns:a16="http://schemas.microsoft.com/office/drawing/2014/main" id="{446560FF-BFF1-AEAF-7691-B30A379EE9F9}"/>
                </a:ext>
              </a:extLst>
            </p:cNvPr>
            <p:cNvCxnSpPr>
              <a:cxnSpLocks noChangeShapeType="1"/>
              <a:stCxn id="30744" idx="0"/>
              <a:endCxn id="30729" idx="5"/>
            </p:cNvCxnSpPr>
            <p:nvPr/>
          </p:nvCxnSpPr>
          <p:spPr bwMode="auto">
            <a:xfrm flipH="1" flipV="1">
              <a:off x="7675564" y="4679950"/>
              <a:ext cx="376237" cy="2222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38" name="Oval 40">
              <a:extLst>
                <a:ext uri="{FF2B5EF4-FFF2-40B4-BE49-F238E27FC236}">
                  <a16:creationId xmlns:a16="http://schemas.microsoft.com/office/drawing/2014/main" id="{D20FBC45-7CCC-ED8D-9FB2-8E452FB29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5139" y="4908551"/>
              <a:ext cx="319087" cy="320675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9</a:t>
              </a:r>
            </a:p>
          </p:txBody>
        </p:sp>
        <p:sp>
          <p:nvSpPr>
            <p:cNvPr id="30739" name="Rectangle 41">
              <a:extLst>
                <a:ext uri="{FF2B5EF4-FFF2-40B4-BE49-F238E27FC236}">
                  <a16:creationId xmlns:a16="http://schemas.microsoft.com/office/drawing/2014/main" id="{60FC43FA-9418-D15B-62C5-A637EB55D98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565900" y="5484814"/>
              <a:ext cx="230188" cy="2301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0740" name="Rectangle 42">
              <a:extLst>
                <a:ext uri="{FF2B5EF4-FFF2-40B4-BE49-F238E27FC236}">
                  <a16:creationId xmlns:a16="http://schemas.microsoft.com/office/drawing/2014/main" id="{9B8E77AA-7D5D-E269-CA3E-82375334F4A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153275" y="5484814"/>
              <a:ext cx="230188" cy="2301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0741" name="AutoShape 43">
              <a:extLst>
                <a:ext uri="{FF2B5EF4-FFF2-40B4-BE49-F238E27FC236}">
                  <a16:creationId xmlns:a16="http://schemas.microsoft.com/office/drawing/2014/main" id="{9199FF9B-9DF3-9C60-48A0-76CB87495922}"/>
                </a:ext>
              </a:extLst>
            </p:cNvPr>
            <p:cNvCxnSpPr>
              <a:cxnSpLocks noChangeShapeType="1"/>
              <a:stCxn id="30740" idx="0"/>
              <a:endCxn id="30738" idx="5"/>
            </p:cNvCxnSpPr>
            <p:nvPr/>
          </p:nvCxnSpPr>
          <p:spPr bwMode="auto">
            <a:xfrm flipH="1" flipV="1">
              <a:off x="7088189" y="5189539"/>
              <a:ext cx="180975" cy="28733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2" name="AutoShape 44">
              <a:extLst>
                <a:ext uri="{FF2B5EF4-FFF2-40B4-BE49-F238E27FC236}">
                  <a16:creationId xmlns:a16="http://schemas.microsoft.com/office/drawing/2014/main" id="{10F3846F-97F9-F3B1-3EC2-90B42B3D3020}"/>
                </a:ext>
              </a:extLst>
            </p:cNvPr>
            <p:cNvCxnSpPr>
              <a:cxnSpLocks noChangeShapeType="1"/>
              <a:stCxn id="30739" idx="0"/>
              <a:endCxn id="30738" idx="3"/>
            </p:cNvCxnSpPr>
            <p:nvPr/>
          </p:nvCxnSpPr>
          <p:spPr bwMode="auto">
            <a:xfrm flipV="1">
              <a:off x="6681789" y="5189539"/>
              <a:ext cx="179387" cy="28733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43" name="Text Box 45">
              <a:extLst>
                <a:ext uri="{FF2B5EF4-FFF2-40B4-BE49-F238E27FC236}">
                  <a16:creationId xmlns:a16="http://schemas.microsoft.com/office/drawing/2014/main" id="{055F2E6A-FC10-D615-8565-4521FC5CDE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3700" y="4514850"/>
              <a:ext cx="387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latin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30744" name="Rectangle 46">
              <a:extLst>
                <a:ext uri="{FF2B5EF4-FFF2-40B4-BE49-F238E27FC236}">
                  <a16:creationId xmlns:a16="http://schemas.microsoft.com/office/drawing/2014/main" id="{CC20445C-2F49-A8E9-408C-178234C6CB4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935914" y="4911726"/>
              <a:ext cx="230187" cy="23177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0640FDF2-412C-B9F0-C010-3F72476E41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Downheap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AE5A3A96-C350-81DD-5343-1E101BB412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0" y="1143000"/>
            <a:ext cx="8001000" cy="24384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sz="2000"/>
              <a:t>After replacing the root key with the key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 of the last node, the heap-order property may be violated</a:t>
            </a:r>
          </a:p>
          <a:p>
            <a:pPr eaLnBrk="1" hangingPunct="1"/>
            <a:r>
              <a:rPr lang="en-US" altLang="en-US" sz="2000"/>
              <a:t>Algorithm </a:t>
            </a:r>
            <a:r>
              <a:rPr lang="en-US" altLang="en-US" sz="2000" b="1"/>
              <a:t>downheap</a:t>
            </a:r>
            <a:r>
              <a:rPr lang="en-US" altLang="en-US" sz="2000"/>
              <a:t> restores the heap-order property by swapping key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 along a downward path from the root </a:t>
            </a:r>
            <a:r>
              <a:rPr lang="en-US" altLang="en-US" sz="2000">
                <a:solidFill>
                  <a:srgbClr val="C00000"/>
                </a:solidFill>
              </a:rPr>
              <a:t>(between the two children of a node, consider the one with smaller key)</a:t>
            </a:r>
          </a:p>
          <a:p>
            <a:pPr eaLnBrk="1" hangingPunct="1"/>
            <a:r>
              <a:rPr lang="en-US" altLang="en-US" sz="2000" b="1"/>
              <a:t>Downheap</a:t>
            </a:r>
            <a:r>
              <a:rPr lang="en-US" altLang="en-US" sz="2000"/>
              <a:t> terminates when key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 reaches a leaf or a node whose children have keys greater than or equal to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 </a:t>
            </a:r>
          </a:p>
          <a:p>
            <a:pPr eaLnBrk="1" hangingPunct="1"/>
            <a:r>
              <a:rPr lang="en-US" altLang="en-US" sz="2000"/>
              <a:t>Since a heap has height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, downheap runs in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time</a:t>
            </a:r>
          </a:p>
        </p:txBody>
      </p:sp>
      <p:sp>
        <p:nvSpPr>
          <p:cNvPr id="31747" name="Oval 4">
            <a:extLst>
              <a:ext uri="{FF2B5EF4-FFF2-40B4-BE49-F238E27FC236}">
                <a16:creationId xmlns:a16="http://schemas.microsoft.com/office/drawing/2014/main" id="{BCFE1023-04E5-65CD-85B1-7E65185BB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514" y="4267200"/>
            <a:ext cx="320675" cy="31908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7</a:t>
            </a:r>
          </a:p>
        </p:txBody>
      </p:sp>
      <p:sp>
        <p:nvSpPr>
          <p:cNvPr id="31748" name="Oval 5">
            <a:extLst>
              <a:ext uri="{FF2B5EF4-FFF2-40B4-BE49-F238E27FC236}">
                <a16:creationId xmlns:a16="http://schemas.microsoft.com/office/drawing/2014/main" id="{8611F7A5-FBEA-7911-0F8A-55C9214AE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8725" y="4778376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31749" name="Oval 6">
            <a:extLst>
              <a:ext uri="{FF2B5EF4-FFF2-40B4-BE49-F238E27FC236}">
                <a16:creationId xmlns:a16="http://schemas.microsoft.com/office/drawing/2014/main" id="{15C762CA-931C-8C51-088B-7A2B9EAD5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014" y="4778376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31750" name="Rectangle 7">
            <a:extLst>
              <a:ext uri="{FF2B5EF4-FFF2-40B4-BE49-F238E27FC236}">
                <a16:creationId xmlns:a16="http://schemas.microsoft.com/office/drawing/2014/main" id="{A6E0EC15-7884-D0A1-66C8-3304BEA6F6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89489" y="5289551"/>
            <a:ext cx="230187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1751" name="Rectangle 8">
            <a:extLst>
              <a:ext uri="{FF2B5EF4-FFF2-40B4-BE49-F238E27FC236}">
                <a16:creationId xmlns:a16="http://schemas.microsoft.com/office/drawing/2014/main" id="{53BC2505-E9C8-098C-3026-F21023A644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78450" y="5289551"/>
            <a:ext cx="230188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31752" name="AutoShape 9">
            <a:extLst>
              <a:ext uri="{FF2B5EF4-FFF2-40B4-BE49-F238E27FC236}">
                <a16:creationId xmlns:a16="http://schemas.microsoft.com/office/drawing/2014/main" id="{04EA7AAC-2946-5B15-D498-B65529CB93B6}"/>
              </a:ext>
            </a:extLst>
          </p:cNvPr>
          <p:cNvCxnSpPr>
            <a:cxnSpLocks noChangeShapeType="1"/>
            <a:stCxn id="31747" idx="3"/>
            <a:endCxn id="31749" idx="7"/>
          </p:cNvCxnSpPr>
          <p:nvPr/>
        </p:nvCxnSpPr>
        <p:spPr bwMode="auto">
          <a:xfrm flipH="1">
            <a:off x="3548064" y="4559301"/>
            <a:ext cx="727075" cy="257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3" name="AutoShape 10">
            <a:extLst>
              <a:ext uri="{FF2B5EF4-FFF2-40B4-BE49-F238E27FC236}">
                <a16:creationId xmlns:a16="http://schemas.microsoft.com/office/drawing/2014/main" id="{C2D0BEDB-DCFE-169B-88D6-9BA11183C1D6}"/>
              </a:ext>
            </a:extLst>
          </p:cNvPr>
          <p:cNvCxnSpPr>
            <a:cxnSpLocks noChangeShapeType="1"/>
            <a:stCxn id="31748" idx="1"/>
            <a:endCxn id="31747" idx="5"/>
          </p:cNvCxnSpPr>
          <p:nvPr/>
        </p:nvCxnSpPr>
        <p:spPr bwMode="auto">
          <a:xfrm flipH="1" flipV="1">
            <a:off x="4500563" y="4559301"/>
            <a:ext cx="584200" cy="257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4" name="AutoShape 11">
            <a:extLst>
              <a:ext uri="{FF2B5EF4-FFF2-40B4-BE49-F238E27FC236}">
                <a16:creationId xmlns:a16="http://schemas.microsoft.com/office/drawing/2014/main" id="{D73EDF56-73AB-F1F4-64A6-ADE24AD87037}"/>
              </a:ext>
            </a:extLst>
          </p:cNvPr>
          <p:cNvCxnSpPr>
            <a:cxnSpLocks noChangeShapeType="1"/>
            <a:stCxn id="31751" idx="0"/>
            <a:endCxn id="31748" idx="5"/>
          </p:cNvCxnSpPr>
          <p:nvPr/>
        </p:nvCxnSpPr>
        <p:spPr bwMode="auto">
          <a:xfrm flipH="1" flipV="1">
            <a:off x="5311776" y="5060951"/>
            <a:ext cx="182563" cy="2190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5" name="AutoShape 12">
            <a:extLst>
              <a:ext uri="{FF2B5EF4-FFF2-40B4-BE49-F238E27FC236}">
                <a16:creationId xmlns:a16="http://schemas.microsoft.com/office/drawing/2014/main" id="{EEFDA8A7-2973-4E7E-E5A6-1182CBE6FE39}"/>
              </a:ext>
            </a:extLst>
          </p:cNvPr>
          <p:cNvCxnSpPr>
            <a:cxnSpLocks noChangeShapeType="1"/>
            <a:stCxn id="31750" idx="0"/>
            <a:endCxn id="31748" idx="3"/>
          </p:cNvCxnSpPr>
          <p:nvPr/>
        </p:nvCxnSpPr>
        <p:spPr bwMode="auto">
          <a:xfrm flipV="1">
            <a:off x="4905375" y="5060951"/>
            <a:ext cx="179388" cy="2190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6" name="AutoShape 13">
            <a:extLst>
              <a:ext uri="{FF2B5EF4-FFF2-40B4-BE49-F238E27FC236}">
                <a16:creationId xmlns:a16="http://schemas.microsoft.com/office/drawing/2014/main" id="{0E7D1218-49D3-0BE7-2AB8-BF5B7A8C5466}"/>
              </a:ext>
            </a:extLst>
          </p:cNvPr>
          <p:cNvCxnSpPr>
            <a:cxnSpLocks noChangeShapeType="1"/>
            <a:stCxn id="31758" idx="7"/>
            <a:endCxn id="31749" idx="3"/>
          </p:cNvCxnSpPr>
          <p:nvPr/>
        </p:nvCxnSpPr>
        <p:spPr bwMode="auto">
          <a:xfrm flipV="1">
            <a:off x="2960688" y="5060950"/>
            <a:ext cx="360362" cy="266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7" name="AutoShape 14">
            <a:extLst>
              <a:ext uri="{FF2B5EF4-FFF2-40B4-BE49-F238E27FC236}">
                <a16:creationId xmlns:a16="http://schemas.microsoft.com/office/drawing/2014/main" id="{20F8A7A7-0620-F173-F8DD-A5700F953DB6}"/>
              </a:ext>
            </a:extLst>
          </p:cNvPr>
          <p:cNvCxnSpPr>
            <a:cxnSpLocks noChangeShapeType="1"/>
            <a:stCxn id="31764" idx="0"/>
            <a:endCxn id="31749" idx="5"/>
          </p:cNvCxnSpPr>
          <p:nvPr/>
        </p:nvCxnSpPr>
        <p:spPr bwMode="auto">
          <a:xfrm flipH="1" flipV="1">
            <a:off x="3548064" y="5060950"/>
            <a:ext cx="376237" cy="222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58" name="Oval 15">
            <a:extLst>
              <a:ext uri="{FF2B5EF4-FFF2-40B4-BE49-F238E27FC236}">
                <a16:creationId xmlns:a16="http://schemas.microsoft.com/office/drawing/2014/main" id="{03EEB063-6319-DF1E-48B4-D88FBED9F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7639" y="5289551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31759" name="Rectangle 16">
            <a:extLst>
              <a:ext uri="{FF2B5EF4-FFF2-40B4-BE49-F238E27FC236}">
                <a16:creationId xmlns:a16="http://schemas.microsoft.com/office/drawing/2014/main" id="{070D6AE3-7854-A199-327A-4935756FDF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38400" y="5865814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1760" name="Rectangle 17">
            <a:extLst>
              <a:ext uri="{FF2B5EF4-FFF2-40B4-BE49-F238E27FC236}">
                <a16:creationId xmlns:a16="http://schemas.microsoft.com/office/drawing/2014/main" id="{5C1D9106-E773-62F2-7C35-F0DF1A040B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25775" y="5865814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31761" name="AutoShape 18">
            <a:extLst>
              <a:ext uri="{FF2B5EF4-FFF2-40B4-BE49-F238E27FC236}">
                <a16:creationId xmlns:a16="http://schemas.microsoft.com/office/drawing/2014/main" id="{669A145F-8775-B099-A269-43AEFBF93137}"/>
              </a:ext>
            </a:extLst>
          </p:cNvPr>
          <p:cNvCxnSpPr>
            <a:cxnSpLocks noChangeShapeType="1"/>
            <a:stCxn id="31760" idx="0"/>
            <a:endCxn id="31758" idx="5"/>
          </p:cNvCxnSpPr>
          <p:nvPr/>
        </p:nvCxnSpPr>
        <p:spPr bwMode="auto">
          <a:xfrm flipH="1" flipV="1">
            <a:off x="2960689" y="5572126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62" name="AutoShape 19">
            <a:extLst>
              <a:ext uri="{FF2B5EF4-FFF2-40B4-BE49-F238E27FC236}">
                <a16:creationId xmlns:a16="http://schemas.microsoft.com/office/drawing/2014/main" id="{29740269-5DF7-2512-0919-D4A7B52A90E4}"/>
              </a:ext>
            </a:extLst>
          </p:cNvPr>
          <p:cNvCxnSpPr>
            <a:cxnSpLocks noChangeShapeType="1"/>
            <a:stCxn id="31759" idx="0"/>
            <a:endCxn id="31758" idx="3"/>
          </p:cNvCxnSpPr>
          <p:nvPr/>
        </p:nvCxnSpPr>
        <p:spPr bwMode="auto">
          <a:xfrm flipV="1">
            <a:off x="2554289" y="5572126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63" name="Text Box 20">
            <a:extLst>
              <a:ext uri="{FF2B5EF4-FFF2-40B4-BE49-F238E27FC236}">
                <a16:creationId xmlns:a16="http://schemas.microsoft.com/office/drawing/2014/main" id="{E9DD2488-9509-D559-B3E1-099254F4B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8958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31764" name="Rectangle 21">
            <a:extLst>
              <a:ext uri="{FF2B5EF4-FFF2-40B4-BE49-F238E27FC236}">
                <a16:creationId xmlns:a16="http://schemas.microsoft.com/office/drawing/2014/main" id="{A5CF6E77-5F94-0E13-FA45-D1EA8C71B2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08414" y="5292726"/>
            <a:ext cx="230187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grpSp>
        <p:nvGrpSpPr>
          <p:cNvPr id="31765" name="Group 22">
            <a:extLst>
              <a:ext uri="{FF2B5EF4-FFF2-40B4-BE49-F238E27FC236}">
                <a16:creationId xmlns:a16="http://schemas.microsoft.com/office/drawing/2014/main" id="{E1390803-3190-70A3-04F2-C55A0B784D1D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4267200"/>
            <a:ext cx="3170238" cy="1828800"/>
            <a:chOff x="597" y="2703"/>
            <a:chExt cx="1997" cy="1152"/>
          </a:xfrm>
        </p:grpSpPr>
        <p:sp>
          <p:nvSpPr>
            <p:cNvPr id="31766" name="Oval 23">
              <a:extLst>
                <a:ext uri="{FF2B5EF4-FFF2-40B4-BE49-F238E27FC236}">
                  <a16:creationId xmlns:a16="http://schemas.microsoft.com/office/drawing/2014/main" id="{1A4A9259-5395-1AB6-3738-73CCD3ABF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703"/>
              <a:ext cx="202" cy="201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5</a:t>
              </a:r>
            </a:p>
          </p:txBody>
        </p:sp>
        <p:sp>
          <p:nvSpPr>
            <p:cNvPr id="31767" name="Oval 24">
              <a:extLst>
                <a:ext uri="{FF2B5EF4-FFF2-40B4-BE49-F238E27FC236}">
                  <a16:creationId xmlns:a16="http://schemas.microsoft.com/office/drawing/2014/main" id="{46FC70D5-9764-1189-BA18-1BBDA1CCB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5" y="3025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6</a:t>
              </a:r>
            </a:p>
          </p:txBody>
        </p:sp>
        <p:sp>
          <p:nvSpPr>
            <p:cNvPr id="31768" name="Oval 25">
              <a:extLst>
                <a:ext uri="{FF2B5EF4-FFF2-40B4-BE49-F238E27FC236}">
                  <a16:creationId xmlns:a16="http://schemas.microsoft.com/office/drawing/2014/main" id="{FB2C3A38-76AD-62C5-A70A-5DB721E65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" y="3025"/>
              <a:ext cx="201" cy="202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  <a:sym typeface="Symbol" pitchFamily="2" charset="2"/>
                </a:rPr>
                <a:t>7</a:t>
              </a:r>
            </a:p>
          </p:txBody>
        </p:sp>
        <p:sp>
          <p:nvSpPr>
            <p:cNvPr id="31769" name="Rectangle 26">
              <a:extLst>
                <a:ext uri="{FF2B5EF4-FFF2-40B4-BE49-F238E27FC236}">
                  <a16:creationId xmlns:a16="http://schemas.microsoft.com/office/drawing/2014/main" id="{7ED6DFC8-EA24-58AA-26E8-DD4227C944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78" y="3347"/>
              <a:ext cx="145" cy="14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1770" name="Rectangle 27">
              <a:extLst>
                <a:ext uri="{FF2B5EF4-FFF2-40B4-BE49-F238E27FC236}">
                  <a16:creationId xmlns:a16="http://schemas.microsoft.com/office/drawing/2014/main" id="{3315232A-72AB-508E-D572-63C72238D3B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9" y="3347"/>
              <a:ext cx="145" cy="14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1771" name="AutoShape 28">
              <a:extLst>
                <a:ext uri="{FF2B5EF4-FFF2-40B4-BE49-F238E27FC236}">
                  <a16:creationId xmlns:a16="http://schemas.microsoft.com/office/drawing/2014/main" id="{99E7F478-2167-2FEF-AA78-8C1D1D26F94C}"/>
                </a:ext>
              </a:extLst>
            </p:cNvPr>
            <p:cNvCxnSpPr>
              <a:cxnSpLocks noChangeShapeType="1"/>
              <a:stCxn id="31766" idx="3"/>
              <a:endCxn id="31768" idx="7"/>
            </p:cNvCxnSpPr>
            <p:nvPr/>
          </p:nvCxnSpPr>
          <p:spPr bwMode="auto">
            <a:xfrm flipH="1">
              <a:off x="1296" y="2887"/>
              <a:ext cx="458" cy="156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2" name="AutoShape 29">
              <a:extLst>
                <a:ext uri="{FF2B5EF4-FFF2-40B4-BE49-F238E27FC236}">
                  <a16:creationId xmlns:a16="http://schemas.microsoft.com/office/drawing/2014/main" id="{E0CDD897-B38F-2FC9-363D-A82FC3A4F864}"/>
                </a:ext>
              </a:extLst>
            </p:cNvPr>
            <p:cNvCxnSpPr>
              <a:cxnSpLocks noChangeShapeType="1"/>
              <a:stCxn id="31767" idx="1"/>
              <a:endCxn id="31766" idx="5"/>
            </p:cNvCxnSpPr>
            <p:nvPr/>
          </p:nvCxnSpPr>
          <p:spPr bwMode="auto">
            <a:xfrm flipH="1" flipV="1">
              <a:off x="1896" y="2887"/>
              <a:ext cx="368" cy="16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3" name="AutoShape 30">
              <a:extLst>
                <a:ext uri="{FF2B5EF4-FFF2-40B4-BE49-F238E27FC236}">
                  <a16:creationId xmlns:a16="http://schemas.microsoft.com/office/drawing/2014/main" id="{96895C1D-2FB9-577B-13A9-2F09115A42F7}"/>
                </a:ext>
              </a:extLst>
            </p:cNvPr>
            <p:cNvCxnSpPr>
              <a:cxnSpLocks noChangeShapeType="1"/>
              <a:stCxn id="31770" idx="0"/>
              <a:endCxn id="31767" idx="5"/>
            </p:cNvCxnSpPr>
            <p:nvPr/>
          </p:nvCxnSpPr>
          <p:spPr bwMode="auto">
            <a:xfrm flipH="1" flipV="1">
              <a:off x="2407" y="3202"/>
              <a:ext cx="115" cy="14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4" name="AutoShape 31">
              <a:extLst>
                <a:ext uri="{FF2B5EF4-FFF2-40B4-BE49-F238E27FC236}">
                  <a16:creationId xmlns:a16="http://schemas.microsoft.com/office/drawing/2014/main" id="{5366992A-6B5C-AAE1-2457-3A6AAB2348C0}"/>
                </a:ext>
              </a:extLst>
            </p:cNvPr>
            <p:cNvCxnSpPr>
              <a:cxnSpLocks noChangeShapeType="1"/>
              <a:stCxn id="31769" idx="0"/>
              <a:endCxn id="31767" idx="3"/>
            </p:cNvCxnSpPr>
            <p:nvPr/>
          </p:nvCxnSpPr>
          <p:spPr bwMode="auto">
            <a:xfrm flipV="1">
              <a:off x="2151" y="3202"/>
              <a:ext cx="113" cy="14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5" name="AutoShape 32">
              <a:extLst>
                <a:ext uri="{FF2B5EF4-FFF2-40B4-BE49-F238E27FC236}">
                  <a16:creationId xmlns:a16="http://schemas.microsoft.com/office/drawing/2014/main" id="{B0E3E2C3-97B1-9730-F9BD-446380BD5F0C}"/>
                </a:ext>
              </a:extLst>
            </p:cNvPr>
            <p:cNvCxnSpPr>
              <a:cxnSpLocks noChangeShapeType="1"/>
              <a:stCxn id="31777" idx="7"/>
              <a:endCxn id="31768" idx="3"/>
            </p:cNvCxnSpPr>
            <p:nvPr/>
          </p:nvCxnSpPr>
          <p:spPr bwMode="auto">
            <a:xfrm flipV="1">
              <a:off x="926" y="3209"/>
              <a:ext cx="227" cy="16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6" name="AutoShape 33">
              <a:extLst>
                <a:ext uri="{FF2B5EF4-FFF2-40B4-BE49-F238E27FC236}">
                  <a16:creationId xmlns:a16="http://schemas.microsoft.com/office/drawing/2014/main" id="{67A01FE5-53EE-F763-CF73-87ED19199670}"/>
                </a:ext>
              </a:extLst>
            </p:cNvPr>
            <p:cNvCxnSpPr>
              <a:cxnSpLocks noChangeShapeType="1"/>
              <a:stCxn id="31783" idx="0"/>
              <a:endCxn id="31768" idx="5"/>
            </p:cNvCxnSpPr>
            <p:nvPr/>
          </p:nvCxnSpPr>
          <p:spPr bwMode="auto">
            <a:xfrm flipH="1" flipV="1">
              <a:off x="1296" y="3209"/>
              <a:ext cx="237" cy="13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777" name="Oval 34">
              <a:extLst>
                <a:ext uri="{FF2B5EF4-FFF2-40B4-BE49-F238E27FC236}">
                  <a16:creationId xmlns:a16="http://schemas.microsoft.com/office/drawing/2014/main" id="{46242B4E-F40E-1758-ABBC-ABCCD6A45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" y="3347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9</a:t>
              </a:r>
            </a:p>
          </p:txBody>
        </p:sp>
        <p:sp>
          <p:nvSpPr>
            <p:cNvPr id="31778" name="Rectangle 35">
              <a:extLst>
                <a:ext uri="{FF2B5EF4-FFF2-40B4-BE49-F238E27FC236}">
                  <a16:creationId xmlns:a16="http://schemas.microsoft.com/office/drawing/2014/main" id="{3A1330C6-15D1-4B9A-5F79-C0B8E7592CF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7" y="3710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1779" name="Rectangle 36">
              <a:extLst>
                <a:ext uri="{FF2B5EF4-FFF2-40B4-BE49-F238E27FC236}">
                  <a16:creationId xmlns:a16="http://schemas.microsoft.com/office/drawing/2014/main" id="{9D5FA424-136A-127D-48B3-E8879B20A07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67" y="3710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1780" name="AutoShape 37">
              <a:extLst>
                <a:ext uri="{FF2B5EF4-FFF2-40B4-BE49-F238E27FC236}">
                  <a16:creationId xmlns:a16="http://schemas.microsoft.com/office/drawing/2014/main" id="{F6BB5002-AFA1-CDC8-A699-C696EC000A79}"/>
                </a:ext>
              </a:extLst>
            </p:cNvPr>
            <p:cNvCxnSpPr>
              <a:cxnSpLocks noChangeShapeType="1"/>
              <a:stCxn id="31779" idx="0"/>
              <a:endCxn id="31777" idx="5"/>
            </p:cNvCxnSpPr>
            <p:nvPr/>
          </p:nvCxnSpPr>
          <p:spPr bwMode="auto">
            <a:xfrm flipH="1" flipV="1">
              <a:off x="926" y="3524"/>
              <a:ext cx="114" cy="1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81" name="AutoShape 38">
              <a:extLst>
                <a:ext uri="{FF2B5EF4-FFF2-40B4-BE49-F238E27FC236}">
                  <a16:creationId xmlns:a16="http://schemas.microsoft.com/office/drawing/2014/main" id="{8D08EC46-46D6-3246-4204-5F9F8D4AE310}"/>
                </a:ext>
              </a:extLst>
            </p:cNvPr>
            <p:cNvCxnSpPr>
              <a:cxnSpLocks noChangeShapeType="1"/>
              <a:stCxn id="31778" idx="0"/>
              <a:endCxn id="31777" idx="3"/>
            </p:cNvCxnSpPr>
            <p:nvPr/>
          </p:nvCxnSpPr>
          <p:spPr bwMode="auto">
            <a:xfrm flipV="1">
              <a:off x="670" y="3524"/>
              <a:ext cx="113" cy="1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782" name="Text Box 39">
              <a:extLst>
                <a:ext uri="{FF2B5EF4-FFF2-40B4-BE49-F238E27FC236}">
                  <a16:creationId xmlns:a16="http://schemas.microsoft.com/office/drawing/2014/main" id="{B1A5BC2B-1380-CC67-1ADF-83B47263A5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3099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latin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31783" name="Rectangle 40">
              <a:extLst>
                <a:ext uri="{FF2B5EF4-FFF2-40B4-BE49-F238E27FC236}">
                  <a16:creationId xmlns:a16="http://schemas.microsoft.com/office/drawing/2014/main" id="{9E518B26-A5A5-1031-65FC-61C3A5CE68C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60" y="3349"/>
              <a:ext cx="145" cy="14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1784" name="AutoShape 41">
              <a:extLst>
                <a:ext uri="{FF2B5EF4-FFF2-40B4-BE49-F238E27FC236}">
                  <a16:creationId xmlns:a16="http://schemas.microsoft.com/office/drawing/2014/main" id="{BFE5CCA6-B0AC-D9A4-769D-0769B8285FD3}"/>
                </a:ext>
              </a:extLst>
            </p:cNvPr>
            <p:cNvCxnSpPr>
              <a:cxnSpLocks noChangeShapeType="1"/>
              <a:stCxn id="31766" idx="1"/>
              <a:endCxn id="31768" idx="1"/>
            </p:cNvCxnSpPr>
            <p:nvPr/>
          </p:nvCxnSpPr>
          <p:spPr bwMode="auto">
            <a:xfrm rot="-5400000" flipH="1" flipV="1">
              <a:off x="1292" y="2581"/>
              <a:ext cx="323" cy="601"/>
            </a:xfrm>
            <a:prstGeom prst="curvedConnector3">
              <a:avLst>
                <a:gd name="adj1" fmla="val -33130"/>
              </a:avLst>
            </a:prstGeom>
            <a:noFill/>
            <a:ln w="19050">
              <a:solidFill>
                <a:schemeClr val="tx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A7FC51C0-55D0-1002-F1D1-7071C679BA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Finding the first external Node: List-based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385CDA1A-27C1-AB30-57FF-9F6B3BD3EA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143000"/>
            <a:ext cx="7848600" cy="30480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insertion node can be found by traversing a path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(log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 </a:t>
            </a:r>
            <a:r>
              <a:rPr lang="en-US" altLang="en-US" sz="2000" dirty="0"/>
              <a:t>nodes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>
                <a:solidFill>
                  <a:srgbClr val="C00000"/>
                </a:solidFill>
              </a:rPr>
              <a:t>Assuming we have a pointer to the last node.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>
                <a:solidFill>
                  <a:srgbClr val="C00000"/>
                </a:solidFill>
              </a:rPr>
              <a:t>Starting from it, do 3 steps:</a:t>
            </a:r>
          </a:p>
          <a:p>
            <a:pPr marL="914400" lvl="2" indent="0">
              <a:buNone/>
            </a:pPr>
            <a:r>
              <a:rPr lang="en-US" altLang="en-US" sz="1600" dirty="0"/>
              <a:t>(1) While the current node is a right child, go to the parent node</a:t>
            </a:r>
          </a:p>
          <a:p>
            <a:pPr marL="914400" lvl="2" indent="0">
              <a:buNone/>
            </a:pPr>
            <a:r>
              <a:rPr lang="en-US" altLang="en-US" sz="1600" dirty="0"/>
              <a:t>(2) If the current node is a left child, go to the right child</a:t>
            </a:r>
          </a:p>
          <a:p>
            <a:pPr marL="914400" lvl="2" indent="0">
              <a:buNone/>
            </a:pPr>
            <a:r>
              <a:rPr lang="en-US" altLang="en-US" sz="1600" dirty="0"/>
              <a:t>(3) While the current node is internal, go to the left child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Similar algorithm for updating the pointer to the last node after a removal</a:t>
            </a:r>
          </a:p>
        </p:txBody>
      </p:sp>
      <p:sp>
        <p:nvSpPr>
          <p:cNvPr id="32771" name="Oval 4">
            <a:extLst>
              <a:ext uri="{FF2B5EF4-FFF2-40B4-BE49-F238E27FC236}">
                <a16:creationId xmlns:a16="http://schemas.microsoft.com/office/drawing/2014/main" id="{2F3D6475-56C3-03CE-BB49-5F6050865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1375" y="4605338"/>
            <a:ext cx="285750" cy="2841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2772" name="AutoShape 5">
            <a:extLst>
              <a:ext uri="{FF2B5EF4-FFF2-40B4-BE49-F238E27FC236}">
                <a16:creationId xmlns:a16="http://schemas.microsoft.com/office/drawing/2014/main" id="{DA0DC076-9CEA-7374-BD43-A7D9F245C87D}"/>
              </a:ext>
            </a:extLst>
          </p:cNvPr>
          <p:cNvCxnSpPr>
            <a:cxnSpLocks noChangeShapeType="1"/>
            <a:stCxn id="32771" idx="3"/>
          </p:cNvCxnSpPr>
          <p:nvPr/>
        </p:nvCxnSpPr>
        <p:spPr bwMode="auto">
          <a:xfrm flipH="1">
            <a:off x="3808414" y="4856164"/>
            <a:ext cx="885825" cy="2381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3" name="AutoShape 6">
            <a:extLst>
              <a:ext uri="{FF2B5EF4-FFF2-40B4-BE49-F238E27FC236}">
                <a16:creationId xmlns:a16="http://schemas.microsoft.com/office/drawing/2014/main" id="{2D267AF9-A799-403C-8471-DD4C2F36723D}"/>
              </a:ext>
            </a:extLst>
          </p:cNvPr>
          <p:cNvCxnSpPr>
            <a:cxnSpLocks noChangeShapeType="1"/>
            <a:endCxn id="32771" idx="5"/>
          </p:cNvCxnSpPr>
          <p:nvPr/>
        </p:nvCxnSpPr>
        <p:spPr bwMode="auto">
          <a:xfrm flipH="1" flipV="1">
            <a:off x="4894264" y="4856163"/>
            <a:ext cx="801687" cy="2397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2774" name="Group 7">
            <a:extLst>
              <a:ext uri="{FF2B5EF4-FFF2-40B4-BE49-F238E27FC236}">
                <a16:creationId xmlns:a16="http://schemas.microsoft.com/office/drawing/2014/main" id="{DEF53FFF-1E04-0B3F-9328-9A75A95E0D7C}"/>
              </a:ext>
            </a:extLst>
          </p:cNvPr>
          <p:cNvGrpSpPr>
            <a:grpSpLocks/>
          </p:cNvGrpSpPr>
          <p:nvPr/>
        </p:nvGrpSpPr>
        <p:grpSpPr bwMode="auto">
          <a:xfrm>
            <a:off x="2819401" y="5060951"/>
            <a:ext cx="1774825" cy="1173163"/>
            <a:chOff x="720" y="2626"/>
            <a:chExt cx="1256" cy="830"/>
          </a:xfrm>
        </p:grpSpPr>
        <p:sp>
          <p:nvSpPr>
            <p:cNvPr id="32806" name="Oval 8">
              <a:extLst>
                <a:ext uri="{FF2B5EF4-FFF2-40B4-BE49-F238E27FC236}">
                  <a16:creationId xmlns:a16="http://schemas.microsoft.com/office/drawing/2014/main" id="{0F248619-64B1-4510-09DA-7F89A23A5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2626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32807" name="Oval 9">
              <a:extLst>
                <a:ext uri="{FF2B5EF4-FFF2-40B4-BE49-F238E27FC236}">
                  <a16:creationId xmlns:a16="http://schemas.microsoft.com/office/drawing/2014/main" id="{A13D30D6-9EA7-1DC7-DD45-995E1A23B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7" y="2948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32808" name="Rectangle 10">
              <a:extLst>
                <a:ext uri="{FF2B5EF4-FFF2-40B4-BE49-F238E27FC236}">
                  <a16:creationId xmlns:a16="http://schemas.microsoft.com/office/drawing/2014/main" id="{5DB67F6A-15A0-F625-3A04-8B4E3C7FA49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61" y="331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2809" name="Rectangle 11">
              <a:extLst>
                <a:ext uri="{FF2B5EF4-FFF2-40B4-BE49-F238E27FC236}">
                  <a16:creationId xmlns:a16="http://schemas.microsoft.com/office/drawing/2014/main" id="{06A409EF-A367-1735-B5F5-6E810D07B11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30" y="3311"/>
              <a:ext cx="146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2810" name="AutoShape 12">
              <a:extLst>
                <a:ext uri="{FF2B5EF4-FFF2-40B4-BE49-F238E27FC236}">
                  <a16:creationId xmlns:a16="http://schemas.microsoft.com/office/drawing/2014/main" id="{9468E8FD-560B-2891-C887-B8EA80A443A3}"/>
                </a:ext>
              </a:extLst>
            </p:cNvPr>
            <p:cNvCxnSpPr>
              <a:cxnSpLocks noChangeShapeType="1"/>
              <a:stCxn id="32809" idx="0"/>
              <a:endCxn id="32807" idx="5"/>
            </p:cNvCxnSpPr>
            <p:nvPr/>
          </p:nvCxnSpPr>
          <p:spPr bwMode="auto">
            <a:xfrm flipH="1" flipV="1">
              <a:off x="1789" y="3125"/>
              <a:ext cx="114" cy="1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811" name="AutoShape 13">
              <a:extLst>
                <a:ext uri="{FF2B5EF4-FFF2-40B4-BE49-F238E27FC236}">
                  <a16:creationId xmlns:a16="http://schemas.microsoft.com/office/drawing/2014/main" id="{96FA19F8-2B80-3C0F-7329-48F9B7B50EEC}"/>
                </a:ext>
              </a:extLst>
            </p:cNvPr>
            <p:cNvCxnSpPr>
              <a:cxnSpLocks noChangeShapeType="1"/>
              <a:stCxn id="32808" idx="0"/>
              <a:endCxn id="32807" idx="3"/>
            </p:cNvCxnSpPr>
            <p:nvPr/>
          </p:nvCxnSpPr>
          <p:spPr bwMode="auto">
            <a:xfrm flipV="1">
              <a:off x="1534" y="3125"/>
              <a:ext cx="113" cy="1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812" name="AutoShape 14">
              <a:extLst>
                <a:ext uri="{FF2B5EF4-FFF2-40B4-BE49-F238E27FC236}">
                  <a16:creationId xmlns:a16="http://schemas.microsoft.com/office/drawing/2014/main" id="{545C08B8-A09D-E914-A14F-6624254CD7FE}"/>
                </a:ext>
              </a:extLst>
            </p:cNvPr>
            <p:cNvCxnSpPr>
              <a:cxnSpLocks noChangeShapeType="1"/>
              <a:stCxn id="32814" idx="7"/>
              <a:endCxn id="32806" idx="3"/>
            </p:cNvCxnSpPr>
            <p:nvPr/>
          </p:nvCxnSpPr>
          <p:spPr bwMode="auto">
            <a:xfrm flipV="1">
              <a:off x="1049" y="2803"/>
              <a:ext cx="227" cy="17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813" name="AutoShape 15">
              <a:extLst>
                <a:ext uri="{FF2B5EF4-FFF2-40B4-BE49-F238E27FC236}">
                  <a16:creationId xmlns:a16="http://schemas.microsoft.com/office/drawing/2014/main" id="{F912EC4A-AF36-78B2-A1CC-F8CA4FD0CCC4}"/>
                </a:ext>
              </a:extLst>
            </p:cNvPr>
            <p:cNvCxnSpPr>
              <a:cxnSpLocks noChangeShapeType="1"/>
              <a:stCxn id="32807" idx="1"/>
              <a:endCxn id="32806" idx="5"/>
            </p:cNvCxnSpPr>
            <p:nvPr/>
          </p:nvCxnSpPr>
          <p:spPr bwMode="auto">
            <a:xfrm flipH="1" flipV="1">
              <a:off x="1419" y="2803"/>
              <a:ext cx="228" cy="17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814" name="Oval 16">
              <a:extLst>
                <a:ext uri="{FF2B5EF4-FFF2-40B4-BE49-F238E27FC236}">
                  <a16:creationId xmlns:a16="http://schemas.microsoft.com/office/drawing/2014/main" id="{34307444-FB7E-7DF1-8169-43B2B5458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" y="2948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32815" name="Rectangle 17">
              <a:extLst>
                <a:ext uri="{FF2B5EF4-FFF2-40B4-BE49-F238E27FC236}">
                  <a16:creationId xmlns:a16="http://schemas.microsoft.com/office/drawing/2014/main" id="{2D9EB1B0-D7C7-A55A-0219-7FD07C37CBD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0" y="331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2816" name="Rectangle 18">
              <a:extLst>
                <a:ext uri="{FF2B5EF4-FFF2-40B4-BE49-F238E27FC236}">
                  <a16:creationId xmlns:a16="http://schemas.microsoft.com/office/drawing/2014/main" id="{6B7125E1-1C16-703F-C696-961DD293000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90" y="331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2817" name="AutoShape 19">
              <a:extLst>
                <a:ext uri="{FF2B5EF4-FFF2-40B4-BE49-F238E27FC236}">
                  <a16:creationId xmlns:a16="http://schemas.microsoft.com/office/drawing/2014/main" id="{05F41D70-C0BF-65AC-C109-F7504D337087}"/>
                </a:ext>
              </a:extLst>
            </p:cNvPr>
            <p:cNvCxnSpPr>
              <a:cxnSpLocks noChangeShapeType="1"/>
              <a:stCxn id="32816" idx="0"/>
              <a:endCxn id="32814" idx="5"/>
            </p:cNvCxnSpPr>
            <p:nvPr/>
          </p:nvCxnSpPr>
          <p:spPr bwMode="auto">
            <a:xfrm flipH="1" flipV="1">
              <a:off x="1049" y="3125"/>
              <a:ext cx="114" cy="1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818" name="AutoShape 20">
              <a:extLst>
                <a:ext uri="{FF2B5EF4-FFF2-40B4-BE49-F238E27FC236}">
                  <a16:creationId xmlns:a16="http://schemas.microsoft.com/office/drawing/2014/main" id="{0E19EE39-A5FB-DE96-6C77-49267174DAA7}"/>
                </a:ext>
              </a:extLst>
            </p:cNvPr>
            <p:cNvCxnSpPr>
              <a:cxnSpLocks noChangeShapeType="1"/>
              <a:stCxn id="32815" idx="0"/>
              <a:endCxn id="32814" idx="3"/>
            </p:cNvCxnSpPr>
            <p:nvPr/>
          </p:nvCxnSpPr>
          <p:spPr bwMode="auto">
            <a:xfrm flipV="1">
              <a:off x="793" y="3125"/>
              <a:ext cx="113" cy="1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2775" name="Group 21">
            <a:extLst>
              <a:ext uri="{FF2B5EF4-FFF2-40B4-BE49-F238E27FC236}">
                <a16:creationId xmlns:a16="http://schemas.microsoft.com/office/drawing/2014/main" id="{776D0A7F-5042-E1C2-F473-678538F7BB99}"/>
              </a:ext>
            </a:extLst>
          </p:cNvPr>
          <p:cNvGrpSpPr>
            <a:grpSpLocks/>
          </p:cNvGrpSpPr>
          <p:nvPr/>
        </p:nvGrpSpPr>
        <p:grpSpPr bwMode="auto">
          <a:xfrm>
            <a:off x="4911726" y="5062538"/>
            <a:ext cx="1774825" cy="1173162"/>
            <a:chOff x="720" y="2626"/>
            <a:chExt cx="1256" cy="830"/>
          </a:xfrm>
        </p:grpSpPr>
        <p:sp>
          <p:nvSpPr>
            <p:cNvPr id="32793" name="Oval 22">
              <a:extLst>
                <a:ext uri="{FF2B5EF4-FFF2-40B4-BE49-F238E27FC236}">
                  <a16:creationId xmlns:a16="http://schemas.microsoft.com/office/drawing/2014/main" id="{41E19693-82DE-FA40-3025-96B977982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2626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32794" name="Oval 23">
              <a:extLst>
                <a:ext uri="{FF2B5EF4-FFF2-40B4-BE49-F238E27FC236}">
                  <a16:creationId xmlns:a16="http://schemas.microsoft.com/office/drawing/2014/main" id="{B797A122-0C2D-8204-A0FB-B78462704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7" y="2948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32795" name="Rectangle 24">
              <a:extLst>
                <a:ext uri="{FF2B5EF4-FFF2-40B4-BE49-F238E27FC236}">
                  <a16:creationId xmlns:a16="http://schemas.microsoft.com/office/drawing/2014/main" id="{E6A4C844-DA14-4847-58B7-2C88BD6A632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61" y="331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2796" name="Rectangle 25">
              <a:extLst>
                <a:ext uri="{FF2B5EF4-FFF2-40B4-BE49-F238E27FC236}">
                  <a16:creationId xmlns:a16="http://schemas.microsoft.com/office/drawing/2014/main" id="{B8C3A5D0-D2F6-6EBA-CF6F-AC58509BEF5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30" y="3311"/>
              <a:ext cx="146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2797" name="AutoShape 26">
              <a:extLst>
                <a:ext uri="{FF2B5EF4-FFF2-40B4-BE49-F238E27FC236}">
                  <a16:creationId xmlns:a16="http://schemas.microsoft.com/office/drawing/2014/main" id="{4D4E8AE5-565F-4E83-5363-90B3EC5B0F80}"/>
                </a:ext>
              </a:extLst>
            </p:cNvPr>
            <p:cNvCxnSpPr>
              <a:cxnSpLocks noChangeShapeType="1"/>
              <a:stCxn id="32796" idx="0"/>
              <a:endCxn id="32794" idx="5"/>
            </p:cNvCxnSpPr>
            <p:nvPr/>
          </p:nvCxnSpPr>
          <p:spPr bwMode="auto">
            <a:xfrm flipH="1" flipV="1">
              <a:off x="1789" y="3125"/>
              <a:ext cx="114" cy="1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98" name="AutoShape 27">
              <a:extLst>
                <a:ext uri="{FF2B5EF4-FFF2-40B4-BE49-F238E27FC236}">
                  <a16:creationId xmlns:a16="http://schemas.microsoft.com/office/drawing/2014/main" id="{2D8B24D1-96BC-AD85-65F7-04E18B476F57}"/>
                </a:ext>
              </a:extLst>
            </p:cNvPr>
            <p:cNvCxnSpPr>
              <a:cxnSpLocks noChangeShapeType="1"/>
              <a:stCxn id="32795" idx="0"/>
              <a:endCxn id="32794" idx="3"/>
            </p:cNvCxnSpPr>
            <p:nvPr/>
          </p:nvCxnSpPr>
          <p:spPr bwMode="auto">
            <a:xfrm flipV="1">
              <a:off x="1534" y="3125"/>
              <a:ext cx="113" cy="1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99" name="AutoShape 28">
              <a:extLst>
                <a:ext uri="{FF2B5EF4-FFF2-40B4-BE49-F238E27FC236}">
                  <a16:creationId xmlns:a16="http://schemas.microsoft.com/office/drawing/2014/main" id="{A9920D4C-3BDC-52FB-CD8E-5998E58D9348}"/>
                </a:ext>
              </a:extLst>
            </p:cNvPr>
            <p:cNvCxnSpPr>
              <a:cxnSpLocks noChangeShapeType="1"/>
              <a:stCxn id="32801" idx="7"/>
              <a:endCxn id="32793" idx="3"/>
            </p:cNvCxnSpPr>
            <p:nvPr/>
          </p:nvCxnSpPr>
          <p:spPr bwMode="auto">
            <a:xfrm flipV="1">
              <a:off x="1049" y="2803"/>
              <a:ext cx="227" cy="17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800" name="AutoShape 29">
              <a:extLst>
                <a:ext uri="{FF2B5EF4-FFF2-40B4-BE49-F238E27FC236}">
                  <a16:creationId xmlns:a16="http://schemas.microsoft.com/office/drawing/2014/main" id="{174BE6A3-D227-3A60-5B82-8C4241CF5100}"/>
                </a:ext>
              </a:extLst>
            </p:cNvPr>
            <p:cNvCxnSpPr>
              <a:cxnSpLocks noChangeShapeType="1"/>
              <a:stCxn id="32794" idx="1"/>
              <a:endCxn id="32793" idx="5"/>
            </p:cNvCxnSpPr>
            <p:nvPr/>
          </p:nvCxnSpPr>
          <p:spPr bwMode="auto">
            <a:xfrm flipH="1" flipV="1">
              <a:off x="1419" y="2803"/>
              <a:ext cx="228" cy="17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801" name="Oval 30">
              <a:extLst>
                <a:ext uri="{FF2B5EF4-FFF2-40B4-BE49-F238E27FC236}">
                  <a16:creationId xmlns:a16="http://schemas.microsoft.com/office/drawing/2014/main" id="{1829AE9E-71D5-5CE4-BE82-03A9B3ECF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" y="2948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32802" name="Rectangle 31">
              <a:extLst>
                <a:ext uri="{FF2B5EF4-FFF2-40B4-BE49-F238E27FC236}">
                  <a16:creationId xmlns:a16="http://schemas.microsoft.com/office/drawing/2014/main" id="{9430E3C4-CC6E-8AF1-45A2-9707600E26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0" y="331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2803" name="Rectangle 32">
              <a:extLst>
                <a:ext uri="{FF2B5EF4-FFF2-40B4-BE49-F238E27FC236}">
                  <a16:creationId xmlns:a16="http://schemas.microsoft.com/office/drawing/2014/main" id="{5BA4D6C2-C766-3CB4-D966-783451C4764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90" y="331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2804" name="AutoShape 33">
              <a:extLst>
                <a:ext uri="{FF2B5EF4-FFF2-40B4-BE49-F238E27FC236}">
                  <a16:creationId xmlns:a16="http://schemas.microsoft.com/office/drawing/2014/main" id="{9AEBF2C3-414C-421C-FFAA-FC5E31ABBB36}"/>
                </a:ext>
              </a:extLst>
            </p:cNvPr>
            <p:cNvCxnSpPr>
              <a:cxnSpLocks noChangeShapeType="1"/>
              <a:stCxn id="32803" idx="0"/>
              <a:endCxn id="32801" idx="5"/>
            </p:cNvCxnSpPr>
            <p:nvPr/>
          </p:nvCxnSpPr>
          <p:spPr bwMode="auto">
            <a:xfrm flipH="1" flipV="1">
              <a:off x="1049" y="3125"/>
              <a:ext cx="114" cy="1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805" name="AutoShape 34">
              <a:extLst>
                <a:ext uri="{FF2B5EF4-FFF2-40B4-BE49-F238E27FC236}">
                  <a16:creationId xmlns:a16="http://schemas.microsoft.com/office/drawing/2014/main" id="{62E9FEF1-584A-37AC-739B-0BCDCB287AB3}"/>
                </a:ext>
              </a:extLst>
            </p:cNvPr>
            <p:cNvCxnSpPr>
              <a:cxnSpLocks noChangeShapeType="1"/>
              <a:stCxn id="32802" idx="0"/>
              <a:endCxn id="32801" idx="3"/>
            </p:cNvCxnSpPr>
            <p:nvPr/>
          </p:nvCxnSpPr>
          <p:spPr bwMode="auto">
            <a:xfrm flipV="1">
              <a:off x="793" y="3125"/>
              <a:ext cx="113" cy="1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2776" name="Oval 35">
            <a:extLst>
              <a:ext uri="{FF2B5EF4-FFF2-40B4-BE49-F238E27FC236}">
                <a16:creationId xmlns:a16="http://schemas.microsoft.com/office/drawing/2014/main" id="{ADEF78A6-C7F3-4FB8-28F9-09BD6CE07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1" y="4600575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32777" name="Oval 36">
            <a:extLst>
              <a:ext uri="{FF2B5EF4-FFF2-40B4-BE49-F238E27FC236}">
                <a16:creationId xmlns:a16="http://schemas.microsoft.com/office/drawing/2014/main" id="{8EE7291C-5BD5-06AE-32EB-79EDB1416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4376" y="5056188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32778" name="Rectangle 37">
            <a:extLst>
              <a:ext uri="{FF2B5EF4-FFF2-40B4-BE49-F238E27FC236}">
                <a16:creationId xmlns:a16="http://schemas.microsoft.com/office/drawing/2014/main" id="{844FE304-1C6F-CB2E-4FDD-2EF7E56ECA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13714" y="556895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2779" name="Rectangle 38">
            <a:extLst>
              <a:ext uri="{FF2B5EF4-FFF2-40B4-BE49-F238E27FC236}">
                <a16:creationId xmlns:a16="http://schemas.microsoft.com/office/drawing/2014/main" id="{773C1223-71DA-4063-A005-C88CE83360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34414" y="556895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32780" name="AutoShape 39">
            <a:extLst>
              <a:ext uri="{FF2B5EF4-FFF2-40B4-BE49-F238E27FC236}">
                <a16:creationId xmlns:a16="http://schemas.microsoft.com/office/drawing/2014/main" id="{CA1B5C1C-9E4D-F6C9-0184-CA8886029F05}"/>
              </a:ext>
            </a:extLst>
          </p:cNvPr>
          <p:cNvCxnSpPr>
            <a:cxnSpLocks noChangeShapeType="1"/>
            <a:stCxn id="32779" idx="0"/>
            <a:endCxn id="32777" idx="5"/>
          </p:cNvCxnSpPr>
          <p:nvPr/>
        </p:nvCxnSpPr>
        <p:spPr bwMode="auto">
          <a:xfrm flipH="1" flipV="1">
            <a:off x="8577264" y="5305425"/>
            <a:ext cx="161925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1" name="AutoShape 40">
            <a:extLst>
              <a:ext uri="{FF2B5EF4-FFF2-40B4-BE49-F238E27FC236}">
                <a16:creationId xmlns:a16="http://schemas.microsoft.com/office/drawing/2014/main" id="{21EA057E-74CE-B69E-3DD0-9E77FF13B41F}"/>
              </a:ext>
            </a:extLst>
          </p:cNvPr>
          <p:cNvCxnSpPr>
            <a:cxnSpLocks noChangeShapeType="1"/>
            <a:stCxn id="32778" idx="0"/>
            <a:endCxn id="32777" idx="3"/>
          </p:cNvCxnSpPr>
          <p:nvPr/>
        </p:nvCxnSpPr>
        <p:spPr bwMode="auto">
          <a:xfrm flipV="1">
            <a:off x="8215314" y="5305425"/>
            <a:ext cx="160337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2" name="AutoShape 41">
            <a:extLst>
              <a:ext uri="{FF2B5EF4-FFF2-40B4-BE49-F238E27FC236}">
                <a16:creationId xmlns:a16="http://schemas.microsoft.com/office/drawing/2014/main" id="{12A14382-1EE5-6D58-F2E6-B6B985218B78}"/>
              </a:ext>
            </a:extLst>
          </p:cNvPr>
          <p:cNvCxnSpPr>
            <a:cxnSpLocks noChangeShapeType="1"/>
            <a:stCxn id="32784" idx="7"/>
            <a:endCxn id="32776" idx="3"/>
          </p:cNvCxnSpPr>
          <p:nvPr/>
        </p:nvCxnSpPr>
        <p:spPr bwMode="auto">
          <a:xfrm flipV="1">
            <a:off x="7532689" y="4849814"/>
            <a:ext cx="319087" cy="2428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3" name="AutoShape 42">
            <a:extLst>
              <a:ext uri="{FF2B5EF4-FFF2-40B4-BE49-F238E27FC236}">
                <a16:creationId xmlns:a16="http://schemas.microsoft.com/office/drawing/2014/main" id="{466C2205-FAFD-E37B-08D5-BFA30E5ABB19}"/>
              </a:ext>
            </a:extLst>
          </p:cNvPr>
          <p:cNvCxnSpPr>
            <a:cxnSpLocks noChangeShapeType="1"/>
            <a:stCxn id="32777" idx="1"/>
            <a:endCxn id="32776" idx="5"/>
          </p:cNvCxnSpPr>
          <p:nvPr/>
        </p:nvCxnSpPr>
        <p:spPr bwMode="auto">
          <a:xfrm flipH="1" flipV="1">
            <a:off x="8054976" y="4849814"/>
            <a:ext cx="320675" cy="2428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84" name="Oval 43">
            <a:extLst>
              <a:ext uri="{FF2B5EF4-FFF2-40B4-BE49-F238E27FC236}">
                <a16:creationId xmlns:a16="http://schemas.microsoft.com/office/drawing/2014/main" id="{A963F784-7AF8-16FA-E6E8-C30A13AAE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214" y="5056188"/>
            <a:ext cx="282575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32785" name="Rectangle 44">
            <a:extLst>
              <a:ext uri="{FF2B5EF4-FFF2-40B4-BE49-F238E27FC236}">
                <a16:creationId xmlns:a16="http://schemas.microsoft.com/office/drawing/2014/main" id="{26DBFCBD-BE9F-8244-73A0-5E37DB4200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65964" y="556895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2786" name="Rectangle 45">
            <a:extLst>
              <a:ext uri="{FF2B5EF4-FFF2-40B4-BE49-F238E27FC236}">
                <a16:creationId xmlns:a16="http://schemas.microsoft.com/office/drawing/2014/main" id="{997CF812-7C24-A4D9-928B-C4CC882E52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88250" y="556895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32787" name="AutoShape 46">
            <a:extLst>
              <a:ext uri="{FF2B5EF4-FFF2-40B4-BE49-F238E27FC236}">
                <a16:creationId xmlns:a16="http://schemas.microsoft.com/office/drawing/2014/main" id="{0DBBADBC-9527-E9C3-0300-899FF60607FF}"/>
              </a:ext>
            </a:extLst>
          </p:cNvPr>
          <p:cNvCxnSpPr>
            <a:cxnSpLocks noChangeShapeType="1"/>
            <a:stCxn id="32786" idx="0"/>
            <a:endCxn id="32784" idx="5"/>
          </p:cNvCxnSpPr>
          <p:nvPr/>
        </p:nvCxnSpPr>
        <p:spPr bwMode="auto">
          <a:xfrm flipH="1" flipV="1">
            <a:off x="7532688" y="5305425"/>
            <a:ext cx="158750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8" name="AutoShape 47">
            <a:extLst>
              <a:ext uri="{FF2B5EF4-FFF2-40B4-BE49-F238E27FC236}">
                <a16:creationId xmlns:a16="http://schemas.microsoft.com/office/drawing/2014/main" id="{B5E624DF-F74C-9C5A-4005-B47A843132FC}"/>
              </a:ext>
            </a:extLst>
          </p:cNvPr>
          <p:cNvCxnSpPr>
            <a:cxnSpLocks noChangeShapeType="1"/>
            <a:stCxn id="32785" idx="0"/>
            <a:endCxn id="32784" idx="3"/>
          </p:cNvCxnSpPr>
          <p:nvPr/>
        </p:nvCxnSpPr>
        <p:spPr bwMode="auto">
          <a:xfrm flipV="1">
            <a:off x="7169150" y="5305425"/>
            <a:ext cx="160338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89" name="Oval 48">
            <a:extLst>
              <a:ext uri="{FF2B5EF4-FFF2-40B4-BE49-F238E27FC236}">
                <a16:creationId xmlns:a16="http://schemas.microsoft.com/office/drawing/2014/main" id="{E80B45E2-EBD8-53BE-B35A-31EA3C3E8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564" y="4038601"/>
            <a:ext cx="287337" cy="2841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2790" name="AutoShape 49">
            <a:extLst>
              <a:ext uri="{FF2B5EF4-FFF2-40B4-BE49-F238E27FC236}">
                <a16:creationId xmlns:a16="http://schemas.microsoft.com/office/drawing/2014/main" id="{61757568-D963-DEE0-999B-A45BD32B8670}"/>
              </a:ext>
            </a:extLst>
          </p:cNvPr>
          <p:cNvCxnSpPr>
            <a:cxnSpLocks noChangeShapeType="1"/>
            <a:stCxn id="32789" idx="5"/>
            <a:endCxn id="32776" idx="1"/>
          </p:cNvCxnSpPr>
          <p:nvPr/>
        </p:nvCxnSpPr>
        <p:spPr bwMode="auto">
          <a:xfrm>
            <a:off x="6651625" y="4294188"/>
            <a:ext cx="1200150" cy="336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1" name="AutoShape 50">
            <a:extLst>
              <a:ext uri="{FF2B5EF4-FFF2-40B4-BE49-F238E27FC236}">
                <a16:creationId xmlns:a16="http://schemas.microsoft.com/office/drawing/2014/main" id="{673F2C22-132E-3B8E-B312-F4722EE8DCDD}"/>
              </a:ext>
            </a:extLst>
          </p:cNvPr>
          <p:cNvCxnSpPr>
            <a:cxnSpLocks noChangeShapeType="1"/>
            <a:stCxn id="32789" idx="3"/>
            <a:endCxn id="32771" idx="7"/>
          </p:cNvCxnSpPr>
          <p:nvPr/>
        </p:nvCxnSpPr>
        <p:spPr bwMode="auto">
          <a:xfrm flipH="1">
            <a:off x="4895850" y="4294189"/>
            <a:ext cx="1550988" cy="339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92" name="Freeform 51">
            <a:extLst>
              <a:ext uri="{FF2B5EF4-FFF2-40B4-BE49-F238E27FC236}">
                <a16:creationId xmlns:a16="http://schemas.microsoft.com/office/drawing/2014/main" id="{D635126D-D0C6-285C-6E05-B3694649823E}"/>
              </a:ext>
            </a:extLst>
          </p:cNvPr>
          <p:cNvSpPr>
            <a:spLocks/>
          </p:cNvSpPr>
          <p:nvPr/>
        </p:nvSpPr>
        <p:spPr bwMode="auto">
          <a:xfrm>
            <a:off x="4930776" y="4418013"/>
            <a:ext cx="2905125" cy="1198562"/>
          </a:xfrm>
          <a:custGeom>
            <a:avLst/>
            <a:gdLst>
              <a:gd name="T0" fmla="*/ 2147483646 w 1830"/>
              <a:gd name="T1" fmla="*/ 2147483646 h 755"/>
              <a:gd name="T2" fmla="*/ 2147483646 w 1830"/>
              <a:gd name="T3" fmla="*/ 2147483646 h 755"/>
              <a:gd name="T4" fmla="*/ 2147483646 w 1830"/>
              <a:gd name="T5" fmla="*/ 2147483646 h 755"/>
              <a:gd name="T6" fmla="*/ 2147483646 w 1830"/>
              <a:gd name="T7" fmla="*/ 2147483646 h 755"/>
              <a:gd name="T8" fmla="*/ 2147483646 w 1830"/>
              <a:gd name="T9" fmla="*/ 2147483646 h 755"/>
              <a:gd name="T10" fmla="*/ 2147483646 w 1830"/>
              <a:gd name="T11" fmla="*/ 2147483646 h 755"/>
              <a:gd name="T12" fmla="*/ 2147483646 w 1830"/>
              <a:gd name="T13" fmla="*/ 2147483646 h 7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30"/>
              <a:gd name="T22" fmla="*/ 0 h 755"/>
              <a:gd name="T23" fmla="*/ 1830 w 1830"/>
              <a:gd name="T24" fmla="*/ 755 h 7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30" h="755">
                <a:moveTo>
                  <a:pt x="1034" y="737"/>
                </a:moveTo>
                <a:cubicBezTo>
                  <a:pt x="977" y="678"/>
                  <a:pt x="849" y="473"/>
                  <a:pt x="686" y="385"/>
                </a:cubicBezTo>
                <a:cubicBezTo>
                  <a:pt x="523" y="297"/>
                  <a:pt x="0" y="273"/>
                  <a:pt x="56" y="209"/>
                </a:cubicBezTo>
                <a:cubicBezTo>
                  <a:pt x="112" y="145"/>
                  <a:pt x="737" y="2"/>
                  <a:pt x="1022" y="1"/>
                </a:cubicBezTo>
                <a:cubicBezTo>
                  <a:pt x="1307" y="0"/>
                  <a:pt x="1702" y="129"/>
                  <a:pt x="1766" y="203"/>
                </a:cubicBezTo>
                <a:cubicBezTo>
                  <a:pt x="1830" y="277"/>
                  <a:pt x="1487" y="351"/>
                  <a:pt x="1406" y="443"/>
                </a:cubicBezTo>
                <a:cubicBezTo>
                  <a:pt x="1325" y="535"/>
                  <a:pt x="1306" y="690"/>
                  <a:pt x="1280" y="755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CD5BBA94-43EF-A34D-E14C-09A0DFA20C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Finding the Last Node: Vector-based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F4749B4D-E721-2AA3-281C-AE5AC7B254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219200"/>
            <a:ext cx="4114800" cy="51054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1800"/>
              <a:t>We can represent a heap with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/>
              <a:t> keys by means of a vector of length </a:t>
            </a:r>
            <a:r>
              <a:rPr lang="en-US" altLang="en-US" sz="1800" b="1" i="1">
                <a:latin typeface="Times New Roman" panose="02020603050405020304" pitchFamily="18" charset="0"/>
              </a:rPr>
              <a:t>n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For the node at rank </a:t>
            </a:r>
            <a:r>
              <a:rPr lang="en-US" altLang="en-US" sz="1800" b="1" i="1">
                <a:latin typeface="Times New Roman" panose="02020603050405020304" pitchFamily="18" charset="0"/>
              </a:rPr>
              <a:t>i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600"/>
              <a:t>the left child is at rank </a:t>
            </a:r>
            <a:r>
              <a:rPr lang="en-US" altLang="en-US" sz="1600">
                <a:latin typeface="Times New Roman" panose="02020603050405020304" pitchFamily="18" charset="0"/>
              </a:rPr>
              <a:t>2</a:t>
            </a:r>
            <a:r>
              <a:rPr lang="en-US" altLang="en-US" sz="1600" b="1" i="1">
                <a:latin typeface="Times New Roman" panose="02020603050405020304" pitchFamily="18" charset="0"/>
              </a:rPr>
              <a:t>i</a:t>
            </a:r>
            <a:endParaRPr lang="en-US" altLang="en-US" sz="16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/>
              <a:t>the right child is at rank </a:t>
            </a:r>
            <a:r>
              <a:rPr lang="en-US" altLang="en-US" sz="1600">
                <a:latin typeface="Times New Roman" panose="02020603050405020304" pitchFamily="18" charset="0"/>
              </a:rPr>
              <a:t>2</a:t>
            </a:r>
            <a:r>
              <a:rPr lang="en-US" altLang="en-US" sz="1600" b="1" i="1">
                <a:latin typeface="Times New Roman" panose="02020603050405020304" pitchFamily="18" charset="0"/>
              </a:rPr>
              <a:t>i </a:t>
            </a:r>
            <a:r>
              <a:rPr lang="en-US" altLang="en-US" sz="16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600">
                <a:latin typeface="Times New Roman" panose="02020603050405020304" pitchFamily="18" charset="0"/>
              </a:rPr>
              <a:t>1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Links between nodes are not explicitly stored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The leaves are not represented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The cell at rank </a:t>
            </a:r>
            <a:r>
              <a:rPr lang="en-US" altLang="en-US" sz="1800">
                <a:latin typeface="Times New Roman" panose="02020603050405020304" pitchFamily="18" charset="0"/>
              </a:rPr>
              <a:t>0</a:t>
            </a:r>
            <a:r>
              <a:rPr lang="en-US" altLang="en-US" sz="1800"/>
              <a:t> is not used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Operation </a:t>
            </a:r>
            <a:r>
              <a:rPr lang="en-US" altLang="en-US" sz="1800" b="1"/>
              <a:t>insertItem</a:t>
            </a:r>
            <a:r>
              <a:rPr lang="en-US" altLang="en-US" sz="1800"/>
              <a:t> corresponds to inserting at rank </a:t>
            </a:r>
            <a:r>
              <a:rPr lang="en-US" altLang="en-US" sz="1800" b="1" i="1">
                <a:latin typeface="Times New Roman" panose="02020603050405020304" pitchFamily="18" charset="0"/>
              </a:rPr>
              <a:t>n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Operation </a:t>
            </a:r>
            <a:r>
              <a:rPr lang="en-US" altLang="en-US" sz="1800" b="1"/>
              <a:t>removeMin</a:t>
            </a:r>
            <a:r>
              <a:rPr lang="en-US" altLang="en-US" sz="1800"/>
              <a:t> corresponds to removing at rank 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33795" name="Group 4">
            <a:extLst>
              <a:ext uri="{FF2B5EF4-FFF2-40B4-BE49-F238E27FC236}">
                <a16:creationId xmlns:a16="http://schemas.microsoft.com/office/drawing/2014/main" id="{60CFE4FB-15A0-9360-9223-A0742E6A6D1B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1882775"/>
            <a:ext cx="3733800" cy="2154238"/>
            <a:chOff x="3024" y="1296"/>
            <a:chExt cx="2381" cy="1373"/>
          </a:xfrm>
        </p:grpSpPr>
        <p:sp>
          <p:nvSpPr>
            <p:cNvPr id="33809" name="Oval 5">
              <a:extLst>
                <a:ext uri="{FF2B5EF4-FFF2-40B4-BE49-F238E27FC236}">
                  <a16:creationId xmlns:a16="http://schemas.microsoft.com/office/drawing/2014/main" id="{11211636-8AF0-C9AF-B2F5-F38F8EEDD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29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2</a:t>
              </a:r>
            </a:p>
          </p:txBody>
        </p:sp>
        <p:sp>
          <p:nvSpPr>
            <p:cNvPr id="33810" name="Oval 6">
              <a:extLst>
                <a:ext uri="{FF2B5EF4-FFF2-40B4-BE49-F238E27FC236}">
                  <a16:creationId xmlns:a16="http://schemas.microsoft.com/office/drawing/2014/main" id="{C63E09FB-F9C9-E4A2-1770-FE788749B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7" y="168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6</a:t>
              </a:r>
            </a:p>
          </p:txBody>
        </p:sp>
        <p:sp>
          <p:nvSpPr>
            <p:cNvPr id="33811" name="Oval 7">
              <a:extLst>
                <a:ext uri="{FF2B5EF4-FFF2-40B4-BE49-F238E27FC236}">
                  <a16:creationId xmlns:a16="http://schemas.microsoft.com/office/drawing/2014/main" id="{767E1F1A-E264-5D48-1E57-D9F0EB620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2" y="168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5</a:t>
              </a:r>
            </a:p>
          </p:txBody>
        </p:sp>
        <p:sp>
          <p:nvSpPr>
            <p:cNvPr id="33812" name="Oval 8">
              <a:extLst>
                <a:ext uri="{FF2B5EF4-FFF2-40B4-BE49-F238E27FC236}">
                  <a16:creationId xmlns:a16="http://schemas.microsoft.com/office/drawing/2014/main" id="{31D5D894-CBB7-1743-4705-77F0E86D5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4" y="206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7</a:t>
              </a:r>
            </a:p>
          </p:txBody>
        </p:sp>
        <p:sp>
          <p:nvSpPr>
            <p:cNvPr id="33813" name="Rectangle 9">
              <a:extLst>
                <a:ext uri="{FF2B5EF4-FFF2-40B4-BE49-F238E27FC236}">
                  <a16:creationId xmlns:a16="http://schemas.microsoft.com/office/drawing/2014/main" id="{6AE02A41-2B74-3AE1-E950-72B7A28D39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07" y="249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3814" name="Rectangle 10">
              <a:extLst>
                <a:ext uri="{FF2B5EF4-FFF2-40B4-BE49-F238E27FC236}">
                  <a16:creationId xmlns:a16="http://schemas.microsoft.com/office/drawing/2014/main" id="{E3FB870D-97E0-3CD6-CC8C-B31B2592787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48" y="249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3815" name="Rectangle 11">
              <a:extLst>
                <a:ext uri="{FF2B5EF4-FFF2-40B4-BE49-F238E27FC236}">
                  <a16:creationId xmlns:a16="http://schemas.microsoft.com/office/drawing/2014/main" id="{638606FB-80C3-4C12-2DFF-8216C8F0B66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90" y="2064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3816" name="Rectangle 12">
              <a:extLst>
                <a:ext uri="{FF2B5EF4-FFF2-40B4-BE49-F238E27FC236}">
                  <a16:creationId xmlns:a16="http://schemas.microsoft.com/office/drawing/2014/main" id="{14E4F295-3E32-4694-77D7-DD9C59C7AED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32" y="2064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3817" name="AutoShape 13">
              <a:extLst>
                <a:ext uri="{FF2B5EF4-FFF2-40B4-BE49-F238E27FC236}">
                  <a16:creationId xmlns:a16="http://schemas.microsoft.com/office/drawing/2014/main" id="{0D2A3CBA-3814-FB56-9925-8C74B0D15686}"/>
                </a:ext>
              </a:extLst>
            </p:cNvPr>
            <p:cNvCxnSpPr>
              <a:cxnSpLocks noChangeShapeType="1"/>
              <a:stCxn id="33809" idx="3"/>
              <a:endCxn id="33811" idx="7"/>
            </p:cNvCxnSpPr>
            <p:nvPr/>
          </p:nvCxnSpPr>
          <p:spPr bwMode="auto">
            <a:xfrm flipH="1">
              <a:off x="3857" y="1507"/>
              <a:ext cx="546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8" name="AutoShape 14">
              <a:extLst>
                <a:ext uri="{FF2B5EF4-FFF2-40B4-BE49-F238E27FC236}">
                  <a16:creationId xmlns:a16="http://schemas.microsoft.com/office/drawing/2014/main" id="{5C967118-942C-4823-FBE6-C6D1369ABFD1}"/>
                </a:ext>
              </a:extLst>
            </p:cNvPr>
            <p:cNvCxnSpPr>
              <a:cxnSpLocks noChangeShapeType="1"/>
              <a:stCxn id="33810" idx="1"/>
              <a:endCxn id="33809" idx="5"/>
            </p:cNvCxnSpPr>
            <p:nvPr/>
          </p:nvCxnSpPr>
          <p:spPr bwMode="auto">
            <a:xfrm flipH="1" flipV="1">
              <a:off x="4573" y="1507"/>
              <a:ext cx="439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9" name="AutoShape 15">
              <a:extLst>
                <a:ext uri="{FF2B5EF4-FFF2-40B4-BE49-F238E27FC236}">
                  <a16:creationId xmlns:a16="http://schemas.microsoft.com/office/drawing/2014/main" id="{349AA932-A255-8978-BA7D-72AAC6D5825C}"/>
                </a:ext>
              </a:extLst>
            </p:cNvPr>
            <p:cNvCxnSpPr>
              <a:cxnSpLocks noChangeShapeType="1"/>
              <a:stCxn id="33816" idx="0"/>
              <a:endCxn id="33810" idx="5"/>
            </p:cNvCxnSpPr>
            <p:nvPr/>
          </p:nvCxnSpPr>
          <p:spPr bwMode="auto">
            <a:xfrm flipH="1" flipV="1">
              <a:off x="5182" y="1891"/>
              <a:ext cx="137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0" name="AutoShape 16">
              <a:extLst>
                <a:ext uri="{FF2B5EF4-FFF2-40B4-BE49-F238E27FC236}">
                  <a16:creationId xmlns:a16="http://schemas.microsoft.com/office/drawing/2014/main" id="{D8CEC162-ADD0-24B0-4927-0D6A0B61B056}"/>
                </a:ext>
              </a:extLst>
            </p:cNvPr>
            <p:cNvCxnSpPr>
              <a:cxnSpLocks noChangeShapeType="1"/>
              <a:stCxn id="33815" idx="0"/>
              <a:endCxn id="33810" idx="3"/>
            </p:cNvCxnSpPr>
            <p:nvPr/>
          </p:nvCxnSpPr>
          <p:spPr bwMode="auto">
            <a:xfrm flipV="1">
              <a:off x="4877" y="1891"/>
              <a:ext cx="13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1" name="AutoShape 17">
              <a:extLst>
                <a:ext uri="{FF2B5EF4-FFF2-40B4-BE49-F238E27FC236}">
                  <a16:creationId xmlns:a16="http://schemas.microsoft.com/office/drawing/2014/main" id="{883D7F88-229B-E8BA-2AFE-FC8CA33D382D}"/>
                </a:ext>
              </a:extLst>
            </p:cNvPr>
            <p:cNvCxnSpPr>
              <a:cxnSpLocks noChangeShapeType="1"/>
              <a:stCxn id="33814" idx="0"/>
              <a:endCxn id="33812" idx="5"/>
            </p:cNvCxnSpPr>
            <p:nvPr/>
          </p:nvCxnSpPr>
          <p:spPr bwMode="auto">
            <a:xfrm flipH="1" flipV="1">
              <a:off x="4299" y="2275"/>
              <a:ext cx="136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2" name="AutoShape 18">
              <a:extLst>
                <a:ext uri="{FF2B5EF4-FFF2-40B4-BE49-F238E27FC236}">
                  <a16:creationId xmlns:a16="http://schemas.microsoft.com/office/drawing/2014/main" id="{ADCC5549-0C2B-6BE5-1C85-1F8EA0463059}"/>
                </a:ext>
              </a:extLst>
            </p:cNvPr>
            <p:cNvCxnSpPr>
              <a:cxnSpLocks noChangeShapeType="1"/>
              <a:stCxn id="33813" idx="0"/>
              <a:endCxn id="33812" idx="3"/>
            </p:cNvCxnSpPr>
            <p:nvPr/>
          </p:nvCxnSpPr>
          <p:spPr bwMode="auto">
            <a:xfrm flipV="1">
              <a:off x="3994" y="2275"/>
              <a:ext cx="13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3" name="AutoShape 19">
              <a:extLst>
                <a:ext uri="{FF2B5EF4-FFF2-40B4-BE49-F238E27FC236}">
                  <a16:creationId xmlns:a16="http://schemas.microsoft.com/office/drawing/2014/main" id="{BB1E5AA4-D4D2-673D-71C2-BF7D9437D8BA}"/>
                </a:ext>
              </a:extLst>
            </p:cNvPr>
            <p:cNvCxnSpPr>
              <a:cxnSpLocks noChangeShapeType="1"/>
              <a:stCxn id="33825" idx="7"/>
              <a:endCxn id="33811" idx="3"/>
            </p:cNvCxnSpPr>
            <p:nvPr/>
          </p:nvCxnSpPr>
          <p:spPr bwMode="auto">
            <a:xfrm flipV="1">
              <a:off x="3416" y="1891"/>
              <a:ext cx="271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4" name="AutoShape 20">
              <a:extLst>
                <a:ext uri="{FF2B5EF4-FFF2-40B4-BE49-F238E27FC236}">
                  <a16:creationId xmlns:a16="http://schemas.microsoft.com/office/drawing/2014/main" id="{9CA03B4C-4A72-E980-2DF6-A5477DD89BDE}"/>
                </a:ext>
              </a:extLst>
            </p:cNvPr>
            <p:cNvCxnSpPr>
              <a:cxnSpLocks noChangeShapeType="1"/>
              <a:stCxn id="33812" idx="1"/>
              <a:endCxn id="33811" idx="5"/>
            </p:cNvCxnSpPr>
            <p:nvPr/>
          </p:nvCxnSpPr>
          <p:spPr bwMode="auto">
            <a:xfrm flipH="1" flipV="1">
              <a:off x="3857" y="1891"/>
              <a:ext cx="272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25" name="Oval 21">
              <a:extLst>
                <a:ext uri="{FF2B5EF4-FFF2-40B4-BE49-F238E27FC236}">
                  <a16:creationId xmlns:a16="http://schemas.microsoft.com/office/drawing/2014/main" id="{5740B1A1-8198-484D-A168-041D57786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" y="206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9</a:t>
              </a:r>
            </a:p>
          </p:txBody>
        </p:sp>
        <p:sp>
          <p:nvSpPr>
            <p:cNvPr id="33826" name="Rectangle 22">
              <a:extLst>
                <a:ext uri="{FF2B5EF4-FFF2-40B4-BE49-F238E27FC236}">
                  <a16:creationId xmlns:a16="http://schemas.microsoft.com/office/drawing/2014/main" id="{D61157B4-AD54-EFEA-3CC5-5975481869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4" y="249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3827" name="Rectangle 23">
              <a:extLst>
                <a:ext uri="{FF2B5EF4-FFF2-40B4-BE49-F238E27FC236}">
                  <a16:creationId xmlns:a16="http://schemas.microsoft.com/office/drawing/2014/main" id="{EFBC0855-EB03-B896-FF80-C41229720ED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65" y="249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3828" name="AutoShape 24">
              <a:extLst>
                <a:ext uri="{FF2B5EF4-FFF2-40B4-BE49-F238E27FC236}">
                  <a16:creationId xmlns:a16="http://schemas.microsoft.com/office/drawing/2014/main" id="{2F78399C-B706-149B-5CA6-816E7B2154B7}"/>
                </a:ext>
              </a:extLst>
            </p:cNvPr>
            <p:cNvCxnSpPr>
              <a:cxnSpLocks noChangeShapeType="1"/>
              <a:stCxn id="33827" idx="0"/>
              <a:endCxn id="33825" idx="5"/>
            </p:cNvCxnSpPr>
            <p:nvPr/>
          </p:nvCxnSpPr>
          <p:spPr bwMode="auto">
            <a:xfrm flipH="1" flipV="1">
              <a:off x="3416" y="2275"/>
              <a:ext cx="136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9" name="AutoShape 25">
              <a:extLst>
                <a:ext uri="{FF2B5EF4-FFF2-40B4-BE49-F238E27FC236}">
                  <a16:creationId xmlns:a16="http://schemas.microsoft.com/office/drawing/2014/main" id="{F7FD6C9C-11E8-F44B-EB4A-90BB82ADA1B0}"/>
                </a:ext>
              </a:extLst>
            </p:cNvPr>
            <p:cNvCxnSpPr>
              <a:cxnSpLocks noChangeShapeType="1"/>
              <a:stCxn id="33826" idx="0"/>
              <a:endCxn id="33825" idx="3"/>
            </p:cNvCxnSpPr>
            <p:nvPr/>
          </p:nvCxnSpPr>
          <p:spPr bwMode="auto">
            <a:xfrm flipV="1">
              <a:off x="3111" y="2275"/>
              <a:ext cx="13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3796" name="Group 26">
            <a:extLst>
              <a:ext uri="{FF2B5EF4-FFF2-40B4-BE49-F238E27FC236}">
                <a16:creationId xmlns:a16="http://schemas.microsoft.com/office/drawing/2014/main" id="{1D1DDAA3-2148-8597-9B56-A5836BFD969C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4473574"/>
            <a:ext cx="3429000" cy="941092"/>
            <a:chOff x="3216" y="2736"/>
            <a:chExt cx="2304" cy="632"/>
          </a:xfrm>
        </p:grpSpPr>
        <p:sp>
          <p:nvSpPr>
            <p:cNvPr id="33797" name="Rectangle 27">
              <a:extLst>
                <a:ext uri="{FF2B5EF4-FFF2-40B4-BE49-F238E27FC236}">
                  <a16:creationId xmlns:a16="http://schemas.microsoft.com/office/drawing/2014/main" id="{6303CCFC-F625-0518-6F6B-1B5F36C43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736"/>
              <a:ext cx="384" cy="384"/>
            </a:xfrm>
            <a:prstGeom prst="rect">
              <a:avLst/>
            </a:prstGeom>
            <a:solidFill>
              <a:srgbClr val="F8F0D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798" name="Rectangle 28">
              <a:extLst>
                <a:ext uri="{FF2B5EF4-FFF2-40B4-BE49-F238E27FC236}">
                  <a16:creationId xmlns:a16="http://schemas.microsoft.com/office/drawing/2014/main" id="{6296E6BA-0109-2D9B-96FD-FD424D2FA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736"/>
              <a:ext cx="384" cy="38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3799" name="Rectangle 29">
              <a:extLst>
                <a:ext uri="{FF2B5EF4-FFF2-40B4-BE49-F238E27FC236}">
                  <a16:creationId xmlns:a16="http://schemas.microsoft.com/office/drawing/2014/main" id="{832E3AF4-EFA0-B9B2-3F17-3CD7E1CED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736"/>
              <a:ext cx="384" cy="38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3800" name="Rectangle 30">
              <a:extLst>
                <a:ext uri="{FF2B5EF4-FFF2-40B4-BE49-F238E27FC236}">
                  <a16:creationId xmlns:a16="http://schemas.microsoft.com/office/drawing/2014/main" id="{FF2C476F-6F2C-EB88-7D7F-DB3EC24BC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736"/>
              <a:ext cx="384" cy="38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3801" name="Rectangle 31">
              <a:extLst>
                <a:ext uri="{FF2B5EF4-FFF2-40B4-BE49-F238E27FC236}">
                  <a16:creationId xmlns:a16="http://schemas.microsoft.com/office/drawing/2014/main" id="{2B6C184E-E27D-9175-2E7C-2FF5868DF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736"/>
              <a:ext cx="384" cy="38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33802" name="Rectangle 32">
              <a:extLst>
                <a:ext uri="{FF2B5EF4-FFF2-40B4-BE49-F238E27FC236}">
                  <a16:creationId xmlns:a16="http://schemas.microsoft.com/office/drawing/2014/main" id="{84F71264-175A-00C8-CED8-4E2ECAAFC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2736"/>
              <a:ext cx="384" cy="38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33803" name="Rectangle 33">
              <a:extLst>
                <a:ext uri="{FF2B5EF4-FFF2-40B4-BE49-F238E27FC236}">
                  <a16:creationId xmlns:a16="http://schemas.microsoft.com/office/drawing/2014/main" id="{B143B808-A7DE-3BFE-9874-CFC3DD26B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120"/>
              <a:ext cx="185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1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3804" name="Rectangle 34">
              <a:extLst>
                <a:ext uri="{FF2B5EF4-FFF2-40B4-BE49-F238E27FC236}">
                  <a16:creationId xmlns:a16="http://schemas.microsoft.com/office/drawing/2014/main" id="{49D53B66-A31C-937D-5C96-F94B20C426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120"/>
              <a:ext cx="185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2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3805" name="Rectangle 35">
              <a:extLst>
                <a:ext uri="{FF2B5EF4-FFF2-40B4-BE49-F238E27FC236}">
                  <a16:creationId xmlns:a16="http://schemas.microsoft.com/office/drawing/2014/main" id="{5A3E1445-535A-B0A9-F009-8B2A400A9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3120"/>
              <a:ext cx="185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3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3806" name="Rectangle 36">
              <a:extLst>
                <a:ext uri="{FF2B5EF4-FFF2-40B4-BE49-F238E27FC236}">
                  <a16:creationId xmlns:a16="http://schemas.microsoft.com/office/drawing/2014/main" id="{B0346F5E-264A-0BE8-4BDE-BD66E1C12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120"/>
              <a:ext cx="185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4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3807" name="Rectangle 37">
              <a:extLst>
                <a:ext uri="{FF2B5EF4-FFF2-40B4-BE49-F238E27FC236}">
                  <a16:creationId xmlns:a16="http://schemas.microsoft.com/office/drawing/2014/main" id="{7FD5C74E-2170-9199-5739-103560B0F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3120"/>
              <a:ext cx="185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5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3808" name="Rectangle 38">
              <a:extLst>
                <a:ext uri="{FF2B5EF4-FFF2-40B4-BE49-F238E27FC236}">
                  <a16:creationId xmlns:a16="http://schemas.microsoft.com/office/drawing/2014/main" id="{9094A365-3169-CB70-E216-9E342D739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120"/>
              <a:ext cx="185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0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FF5B5BFE-E0C7-4676-4BF1-12C0EC5FD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20961" y="191729"/>
            <a:ext cx="5257800" cy="609600"/>
          </a:xfrm>
        </p:spPr>
        <p:txBody>
          <a:bodyPr/>
          <a:lstStyle/>
          <a:p>
            <a:pPr eaLnBrk="1" hangingPunct="1"/>
            <a:r>
              <a:rPr lang="en-US" altLang="en-US" sz="2400"/>
              <a:t>Heap-Sort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EA2E5B06-B1C2-75BB-0682-144BA359344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344561" y="953729"/>
            <a:ext cx="4267200" cy="32004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/>
              <a:t>Consider a priority queue with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items implemented by means of a heap</a:t>
            </a:r>
          </a:p>
          <a:p>
            <a:pPr lvl="1" eaLnBrk="1" hangingPunct="1"/>
            <a:r>
              <a:rPr lang="en-US" altLang="en-US" sz="1600"/>
              <a:t>the space used is </a:t>
            </a:r>
            <a:r>
              <a:rPr lang="en-US" altLang="en-US" sz="1600" b="1" i="1">
                <a:latin typeface="Times New Roman" panose="02020603050405020304" pitchFamily="18" charset="0"/>
              </a:rPr>
              <a:t>O</a:t>
            </a:r>
            <a:r>
              <a:rPr lang="en-US" altLang="en-US" sz="1600">
                <a:latin typeface="Times New Roman" panose="02020603050405020304" pitchFamily="18" charset="0"/>
              </a:rPr>
              <a:t>(</a:t>
            </a:r>
            <a:r>
              <a:rPr lang="en-US" altLang="en-US" sz="1600" b="1" i="1">
                <a:latin typeface="Times New Roman" panose="02020603050405020304" pitchFamily="18" charset="0"/>
              </a:rPr>
              <a:t>n</a:t>
            </a:r>
            <a:r>
              <a:rPr lang="en-US" altLang="en-US" sz="1600">
                <a:latin typeface="Times New Roman" panose="02020603050405020304" pitchFamily="18" charset="0"/>
              </a:rPr>
              <a:t>)</a:t>
            </a:r>
            <a:endParaRPr lang="en-US" altLang="en-US" sz="1600"/>
          </a:p>
          <a:p>
            <a:pPr lvl="1" eaLnBrk="1" hangingPunct="1"/>
            <a:r>
              <a:rPr lang="en-US" altLang="en-US" sz="1600"/>
              <a:t>methods </a:t>
            </a:r>
            <a:r>
              <a:rPr lang="en-US" altLang="en-US" sz="1600" b="1">
                <a:solidFill>
                  <a:schemeClr val="tx2"/>
                </a:solidFill>
              </a:rPr>
              <a:t>insertItem</a:t>
            </a:r>
            <a:r>
              <a:rPr lang="en-US" altLang="en-US" sz="1600"/>
              <a:t> and </a:t>
            </a:r>
            <a:r>
              <a:rPr lang="en-US" altLang="en-US" sz="1600" b="1">
                <a:solidFill>
                  <a:schemeClr val="tx2"/>
                </a:solidFill>
              </a:rPr>
              <a:t>removeMin</a:t>
            </a:r>
            <a:r>
              <a:rPr lang="en-US" altLang="en-US" sz="1600"/>
              <a:t> take </a:t>
            </a:r>
            <a:r>
              <a:rPr lang="en-US" altLang="en-US" sz="1600" b="1" i="1">
                <a:latin typeface="Times New Roman" panose="02020603050405020304" pitchFamily="18" charset="0"/>
              </a:rPr>
              <a:t>O</a:t>
            </a:r>
            <a:r>
              <a:rPr lang="en-US" altLang="en-US" sz="1600">
                <a:latin typeface="Times New Roman" panose="02020603050405020304" pitchFamily="18" charset="0"/>
              </a:rPr>
              <a:t>(log </a:t>
            </a:r>
            <a:r>
              <a:rPr lang="en-US" altLang="en-US" sz="1600" b="1" i="1">
                <a:latin typeface="Times New Roman" panose="02020603050405020304" pitchFamily="18" charset="0"/>
              </a:rPr>
              <a:t>n</a:t>
            </a:r>
            <a:r>
              <a:rPr lang="en-US" altLang="en-US" sz="1600">
                <a:latin typeface="Times New Roman" panose="02020603050405020304" pitchFamily="18" charset="0"/>
              </a:rPr>
              <a:t>) </a:t>
            </a:r>
            <a:r>
              <a:rPr lang="en-US" altLang="en-US" sz="1600"/>
              <a:t>time</a:t>
            </a:r>
          </a:p>
          <a:p>
            <a:pPr lvl="1" eaLnBrk="1" hangingPunct="1"/>
            <a:r>
              <a:rPr lang="en-US" altLang="en-US" sz="1600"/>
              <a:t>methods </a:t>
            </a:r>
            <a:r>
              <a:rPr lang="en-US" altLang="en-US" sz="1600" b="1">
                <a:solidFill>
                  <a:schemeClr val="tx2"/>
                </a:solidFill>
              </a:rPr>
              <a:t>size</a:t>
            </a:r>
            <a:r>
              <a:rPr lang="en-US" altLang="en-US" sz="1600"/>
              <a:t>, </a:t>
            </a:r>
            <a:r>
              <a:rPr lang="en-US" altLang="en-US" sz="1600" b="1">
                <a:solidFill>
                  <a:schemeClr val="tx2"/>
                </a:solidFill>
              </a:rPr>
              <a:t>isEmpty</a:t>
            </a:r>
            <a:r>
              <a:rPr lang="en-US" altLang="en-US" sz="1600"/>
              <a:t>, </a:t>
            </a:r>
            <a:r>
              <a:rPr lang="en-US" altLang="en-US" sz="1600" b="1">
                <a:solidFill>
                  <a:schemeClr val="tx2"/>
                </a:solidFill>
              </a:rPr>
              <a:t>minKey</a:t>
            </a:r>
            <a:r>
              <a:rPr lang="en-US" altLang="en-US" sz="1600"/>
              <a:t>, and </a:t>
            </a:r>
            <a:r>
              <a:rPr lang="en-US" altLang="en-US" sz="1600" b="1">
                <a:solidFill>
                  <a:schemeClr val="tx2"/>
                </a:solidFill>
              </a:rPr>
              <a:t>minElement</a:t>
            </a:r>
            <a:r>
              <a:rPr lang="en-US" altLang="en-US" sz="1600"/>
              <a:t> take time </a:t>
            </a:r>
            <a:r>
              <a:rPr lang="en-US" altLang="en-US" sz="1600" b="1" i="1">
                <a:latin typeface="Times New Roman" panose="02020603050405020304" pitchFamily="18" charset="0"/>
              </a:rPr>
              <a:t>O</a:t>
            </a:r>
            <a:r>
              <a:rPr lang="en-US" altLang="en-US" sz="1600">
                <a:latin typeface="Times New Roman" panose="02020603050405020304" pitchFamily="18" charset="0"/>
              </a:rPr>
              <a:t>(1) </a:t>
            </a:r>
            <a:r>
              <a:rPr lang="en-US" altLang="en-US" sz="1600"/>
              <a:t>time</a:t>
            </a:r>
          </a:p>
        </p:txBody>
      </p:sp>
      <p:sp>
        <p:nvSpPr>
          <p:cNvPr id="34819" name="Rectangle 4">
            <a:extLst>
              <a:ext uri="{FF2B5EF4-FFF2-40B4-BE49-F238E27FC236}">
                <a16:creationId xmlns:a16="http://schemas.microsoft.com/office/drawing/2014/main" id="{2E18A64A-51C2-3474-BAA9-BF766E76600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1344561" y="3468329"/>
            <a:ext cx="4800600" cy="3048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Using a heap-based priority queue, we can sort a sequence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/>
              <a:t> elements in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 log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 </a:t>
            </a:r>
            <a:r>
              <a:rPr lang="en-US" altLang="en-US" sz="2000" dirty="0"/>
              <a:t>time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resulting algorithm is called heap-sort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Heap-sort is much faster than quadratic sorting algorithms, such as insertion-sort and selection-sort</a:t>
            </a:r>
          </a:p>
        </p:txBody>
      </p:sp>
      <p:sp>
        <p:nvSpPr>
          <p:cNvPr id="34820" name="Text Box 6">
            <a:extLst>
              <a:ext uri="{FF2B5EF4-FFF2-40B4-BE49-F238E27FC236}">
                <a16:creationId xmlns:a16="http://schemas.microsoft.com/office/drawing/2014/main" id="{25FE8C68-696E-62A6-195D-7A84CD976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7561" y="1150580"/>
            <a:ext cx="3657600" cy="2981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400">
                <a:latin typeface="Times New Roman" panose="02020603050405020304" pitchFamily="18" charset="0"/>
              </a:rPr>
              <a:t> </a:t>
            </a:r>
            <a:r>
              <a:rPr lang="en-US" altLang="en-US" sz="1400" b="1" i="1">
                <a:solidFill>
                  <a:schemeClr val="tx2"/>
                </a:solidFill>
                <a:latin typeface="Times New Roman" panose="02020603050405020304" pitchFamily="18" charset="0"/>
              </a:rPr>
              <a:t>PQ-Sort</a:t>
            </a:r>
            <a:r>
              <a:rPr lang="en-US" altLang="en-US" sz="14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400" b="1" i="1">
                <a:solidFill>
                  <a:schemeClr val="tx2"/>
                </a:solidFill>
                <a:latin typeface="Times New Roman" panose="02020603050405020304" pitchFamily="18" charset="0"/>
              </a:rPr>
              <a:t>S, C</a:t>
            </a:r>
            <a:r>
              <a:rPr lang="en-US" altLang="en-US" sz="14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1400">
                <a:latin typeface="Times New Roman" panose="02020603050405020304" pitchFamily="18" charset="0"/>
              </a:rPr>
              <a:t> 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, comparator 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 for the elements of 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endParaRPr lang="en-US" altLang="en-US" sz="14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1400">
                <a:latin typeface="Times New Roman" panose="02020603050405020304" pitchFamily="18" charset="0"/>
              </a:rPr>
              <a:t> 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 sorted  in increasing order according to 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endParaRPr lang="en-US" altLang="en-US" sz="14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P </a:t>
            </a: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priority queue with 		comparator 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endParaRPr lang="en-US" altLang="en-US" sz="1400" b="1" i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 sz="14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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S.isEmpty 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S.remove 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first 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())</a:t>
            </a:r>
            <a:endParaRPr lang="en-US" altLang="en-US" sz="14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P.insertItem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 sz="14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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P.isEmpty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P.removeMin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endParaRPr lang="en-US" altLang="en-US" sz="14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S.insertLast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4821" name="Rectangle 7">
            <a:extLst>
              <a:ext uri="{FF2B5EF4-FFF2-40B4-BE49-F238E27FC236}">
                <a16:creationId xmlns:a16="http://schemas.microsoft.com/office/drawing/2014/main" id="{9D4329D7-B1EF-A24A-667D-B8D92FA1A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2361" y="4198579"/>
            <a:ext cx="3124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The old PQ-Sort runs in </a:t>
            </a:r>
            <a:r>
              <a:rPr lang="en-US" altLang="en-US" sz="1800" b="1" i="1"/>
              <a:t>O</a:t>
            </a:r>
            <a:r>
              <a:rPr lang="en-US" altLang="en-US" sz="1800"/>
              <a:t>(</a:t>
            </a:r>
            <a:r>
              <a:rPr lang="en-US" altLang="en-US" sz="1800" b="1" i="1"/>
              <a:t>n</a:t>
            </a:r>
            <a:r>
              <a:rPr lang="en-US" altLang="en-US" sz="1800" baseline="30000"/>
              <a:t>2</a:t>
            </a:r>
            <a:r>
              <a:rPr lang="en-US" altLang="en-US" sz="1800"/>
              <a:t>) time</a:t>
            </a:r>
          </a:p>
        </p:txBody>
      </p:sp>
      <p:sp>
        <p:nvSpPr>
          <p:cNvPr id="34822" name="Rectangle 8">
            <a:extLst>
              <a:ext uri="{FF2B5EF4-FFF2-40B4-BE49-F238E27FC236}">
                <a16:creationId xmlns:a16="http://schemas.microsoft.com/office/drawing/2014/main" id="{77B368DB-43A8-1C66-183A-7E44C2BA4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9961" y="5287605"/>
            <a:ext cx="3505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FF"/>
                </a:solidFill>
              </a:rPr>
              <a:t>The new </a:t>
            </a:r>
            <a:r>
              <a:rPr lang="en-US" altLang="en-US" sz="1800" dirty="0" err="1">
                <a:solidFill>
                  <a:srgbClr val="0000FF"/>
                </a:solidFill>
              </a:rPr>
              <a:t>heapSort</a:t>
            </a:r>
            <a:r>
              <a:rPr lang="en-US" altLang="en-US" sz="1800" dirty="0">
                <a:solidFill>
                  <a:srgbClr val="0000FF"/>
                </a:solidFill>
              </a:rPr>
              <a:t> runs in </a:t>
            </a:r>
            <a:r>
              <a:rPr lang="en-US" altLang="en-US" sz="1800" b="1" i="1" dirty="0">
                <a:solidFill>
                  <a:srgbClr val="0000FF"/>
                </a:solidFill>
              </a:rPr>
              <a:t>O</a:t>
            </a:r>
            <a:r>
              <a:rPr lang="en-US" altLang="en-US" sz="1800" dirty="0">
                <a:solidFill>
                  <a:srgbClr val="0000FF"/>
                </a:solidFill>
              </a:rPr>
              <a:t>(</a:t>
            </a:r>
            <a:r>
              <a:rPr lang="en-US" altLang="en-US" sz="1800" b="1" i="1" dirty="0" err="1">
                <a:solidFill>
                  <a:srgbClr val="0000FF"/>
                </a:solidFill>
              </a:rPr>
              <a:t>n</a:t>
            </a:r>
            <a:r>
              <a:rPr lang="en-US" altLang="en-US" sz="1800" dirty="0" err="1">
                <a:solidFill>
                  <a:srgbClr val="0000FF"/>
                </a:solidFill>
              </a:rPr>
              <a:t>log</a:t>
            </a:r>
            <a:r>
              <a:rPr lang="en-US" altLang="en-US" sz="1800" b="1" i="1" dirty="0" err="1">
                <a:solidFill>
                  <a:srgbClr val="0000FF"/>
                </a:solidFill>
              </a:rPr>
              <a:t>n</a:t>
            </a:r>
            <a:r>
              <a:rPr lang="en-US" altLang="en-US" sz="1800" dirty="0">
                <a:solidFill>
                  <a:srgbClr val="0000FF"/>
                </a:solidFill>
              </a:rPr>
              <a:t>) time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solidFill>
                <a:srgbClr val="0000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5F28F213-E129-D859-3321-6DA5321BB9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7119" y="333118"/>
            <a:ext cx="4025823" cy="679706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Merging Two Heaps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DFADB201-0B88-F702-F5A9-BD82883935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4170" y="1617407"/>
            <a:ext cx="3657600" cy="41148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We are given two heaps and a key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k</a:t>
            </a:r>
          </a:p>
          <a:p>
            <a:pPr eaLnBrk="1" hangingPunct="1"/>
            <a:endParaRPr lang="en-US" altLang="en-US" sz="2000" b="1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000" dirty="0"/>
              <a:t>We create a new heap with the root node storing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k</a:t>
            </a:r>
            <a:r>
              <a:rPr lang="en-US" altLang="en-US" sz="2000" dirty="0"/>
              <a:t> and with the two heaps as subtrees (children)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We perform </a:t>
            </a:r>
            <a:r>
              <a:rPr lang="en-US" altLang="en-US" sz="2000" b="1" dirty="0" err="1"/>
              <a:t>downheap</a:t>
            </a:r>
            <a:r>
              <a:rPr lang="en-US" altLang="en-US" sz="2000" dirty="0"/>
              <a:t> to restore the heap-order property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E7318A3-6D12-F35D-AD9F-EF21666C5E7D}"/>
              </a:ext>
            </a:extLst>
          </p:cNvPr>
          <p:cNvGrpSpPr/>
          <p:nvPr/>
        </p:nvGrpSpPr>
        <p:grpSpPr>
          <a:xfrm>
            <a:off x="5344545" y="1236407"/>
            <a:ext cx="3867151" cy="4808538"/>
            <a:chOff x="5344545" y="1236407"/>
            <a:chExt cx="3867151" cy="4808538"/>
          </a:xfrm>
        </p:grpSpPr>
        <p:sp>
          <p:nvSpPr>
            <p:cNvPr id="35843" name="Oval 4">
              <a:extLst>
                <a:ext uri="{FF2B5EF4-FFF2-40B4-BE49-F238E27FC236}">
                  <a16:creationId xmlns:a16="http://schemas.microsoft.com/office/drawing/2014/main" id="{76731F7F-DCE4-ED0C-0E1B-780F5C47E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6520" y="2596895"/>
              <a:ext cx="285750" cy="284162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  <a:sym typeface="Symbol" pitchFamily="2" charset="2"/>
                </a:rPr>
                <a:t>7</a:t>
              </a:r>
            </a:p>
          </p:txBody>
        </p:sp>
        <p:cxnSp>
          <p:nvCxnSpPr>
            <p:cNvPr id="35844" name="AutoShape 5">
              <a:extLst>
                <a:ext uri="{FF2B5EF4-FFF2-40B4-BE49-F238E27FC236}">
                  <a16:creationId xmlns:a16="http://schemas.microsoft.com/office/drawing/2014/main" id="{1AE002A8-169B-5388-3CC3-1CB1E5E28305}"/>
                </a:ext>
              </a:extLst>
            </p:cNvPr>
            <p:cNvCxnSpPr>
              <a:cxnSpLocks noChangeShapeType="1"/>
              <a:stCxn id="35843" idx="3"/>
              <a:endCxn id="35846" idx="7"/>
            </p:cNvCxnSpPr>
            <p:nvPr/>
          </p:nvCxnSpPr>
          <p:spPr bwMode="auto">
            <a:xfrm flipH="1">
              <a:off x="6331971" y="2858833"/>
              <a:ext cx="885825" cy="2254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45" name="AutoShape 6">
              <a:extLst>
                <a:ext uri="{FF2B5EF4-FFF2-40B4-BE49-F238E27FC236}">
                  <a16:creationId xmlns:a16="http://schemas.microsoft.com/office/drawing/2014/main" id="{C75FB187-DBC2-2886-B83A-177DCA085F0C}"/>
                </a:ext>
              </a:extLst>
            </p:cNvPr>
            <p:cNvCxnSpPr>
              <a:cxnSpLocks noChangeShapeType="1"/>
              <a:stCxn id="35859" idx="1"/>
              <a:endCxn id="35843" idx="5"/>
            </p:cNvCxnSpPr>
            <p:nvPr/>
          </p:nvCxnSpPr>
          <p:spPr bwMode="auto">
            <a:xfrm flipH="1" flipV="1">
              <a:off x="7420995" y="2858833"/>
              <a:ext cx="801688" cy="22701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46" name="Oval 7">
              <a:extLst>
                <a:ext uri="{FF2B5EF4-FFF2-40B4-BE49-F238E27FC236}">
                  <a16:creationId xmlns:a16="http://schemas.microsoft.com/office/drawing/2014/main" id="{4E6B6FB4-770A-697C-680A-7980D1820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9083" y="3052507"/>
              <a:ext cx="284162" cy="28575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3</a:t>
              </a:r>
            </a:p>
          </p:txBody>
        </p:sp>
        <p:sp>
          <p:nvSpPr>
            <p:cNvPr id="35847" name="Oval 8">
              <a:extLst>
                <a:ext uri="{FF2B5EF4-FFF2-40B4-BE49-F238E27FC236}">
                  <a16:creationId xmlns:a16="http://schemas.microsoft.com/office/drawing/2014/main" id="{FF867A75-1C7B-6710-9239-0435D65F2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1370" y="3508120"/>
              <a:ext cx="285750" cy="28575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5</a:t>
              </a:r>
            </a:p>
          </p:txBody>
        </p:sp>
        <p:sp>
          <p:nvSpPr>
            <p:cNvPr id="35848" name="Rectangle 9">
              <a:extLst>
                <a:ext uri="{FF2B5EF4-FFF2-40B4-BE49-F238E27FC236}">
                  <a16:creationId xmlns:a16="http://schemas.microsoft.com/office/drawing/2014/main" id="{89B8EE9D-4A58-811B-903F-A694EB97A62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392295" y="4020882"/>
              <a:ext cx="204788" cy="2047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5849" name="Rectangle 10">
              <a:extLst>
                <a:ext uri="{FF2B5EF4-FFF2-40B4-BE49-F238E27FC236}">
                  <a16:creationId xmlns:a16="http://schemas.microsoft.com/office/drawing/2014/main" id="{2839B2A4-DEA2-1906-989D-B5ADF538A94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912996" y="4020882"/>
              <a:ext cx="206375" cy="2047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5850" name="AutoShape 11">
              <a:extLst>
                <a:ext uri="{FF2B5EF4-FFF2-40B4-BE49-F238E27FC236}">
                  <a16:creationId xmlns:a16="http://schemas.microsoft.com/office/drawing/2014/main" id="{39E324E8-36A9-DAF4-13F4-A7D741FE39A8}"/>
                </a:ext>
              </a:extLst>
            </p:cNvPr>
            <p:cNvCxnSpPr>
              <a:cxnSpLocks noChangeShapeType="1"/>
              <a:stCxn id="35849" idx="0"/>
              <a:endCxn id="35847" idx="5"/>
            </p:cNvCxnSpPr>
            <p:nvPr/>
          </p:nvCxnSpPr>
          <p:spPr bwMode="auto">
            <a:xfrm flipH="1" flipV="1">
              <a:off x="6855845" y="3757357"/>
              <a:ext cx="160338" cy="25558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51" name="AutoShape 12">
              <a:extLst>
                <a:ext uri="{FF2B5EF4-FFF2-40B4-BE49-F238E27FC236}">
                  <a16:creationId xmlns:a16="http://schemas.microsoft.com/office/drawing/2014/main" id="{7B256A72-9035-05DB-EF4E-B5B2937ABF2B}"/>
                </a:ext>
              </a:extLst>
            </p:cNvPr>
            <p:cNvCxnSpPr>
              <a:cxnSpLocks noChangeShapeType="1"/>
              <a:stCxn id="35848" idx="0"/>
              <a:endCxn id="35847" idx="3"/>
            </p:cNvCxnSpPr>
            <p:nvPr/>
          </p:nvCxnSpPr>
          <p:spPr bwMode="auto">
            <a:xfrm flipV="1">
              <a:off x="6495483" y="3757357"/>
              <a:ext cx="158750" cy="25558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52" name="AutoShape 13">
              <a:extLst>
                <a:ext uri="{FF2B5EF4-FFF2-40B4-BE49-F238E27FC236}">
                  <a16:creationId xmlns:a16="http://schemas.microsoft.com/office/drawing/2014/main" id="{B02BB847-E84D-8839-EF1D-585FD04F628A}"/>
                </a:ext>
              </a:extLst>
            </p:cNvPr>
            <p:cNvCxnSpPr>
              <a:cxnSpLocks noChangeShapeType="1"/>
              <a:stCxn id="35854" idx="7"/>
              <a:endCxn id="35846" idx="3"/>
            </p:cNvCxnSpPr>
            <p:nvPr/>
          </p:nvCxnSpPr>
          <p:spPr bwMode="auto">
            <a:xfrm flipV="1">
              <a:off x="5809684" y="3303333"/>
              <a:ext cx="320675" cy="23971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53" name="AutoShape 14">
              <a:extLst>
                <a:ext uri="{FF2B5EF4-FFF2-40B4-BE49-F238E27FC236}">
                  <a16:creationId xmlns:a16="http://schemas.microsoft.com/office/drawing/2014/main" id="{11B7A47D-D62D-EAF6-2A95-8478809F6524}"/>
                </a:ext>
              </a:extLst>
            </p:cNvPr>
            <p:cNvCxnSpPr>
              <a:cxnSpLocks noChangeShapeType="1"/>
              <a:stCxn id="35847" idx="1"/>
              <a:endCxn id="35846" idx="5"/>
            </p:cNvCxnSpPr>
            <p:nvPr/>
          </p:nvCxnSpPr>
          <p:spPr bwMode="auto">
            <a:xfrm flipH="1" flipV="1">
              <a:off x="6331971" y="3303333"/>
              <a:ext cx="322263" cy="23971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54" name="Oval 15">
              <a:extLst>
                <a:ext uri="{FF2B5EF4-FFF2-40B4-BE49-F238E27FC236}">
                  <a16:creationId xmlns:a16="http://schemas.microsoft.com/office/drawing/2014/main" id="{1337E98A-77A8-00B0-2FB7-393A69F78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6796" y="3508120"/>
              <a:ext cx="284163" cy="28575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8</a:t>
              </a:r>
            </a:p>
          </p:txBody>
        </p:sp>
        <p:sp>
          <p:nvSpPr>
            <p:cNvPr id="35855" name="Rectangle 16">
              <a:extLst>
                <a:ext uri="{FF2B5EF4-FFF2-40B4-BE49-F238E27FC236}">
                  <a16:creationId xmlns:a16="http://schemas.microsoft.com/office/drawing/2014/main" id="{5E497818-4BD4-986D-5CCC-A6070A409F0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44545" y="4020882"/>
              <a:ext cx="204788" cy="2047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5856" name="Rectangle 17">
              <a:extLst>
                <a:ext uri="{FF2B5EF4-FFF2-40B4-BE49-F238E27FC236}">
                  <a16:creationId xmlns:a16="http://schemas.microsoft.com/office/drawing/2014/main" id="{10200E4A-B0EB-4480-AEED-4BE1C8E025F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866834" y="4020882"/>
              <a:ext cx="204787" cy="2047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5857" name="AutoShape 18">
              <a:extLst>
                <a:ext uri="{FF2B5EF4-FFF2-40B4-BE49-F238E27FC236}">
                  <a16:creationId xmlns:a16="http://schemas.microsoft.com/office/drawing/2014/main" id="{6897FC9F-8252-B223-0E6B-95C46F4F3A12}"/>
                </a:ext>
              </a:extLst>
            </p:cNvPr>
            <p:cNvCxnSpPr>
              <a:cxnSpLocks noChangeShapeType="1"/>
              <a:stCxn id="35856" idx="0"/>
              <a:endCxn id="35854" idx="5"/>
            </p:cNvCxnSpPr>
            <p:nvPr/>
          </p:nvCxnSpPr>
          <p:spPr bwMode="auto">
            <a:xfrm flipH="1" flipV="1">
              <a:off x="5809684" y="3757357"/>
              <a:ext cx="160337" cy="25558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58" name="AutoShape 19">
              <a:extLst>
                <a:ext uri="{FF2B5EF4-FFF2-40B4-BE49-F238E27FC236}">
                  <a16:creationId xmlns:a16="http://schemas.microsoft.com/office/drawing/2014/main" id="{38821A89-2881-88C6-7385-0591D3A624D0}"/>
                </a:ext>
              </a:extLst>
            </p:cNvPr>
            <p:cNvCxnSpPr>
              <a:cxnSpLocks noChangeShapeType="1"/>
              <a:stCxn id="35855" idx="0"/>
              <a:endCxn id="35854" idx="3"/>
            </p:cNvCxnSpPr>
            <p:nvPr/>
          </p:nvCxnSpPr>
          <p:spPr bwMode="auto">
            <a:xfrm flipV="1">
              <a:off x="5447734" y="3757357"/>
              <a:ext cx="160337" cy="25558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59" name="Oval 20">
              <a:extLst>
                <a:ext uri="{FF2B5EF4-FFF2-40B4-BE49-F238E27FC236}">
                  <a16:creationId xmlns:a16="http://schemas.microsoft.com/office/drawing/2014/main" id="{991AF584-F8AA-B8F8-9EC0-46814D04B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81408" y="3054095"/>
              <a:ext cx="284162" cy="28575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2</a:t>
              </a:r>
            </a:p>
          </p:txBody>
        </p:sp>
        <p:sp>
          <p:nvSpPr>
            <p:cNvPr id="35860" name="Oval 21">
              <a:extLst>
                <a:ext uri="{FF2B5EF4-FFF2-40B4-BE49-F238E27FC236}">
                  <a16:creationId xmlns:a16="http://schemas.microsoft.com/office/drawing/2014/main" id="{EDE97D31-C0F6-3B25-0E05-2C41823AE7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3695" y="3509707"/>
              <a:ext cx="285750" cy="28575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6</a:t>
              </a:r>
            </a:p>
          </p:txBody>
        </p:sp>
        <p:sp>
          <p:nvSpPr>
            <p:cNvPr id="35861" name="Rectangle 22">
              <a:extLst>
                <a:ext uri="{FF2B5EF4-FFF2-40B4-BE49-F238E27FC236}">
                  <a16:creationId xmlns:a16="http://schemas.microsoft.com/office/drawing/2014/main" id="{F55606AC-74AD-869E-2F08-1365CAFF51E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484620" y="4022471"/>
              <a:ext cx="204788" cy="2047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5862" name="Rectangle 23">
              <a:extLst>
                <a:ext uri="{FF2B5EF4-FFF2-40B4-BE49-F238E27FC236}">
                  <a16:creationId xmlns:a16="http://schemas.microsoft.com/office/drawing/2014/main" id="{B35C1AC7-5E28-55F8-B491-71C0D4B612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005321" y="4022471"/>
              <a:ext cx="206375" cy="2047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5863" name="AutoShape 24">
              <a:extLst>
                <a:ext uri="{FF2B5EF4-FFF2-40B4-BE49-F238E27FC236}">
                  <a16:creationId xmlns:a16="http://schemas.microsoft.com/office/drawing/2014/main" id="{30D5110B-4F2E-85BC-7D45-470298A1CF6E}"/>
                </a:ext>
              </a:extLst>
            </p:cNvPr>
            <p:cNvCxnSpPr>
              <a:cxnSpLocks noChangeShapeType="1"/>
              <a:stCxn id="35862" idx="0"/>
              <a:endCxn id="35860" idx="5"/>
            </p:cNvCxnSpPr>
            <p:nvPr/>
          </p:nvCxnSpPr>
          <p:spPr bwMode="auto">
            <a:xfrm flipH="1" flipV="1">
              <a:off x="8948170" y="3758946"/>
              <a:ext cx="160338" cy="25558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64" name="AutoShape 25">
              <a:extLst>
                <a:ext uri="{FF2B5EF4-FFF2-40B4-BE49-F238E27FC236}">
                  <a16:creationId xmlns:a16="http://schemas.microsoft.com/office/drawing/2014/main" id="{477AB6B1-AF78-94AA-4178-435146B3E82C}"/>
                </a:ext>
              </a:extLst>
            </p:cNvPr>
            <p:cNvCxnSpPr>
              <a:cxnSpLocks noChangeShapeType="1"/>
              <a:stCxn id="35861" idx="0"/>
              <a:endCxn id="35860" idx="3"/>
            </p:cNvCxnSpPr>
            <p:nvPr/>
          </p:nvCxnSpPr>
          <p:spPr bwMode="auto">
            <a:xfrm flipV="1">
              <a:off x="8587808" y="3758946"/>
              <a:ext cx="158750" cy="25558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65" name="AutoShape 26">
              <a:extLst>
                <a:ext uri="{FF2B5EF4-FFF2-40B4-BE49-F238E27FC236}">
                  <a16:creationId xmlns:a16="http://schemas.microsoft.com/office/drawing/2014/main" id="{CFE104D2-C079-5A2F-0B88-6C480D3189DF}"/>
                </a:ext>
              </a:extLst>
            </p:cNvPr>
            <p:cNvCxnSpPr>
              <a:cxnSpLocks noChangeShapeType="1"/>
              <a:stCxn id="35867" idx="7"/>
              <a:endCxn id="35859" idx="3"/>
            </p:cNvCxnSpPr>
            <p:nvPr/>
          </p:nvCxnSpPr>
          <p:spPr bwMode="auto">
            <a:xfrm flipV="1">
              <a:off x="7902009" y="3304920"/>
              <a:ext cx="320675" cy="23971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66" name="AutoShape 27">
              <a:extLst>
                <a:ext uri="{FF2B5EF4-FFF2-40B4-BE49-F238E27FC236}">
                  <a16:creationId xmlns:a16="http://schemas.microsoft.com/office/drawing/2014/main" id="{EBB0930A-187E-A924-F18D-384ACC3EDFCC}"/>
                </a:ext>
              </a:extLst>
            </p:cNvPr>
            <p:cNvCxnSpPr>
              <a:cxnSpLocks noChangeShapeType="1"/>
              <a:stCxn id="35860" idx="1"/>
              <a:endCxn id="35859" idx="5"/>
            </p:cNvCxnSpPr>
            <p:nvPr/>
          </p:nvCxnSpPr>
          <p:spPr bwMode="auto">
            <a:xfrm flipH="1" flipV="1">
              <a:off x="8424296" y="3304920"/>
              <a:ext cx="322263" cy="23971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67" name="Oval 28">
              <a:extLst>
                <a:ext uri="{FF2B5EF4-FFF2-40B4-BE49-F238E27FC236}">
                  <a16:creationId xmlns:a16="http://schemas.microsoft.com/office/drawing/2014/main" id="{D830B199-108C-68EC-87E9-5B00B9A86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9121" y="3509707"/>
              <a:ext cx="284163" cy="28575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4</a:t>
              </a:r>
            </a:p>
          </p:txBody>
        </p:sp>
        <p:sp>
          <p:nvSpPr>
            <p:cNvPr id="35868" name="Rectangle 29">
              <a:extLst>
                <a:ext uri="{FF2B5EF4-FFF2-40B4-BE49-F238E27FC236}">
                  <a16:creationId xmlns:a16="http://schemas.microsoft.com/office/drawing/2014/main" id="{F199D86A-A833-3163-AC57-F242E208E96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436870" y="4022471"/>
              <a:ext cx="204788" cy="2047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5869" name="Rectangle 30">
              <a:extLst>
                <a:ext uri="{FF2B5EF4-FFF2-40B4-BE49-F238E27FC236}">
                  <a16:creationId xmlns:a16="http://schemas.microsoft.com/office/drawing/2014/main" id="{89D26649-7874-D01A-5CD8-EC2396DB0DD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959159" y="4022471"/>
              <a:ext cx="204787" cy="2047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5870" name="AutoShape 31">
              <a:extLst>
                <a:ext uri="{FF2B5EF4-FFF2-40B4-BE49-F238E27FC236}">
                  <a16:creationId xmlns:a16="http://schemas.microsoft.com/office/drawing/2014/main" id="{32567398-CC4E-F12F-B70B-4E8616DF02F4}"/>
                </a:ext>
              </a:extLst>
            </p:cNvPr>
            <p:cNvCxnSpPr>
              <a:cxnSpLocks noChangeShapeType="1"/>
              <a:stCxn id="35869" idx="0"/>
              <a:endCxn id="35867" idx="5"/>
            </p:cNvCxnSpPr>
            <p:nvPr/>
          </p:nvCxnSpPr>
          <p:spPr bwMode="auto">
            <a:xfrm flipH="1" flipV="1">
              <a:off x="7902009" y="3758946"/>
              <a:ext cx="160337" cy="25558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71" name="AutoShape 32">
              <a:extLst>
                <a:ext uri="{FF2B5EF4-FFF2-40B4-BE49-F238E27FC236}">
                  <a16:creationId xmlns:a16="http://schemas.microsoft.com/office/drawing/2014/main" id="{685DF4F9-571B-641D-711B-38EC1A94C069}"/>
                </a:ext>
              </a:extLst>
            </p:cNvPr>
            <p:cNvCxnSpPr>
              <a:cxnSpLocks noChangeShapeType="1"/>
              <a:stCxn id="35868" idx="0"/>
              <a:endCxn id="35867" idx="3"/>
            </p:cNvCxnSpPr>
            <p:nvPr/>
          </p:nvCxnSpPr>
          <p:spPr bwMode="auto">
            <a:xfrm flipV="1">
              <a:off x="7540059" y="3758946"/>
              <a:ext cx="160337" cy="25558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5872" name="Group 33">
              <a:extLst>
                <a:ext uri="{FF2B5EF4-FFF2-40B4-BE49-F238E27FC236}">
                  <a16:creationId xmlns:a16="http://schemas.microsoft.com/office/drawing/2014/main" id="{683B60AB-B983-31B0-D732-DC2F6AF7B6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44545" y="1236407"/>
              <a:ext cx="3867150" cy="1174750"/>
              <a:chOff x="3030" y="974"/>
              <a:chExt cx="2436" cy="740"/>
            </a:xfrm>
          </p:grpSpPr>
          <p:sp>
            <p:nvSpPr>
              <p:cNvPr id="35902" name="Oval 34">
                <a:extLst>
                  <a:ext uri="{FF2B5EF4-FFF2-40B4-BE49-F238E27FC236}">
                    <a16:creationId xmlns:a16="http://schemas.microsoft.com/office/drawing/2014/main" id="{B4F1F5DC-6950-AC45-8444-A2AC397730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9" y="974"/>
                <a:ext cx="179" cy="18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  <a:sym typeface="Symbol" pitchFamily="2" charset="2"/>
                  </a:rPr>
                  <a:t>3</a:t>
                </a:r>
              </a:p>
            </p:txBody>
          </p:sp>
          <p:sp>
            <p:nvSpPr>
              <p:cNvPr id="35903" name="Oval 35">
                <a:extLst>
                  <a:ext uri="{FF2B5EF4-FFF2-40B4-BE49-F238E27FC236}">
                    <a16:creationId xmlns:a16="http://schemas.microsoft.com/office/drawing/2014/main" id="{2F867F83-6901-C0B6-3064-ED98864F41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8" y="1261"/>
                <a:ext cx="180" cy="18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  <a:sym typeface="Symbol" pitchFamily="2" charset="2"/>
                  </a:rPr>
                  <a:t>5</a:t>
                </a:r>
              </a:p>
            </p:txBody>
          </p:sp>
          <p:sp>
            <p:nvSpPr>
              <p:cNvPr id="35904" name="Rectangle 36">
                <a:extLst>
                  <a:ext uri="{FF2B5EF4-FFF2-40B4-BE49-F238E27FC236}">
                    <a16:creationId xmlns:a16="http://schemas.microsoft.com/office/drawing/2014/main" id="{D7822727-783B-0BA2-2A1E-484E2ECF02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690" y="1584"/>
                <a:ext cx="129" cy="129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35905" name="Rectangle 37">
                <a:extLst>
                  <a:ext uri="{FF2B5EF4-FFF2-40B4-BE49-F238E27FC236}">
                    <a16:creationId xmlns:a16="http://schemas.microsoft.com/office/drawing/2014/main" id="{D9F713F7-A561-2728-C206-849E56903B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18" y="1584"/>
                <a:ext cx="130" cy="129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Tahoma" panose="020B0604030504040204" pitchFamily="34" charset="0"/>
                </a:endParaRPr>
              </a:p>
            </p:txBody>
          </p:sp>
          <p:cxnSp>
            <p:nvCxnSpPr>
              <p:cNvPr id="35906" name="AutoShape 38">
                <a:extLst>
                  <a:ext uri="{FF2B5EF4-FFF2-40B4-BE49-F238E27FC236}">
                    <a16:creationId xmlns:a16="http://schemas.microsoft.com/office/drawing/2014/main" id="{178A66CC-2B50-ADE1-26D9-B48C8AF9BE80}"/>
                  </a:ext>
                </a:extLst>
              </p:cNvPr>
              <p:cNvCxnSpPr>
                <a:cxnSpLocks noChangeShapeType="1"/>
                <a:stCxn id="35905" idx="0"/>
                <a:endCxn id="35903" idx="5"/>
              </p:cNvCxnSpPr>
              <p:nvPr/>
            </p:nvCxnSpPr>
            <p:spPr bwMode="auto">
              <a:xfrm flipH="1" flipV="1">
                <a:off x="3982" y="1418"/>
                <a:ext cx="101" cy="161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907" name="AutoShape 39">
                <a:extLst>
                  <a:ext uri="{FF2B5EF4-FFF2-40B4-BE49-F238E27FC236}">
                    <a16:creationId xmlns:a16="http://schemas.microsoft.com/office/drawing/2014/main" id="{3DA59A4A-A6CB-5208-613A-26F77B2BD30D}"/>
                  </a:ext>
                </a:extLst>
              </p:cNvPr>
              <p:cNvCxnSpPr>
                <a:cxnSpLocks noChangeShapeType="1"/>
                <a:stCxn id="35904" idx="0"/>
                <a:endCxn id="35903" idx="3"/>
              </p:cNvCxnSpPr>
              <p:nvPr/>
            </p:nvCxnSpPr>
            <p:spPr bwMode="auto">
              <a:xfrm flipV="1">
                <a:off x="3755" y="1418"/>
                <a:ext cx="100" cy="161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908" name="AutoShape 40">
                <a:extLst>
                  <a:ext uri="{FF2B5EF4-FFF2-40B4-BE49-F238E27FC236}">
                    <a16:creationId xmlns:a16="http://schemas.microsoft.com/office/drawing/2014/main" id="{0B07A231-4FF4-A1EB-1B46-9F4C157E9FB3}"/>
                  </a:ext>
                </a:extLst>
              </p:cNvPr>
              <p:cNvCxnSpPr>
                <a:cxnSpLocks noChangeShapeType="1"/>
                <a:stCxn id="35910" idx="7"/>
                <a:endCxn id="35902" idx="3"/>
              </p:cNvCxnSpPr>
              <p:nvPr/>
            </p:nvCxnSpPr>
            <p:spPr bwMode="auto">
              <a:xfrm flipV="1">
                <a:off x="3323" y="1132"/>
                <a:ext cx="202" cy="151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909" name="AutoShape 41">
                <a:extLst>
                  <a:ext uri="{FF2B5EF4-FFF2-40B4-BE49-F238E27FC236}">
                    <a16:creationId xmlns:a16="http://schemas.microsoft.com/office/drawing/2014/main" id="{6AF78346-9EFE-8C0A-E1DA-FE70A854EAD0}"/>
                  </a:ext>
                </a:extLst>
              </p:cNvPr>
              <p:cNvCxnSpPr>
                <a:cxnSpLocks noChangeShapeType="1"/>
                <a:stCxn id="35903" idx="1"/>
                <a:endCxn id="35902" idx="5"/>
              </p:cNvCxnSpPr>
              <p:nvPr/>
            </p:nvCxnSpPr>
            <p:spPr bwMode="auto">
              <a:xfrm flipH="1" flipV="1">
                <a:off x="3652" y="1132"/>
                <a:ext cx="203" cy="151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5910" name="Oval 42">
                <a:extLst>
                  <a:ext uri="{FF2B5EF4-FFF2-40B4-BE49-F238E27FC236}">
                    <a16:creationId xmlns:a16="http://schemas.microsoft.com/office/drawing/2014/main" id="{5F2E450A-9DE3-72F9-B9ED-FFBE1C3201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0" y="1261"/>
                <a:ext cx="179" cy="18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  <a:sym typeface="Symbol" pitchFamily="2" charset="2"/>
                  </a:rPr>
                  <a:t>8</a:t>
                </a:r>
              </a:p>
            </p:txBody>
          </p:sp>
          <p:sp>
            <p:nvSpPr>
              <p:cNvPr id="35911" name="Rectangle 43">
                <a:extLst>
                  <a:ext uri="{FF2B5EF4-FFF2-40B4-BE49-F238E27FC236}">
                    <a16:creationId xmlns:a16="http://schemas.microsoft.com/office/drawing/2014/main" id="{2872214E-5521-8E95-4878-DADE96AFA3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30" y="1584"/>
                <a:ext cx="129" cy="129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35912" name="Rectangle 44">
                <a:extLst>
                  <a:ext uri="{FF2B5EF4-FFF2-40B4-BE49-F238E27FC236}">
                    <a16:creationId xmlns:a16="http://schemas.microsoft.com/office/drawing/2014/main" id="{7F1A3815-BF70-C840-BE70-3357247225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59" y="1584"/>
                <a:ext cx="129" cy="129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Tahoma" panose="020B0604030504040204" pitchFamily="34" charset="0"/>
                </a:endParaRPr>
              </a:p>
            </p:txBody>
          </p:sp>
          <p:cxnSp>
            <p:nvCxnSpPr>
              <p:cNvPr id="35913" name="AutoShape 45">
                <a:extLst>
                  <a:ext uri="{FF2B5EF4-FFF2-40B4-BE49-F238E27FC236}">
                    <a16:creationId xmlns:a16="http://schemas.microsoft.com/office/drawing/2014/main" id="{EC5A3F44-0D06-9E03-EFD8-E58237A2CD53}"/>
                  </a:ext>
                </a:extLst>
              </p:cNvPr>
              <p:cNvCxnSpPr>
                <a:cxnSpLocks noChangeShapeType="1"/>
                <a:stCxn id="35912" idx="0"/>
                <a:endCxn id="35910" idx="5"/>
              </p:cNvCxnSpPr>
              <p:nvPr/>
            </p:nvCxnSpPr>
            <p:spPr bwMode="auto">
              <a:xfrm flipH="1" flipV="1">
                <a:off x="3323" y="1418"/>
                <a:ext cx="101" cy="161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914" name="AutoShape 46">
                <a:extLst>
                  <a:ext uri="{FF2B5EF4-FFF2-40B4-BE49-F238E27FC236}">
                    <a16:creationId xmlns:a16="http://schemas.microsoft.com/office/drawing/2014/main" id="{CD33B34B-2E77-AD98-2AB6-47211779741E}"/>
                  </a:ext>
                </a:extLst>
              </p:cNvPr>
              <p:cNvCxnSpPr>
                <a:cxnSpLocks noChangeShapeType="1"/>
                <a:stCxn id="35911" idx="0"/>
                <a:endCxn id="35910" idx="3"/>
              </p:cNvCxnSpPr>
              <p:nvPr/>
            </p:nvCxnSpPr>
            <p:spPr bwMode="auto">
              <a:xfrm flipV="1">
                <a:off x="3095" y="1418"/>
                <a:ext cx="101" cy="161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5915" name="Oval 47">
                <a:extLst>
                  <a:ext uri="{FF2B5EF4-FFF2-40B4-BE49-F238E27FC236}">
                    <a16:creationId xmlns:a16="http://schemas.microsoft.com/office/drawing/2014/main" id="{22974EB6-A3FC-FA5E-CC9C-41C3402424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7" y="975"/>
                <a:ext cx="179" cy="18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  <a:sym typeface="Symbol" pitchFamily="2" charset="2"/>
                  </a:rPr>
                  <a:t>2</a:t>
                </a:r>
              </a:p>
            </p:txBody>
          </p:sp>
          <p:sp>
            <p:nvSpPr>
              <p:cNvPr id="35916" name="Oval 48">
                <a:extLst>
                  <a:ext uri="{FF2B5EF4-FFF2-40B4-BE49-F238E27FC236}">
                    <a16:creationId xmlns:a16="http://schemas.microsoft.com/office/drawing/2014/main" id="{CF396065-62FE-1444-3D07-4EEA58D07B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6" y="1262"/>
                <a:ext cx="180" cy="18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  <a:sym typeface="Symbol" pitchFamily="2" charset="2"/>
                  </a:rPr>
                  <a:t>6</a:t>
                </a:r>
              </a:p>
            </p:txBody>
          </p:sp>
          <p:sp>
            <p:nvSpPr>
              <p:cNvPr id="35917" name="Rectangle 49">
                <a:extLst>
                  <a:ext uri="{FF2B5EF4-FFF2-40B4-BE49-F238E27FC236}">
                    <a16:creationId xmlns:a16="http://schemas.microsoft.com/office/drawing/2014/main" id="{D1E23115-BE28-DAD5-247E-09961DD4A3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008" y="1585"/>
                <a:ext cx="129" cy="129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35918" name="Rectangle 50">
                <a:extLst>
                  <a:ext uri="{FF2B5EF4-FFF2-40B4-BE49-F238E27FC236}">
                    <a16:creationId xmlns:a16="http://schemas.microsoft.com/office/drawing/2014/main" id="{B797DED3-4D6E-D4A6-2832-73618CA67D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6" y="1585"/>
                <a:ext cx="130" cy="129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Tahoma" panose="020B0604030504040204" pitchFamily="34" charset="0"/>
                </a:endParaRPr>
              </a:p>
            </p:txBody>
          </p:sp>
          <p:cxnSp>
            <p:nvCxnSpPr>
              <p:cNvPr id="35919" name="AutoShape 51">
                <a:extLst>
                  <a:ext uri="{FF2B5EF4-FFF2-40B4-BE49-F238E27FC236}">
                    <a16:creationId xmlns:a16="http://schemas.microsoft.com/office/drawing/2014/main" id="{912C4B27-E1DA-011F-2173-E8ECA5FB6F6E}"/>
                  </a:ext>
                </a:extLst>
              </p:cNvPr>
              <p:cNvCxnSpPr>
                <a:cxnSpLocks noChangeShapeType="1"/>
                <a:stCxn id="35918" idx="0"/>
                <a:endCxn id="35916" idx="5"/>
              </p:cNvCxnSpPr>
              <p:nvPr/>
            </p:nvCxnSpPr>
            <p:spPr bwMode="auto">
              <a:xfrm flipH="1" flipV="1">
                <a:off x="5300" y="1419"/>
                <a:ext cx="101" cy="161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920" name="AutoShape 52">
                <a:extLst>
                  <a:ext uri="{FF2B5EF4-FFF2-40B4-BE49-F238E27FC236}">
                    <a16:creationId xmlns:a16="http://schemas.microsoft.com/office/drawing/2014/main" id="{3BC9C223-6FBA-1A4D-E340-180689B7FD22}"/>
                  </a:ext>
                </a:extLst>
              </p:cNvPr>
              <p:cNvCxnSpPr>
                <a:cxnSpLocks noChangeShapeType="1"/>
                <a:stCxn id="35917" idx="0"/>
                <a:endCxn id="35916" idx="3"/>
              </p:cNvCxnSpPr>
              <p:nvPr/>
            </p:nvCxnSpPr>
            <p:spPr bwMode="auto">
              <a:xfrm flipV="1">
                <a:off x="5073" y="1419"/>
                <a:ext cx="100" cy="161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921" name="AutoShape 53">
                <a:extLst>
                  <a:ext uri="{FF2B5EF4-FFF2-40B4-BE49-F238E27FC236}">
                    <a16:creationId xmlns:a16="http://schemas.microsoft.com/office/drawing/2014/main" id="{BA4F1750-D4E7-94FD-4E9A-2A226C50DA9B}"/>
                  </a:ext>
                </a:extLst>
              </p:cNvPr>
              <p:cNvCxnSpPr>
                <a:cxnSpLocks noChangeShapeType="1"/>
                <a:stCxn id="35923" idx="7"/>
                <a:endCxn id="35915" idx="3"/>
              </p:cNvCxnSpPr>
              <p:nvPr/>
            </p:nvCxnSpPr>
            <p:spPr bwMode="auto">
              <a:xfrm flipV="1">
                <a:off x="4641" y="1133"/>
                <a:ext cx="202" cy="151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922" name="AutoShape 54">
                <a:extLst>
                  <a:ext uri="{FF2B5EF4-FFF2-40B4-BE49-F238E27FC236}">
                    <a16:creationId xmlns:a16="http://schemas.microsoft.com/office/drawing/2014/main" id="{52972898-88E9-755A-2F8B-0DE1FA464D2E}"/>
                  </a:ext>
                </a:extLst>
              </p:cNvPr>
              <p:cNvCxnSpPr>
                <a:cxnSpLocks noChangeShapeType="1"/>
                <a:stCxn id="35916" idx="1"/>
                <a:endCxn id="35915" idx="5"/>
              </p:cNvCxnSpPr>
              <p:nvPr/>
            </p:nvCxnSpPr>
            <p:spPr bwMode="auto">
              <a:xfrm flipH="1" flipV="1">
                <a:off x="4970" y="1133"/>
                <a:ext cx="203" cy="151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5923" name="Oval 55">
                <a:extLst>
                  <a:ext uri="{FF2B5EF4-FFF2-40B4-BE49-F238E27FC236}">
                    <a16:creationId xmlns:a16="http://schemas.microsoft.com/office/drawing/2014/main" id="{B1E59F56-38CA-AB9B-D9E6-E44DF4550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1262"/>
                <a:ext cx="179" cy="18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  <a:sym typeface="Symbol" pitchFamily="2" charset="2"/>
                  </a:rPr>
                  <a:t>4</a:t>
                </a:r>
              </a:p>
            </p:txBody>
          </p:sp>
          <p:sp>
            <p:nvSpPr>
              <p:cNvPr id="35924" name="Rectangle 56">
                <a:extLst>
                  <a:ext uri="{FF2B5EF4-FFF2-40B4-BE49-F238E27FC236}">
                    <a16:creationId xmlns:a16="http://schemas.microsoft.com/office/drawing/2014/main" id="{1ED149F7-E025-8CDF-14C7-25C8314347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48" y="1585"/>
                <a:ext cx="129" cy="129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35925" name="Rectangle 57">
                <a:extLst>
                  <a:ext uri="{FF2B5EF4-FFF2-40B4-BE49-F238E27FC236}">
                    <a16:creationId xmlns:a16="http://schemas.microsoft.com/office/drawing/2014/main" id="{9F4810C7-A872-6DD0-C5DD-21D84061CD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77" y="1585"/>
                <a:ext cx="129" cy="129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Tahoma" panose="020B0604030504040204" pitchFamily="34" charset="0"/>
                </a:endParaRPr>
              </a:p>
            </p:txBody>
          </p:sp>
          <p:cxnSp>
            <p:nvCxnSpPr>
              <p:cNvPr id="35926" name="AutoShape 58">
                <a:extLst>
                  <a:ext uri="{FF2B5EF4-FFF2-40B4-BE49-F238E27FC236}">
                    <a16:creationId xmlns:a16="http://schemas.microsoft.com/office/drawing/2014/main" id="{3A591727-D074-5386-B8A2-60C66104F531}"/>
                  </a:ext>
                </a:extLst>
              </p:cNvPr>
              <p:cNvCxnSpPr>
                <a:cxnSpLocks noChangeShapeType="1"/>
                <a:stCxn id="35925" idx="0"/>
                <a:endCxn id="35923" idx="5"/>
              </p:cNvCxnSpPr>
              <p:nvPr/>
            </p:nvCxnSpPr>
            <p:spPr bwMode="auto">
              <a:xfrm flipH="1" flipV="1">
                <a:off x="4641" y="1419"/>
                <a:ext cx="101" cy="161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927" name="AutoShape 59">
                <a:extLst>
                  <a:ext uri="{FF2B5EF4-FFF2-40B4-BE49-F238E27FC236}">
                    <a16:creationId xmlns:a16="http://schemas.microsoft.com/office/drawing/2014/main" id="{3A9A9F29-F614-F427-4BC0-6F8B8DD5FC66}"/>
                  </a:ext>
                </a:extLst>
              </p:cNvPr>
              <p:cNvCxnSpPr>
                <a:cxnSpLocks noChangeShapeType="1"/>
                <a:stCxn id="35924" idx="0"/>
                <a:endCxn id="35923" idx="3"/>
              </p:cNvCxnSpPr>
              <p:nvPr/>
            </p:nvCxnSpPr>
            <p:spPr bwMode="auto">
              <a:xfrm flipV="1">
                <a:off x="4413" y="1419"/>
                <a:ext cx="101" cy="161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5873" name="Oval 60">
              <a:extLst>
                <a:ext uri="{FF2B5EF4-FFF2-40B4-BE49-F238E27FC236}">
                  <a16:creationId xmlns:a16="http://schemas.microsoft.com/office/drawing/2014/main" id="{8A61B589-87DC-985B-D979-B1721D65C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6520" y="4414583"/>
              <a:ext cx="285750" cy="284163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2</a:t>
              </a:r>
            </a:p>
          </p:txBody>
        </p:sp>
        <p:cxnSp>
          <p:nvCxnSpPr>
            <p:cNvPr id="35874" name="AutoShape 61">
              <a:extLst>
                <a:ext uri="{FF2B5EF4-FFF2-40B4-BE49-F238E27FC236}">
                  <a16:creationId xmlns:a16="http://schemas.microsoft.com/office/drawing/2014/main" id="{71D97F84-06D6-10A3-290A-81B08869E6A0}"/>
                </a:ext>
              </a:extLst>
            </p:cNvPr>
            <p:cNvCxnSpPr>
              <a:cxnSpLocks noChangeShapeType="1"/>
              <a:stCxn id="35873" idx="3"/>
              <a:endCxn id="35876" idx="7"/>
            </p:cNvCxnSpPr>
            <p:nvPr/>
          </p:nvCxnSpPr>
          <p:spPr bwMode="auto">
            <a:xfrm flipH="1">
              <a:off x="6331971" y="4676521"/>
              <a:ext cx="885825" cy="2254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75" name="AutoShape 62">
              <a:extLst>
                <a:ext uri="{FF2B5EF4-FFF2-40B4-BE49-F238E27FC236}">
                  <a16:creationId xmlns:a16="http://schemas.microsoft.com/office/drawing/2014/main" id="{F4BC197E-DF55-2A49-B61B-2CCEBCF57609}"/>
                </a:ext>
              </a:extLst>
            </p:cNvPr>
            <p:cNvCxnSpPr>
              <a:cxnSpLocks noChangeShapeType="1"/>
              <a:stCxn id="35889" idx="1"/>
              <a:endCxn id="35873" idx="5"/>
            </p:cNvCxnSpPr>
            <p:nvPr/>
          </p:nvCxnSpPr>
          <p:spPr bwMode="auto">
            <a:xfrm flipH="1" flipV="1">
              <a:off x="7420995" y="4676521"/>
              <a:ext cx="801688" cy="21748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76" name="Oval 63">
              <a:extLst>
                <a:ext uri="{FF2B5EF4-FFF2-40B4-BE49-F238E27FC236}">
                  <a16:creationId xmlns:a16="http://schemas.microsoft.com/office/drawing/2014/main" id="{E0717739-1E94-F406-4C9E-8C07B3990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9083" y="4870195"/>
              <a:ext cx="284162" cy="28575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3</a:t>
              </a:r>
            </a:p>
          </p:txBody>
        </p:sp>
        <p:sp>
          <p:nvSpPr>
            <p:cNvPr id="35877" name="Oval 64">
              <a:extLst>
                <a:ext uri="{FF2B5EF4-FFF2-40B4-BE49-F238E27FC236}">
                  <a16:creationId xmlns:a16="http://schemas.microsoft.com/office/drawing/2014/main" id="{F614C7FC-F301-BE84-DD5C-0B3372633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1370" y="5325807"/>
              <a:ext cx="285750" cy="28575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5</a:t>
              </a:r>
            </a:p>
          </p:txBody>
        </p:sp>
        <p:sp>
          <p:nvSpPr>
            <p:cNvPr id="35878" name="Rectangle 65">
              <a:extLst>
                <a:ext uri="{FF2B5EF4-FFF2-40B4-BE49-F238E27FC236}">
                  <a16:creationId xmlns:a16="http://schemas.microsoft.com/office/drawing/2014/main" id="{E4D3EFE3-58D3-D5A2-17C8-B1BF0921AE2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392295" y="5838571"/>
              <a:ext cx="204788" cy="2047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5879" name="Rectangle 66">
              <a:extLst>
                <a:ext uri="{FF2B5EF4-FFF2-40B4-BE49-F238E27FC236}">
                  <a16:creationId xmlns:a16="http://schemas.microsoft.com/office/drawing/2014/main" id="{62D540F0-4359-A12D-0DB2-9FFE094791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912996" y="5838571"/>
              <a:ext cx="206375" cy="2047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5880" name="AutoShape 67">
              <a:extLst>
                <a:ext uri="{FF2B5EF4-FFF2-40B4-BE49-F238E27FC236}">
                  <a16:creationId xmlns:a16="http://schemas.microsoft.com/office/drawing/2014/main" id="{1F397A62-0A87-2FA1-85D7-981C4F0FB2A8}"/>
                </a:ext>
              </a:extLst>
            </p:cNvPr>
            <p:cNvCxnSpPr>
              <a:cxnSpLocks noChangeShapeType="1"/>
              <a:stCxn id="35879" idx="0"/>
              <a:endCxn id="35877" idx="5"/>
            </p:cNvCxnSpPr>
            <p:nvPr/>
          </p:nvCxnSpPr>
          <p:spPr bwMode="auto">
            <a:xfrm flipH="1" flipV="1">
              <a:off x="6855845" y="5579807"/>
              <a:ext cx="160338" cy="24923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81" name="AutoShape 68">
              <a:extLst>
                <a:ext uri="{FF2B5EF4-FFF2-40B4-BE49-F238E27FC236}">
                  <a16:creationId xmlns:a16="http://schemas.microsoft.com/office/drawing/2014/main" id="{22FEC80A-7F43-1F22-09BD-5875A3DFD577}"/>
                </a:ext>
              </a:extLst>
            </p:cNvPr>
            <p:cNvCxnSpPr>
              <a:cxnSpLocks noChangeShapeType="1"/>
              <a:stCxn id="35878" idx="0"/>
              <a:endCxn id="35877" idx="3"/>
            </p:cNvCxnSpPr>
            <p:nvPr/>
          </p:nvCxnSpPr>
          <p:spPr bwMode="auto">
            <a:xfrm flipV="1">
              <a:off x="6495483" y="5579807"/>
              <a:ext cx="157162" cy="24923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82" name="AutoShape 69">
              <a:extLst>
                <a:ext uri="{FF2B5EF4-FFF2-40B4-BE49-F238E27FC236}">
                  <a16:creationId xmlns:a16="http://schemas.microsoft.com/office/drawing/2014/main" id="{ACFECB41-1F1F-C4F9-A56C-CA0CE549C1F2}"/>
                </a:ext>
              </a:extLst>
            </p:cNvPr>
            <p:cNvCxnSpPr>
              <a:cxnSpLocks noChangeShapeType="1"/>
              <a:stCxn id="35884" idx="7"/>
              <a:endCxn id="35876" idx="3"/>
            </p:cNvCxnSpPr>
            <p:nvPr/>
          </p:nvCxnSpPr>
          <p:spPr bwMode="auto">
            <a:xfrm flipV="1">
              <a:off x="5809684" y="5124195"/>
              <a:ext cx="320675" cy="23336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83" name="AutoShape 70">
              <a:extLst>
                <a:ext uri="{FF2B5EF4-FFF2-40B4-BE49-F238E27FC236}">
                  <a16:creationId xmlns:a16="http://schemas.microsoft.com/office/drawing/2014/main" id="{18673046-0DD3-8966-6538-DCB060972B18}"/>
                </a:ext>
              </a:extLst>
            </p:cNvPr>
            <p:cNvCxnSpPr>
              <a:cxnSpLocks noChangeShapeType="1"/>
              <a:stCxn id="35877" idx="1"/>
              <a:endCxn id="35876" idx="5"/>
            </p:cNvCxnSpPr>
            <p:nvPr/>
          </p:nvCxnSpPr>
          <p:spPr bwMode="auto">
            <a:xfrm flipH="1" flipV="1">
              <a:off x="6331971" y="5124195"/>
              <a:ext cx="320675" cy="23336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84" name="Oval 71">
              <a:extLst>
                <a:ext uri="{FF2B5EF4-FFF2-40B4-BE49-F238E27FC236}">
                  <a16:creationId xmlns:a16="http://schemas.microsoft.com/office/drawing/2014/main" id="{60D4D6C8-DA46-D1C2-3130-E17564F8B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6796" y="5325807"/>
              <a:ext cx="284163" cy="28575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8</a:t>
              </a:r>
            </a:p>
          </p:txBody>
        </p:sp>
        <p:sp>
          <p:nvSpPr>
            <p:cNvPr id="35885" name="Rectangle 72">
              <a:extLst>
                <a:ext uri="{FF2B5EF4-FFF2-40B4-BE49-F238E27FC236}">
                  <a16:creationId xmlns:a16="http://schemas.microsoft.com/office/drawing/2014/main" id="{D9A437AD-E1EF-D886-5E3A-AC8BA68BEF7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44545" y="5838571"/>
              <a:ext cx="204788" cy="2047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5886" name="Rectangle 73">
              <a:extLst>
                <a:ext uri="{FF2B5EF4-FFF2-40B4-BE49-F238E27FC236}">
                  <a16:creationId xmlns:a16="http://schemas.microsoft.com/office/drawing/2014/main" id="{29B84FFA-341C-4FF1-E07D-B0F0B52A2FB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866834" y="5838571"/>
              <a:ext cx="204787" cy="20478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5887" name="AutoShape 74">
              <a:extLst>
                <a:ext uri="{FF2B5EF4-FFF2-40B4-BE49-F238E27FC236}">
                  <a16:creationId xmlns:a16="http://schemas.microsoft.com/office/drawing/2014/main" id="{3815FD25-8DEF-A7A7-2B61-F7C605471CFF}"/>
                </a:ext>
              </a:extLst>
            </p:cNvPr>
            <p:cNvCxnSpPr>
              <a:cxnSpLocks noChangeShapeType="1"/>
              <a:stCxn id="35886" idx="0"/>
              <a:endCxn id="35884" idx="5"/>
            </p:cNvCxnSpPr>
            <p:nvPr/>
          </p:nvCxnSpPr>
          <p:spPr bwMode="auto">
            <a:xfrm flipH="1" flipV="1">
              <a:off x="5809684" y="5579807"/>
              <a:ext cx="160337" cy="24923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88" name="AutoShape 75">
              <a:extLst>
                <a:ext uri="{FF2B5EF4-FFF2-40B4-BE49-F238E27FC236}">
                  <a16:creationId xmlns:a16="http://schemas.microsoft.com/office/drawing/2014/main" id="{2489CE70-4A9D-6872-EFDB-7C838BC20E26}"/>
                </a:ext>
              </a:extLst>
            </p:cNvPr>
            <p:cNvCxnSpPr>
              <a:cxnSpLocks noChangeShapeType="1"/>
              <a:stCxn id="35885" idx="0"/>
              <a:endCxn id="35884" idx="3"/>
            </p:cNvCxnSpPr>
            <p:nvPr/>
          </p:nvCxnSpPr>
          <p:spPr bwMode="auto">
            <a:xfrm flipV="1">
              <a:off x="5447734" y="5579807"/>
              <a:ext cx="160337" cy="24923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89" name="Oval 76">
              <a:extLst>
                <a:ext uri="{FF2B5EF4-FFF2-40B4-BE49-F238E27FC236}">
                  <a16:creationId xmlns:a16="http://schemas.microsoft.com/office/drawing/2014/main" id="{FE7569FF-26FA-D8D3-2A01-3A2DC2804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81408" y="4871782"/>
              <a:ext cx="284162" cy="28575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4</a:t>
              </a:r>
            </a:p>
          </p:txBody>
        </p:sp>
        <p:sp>
          <p:nvSpPr>
            <p:cNvPr id="35890" name="Oval 77">
              <a:extLst>
                <a:ext uri="{FF2B5EF4-FFF2-40B4-BE49-F238E27FC236}">
                  <a16:creationId xmlns:a16="http://schemas.microsoft.com/office/drawing/2014/main" id="{22AE947F-F7AF-876B-A905-CD22467AB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3695" y="5327395"/>
              <a:ext cx="285750" cy="28575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6</a:t>
              </a:r>
            </a:p>
          </p:txBody>
        </p:sp>
        <p:sp>
          <p:nvSpPr>
            <p:cNvPr id="35891" name="Rectangle 78">
              <a:extLst>
                <a:ext uri="{FF2B5EF4-FFF2-40B4-BE49-F238E27FC236}">
                  <a16:creationId xmlns:a16="http://schemas.microsoft.com/office/drawing/2014/main" id="{90B084B4-2A87-4606-E487-65D02B061DD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484620" y="5840157"/>
              <a:ext cx="204788" cy="2047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5892" name="Rectangle 79">
              <a:extLst>
                <a:ext uri="{FF2B5EF4-FFF2-40B4-BE49-F238E27FC236}">
                  <a16:creationId xmlns:a16="http://schemas.microsoft.com/office/drawing/2014/main" id="{C3588FDF-7547-D0A8-A55A-E418F3451D3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005321" y="5840157"/>
              <a:ext cx="206375" cy="2047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5893" name="AutoShape 80">
              <a:extLst>
                <a:ext uri="{FF2B5EF4-FFF2-40B4-BE49-F238E27FC236}">
                  <a16:creationId xmlns:a16="http://schemas.microsoft.com/office/drawing/2014/main" id="{A0D653D7-47F7-E234-1896-CF0886315C21}"/>
                </a:ext>
              </a:extLst>
            </p:cNvPr>
            <p:cNvCxnSpPr>
              <a:cxnSpLocks noChangeShapeType="1"/>
              <a:stCxn id="35892" idx="0"/>
              <a:endCxn id="35890" idx="5"/>
            </p:cNvCxnSpPr>
            <p:nvPr/>
          </p:nvCxnSpPr>
          <p:spPr bwMode="auto">
            <a:xfrm flipH="1" flipV="1">
              <a:off x="8948170" y="5581396"/>
              <a:ext cx="160338" cy="24923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94" name="AutoShape 81">
              <a:extLst>
                <a:ext uri="{FF2B5EF4-FFF2-40B4-BE49-F238E27FC236}">
                  <a16:creationId xmlns:a16="http://schemas.microsoft.com/office/drawing/2014/main" id="{977501E4-05D2-20BA-CCA3-B673CD370ACD}"/>
                </a:ext>
              </a:extLst>
            </p:cNvPr>
            <p:cNvCxnSpPr>
              <a:cxnSpLocks noChangeShapeType="1"/>
              <a:stCxn id="35891" idx="0"/>
              <a:endCxn id="35890" idx="3"/>
            </p:cNvCxnSpPr>
            <p:nvPr/>
          </p:nvCxnSpPr>
          <p:spPr bwMode="auto">
            <a:xfrm flipV="1">
              <a:off x="8587808" y="5581396"/>
              <a:ext cx="157162" cy="24923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95" name="AutoShape 82">
              <a:extLst>
                <a:ext uri="{FF2B5EF4-FFF2-40B4-BE49-F238E27FC236}">
                  <a16:creationId xmlns:a16="http://schemas.microsoft.com/office/drawing/2014/main" id="{3E60B72B-2508-3931-E5AB-958B5CC07247}"/>
                </a:ext>
              </a:extLst>
            </p:cNvPr>
            <p:cNvCxnSpPr>
              <a:cxnSpLocks noChangeShapeType="1"/>
              <a:stCxn id="35897" idx="7"/>
              <a:endCxn id="35889" idx="3"/>
            </p:cNvCxnSpPr>
            <p:nvPr/>
          </p:nvCxnSpPr>
          <p:spPr bwMode="auto">
            <a:xfrm flipV="1">
              <a:off x="7902009" y="5135308"/>
              <a:ext cx="320675" cy="21431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96" name="AutoShape 83">
              <a:extLst>
                <a:ext uri="{FF2B5EF4-FFF2-40B4-BE49-F238E27FC236}">
                  <a16:creationId xmlns:a16="http://schemas.microsoft.com/office/drawing/2014/main" id="{BCD9E3D7-4E4B-BFC5-8291-9A14EE6FAB59}"/>
                </a:ext>
              </a:extLst>
            </p:cNvPr>
            <p:cNvCxnSpPr>
              <a:cxnSpLocks noChangeShapeType="1"/>
              <a:stCxn id="35890" idx="1"/>
              <a:endCxn id="35889" idx="5"/>
            </p:cNvCxnSpPr>
            <p:nvPr/>
          </p:nvCxnSpPr>
          <p:spPr bwMode="auto">
            <a:xfrm flipH="1" flipV="1">
              <a:off x="8424296" y="5135307"/>
              <a:ext cx="320675" cy="22383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97" name="Oval 84">
              <a:extLst>
                <a:ext uri="{FF2B5EF4-FFF2-40B4-BE49-F238E27FC236}">
                  <a16:creationId xmlns:a16="http://schemas.microsoft.com/office/drawing/2014/main" id="{0C973C0F-485B-9159-6C86-250A7CA00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9121" y="5327395"/>
              <a:ext cx="284163" cy="28575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  <a:sym typeface="Symbol" pitchFamily="2" charset="2"/>
                </a:rPr>
                <a:t>7</a:t>
              </a:r>
            </a:p>
          </p:txBody>
        </p:sp>
        <p:sp>
          <p:nvSpPr>
            <p:cNvPr id="35898" name="Rectangle 85">
              <a:extLst>
                <a:ext uri="{FF2B5EF4-FFF2-40B4-BE49-F238E27FC236}">
                  <a16:creationId xmlns:a16="http://schemas.microsoft.com/office/drawing/2014/main" id="{E0462E18-5F36-809F-E26E-E5A398FA8A7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436870" y="5840157"/>
              <a:ext cx="204788" cy="2047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5899" name="Rectangle 86">
              <a:extLst>
                <a:ext uri="{FF2B5EF4-FFF2-40B4-BE49-F238E27FC236}">
                  <a16:creationId xmlns:a16="http://schemas.microsoft.com/office/drawing/2014/main" id="{EA1AA5A8-E632-8C6C-C757-880800DA9C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959159" y="5840157"/>
              <a:ext cx="204787" cy="2047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5900" name="AutoShape 87">
              <a:extLst>
                <a:ext uri="{FF2B5EF4-FFF2-40B4-BE49-F238E27FC236}">
                  <a16:creationId xmlns:a16="http://schemas.microsoft.com/office/drawing/2014/main" id="{8F8E18E0-EBF0-0751-4A3C-5FC94DFB5702}"/>
                </a:ext>
              </a:extLst>
            </p:cNvPr>
            <p:cNvCxnSpPr>
              <a:cxnSpLocks noChangeShapeType="1"/>
              <a:stCxn id="35899" idx="0"/>
              <a:endCxn id="35897" idx="5"/>
            </p:cNvCxnSpPr>
            <p:nvPr/>
          </p:nvCxnSpPr>
          <p:spPr bwMode="auto">
            <a:xfrm flipH="1" flipV="1">
              <a:off x="7902009" y="5590920"/>
              <a:ext cx="160337" cy="23971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901" name="AutoShape 88">
              <a:extLst>
                <a:ext uri="{FF2B5EF4-FFF2-40B4-BE49-F238E27FC236}">
                  <a16:creationId xmlns:a16="http://schemas.microsoft.com/office/drawing/2014/main" id="{C49EF152-5AD6-E691-885A-8837867F6B91}"/>
                </a:ext>
              </a:extLst>
            </p:cNvPr>
            <p:cNvCxnSpPr>
              <a:cxnSpLocks noChangeShapeType="1"/>
              <a:stCxn id="35898" idx="0"/>
              <a:endCxn id="35897" idx="3"/>
            </p:cNvCxnSpPr>
            <p:nvPr/>
          </p:nvCxnSpPr>
          <p:spPr bwMode="auto">
            <a:xfrm flipV="1">
              <a:off x="7540059" y="5590920"/>
              <a:ext cx="160337" cy="23971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>
            <a:extLst>
              <a:ext uri="{FF2B5EF4-FFF2-40B4-BE49-F238E27FC236}">
                <a16:creationId xmlns:a16="http://schemas.microsoft.com/office/drawing/2014/main" id="{E6CC4860-3028-4589-364C-0FCC420600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52716" y="157162"/>
            <a:ext cx="7189788" cy="53657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Bottom-up Heap Construction</a:t>
            </a:r>
          </a:p>
        </p:txBody>
      </p:sp>
      <p:sp>
        <p:nvSpPr>
          <p:cNvPr id="36865" name="Rectangle 2">
            <a:extLst>
              <a:ext uri="{FF2B5EF4-FFF2-40B4-BE49-F238E27FC236}">
                <a16:creationId xmlns:a16="http://schemas.microsoft.com/office/drawing/2014/main" id="{17627EFA-60F2-09E9-DC3D-4578E0A7B0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914400"/>
            <a:ext cx="3657600" cy="2514600"/>
          </a:xfrm>
        </p:spPr>
        <p:txBody>
          <a:bodyPr/>
          <a:lstStyle/>
          <a:p>
            <a:pPr eaLnBrk="1" hangingPunct="1"/>
            <a:r>
              <a:rPr lang="en-US" altLang="en-US" sz="2000"/>
              <a:t>We can construct a heap storing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given keys using a bottom-up construction with </a:t>
            </a:r>
            <a:r>
              <a:rPr lang="en-US" altLang="en-US" sz="2000">
                <a:latin typeface="Times New Roman" panose="02020603050405020304" pitchFamily="18" charset="0"/>
              </a:rPr>
              <a:t>log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phases</a:t>
            </a:r>
          </a:p>
          <a:p>
            <a:pPr eaLnBrk="1" hangingPunct="1"/>
            <a:r>
              <a:rPr lang="en-US" altLang="en-US" sz="2000"/>
              <a:t>In phase </a:t>
            </a:r>
            <a:r>
              <a:rPr lang="en-US" altLang="en-US" sz="2000" b="1" i="1">
                <a:latin typeface="Times New Roman" panose="02020603050405020304" pitchFamily="18" charset="0"/>
              </a:rPr>
              <a:t>i</a:t>
            </a:r>
            <a:r>
              <a:rPr lang="en-US" altLang="en-US" sz="2000"/>
              <a:t>, pairs of heaps with </a:t>
            </a:r>
            <a:r>
              <a:rPr lang="en-US" altLang="en-US" sz="2000">
                <a:latin typeface="Times New Roman" panose="02020603050405020304" pitchFamily="18" charset="0"/>
              </a:rPr>
              <a:t>2</a:t>
            </a:r>
            <a:r>
              <a:rPr lang="en-US" altLang="en-US" sz="2000" b="1" i="1" baseline="30000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Symbol" pitchFamily="2" charset="2"/>
              </a:rPr>
              <a:t>-</a:t>
            </a:r>
            <a:r>
              <a:rPr lang="en-US" altLang="en-US" sz="2000">
                <a:latin typeface="Times New Roman" panose="02020603050405020304" pitchFamily="18" charset="0"/>
              </a:rPr>
              <a:t>1</a:t>
            </a:r>
            <a:r>
              <a:rPr lang="en-US" altLang="en-US" sz="2000"/>
              <a:t> keys are merged into heaps with </a:t>
            </a:r>
            <a:r>
              <a:rPr lang="en-US" altLang="en-US" sz="2000">
                <a:latin typeface="Times New Roman" panose="02020603050405020304" pitchFamily="18" charset="0"/>
              </a:rPr>
              <a:t>2</a:t>
            </a:r>
            <a:r>
              <a:rPr lang="en-US" altLang="en-US" sz="2000" b="1" i="1" baseline="30000">
                <a:latin typeface="Times New Roman" panose="02020603050405020304" pitchFamily="18" charset="0"/>
              </a:rPr>
              <a:t>i</a:t>
            </a:r>
            <a:r>
              <a:rPr lang="en-US" altLang="en-US" sz="2000" baseline="30000">
                <a:latin typeface="Symbol" pitchFamily="2" charset="2"/>
              </a:rPr>
              <a:t>+</a:t>
            </a:r>
            <a:r>
              <a:rPr lang="en-US" altLang="en-US" sz="2000" baseline="30000"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latin typeface="Symbol" pitchFamily="2" charset="2"/>
              </a:rPr>
              <a:t>-</a:t>
            </a:r>
            <a:r>
              <a:rPr lang="en-US" altLang="en-US" sz="2000">
                <a:latin typeface="Times New Roman" panose="02020603050405020304" pitchFamily="18" charset="0"/>
              </a:rPr>
              <a:t>1</a:t>
            </a:r>
            <a:r>
              <a:rPr lang="en-US" altLang="en-US" sz="2000"/>
              <a:t> keys</a:t>
            </a:r>
          </a:p>
        </p:txBody>
      </p:sp>
      <p:grpSp>
        <p:nvGrpSpPr>
          <p:cNvPr id="36867" name="Group 18">
            <a:extLst>
              <a:ext uri="{FF2B5EF4-FFF2-40B4-BE49-F238E27FC236}">
                <a16:creationId xmlns:a16="http://schemas.microsoft.com/office/drawing/2014/main" id="{92783F29-0419-D879-B4BA-EB8EB5F51639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352800"/>
            <a:ext cx="3684588" cy="3143250"/>
            <a:chOff x="3007" y="1296"/>
            <a:chExt cx="2321" cy="1980"/>
          </a:xfrm>
        </p:grpSpPr>
        <p:grpSp>
          <p:nvGrpSpPr>
            <p:cNvPr id="36869" name="Group 5">
              <a:extLst>
                <a:ext uri="{FF2B5EF4-FFF2-40B4-BE49-F238E27FC236}">
                  <a16:creationId xmlns:a16="http://schemas.microsoft.com/office/drawing/2014/main" id="{81A59BC3-44BC-C6E5-95D3-9AE7FCDF0A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75" y="1296"/>
              <a:ext cx="1584" cy="528"/>
              <a:chOff x="3360" y="1392"/>
              <a:chExt cx="1584" cy="528"/>
            </a:xfrm>
          </p:grpSpPr>
          <p:sp>
            <p:nvSpPr>
              <p:cNvPr id="36879" name="AutoShape 6">
                <a:extLst>
                  <a:ext uri="{FF2B5EF4-FFF2-40B4-BE49-F238E27FC236}">
                    <a16:creationId xmlns:a16="http://schemas.microsoft.com/office/drawing/2014/main" id="{CBA37A5E-E16F-ABAB-B120-35633F6EB0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1392"/>
                <a:ext cx="624" cy="528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2</a:t>
                </a:r>
                <a:r>
                  <a:rPr lang="en-US" altLang="en-US" sz="2000" b="1" i="1" baseline="30000">
                    <a:latin typeface="Times New Roman" panose="02020603050405020304" pitchFamily="18" charset="0"/>
                  </a:rPr>
                  <a:t>i </a:t>
                </a:r>
                <a:r>
                  <a:rPr lang="en-US" altLang="en-US" sz="2000">
                    <a:latin typeface="Symbol" pitchFamily="2" charset="2"/>
                  </a:rPr>
                  <a:t>-</a:t>
                </a:r>
                <a:r>
                  <a:rPr lang="en-US" altLang="en-US" sz="2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6880" name="AutoShape 7">
                <a:extLst>
                  <a:ext uri="{FF2B5EF4-FFF2-40B4-BE49-F238E27FC236}">
                    <a16:creationId xmlns:a16="http://schemas.microsoft.com/office/drawing/2014/main" id="{3EC08EF2-4D44-F899-DAA4-61C293C132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1392"/>
                <a:ext cx="624" cy="528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2</a:t>
                </a:r>
                <a:r>
                  <a:rPr lang="en-US" altLang="en-US" sz="2000" b="1" i="1" baseline="30000">
                    <a:latin typeface="Times New Roman" panose="02020603050405020304" pitchFamily="18" charset="0"/>
                  </a:rPr>
                  <a:t>i </a:t>
                </a:r>
                <a:r>
                  <a:rPr lang="en-US" altLang="en-US" sz="2000">
                    <a:latin typeface="Symbol" pitchFamily="2" charset="2"/>
                  </a:rPr>
                  <a:t>-</a:t>
                </a:r>
                <a:r>
                  <a:rPr lang="en-US" altLang="en-US" sz="200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36870" name="AutoShape 8">
              <a:extLst>
                <a:ext uri="{FF2B5EF4-FFF2-40B4-BE49-F238E27FC236}">
                  <a16:creationId xmlns:a16="http://schemas.microsoft.com/office/drawing/2014/main" id="{4D216351-D8E8-58BA-5240-28F872825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7" y="1920"/>
              <a:ext cx="240" cy="240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36871" name="Group 17">
              <a:extLst>
                <a:ext uri="{FF2B5EF4-FFF2-40B4-BE49-F238E27FC236}">
                  <a16:creationId xmlns:a16="http://schemas.microsoft.com/office/drawing/2014/main" id="{C82DEAA6-078C-24FE-DE11-0D9CDF4E61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7" y="2160"/>
              <a:ext cx="2321" cy="1116"/>
              <a:chOff x="3007" y="2400"/>
              <a:chExt cx="2321" cy="1116"/>
            </a:xfrm>
          </p:grpSpPr>
          <p:sp>
            <p:nvSpPr>
              <p:cNvPr id="36872" name="Freeform 9">
                <a:extLst>
                  <a:ext uri="{FF2B5EF4-FFF2-40B4-BE49-F238E27FC236}">
                    <a16:creationId xmlns:a16="http://schemas.microsoft.com/office/drawing/2014/main" id="{72C08EE3-9C88-C77C-2EDE-CDDA08E204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2400"/>
                <a:ext cx="2321" cy="1116"/>
              </a:xfrm>
              <a:custGeom>
                <a:avLst/>
                <a:gdLst>
                  <a:gd name="T0" fmla="*/ 857 w 2321"/>
                  <a:gd name="T1" fmla="*/ 147 h 1116"/>
                  <a:gd name="T2" fmla="*/ 210 w 2321"/>
                  <a:gd name="T3" fmla="*/ 981 h 1116"/>
                  <a:gd name="T4" fmla="*/ 2119 w 2321"/>
                  <a:gd name="T5" fmla="*/ 975 h 1116"/>
                  <a:gd name="T6" fmla="*/ 1424 w 2321"/>
                  <a:gd name="T7" fmla="*/ 138 h 1116"/>
                  <a:gd name="T8" fmla="*/ 857 w 2321"/>
                  <a:gd name="T9" fmla="*/ 147 h 11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21"/>
                  <a:gd name="T16" fmla="*/ 0 h 1116"/>
                  <a:gd name="T17" fmla="*/ 2321 w 2321"/>
                  <a:gd name="T18" fmla="*/ 1116 h 11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21" h="1116">
                    <a:moveTo>
                      <a:pt x="857" y="147"/>
                    </a:moveTo>
                    <a:cubicBezTo>
                      <a:pt x="722" y="227"/>
                      <a:pt x="0" y="843"/>
                      <a:pt x="210" y="981"/>
                    </a:cubicBezTo>
                    <a:cubicBezTo>
                      <a:pt x="414" y="1113"/>
                      <a:pt x="1916" y="1116"/>
                      <a:pt x="2119" y="975"/>
                    </a:cubicBezTo>
                    <a:cubicBezTo>
                      <a:pt x="2321" y="835"/>
                      <a:pt x="1634" y="276"/>
                      <a:pt x="1424" y="138"/>
                    </a:cubicBezTo>
                    <a:cubicBezTo>
                      <a:pt x="1214" y="0"/>
                      <a:pt x="992" y="67"/>
                      <a:pt x="857" y="147"/>
                    </a:cubicBezTo>
                    <a:close/>
                  </a:path>
                </a:pathLst>
              </a:custGeom>
              <a:solidFill>
                <a:srgbClr val="F8F0D0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73" name="AutoShape 10">
                <a:extLst>
                  <a:ext uri="{FF2B5EF4-FFF2-40B4-BE49-F238E27FC236}">
                    <a16:creationId xmlns:a16="http://schemas.microsoft.com/office/drawing/2014/main" id="{C828E5D5-F480-AA3A-DA5F-C728B31286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2827"/>
                <a:ext cx="624" cy="53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6874" name="AutoShape 11">
                <a:extLst>
                  <a:ext uri="{FF2B5EF4-FFF2-40B4-BE49-F238E27FC236}">
                    <a16:creationId xmlns:a16="http://schemas.microsoft.com/office/drawing/2014/main" id="{3FA04334-EDB4-9F3F-8062-F6EDBDA2A4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2827"/>
                <a:ext cx="624" cy="53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6875" name="Oval 12">
                <a:extLst>
                  <a:ext uri="{FF2B5EF4-FFF2-40B4-BE49-F238E27FC236}">
                    <a16:creationId xmlns:a16="http://schemas.microsoft.com/office/drawing/2014/main" id="{692F65A1-6D27-1411-81F7-CAA1F0A86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6" y="2539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cxnSp>
            <p:nvCxnSpPr>
              <p:cNvPr id="36876" name="AutoShape 13">
                <a:extLst>
                  <a:ext uri="{FF2B5EF4-FFF2-40B4-BE49-F238E27FC236}">
                    <a16:creationId xmlns:a16="http://schemas.microsoft.com/office/drawing/2014/main" id="{111B8555-E4BC-F754-4C67-10A403CE83DF}"/>
                  </a:ext>
                </a:extLst>
              </p:cNvPr>
              <p:cNvCxnSpPr>
                <a:cxnSpLocks noChangeShapeType="1"/>
                <a:stCxn id="36875" idx="3"/>
                <a:endCxn id="36873" idx="0"/>
              </p:cNvCxnSpPr>
              <p:nvPr/>
            </p:nvCxnSpPr>
            <p:spPr bwMode="auto">
              <a:xfrm flipH="1">
                <a:off x="3672" y="2709"/>
                <a:ext cx="412" cy="118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877" name="AutoShape 14">
                <a:extLst>
                  <a:ext uri="{FF2B5EF4-FFF2-40B4-BE49-F238E27FC236}">
                    <a16:creationId xmlns:a16="http://schemas.microsoft.com/office/drawing/2014/main" id="{265BCAD9-7147-B591-2824-4BC78AE0D49D}"/>
                  </a:ext>
                </a:extLst>
              </p:cNvPr>
              <p:cNvCxnSpPr>
                <a:cxnSpLocks noChangeShapeType="1"/>
                <a:stCxn id="36875" idx="5"/>
                <a:endCxn id="36874" idx="0"/>
              </p:cNvCxnSpPr>
              <p:nvPr/>
            </p:nvCxnSpPr>
            <p:spPr bwMode="auto">
              <a:xfrm>
                <a:off x="4220" y="2709"/>
                <a:ext cx="412" cy="118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6878" name="Rectangle 15">
                <a:extLst>
                  <a:ext uri="{FF2B5EF4-FFF2-40B4-BE49-F238E27FC236}">
                    <a16:creationId xmlns:a16="http://schemas.microsoft.com/office/drawing/2014/main" id="{7C279EBF-4633-774F-AF99-EB24C9C89C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1" y="2829"/>
                <a:ext cx="58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>
                    <a:latin typeface="Times New Roman" panose="02020603050405020304" pitchFamily="18" charset="0"/>
                  </a:rPr>
                  <a:t>2</a:t>
                </a:r>
                <a:r>
                  <a:rPr lang="en-US" altLang="en-US" b="1" i="1" baseline="30000">
                    <a:latin typeface="Times New Roman" panose="02020603050405020304" pitchFamily="18" charset="0"/>
                  </a:rPr>
                  <a:t>i</a:t>
                </a:r>
                <a:r>
                  <a:rPr lang="en-US" altLang="en-US" baseline="30000">
                    <a:latin typeface="Symbol" pitchFamily="2" charset="2"/>
                  </a:rPr>
                  <a:t>+</a:t>
                </a:r>
                <a:r>
                  <a:rPr lang="en-US" altLang="en-US" baseline="30000">
                    <a:latin typeface="Times New Roman" panose="02020603050405020304" pitchFamily="18" charset="0"/>
                  </a:rPr>
                  <a:t>1</a:t>
                </a:r>
                <a:r>
                  <a:rPr lang="en-US" altLang="en-US">
                    <a:latin typeface="Symbol" pitchFamily="2" charset="2"/>
                  </a:rPr>
                  <a:t>-</a:t>
                </a:r>
                <a:r>
                  <a:rPr lang="en-US" altLang="en-US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</p:grpSp>
      <p:sp>
        <p:nvSpPr>
          <p:cNvPr id="36868" name="Text Box 19">
            <a:extLst>
              <a:ext uri="{FF2B5EF4-FFF2-40B4-BE49-F238E27FC236}">
                <a16:creationId xmlns:a16="http://schemas.microsoft.com/office/drawing/2014/main" id="{0D914EB0-D435-3039-253B-CC279987F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611314"/>
            <a:ext cx="4267200" cy="4662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BottomUpHeap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16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1600" dirty="0">
                <a:solidFill>
                  <a:schemeClr val="accent2"/>
                </a:solidFill>
                <a:latin typeface="Times New Roman" panose="02020603050405020304" pitchFamily="18" charset="0"/>
              </a:rPr>
              <a:t> of n=2</a:t>
            </a:r>
            <a:r>
              <a:rPr lang="en-US" altLang="en-US" sz="1600" baseline="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h</a:t>
            </a:r>
            <a:r>
              <a:rPr lang="en-US" altLang="en-US" sz="1600" dirty="0">
                <a:solidFill>
                  <a:schemeClr val="accent2"/>
                </a:solidFill>
                <a:latin typeface="Times New Roman" panose="02020603050405020304" pitchFamily="18" charset="0"/>
              </a:rPr>
              <a:t>-1 keys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accent2"/>
                </a:solidFill>
                <a:latin typeface="Times New Roman" panose="02020603050405020304" pitchFamily="18" charset="0"/>
              </a:rPr>
              <a:t>A heap </a:t>
            </a:r>
            <a:r>
              <a:rPr lang="en-US" altLang="en-US" sz="1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600" dirty="0">
                <a:latin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accent2"/>
                </a:solidFill>
                <a:latin typeface="Times New Roman" panose="02020603050405020304" pitchFamily="18" charset="0"/>
              </a:rPr>
              <a:t>storing the keys 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 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is empty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then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	return 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an empty heap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(external node)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Remove the first key,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, from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Split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equally into two sequences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S1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and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S2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T1 </a:t>
            </a:r>
            <a:r>
              <a:rPr lang="en-US" altLang="en-US" sz="1600" dirty="0">
                <a:solidFill>
                  <a:srgbClr val="000000"/>
                </a:solidFill>
                <a:sym typeface="Symbol" pitchFamily="2" charset="2"/>
              </a:rPr>
              <a:t> </a:t>
            </a:r>
            <a:r>
              <a:rPr lang="en-US" altLang="en-US" sz="1600" dirty="0" err="1">
                <a:solidFill>
                  <a:srgbClr val="000000"/>
                </a:solidFill>
                <a:sym typeface="Symbol" pitchFamily="2" charset="2"/>
              </a:rPr>
              <a:t>BottomUpHeap</a:t>
            </a:r>
            <a:r>
              <a:rPr lang="en-US" altLang="en-US" sz="1600" dirty="0">
                <a:solidFill>
                  <a:srgbClr val="000000"/>
                </a:solidFill>
                <a:sym typeface="Symbol" pitchFamily="2" charset="2"/>
              </a:rPr>
              <a:t>(S1)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600" dirty="0">
                <a:solidFill>
                  <a:srgbClr val="000000"/>
                </a:solidFill>
              </a:rPr>
              <a:t>T2 </a:t>
            </a:r>
            <a:r>
              <a:rPr lang="en-US" altLang="en-US" sz="1600" dirty="0">
                <a:solidFill>
                  <a:srgbClr val="000000"/>
                </a:solidFill>
                <a:sym typeface="Symbol" pitchFamily="2" charset="2"/>
              </a:rPr>
              <a:t> </a:t>
            </a:r>
            <a:r>
              <a:rPr lang="en-US" altLang="en-US" sz="1600" dirty="0" err="1">
                <a:solidFill>
                  <a:srgbClr val="000000"/>
                </a:solidFill>
                <a:sym typeface="Symbol" pitchFamily="2" charset="2"/>
              </a:rPr>
              <a:t>BottomUpHeap</a:t>
            </a:r>
            <a:r>
              <a:rPr lang="en-US" altLang="en-US" sz="1600" dirty="0">
                <a:solidFill>
                  <a:srgbClr val="000000"/>
                </a:solidFill>
                <a:sym typeface="Symbol" pitchFamily="2" charset="2"/>
              </a:rPr>
              <a:t>(S2)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Create binary tree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with root r storing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, left subtree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T1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and right subtree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T2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Perform a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down-heap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bubbling from the root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, if necessary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altLang="en-US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altLang="en-US" sz="18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66CC45BE-2AA5-30ED-8580-12B4C79F97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37890" name="Oval 3">
            <a:extLst>
              <a:ext uri="{FF2B5EF4-FFF2-40B4-BE49-F238E27FC236}">
                <a16:creationId xmlns:a16="http://schemas.microsoft.com/office/drawing/2014/main" id="{F2DC1DF4-A750-BDBA-BC38-8094C4CA9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1874838"/>
            <a:ext cx="285750" cy="28416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7891" name="AutoShape 4">
            <a:extLst>
              <a:ext uri="{FF2B5EF4-FFF2-40B4-BE49-F238E27FC236}">
                <a16:creationId xmlns:a16="http://schemas.microsoft.com/office/drawing/2014/main" id="{61836477-831F-97A2-6352-DFA6574F9648}"/>
              </a:ext>
            </a:extLst>
          </p:cNvPr>
          <p:cNvCxnSpPr>
            <a:cxnSpLocks noChangeShapeType="1"/>
            <a:stCxn id="37890" idx="3"/>
            <a:endCxn id="37893" idx="7"/>
          </p:cNvCxnSpPr>
          <p:nvPr/>
        </p:nvCxnSpPr>
        <p:spPr bwMode="auto">
          <a:xfrm flipH="1">
            <a:off x="2995613" y="2117725"/>
            <a:ext cx="857250" cy="2540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2" name="AutoShape 5">
            <a:extLst>
              <a:ext uri="{FF2B5EF4-FFF2-40B4-BE49-F238E27FC236}">
                <a16:creationId xmlns:a16="http://schemas.microsoft.com/office/drawing/2014/main" id="{EDC024F4-A4D5-199A-9A4A-107892CDD0C4}"/>
              </a:ext>
            </a:extLst>
          </p:cNvPr>
          <p:cNvCxnSpPr>
            <a:cxnSpLocks noChangeShapeType="1"/>
            <a:stCxn id="37906" idx="1"/>
            <a:endCxn id="37890" idx="5"/>
          </p:cNvCxnSpPr>
          <p:nvPr/>
        </p:nvCxnSpPr>
        <p:spPr bwMode="auto">
          <a:xfrm flipH="1" flipV="1">
            <a:off x="4056063" y="2117725"/>
            <a:ext cx="857250" cy="255588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893" name="Oval 6">
            <a:extLst>
              <a:ext uri="{FF2B5EF4-FFF2-40B4-BE49-F238E27FC236}">
                <a16:creationId xmlns:a16="http://schemas.microsoft.com/office/drawing/2014/main" id="{B64204A9-56DA-C887-7426-402C98E48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2726" y="2330450"/>
            <a:ext cx="284163" cy="2857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37894" name="Oval 7">
            <a:extLst>
              <a:ext uri="{FF2B5EF4-FFF2-40B4-BE49-F238E27FC236}">
                <a16:creationId xmlns:a16="http://schemas.microsoft.com/office/drawing/2014/main" id="{DB6E1794-8C10-9B9B-9C08-8C48DA3EA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013" y="2786063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15</a:t>
            </a:r>
          </a:p>
        </p:txBody>
      </p:sp>
      <p:sp>
        <p:nvSpPr>
          <p:cNvPr id="37895" name="Rectangle 8">
            <a:extLst>
              <a:ext uri="{FF2B5EF4-FFF2-40B4-BE49-F238E27FC236}">
                <a16:creationId xmlns:a16="http://schemas.microsoft.com/office/drawing/2014/main" id="{3E67DC4E-CBEB-317E-61D7-3F4879D49C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5939" y="32988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896" name="Rectangle 9">
            <a:extLst>
              <a:ext uri="{FF2B5EF4-FFF2-40B4-BE49-F238E27FC236}">
                <a16:creationId xmlns:a16="http://schemas.microsoft.com/office/drawing/2014/main" id="{55D3B927-AE44-5A17-BDD7-B2D1C5BCFE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76639" y="3298825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897" name="AutoShape 10">
            <a:extLst>
              <a:ext uri="{FF2B5EF4-FFF2-40B4-BE49-F238E27FC236}">
                <a16:creationId xmlns:a16="http://schemas.microsoft.com/office/drawing/2014/main" id="{AB478F07-B134-66D2-77DE-AC32D83F9611}"/>
              </a:ext>
            </a:extLst>
          </p:cNvPr>
          <p:cNvCxnSpPr>
            <a:cxnSpLocks noChangeShapeType="1"/>
            <a:stCxn id="37896" idx="0"/>
            <a:endCxn id="37894" idx="5"/>
          </p:cNvCxnSpPr>
          <p:nvPr/>
        </p:nvCxnSpPr>
        <p:spPr bwMode="auto">
          <a:xfrm flipH="1" flipV="1">
            <a:off x="3519489" y="3035300"/>
            <a:ext cx="160337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8" name="AutoShape 11">
            <a:extLst>
              <a:ext uri="{FF2B5EF4-FFF2-40B4-BE49-F238E27FC236}">
                <a16:creationId xmlns:a16="http://schemas.microsoft.com/office/drawing/2014/main" id="{FE26501B-7F33-56C0-F38C-6E55DD4ED120}"/>
              </a:ext>
            </a:extLst>
          </p:cNvPr>
          <p:cNvCxnSpPr>
            <a:cxnSpLocks noChangeShapeType="1"/>
            <a:stCxn id="37895" idx="0"/>
            <a:endCxn id="37894" idx="3"/>
          </p:cNvCxnSpPr>
          <p:nvPr/>
        </p:nvCxnSpPr>
        <p:spPr bwMode="auto">
          <a:xfrm flipV="1">
            <a:off x="3159125" y="3035300"/>
            <a:ext cx="158750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9" name="AutoShape 12">
            <a:extLst>
              <a:ext uri="{FF2B5EF4-FFF2-40B4-BE49-F238E27FC236}">
                <a16:creationId xmlns:a16="http://schemas.microsoft.com/office/drawing/2014/main" id="{80E96EB6-2239-D23A-B25B-EA5CF3825430}"/>
              </a:ext>
            </a:extLst>
          </p:cNvPr>
          <p:cNvCxnSpPr>
            <a:cxnSpLocks noChangeShapeType="1"/>
            <a:stCxn id="37901" idx="7"/>
            <a:endCxn id="37893" idx="3"/>
          </p:cNvCxnSpPr>
          <p:nvPr/>
        </p:nvCxnSpPr>
        <p:spPr bwMode="auto">
          <a:xfrm flipV="1">
            <a:off x="2473326" y="2574925"/>
            <a:ext cx="320675" cy="242888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0" name="AutoShape 13">
            <a:extLst>
              <a:ext uri="{FF2B5EF4-FFF2-40B4-BE49-F238E27FC236}">
                <a16:creationId xmlns:a16="http://schemas.microsoft.com/office/drawing/2014/main" id="{98D24E91-04A3-3942-1663-443899553B0F}"/>
              </a:ext>
            </a:extLst>
          </p:cNvPr>
          <p:cNvCxnSpPr>
            <a:cxnSpLocks noChangeShapeType="1"/>
            <a:stCxn id="37894" idx="1"/>
            <a:endCxn id="37893" idx="5"/>
          </p:cNvCxnSpPr>
          <p:nvPr/>
        </p:nvCxnSpPr>
        <p:spPr bwMode="auto">
          <a:xfrm flipH="1" flipV="1">
            <a:off x="2995614" y="2574925"/>
            <a:ext cx="320675" cy="242888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01" name="Oval 14">
            <a:extLst>
              <a:ext uri="{FF2B5EF4-FFF2-40B4-BE49-F238E27FC236}">
                <a16:creationId xmlns:a16="http://schemas.microsoft.com/office/drawing/2014/main" id="{B2B776D1-B348-1714-E55C-C0FBCD994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0438" y="2786063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16</a:t>
            </a:r>
          </a:p>
        </p:txBody>
      </p:sp>
      <p:sp>
        <p:nvSpPr>
          <p:cNvPr id="37902" name="Rectangle 15">
            <a:extLst>
              <a:ext uri="{FF2B5EF4-FFF2-40B4-BE49-F238E27FC236}">
                <a16:creationId xmlns:a16="http://schemas.microsoft.com/office/drawing/2014/main" id="{BDDB6CFA-3336-3065-40A3-507A7E0E18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08189" y="32988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03" name="Rectangle 16">
            <a:extLst>
              <a:ext uri="{FF2B5EF4-FFF2-40B4-BE49-F238E27FC236}">
                <a16:creationId xmlns:a16="http://schemas.microsoft.com/office/drawing/2014/main" id="{1742780C-6328-C6C0-F2A5-51B37103C5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30475" y="32988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04" name="AutoShape 17">
            <a:extLst>
              <a:ext uri="{FF2B5EF4-FFF2-40B4-BE49-F238E27FC236}">
                <a16:creationId xmlns:a16="http://schemas.microsoft.com/office/drawing/2014/main" id="{69A8A6F0-FE02-7447-60E8-CF767AB81247}"/>
              </a:ext>
            </a:extLst>
          </p:cNvPr>
          <p:cNvCxnSpPr>
            <a:cxnSpLocks noChangeShapeType="1"/>
            <a:stCxn id="37903" idx="0"/>
            <a:endCxn id="37901" idx="5"/>
          </p:cNvCxnSpPr>
          <p:nvPr/>
        </p:nvCxnSpPr>
        <p:spPr bwMode="auto">
          <a:xfrm flipH="1" flipV="1">
            <a:off x="2473325" y="3035300"/>
            <a:ext cx="160338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5" name="AutoShape 18">
            <a:extLst>
              <a:ext uri="{FF2B5EF4-FFF2-40B4-BE49-F238E27FC236}">
                <a16:creationId xmlns:a16="http://schemas.microsoft.com/office/drawing/2014/main" id="{9D14E6D5-82EE-6DA9-DCC2-9335A6760280}"/>
              </a:ext>
            </a:extLst>
          </p:cNvPr>
          <p:cNvCxnSpPr>
            <a:cxnSpLocks noChangeShapeType="1"/>
            <a:stCxn id="37902" idx="0"/>
            <a:endCxn id="37901" idx="3"/>
          </p:cNvCxnSpPr>
          <p:nvPr/>
        </p:nvCxnSpPr>
        <p:spPr bwMode="auto">
          <a:xfrm flipV="1">
            <a:off x="2111375" y="3035300"/>
            <a:ext cx="160338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06" name="Oval 19">
            <a:extLst>
              <a:ext uri="{FF2B5EF4-FFF2-40B4-BE49-F238E27FC236}">
                <a16:creationId xmlns:a16="http://schemas.microsoft.com/office/drawing/2014/main" id="{0A36AE66-2F2B-4D72-614A-330886E81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038" y="2332038"/>
            <a:ext cx="284162" cy="2857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37907" name="Oval 20">
            <a:extLst>
              <a:ext uri="{FF2B5EF4-FFF2-40B4-BE49-F238E27FC236}">
                <a16:creationId xmlns:a16="http://schemas.microsoft.com/office/drawing/2014/main" id="{8F3A4B59-804F-B2C9-E482-0648F8E48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4325" y="27876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12</a:t>
            </a:r>
          </a:p>
        </p:txBody>
      </p:sp>
      <p:sp>
        <p:nvSpPr>
          <p:cNvPr id="37908" name="Rectangle 21">
            <a:extLst>
              <a:ext uri="{FF2B5EF4-FFF2-40B4-BE49-F238E27FC236}">
                <a16:creationId xmlns:a16="http://schemas.microsoft.com/office/drawing/2014/main" id="{65E40DA1-2AAC-1087-9773-D472155072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75250" y="33004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09" name="Rectangle 22">
            <a:extLst>
              <a:ext uri="{FF2B5EF4-FFF2-40B4-BE49-F238E27FC236}">
                <a16:creationId xmlns:a16="http://schemas.microsoft.com/office/drawing/2014/main" id="{187E69FD-0EF4-D3CE-AC0B-CB0A2AED29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95951" y="3300414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10" name="AutoShape 23">
            <a:extLst>
              <a:ext uri="{FF2B5EF4-FFF2-40B4-BE49-F238E27FC236}">
                <a16:creationId xmlns:a16="http://schemas.microsoft.com/office/drawing/2014/main" id="{0B5C1D10-094F-E760-0515-C74DF0309BC4}"/>
              </a:ext>
            </a:extLst>
          </p:cNvPr>
          <p:cNvCxnSpPr>
            <a:cxnSpLocks noChangeShapeType="1"/>
            <a:stCxn id="37909" idx="0"/>
            <a:endCxn id="37907" idx="5"/>
          </p:cNvCxnSpPr>
          <p:nvPr/>
        </p:nvCxnSpPr>
        <p:spPr bwMode="auto">
          <a:xfrm flipH="1" flipV="1">
            <a:off x="5638800" y="3036889"/>
            <a:ext cx="160338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1" name="AutoShape 24">
            <a:extLst>
              <a:ext uri="{FF2B5EF4-FFF2-40B4-BE49-F238E27FC236}">
                <a16:creationId xmlns:a16="http://schemas.microsoft.com/office/drawing/2014/main" id="{9CB82713-13D8-5C6E-88EF-A4A82AF27F31}"/>
              </a:ext>
            </a:extLst>
          </p:cNvPr>
          <p:cNvCxnSpPr>
            <a:cxnSpLocks noChangeShapeType="1"/>
            <a:stCxn id="37908" idx="0"/>
            <a:endCxn id="37907" idx="3"/>
          </p:cNvCxnSpPr>
          <p:nvPr/>
        </p:nvCxnSpPr>
        <p:spPr bwMode="auto">
          <a:xfrm flipV="1">
            <a:off x="5278438" y="3036889"/>
            <a:ext cx="158750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2" name="AutoShape 25">
            <a:extLst>
              <a:ext uri="{FF2B5EF4-FFF2-40B4-BE49-F238E27FC236}">
                <a16:creationId xmlns:a16="http://schemas.microsoft.com/office/drawing/2014/main" id="{5128FB0C-8BC7-5699-1075-83AABD194129}"/>
              </a:ext>
            </a:extLst>
          </p:cNvPr>
          <p:cNvCxnSpPr>
            <a:cxnSpLocks noChangeShapeType="1"/>
            <a:stCxn id="37914" idx="7"/>
            <a:endCxn id="37906" idx="3"/>
          </p:cNvCxnSpPr>
          <p:nvPr/>
        </p:nvCxnSpPr>
        <p:spPr bwMode="auto">
          <a:xfrm flipV="1">
            <a:off x="4592639" y="2576514"/>
            <a:ext cx="320675" cy="242887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3" name="AutoShape 26">
            <a:extLst>
              <a:ext uri="{FF2B5EF4-FFF2-40B4-BE49-F238E27FC236}">
                <a16:creationId xmlns:a16="http://schemas.microsoft.com/office/drawing/2014/main" id="{3CBD1A49-58FD-8690-F704-DDA2FFE9B301}"/>
              </a:ext>
            </a:extLst>
          </p:cNvPr>
          <p:cNvCxnSpPr>
            <a:cxnSpLocks noChangeShapeType="1"/>
            <a:stCxn id="37907" idx="1"/>
            <a:endCxn id="37906" idx="5"/>
          </p:cNvCxnSpPr>
          <p:nvPr/>
        </p:nvCxnSpPr>
        <p:spPr bwMode="auto">
          <a:xfrm flipH="1" flipV="1">
            <a:off x="5114926" y="2576514"/>
            <a:ext cx="320675" cy="242887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14" name="Oval 27">
            <a:extLst>
              <a:ext uri="{FF2B5EF4-FFF2-40B4-BE49-F238E27FC236}">
                <a16:creationId xmlns:a16="http://schemas.microsoft.com/office/drawing/2014/main" id="{94BFA542-1C61-8162-C5C6-540A93A45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1" y="2787650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sp>
        <p:nvSpPr>
          <p:cNvPr id="37915" name="Rectangle 28">
            <a:extLst>
              <a:ext uri="{FF2B5EF4-FFF2-40B4-BE49-F238E27FC236}">
                <a16:creationId xmlns:a16="http://schemas.microsoft.com/office/drawing/2014/main" id="{8621A485-CB1D-5D23-CC46-059665C8FE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27500" y="33004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16" name="Rectangle 29">
            <a:extLst>
              <a:ext uri="{FF2B5EF4-FFF2-40B4-BE49-F238E27FC236}">
                <a16:creationId xmlns:a16="http://schemas.microsoft.com/office/drawing/2014/main" id="{470F7C6A-F1A4-2C63-C173-6B9A9A13D0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9789" y="33004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17" name="AutoShape 30">
            <a:extLst>
              <a:ext uri="{FF2B5EF4-FFF2-40B4-BE49-F238E27FC236}">
                <a16:creationId xmlns:a16="http://schemas.microsoft.com/office/drawing/2014/main" id="{D07D6DE6-523E-544A-71DB-A43F2B5A6BA8}"/>
              </a:ext>
            </a:extLst>
          </p:cNvPr>
          <p:cNvCxnSpPr>
            <a:cxnSpLocks noChangeShapeType="1"/>
            <a:stCxn id="37916" idx="0"/>
            <a:endCxn id="37914" idx="5"/>
          </p:cNvCxnSpPr>
          <p:nvPr/>
        </p:nvCxnSpPr>
        <p:spPr bwMode="auto">
          <a:xfrm flipH="1" flipV="1">
            <a:off x="4592639" y="3036889"/>
            <a:ext cx="160337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8" name="AutoShape 31">
            <a:extLst>
              <a:ext uri="{FF2B5EF4-FFF2-40B4-BE49-F238E27FC236}">
                <a16:creationId xmlns:a16="http://schemas.microsoft.com/office/drawing/2014/main" id="{B512CF54-3D63-18DC-A102-764C7DB9C919}"/>
              </a:ext>
            </a:extLst>
          </p:cNvPr>
          <p:cNvCxnSpPr>
            <a:cxnSpLocks noChangeShapeType="1"/>
            <a:stCxn id="37915" idx="0"/>
            <a:endCxn id="37914" idx="3"/>
          </p:cNvCxnSpPr>
          <p:nvPr/>
        </p:nvCxnSpPr>
        <p:spPr bwMode="auto">
          <a:xfrm flipV="1">
            <a:off x="4230689" y="3036889"/>
            <a:ext cx="160337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19" name="Oval 32">
            <a:extLst>
              <a:ext uri="{FF2B5EF4-FFF2-40B4-BE49-F238E27FC236}">
                <a16:creationId xmlns:a16="http://schemas.microsoft.com/office/drawing/2014/main" id="{108533AB-4C18-8AC2-5D0A-C327F9212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900" y="1447801"/>
            <a:ext cx="287338" cy="2841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7920" name="AutoShape 33">
            <a:extLst>
              <a:ext uri="{FF2B5EF4-FFF2-40B4-BE49-F238E27FC236}">
                <a16:creationId xmlns:a16="http://schemas.microsoft.com/office/drawing/2014/main" id="{F4BF2BE5-F52D-3106-67D7-CCBCB9620998}"/>
              </a:ext>
            </a:extLst>
          </p:cNvPr>
          <p:cNvCxnSpPr>
            <a:cxnSpLocks noChangeShapeType="1"/>
            <a:stCxn id="37919" idx="5"/>
            <a:endCxn id="37922" idx="1"/>
          </p:cNvCxnSpPr>
          <p:nvPr/>
        </p:nvCxnSpPr>
        <p:spPr bwMode="auto">
          <a:xfrm>
            <a:off x="6175375" y="1690688"/>
            <a:ext cx="1917700" cy="227012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21" name="AutoShape 34">
            <a:extLst>
              <a:ext uri="{FF2B5EF4-FFF2-40B4-BE49-F238E27FC236}">
                <a16:creationId xmlns:a16="http://schemas.microsoft.com/office/drawing/2014/main" id="{130E8CC2-8AC1-C487-3046-78E0E4BC5854}"/>
              </a:ext>
            </a:extLst>
          </p:cNvPr>
          <p:cNvCxnSpPr>
            <a:cxnSpLocks noChangeShapeType="1"/>
            <a:stCxn id="37919" idx="3"/>
            <a:endCxn id="37890" idx="7"/>
          </p:cNvCxnSpPr>
          <p:nvPr/>
        </p:nvCxnSpPr>
        <p:spPr bwMode="auto">
          <a:xfrm flipH="1">
            <a:off x="4056063" y="1690689"/>
            <a:ext cx="1917700" cy="225425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22" name="Oval 35">
            <a:extLst>
              <a:ext uri="{FF2B5EF4-FFF2-40B4-BE49-F238E27FC236}">
                <a16:creationId xmlns:a16="http://schemas.microsoft.com/office/drawing/2014/main" id="{1B62811A-FF22-B4AF-85FD-165543827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1800" y="1876426"/>
            <a:ext cx="285750" cy="2841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7923" name="AutoShape 36">
            <a:extLst>
              <a:ext uri="{FF2B5EF4-FFF2-40B4-BE49-F238E27FC236}">
                <a16:creationId xmlns:a16="http://schemas.microsoft.com/office/drawing/2014/main" id="{0F8550D0-937C-424D-CFD3-BE4EDFC902B4}"/>
              </a:ext>
            </a:extLst>
          </p:cNvPr>
          <p:cNvCxnSpPr>
            <a:cxnSpLocks noChangeShapeType="1"/>
            <a:stCxn id="37922" idx="3"/>
            <a:endCxn id="37925" idx="7"/>
          </p:cNvCxnSpPr>
          <p:nvPr/>
        </p:nvCxnSpPr>
        <p:spPr bwMode="auto">
          <a:xfrm flipH="1">
            <a:off x="7235825" y="2119313"/>
            <a:ext cx="857250" cy="2540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24" name="AutoShape 37">
            <a:extLst>
              <a:ext uri="{FF2B5EF4-FFF2-40B4-BE49-F238E27FC236}">
                <a16:creationId xmlns:a16="http://schemas.microsoft.com/office/drawing/2014/main" id="{DEA7FECC-B037-AD73-52BE-14C38F19EFDD}"/>
              </a:ext>
            </a:extLst>
          </p:cNvPr>
          <p:cNvCxnSpPr>
            <a:cxnSpLocks noChangeShapeType="1"/>
            <a:stCxn id="37938" idx="1"/>
            <a:endCxn id="37922" idx="5"/>
          </p:cNvCxnSpPr>
          <p:nvPr/>
        </p:nvCxnSpPr>
        <p:spPr bwMode="auto">
          <a:xfrm flipH="1" flipV="1">
            <a:off x="8296275" y="2119314"/>
            <a:ext cx="857250" cy="255587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25" name="Oval 38">
            <a:extLst>
              <a:ext uri="{FF2B5EF4-FFF2-40B4-BE49-F238E27FC236}">
                <a16:creationId xmlns:a16="http://schemas.microsoft.com/office/drawing/2014/main" id="{4E100183-10C4-ACB4-4C24-A1BF33D4E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2938" y="2332038"/>
            <a:ext cx="284162" cy="2857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37926" name="Oval 39">
            <a:extLst>
              <a:ext uri="{FF2B5EF4-FFF2-40B4-BE49-F238E27FC236}">
                <a16:creationId xmlns:a16="http://schemas.microsoft.com/office/drawing/2014/main" id="{C902279D-8614-45EB-59AA-4851B5365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5225" y="27876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37927" name="Rectangle 40">
            <a:extLst>
              <a:ext uri="{FF2B5EF4-FFF2-40B4-BE49-F238E27FC236}">
                <a16:creationId xmlns:a16="http://schemas.microsoft.com/office/drawing/2014/main" id="{E4AB9D26-1357-F8A2-E3A4-99CB23F362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96150" y="33004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28" name="Rectangle 41">
            <a:extLst>
              <a:ext uri="{FF2B5EF4-FFF2-40B4-BE49-F238E27FC236}">
                <a16:creationId xmlns:a16="http://schemas.microsoft.com/office/drawing/2014/main" id="{0BC0F04B-7960-BF54-3E01-A5B17FA9C8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16851" y="3300414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29" name="AutoShape 42">
            <a:extLst>
              <a:ext uri="{FF2B5EF4-FFF2-40B4-BE49-F238E27FC236}">
                <a16:creationId xmlns:a16="http://schemas.microsoft.com/office/drawing/2014/main" id="{22829EC2-676E-E739-C238-2A046D9854DA}"/>
              </a:ext>
            </a:extLst>
          </p:cNvPr>
          <p:cNvCxnSpPr>
            <a:cxnSpLocks noChangeShapeType="1"/>
            <a:stCxn id="37928" idx="0"/>
            <a:endCxn id="37926" idx="5"/>
          </p:cNvCxnSpPr>
          <p:nvPr/>
        </p:nvCxnSpPr>
        <p:spPr bwMode="auto">
          <a:xfrm flipH="1" flipV="1">
            <a:off x="7759700" y="3036889"/>
            <a:ext cx="160338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30" name="AutoShape 43">
            <a:extLst>
              <a:ext uri="{FF2B5EF4-FFF2-40B4-BE49-F238E27FC236}">
                <a16:creationId xmlns:a16="http://schemas.microsoft.com/office/drawing/2014/main" id="{3A73B2E6-7AB5-2C15-D329-5AA9BA969055}"/>
              </a:ext>
            </a:extLst>
          </p:cNvPr>
          <p:cNvCxnSpPr>
            <a:cxnSpLocks noChangeShapeType="1"/>
            <a:stCxn id="37927" idx="0"/>
            <a:endCxn id="37926" idx="3"/>
          </p:cNvCxnSpPr>
          <p:nvPr/>
        </p:nvCxnSpPr>
        <p:spPr bwMode="auto">
          <a:xfrm flipV="1">
            <a:off x="7399338" y="3036889"/>
            <a:ext cx="158750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31" name="AutoShape 44">
            <a:extLst>
              <a:ext uri="{FF2B5EF4-FFF2-40B4-BE49-F238E27FC236}">
                <a16:creationId xmlns:a16="http://schemas.microsoft.com/office/drawing/2014/main" id="{6CD2D62C-FB92-DC0E-C039-B07A060A6713}"/>
              </a:ext>
            </a:extLst>
          </p:cNvPr>
          <p:cNvCxnSpPr>
            <a:cxnSpLocks noChangeShapeType="1"/>
            <a:stCxn id="37933" idx="7"/>
            <a:endCxn id="37925" idx="3"/>
          </p:cNvCxnSpPr>
          <p:nvPr/>
        </p:nvCxnSpPr>
        <p:spPr bwMode="auto">
          <a:xfrm flipV="1">
            <a:off x="6713539" y="2576514"/>
            <a:ext cx="320675" cy="242887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32" name="AutoShape 45">
            <a:extLst>
              <a:ext uri="{FF2B5EF4-FFF2-40B4-BE49-F238E27FC236}">
                <a16:creationId xmlns:a16="http://schemas.microsoft.com/office/drawing/2014/main" id="{CA642C59-8F48-2148-EA2E-7F6979820CC4}"/>
              </a:ext>
            </a:extLst>
          </p:cNvPr>
          <p:cNvCxnSpPr>
            <a:cxnSpLocks noChangeShapeType="1"/>
            <a:stCxn id="37926" idx="1"/>
            <a:endCxn id="37925" idx="5"/>
          </p:cNvCxnSpPr>
          <p:nvPr/>
        </p:nvCxnSpPr>
        <p:spPr bwMode="auto">
          <a:xfrm flipH="1" flipV="1">
            <a:off x="7235826" y="2576514"/>
            <a:ext cx="320675" cy="242887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33" name="Oval 46">
            <a:extLst>
              <a:ext uri="{FF2B5EF4-FFF2-40B4-BE49-F238E27FC236}">
                <a16:creationId xmlns:a16="http://schemas.microsoft.com/office/drawing/2014/main" id="{5A0CEBD2-085C-C107-3439-2FA9C0B61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651" y="2787650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37934" name="Rectangle 47">
            <a:extLst>
              <a:ext uri="{FF2B5EF4-FFF2-40B4-BE49-F238E27FC236}">
                <a16:creationId xmlns:a16="http://schemas.microsoft.com/office/drawing/2014/main" id="{CA638000-8E50-46CF-B61F-716AF07FDB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3004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35" name="Rectangle 48">
            <a:extLst>
              <a:ext uri="{FF2B5EF4-FFF2-40B4-BE49-F238E27FC236}">
                <a16:creationId xmlns:a16="http://schemas.microsoft.com/office/drawing/2014/main" id="{E6070EAE-D1FC-ECD8-859F-34ED37EEB4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70689" y="33004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36" name="AutoShape 49">
            <a:extLst>
              <a:ext uri="{FF2B5EF4-FFF2-40B4-BE49-F238E27FC236}">
                <a16:creationId xmlns:a16="http://schemas.microsoft.com/office/drawing/2014/main" id="{F201F04B-EF9C-4C79-958C-02F0DBE5C4B5}"/>
              </a:ext>
            </a:extLst>
          </p:cNvPr>
          <p:cNvCxnSpPr>
            <a:cxnSpLocks noChangeShapeType="1"/>
            <a:stCxn id="37935" idx="0"/>
            <a:endCxn id="37933" idx="5"/>
          </p:cNvCxnSpPr>
          <p:nvPr/>
        </p:nvCxnSpPr>
        <p:spPr bwMode="auto">
          <a:xfrm flipH="1" flipV="1">
            <a:off x="6713539" y="3036889"/>
            <a:ext cx="160337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37" name="AutoShape 50">
            <a:extLst>
              <a:ext uri="{FF2B5EF4-FFF2-40B4-BE49-F238E27FC236}">
                <a16:creationId xmlns:a16="http://schemas.microsoft.com/office/drawing/2014/main" id="{E3D4853F-44B5-58A7-283B-8B340D9DF8BA}"/>
              </a:ext>
            </a:extLst>
          </p:cNvPr>
          <p:cNvCxnSpPr>
            <a:cxnSpLocks noChangeShapeType="1"/>
            <a:stCxn id="37934" idx="0"/>
            <a:endCxn id="37933" idx="3"/>
          </p:cNvCxnSpPr>
          <p:nvPr/>
        </p:nvCxnSpPr>
        <p:spPr bwMode="auto">
          <a:xfrm flipV="1">
            <a:off x="6351589" y="3036889"/>
            <a:ext cx="160337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38" name="Oval 51">
            <a:extLst>
              <a:ext uri="{FF2B5EF4-FFF2-40B4-BE49-F238E27FC236}">
                <a16:creationId xmlns:a16="http://schemas.microsoft.com/office/drawing/2014/main" id="{E6636E25-D54E-CE15-2369-59170BADA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2251" y="2333625"/>
            <a:ext cx="284163" cy="2857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37939" name="Oval 52">
            <a:extLst>
              <a:ext uri="{FF2B5EF4-FFF2-40B4-BE49-F238E27FC236}">
                <a16:creationId xmlns:a16="http://schemas.microsoft.com/office/drawing/2014/main" id="{16023595-23DA-1DCC-CE91-36E5AFD45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4538" y="2789238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20</a:t>
            </a:r>
          </a:p>
        </p:txBody>
      </p:sp>
      <p:sp>
        <p:nvSpPr>
          <p:cNvPr id="37940" name="Rectangle 53">
            <a:extLst>
              <a:ext uri="{FF2B5EF4-FFF2-40B4-BE49-F238E27FC236}">
                <a16:creationId xmlns:a16="http://schemas.microsoft.com/office/drawing/2014/main" id="{02A28DCC-FC46-4919-04A0-0195FE209E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15464" y="33020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41" name="Rectangle 54">
            <a:extLst>
              <a:ext uri="{FF2B5EF4-FFF2-40B4-BE49-F238E27FC236}">
                <a16:creationId xmlns:a16="http://schemas.microsoft.com/office/drawing/2014/main" id="{CE584ECA-DE61-709B-E424-FD4FA172F3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36164" y="330200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42" name="AutoShape 55">
            <a:extLst>
              <a:ext uri="{FF2B5EF4-FFF2-40B4-BE49-F238E27FC236}">
                <a16:creationId xmlns:a16="http://schemas.microsoft.com/office/drawing/2014/main" id="{9EFC7ABC-47BA-69FE-DEE0-7920B7DE049E}"/>
              </a:ext>
            </a:extLst>
          </p:cNvPr>
          <p:cNvCxnSpPr>
            <a:cxnSpLocks noChangeShapeType="1"/>
            <a:stCxn id="37941" idx="0"/>
            <a:endCxn id="37939" idx="5"/>
          </p:cNvCxnSpPr>
          <p:nvPr/>
        </p:nvCxnSpPr>
        <p:spPr bwMode="auto">
          <a:xfrm flipH="1" flipV="1">
            <a:off x="9879014" y="3038475"/>
            <a:ext cx="160337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43" name="AutoShape 56">
            <a:extLst>
              <a:ext uri="{FF2B5EF4-FFF2-40B4-BE49-F238E27FC236}">
                <a16:creationId xmlns:a16="http://schemas.microsoft.com/office/drawing/2014/main" id="{AEAA1FEB-54E5-17C4-1873-939BD3FD917A}"/>
              </a:ext>
            </a:extLst>
          </p:cNvPr>
          <p:cNvCxnSpPr>
            <a:cxnSpLocks noChangeShapeType="1"/>
            <a:stCxn id="37940" idx="0"/>
            <a:endCxn id="37939" idx="3"/>
          </p:cNvCxnSpPr>
          <p:nvPr/>
        </p:nvCxnSpPr>
        <p:spPr bwMode="auto">
          <a:xfrm flipV="1">
            <a:off x="9518650" y="3038475"/>
            <a:ext cx="158750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44" name="AutoShape 57">
            <a:extLst>
              <a:ext uri="{FF2B5EF4-FFF2-40B4-BE49-F238E27FC236}">
                <a16:creationId xmlns:a16="http://schemas.microsoft.com/office/drawing/2014/main" id="{3E4628D5-096F-234C-45BD-69C050E99983}"/>
              </a:ext>
            </a:extLst>
          </p:cNvPr>
          <p:cNvCxnSpPr>
            <a:cxnSpLocks noChangeShapeType="1"/>
            <a:stCxn id="37946" idx="7"/>
            <a:endCxn id="37938" idx="3"/>
          </p:cNvCxnSpPr>
          <p:nvPr/>
        </p:nvCxnSpPr>
        <p:spPr bwMode="auto">
          <a:xfrm flipV="1">
            <a:off x="8832851" y="2578100"/>
            <a:ext cx="320675" cy="242888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45" name="AutoShape 58">
            <a:extLst>
              <a:ext uri="{FF2B5EF4-FFF2-40B4-BE49-F238E27FC236}">
                <a16:creationId xmlns:a16="http://schemas.microsoft.com/office/drawing/2014/main" id="{18AE1BD8-1024-21DF-A1A8-B16AB5A6BBEB}"/>
              </a:ext>
            </a:extLst>
          </p:cNvPr>
          <p:cNvCxnSpPr>
            <a:cxnSpLocks noChangeShapeType="1"/>
            <a:stCxn id="37939" idx="1"/>
            <a:endCxn id="37938" idx="5"/>
          </p:cNvCxnSpPr>
          <p:nvPr/>
        </p:nvCxnSpPr>
        <p:spPr bwMode="auto">
          <a:xfrm flipH="1" flipV="1">
            <a:off x="9355139" y="2578100"/>
            <a:ext cx="320675" cy="242888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46" name="Oval 59">
            <a:extLst>
              <a:ext uri="{FF2B5EF4-FFF2-40B4-BE49-F238E27FC236}">
                <a16:creationId xmlns:a16="http://schemas.microsoft.com/office/drawing/2014/main" id="{83D6FE8B-5F82-09B7-C7EB-EDAE78BAA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963" y="2789238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23</a:t>
            </a:r>
          </a:p>
        </p:txBody>
      </p:sp>
      <p:sp>
        <p:nvSpPr>
          <p:cNvPr id="37947" name="Rectangle 60">
            <a:extLst>
              <a:ext uri="{FF2B5EF4-FFF2-40B4-BE49-F238E27FC236}">
                <a16:creationId xmlns:a16="http://schemas.microsoft.com/office/drawing/2014/main" id="{7ADC8D0A-00F0-E96A-535F-4F39B8F8D2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67714" y="33020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48" name="Rectangle 61">
            <a:extLst>
              <a:ext uri="{FF2B5EF4-FFF2-40B4-BE49-F238E27FC236}">
                <a16:creationId xmlns:a16="http://schemas.microsoft.com/office/drawing/2014/main" id="{BBD56B5B-8AAE-F8AE-1D3B-A75EE262A1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890000" y="33020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49" name="AutoShape 62">
            <a:extLst>
              <a:ext uri="{FF2B5EF4-FFF2-40B4-BE49-F238E27FC236}">
                <a16:creationId xmlns:a16="http://schemas.microsoft.com/office/drawing/2014/main" id="{579844A2-6DD9-B4A6-BA06-FCBB28A7798E}"/>
              </a:ext>
            </a:extLst>
          </p:cNvPr>
          <p:cNvCxnSpPr>
            <a:cxnSpLocks noChangeShapeType="1"/>
            <a:stCxn id="37948" idx="0"/>
            <a:endCxn id="37946" idx="5"/>
          </p:cNvCxnSpPr>
          <p:nvPr/>
        </p:nvCxnSpPr>
        <p:spPr bwMode="auto">
          <a:xfrm flipH="1" flipV="1">
            <a:off x="8832850" y="3038475"/>
            <a:ext cx="160338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50" name="AutoShape 63">
            <a:extLst>
              <a:ext uri="{FF2B5EF4-FFF2-40B4-BE49-F238E27FC236}">
                <a16:creationId xmlns:a16="http://schemas.microsoft.com/office/drawing/2014/main" id="{6A227293-45A2-3234-81D8-664CD8C7D877}"/>
              </a:ext>
            </a:extLst>
          </p:cNvPr>
          <p:cNvCxnSpPr>
            <a:cxnSpLocks noChangeShapeType="1"/>
            <a:stCxn id="37947" idx="0"/>
            <a:endCxn id="37946" idx="3"/>
          </p:cNvCxnSpPr>
          <p:nvPr/>
        </p:nvCxnSpPr>
        <p:spPr bwMode="auto">
          <a:xfrm flipV="1">
            <a:off x="8470900" y="3038475"/>
            <a:ext cx="160338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51" name="Oval 64">
            <a:extLst>
              <a:ext uri="{FF2B5EF4-FFF2-40B4-BE49-F238E27FC236}">
                <a16:creationId xmlns:a16="http://schemas.microsoft.com/office/drawing/2014/main" id="{F2B120BB-B746-105E-C51E-248F138A3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4600" y="4389438"/>
            <a:ext cx="285750" cy="28416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7952" name="AutoShape 65">
            <a:extLst>
              <a:ext uri="{FF2B5EF4-FFF2-40B4-BE49-F238E27FC236}">
                <a16:creationId xmlns:a16="http://schemas.microsoft.com/office/drawing/2014/main" id="{78D47EA2-2AA2-E4ED-862A-03CE00ED92F7}"/>
              </a:ext>
            </a:extLst>
          </p:cNvPr>
          <p:cNvCxnSpPr>
            <a:cxnSpLocks noChangeShapeType="1"/>
            <a:stCxn id="37951" idx="3"/>
            <a:endCxn id="37954" idx="7"/>
          </p:cNvCxnSpPr>
          <p:nvPr/>
        </p:nvCxnSpPr>
        <p:spPr bwMode="auto">
          <a:xfrm flipH="1">
            <a:off x="2968625" y="4632326"/>
            <a:ext cx="857250" cy="239713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53" name="AutoShape 66">
            <a:extLst>
              <a:ext uri="{FF2B5EF4-FFF2-40B4-BE49-F238E27FC236}">
                <a16:creationId xmlns:a16="http://schemas.microsoft.com/office/drawing/2014/main" id="{8EF60548-92F9-DA69-B463-71AF69636487}"/>
              </a:ext>
            </a:extLst>
          </p:cNvPr>
          <p:cNvCxnSpPr>
            <a:cxnSpLocks noChangeShapeType="1"/>
            <a:stCxn id="37967" idx="1"/>
            <a:endCxn id="37951" idx="5"/>
          </p:cNvCxnSpPr>
          <p:nvPr/>
        </p:nvCxnSpPr>
        <p:spPr bwMode="auto">
          <a:xfrm flipH="1" flipV="1">
            <a:off x="4029075" y="4632325"/>
            <a:ext cx="857250" cy="2413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54" name="Oval 67">
            <a:extLst>
              <a:ext uri="{FF2B5EF4-FFF2-40B4-BE49-F238E27FC236}">
                <a16:creationId xmlns:a16="http://schemas.microsoft.com/office/drawing/2014/main" id="{601F5BCC-7878-0F43-5DFA-93E5D7C69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4845050"/>
            <a:ext cx="284162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25</a:t>
            </a:r>
          </a:p>
        </p:txBody>
      </p:sp>
      <p:sp>
        <p:nvSpPr>
          <p:cNvPr id="37955" name="Oval 68">
            <a:extLst>
              <a:ext uri="{FF2B5EF4-FFF2-40B4-BE49-F238E27FC236}">
                <a16:creationId xmlns:a16="http://schemas.microsoft.com/office/drawing/2014/main" id="{E65011E1-366E-6FB9-8B94-6BDD42960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5" y="5300663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15</a:t>
            </a:r>
          </a:p>
        </p:txBody>
      </p:sp>
      <p:sp>
        <p:nvSpPr>
          <p:cNvPr id="37956" name="Rectangle 69">
            <a:extLst>
              <a:ext uri="{FF2B5EF4-FFF2-40B4-BE49-F238E27FC236}">
                <a16:creationId xmlns:a16="http://schemas.microsoft.com/office/drawing/2014/main" id="{682F81EF-ED6D-4E72-C067-6F6ABD2342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28950" y="58134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57" name="Rectangle 70">
            <a:extLst>
              <a:ext uri="{FF2B5EF4-FFF2-40B4-BE49-F238E27FC236}">
                <a16:creationId xmlns:a16="http://schemas.microsoft.com/office/drawing/2014/main" id="{DA6CB319-09D5-F242-50B4-AB657997B0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49651" y="5813425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58" name="AutoShape 71">
            <a:extLst>
              <a:ext uri="{FF2B5EF4-FFF2-40B4-BE49-F238E27FC236}">
                <a16:creationId xmlns:a16="http://schemas.microsoft.com/office/drawing/2014/main" id="{175B1450-4618-FD59-CCC2-C51253200EDF}"/>
              </a:ext>
            </a:extLst>
          </p:cNvPr>
          <p:cNvCxnSpPr>
            <a:cxnSpLocks noChangeShapeType="1"/>
            <a:stCxn id="37957" idx="0"/>
            <a:endCxn id="37955" idx="5"/>
          </p:cNvCxnSpPr>
          <p:nvPr/>
        </p:nvCxnSpPr>
        <p:spPr bwMode="auto">
          <a:xfrm flipH="1" flipV="1">
            <a:off x="3492500" y="5554664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59" name="AutoShape 72">
            <a:extLst>
              <a:ext uri="{FF2B5EF4-FFF2-40B4-BE49-F238E27FC236}">
                <a16:creationId xmlns:a16="http://schemas.microsoft.com/office/drawing/2014/main" id="{ADFDB299-E1FB-B317-4CC8-BCA9C833975A}"/>
              </a:ext>
            </a:extLst>
          </p:cNvPr>
          <p:cNvCxnSpPr>
            <a:cxnSpLocks noChangeShapeType="1"/>
            <a:stCxn id="37956" idx="0"/>
            <a:endCxn id="37955" idx="3"/>
          </p:cNvCxnSpPr>
          <p:nvPr/>
        </p:nvCxnSpPr>
        <p:spPr bwMode="auto">
          <a:xfrm flipV="1">
            <a:off x="3132138" y="5554664"/>
            <a:ext cx="157162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60" name="AutoShape 73">
            <a:extLst>
              <a:ext uri="{FF2B5EF4-FFF2-40B4-BE49-F238E27FC236}">
                <a16:creationId xmlns:a16="http://schemas.microsoft.com/office/drawing/2014/main" id="{2269473C-975D-FF5B-902F-BD0937D6C42C}"/>
              </a:ext>
            </a:extLst>
          </p:cNvPr>
          <p:cNvCxnSpPr>
            <a:cxnSpLocks noChangeShapeType="1"/>
            <a:stCxn id="37962" idx="7"/>
            <a:endCxn id="37954" idx="3"/>
          </p:cNvCxnSpPr>
          <p:nvPr/>
        </p:nvCxnSpPr>
        <p:spPr bwMode="auto">
          <a:xfrm flipV="1">
            <a:off x="2446339" y="5103813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61" name="AutoShape 74">
            <a:extLst>
              <a:ext uri="{FF2B5EF4-FFF2-40B4-BE49-F238E27FC236}">
                <a16:creationId xmlns:a16="http://schemas.microsoft.com/office/drawing/2014/main" id="{DE10BB66-472E-5D05-6E72-3E848E8B24BC}"/>
              </a:ext>
            </a:extLst>
          </p:cNvPr>
          <p:cNvCxnSpPr>
            <a:cxnSpLocks noChangeShapeType="1"/>
            <a:stCxn id="37955" idx="1"/>
            <a:endCxn id="37954" idx="5"/>
          </p:cNvCxnSpPr>
          <p:nvPr/>
        </p:nvCxnSpPr>
        <p:spPr bwMode="auto">
          <a:xfrm flipH="1" flipV="1">
            <a:off x="2968626" y="5103813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62" name="Oval 75">
            <a:extLst>
              <a:ext uri="{FF2B5EF4-FFF2-40B4-BE49-F238E27FC236}">
                <a16:creationId xmlns:a16="http://schemas.microsoft.com/office/drawing/2014/main" id="{7076D456-4715-EE25-0A96-58DD9A631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3451" y="5300663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16</a:t>
            </a:r>
          </a:p>
        </p:txBody>
      </p:sp>
      <p:sp>
        <p:nvSpPr>
          <p:cNvPr id="37963" name="Rectangle 76">
            <a:extLst>
              <a:ext uri="{FF2B5EF4-FFF2-40B4-BE49-F238E27FC236}">
                <a16:creationId xmlns:a16="http://schemas.microsoft.com/office/drawing/2014/main" id="{BC669869-1C0D-3039-3560-63B626A636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81200" y="58134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64" name="Rectangle 77">
            <a:extLst>
              <a:ext uri="{FF2B5EF4-FFF2-40B4-BE49-F238E27FC236}">
                <a16:creationId xmlns:a16="http://schemas.microsoft.com/office/drawing/2014/main" id="{DF8F0EFB-C277-92F7-53E5-C268668F56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03489" y="58134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65" name="AutoShape 78">
            <a:extLst>
              <a:ext uri="{FF2B5EF4-FFF2-40B4-BE49-F238E27FC236}">
                <a16:creationId xmlns:a16="http://schemas.microsoft.com/office/drawing/2014/main" id="{6CA7BB01-B119-17B2-1466-1AC64ECBEAD7}"/>
              </a:ext>
            </a:extLst>
          </p:cNvPr>
          <p:cNvCxnSpPr>
            <a:cxnSpLocks noChangeShapeType="1"/>
            <a:stCxn id="37964" idx="0"/>
            <a:endCxn id="37962" idx="5"/>
          </p:cNvCxnSpPr>
          <p:nvPr/>
        </p:nvCxnSpPr>
        <p:spPr bwMode="auto">
          <a:xfrm flipH="1" flipV="1">
            <a:off x="2446339" y="5554664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66" name="AutoShape 79">
            <a:extLst>
              <a:ext uri="{FF2B5EF4-FFF2-40B4-BE49-F238E27FC236}">
                <a16:creationId xmlns:a16="http://schemas.microsoft.com/office/drawing/2014/main" id="{80D584ED-7A8F-77A6-9DD8-7DEBC0BB6B54}"/>
              </a:ext>
            </a:extLst>
          </p:cNvPr>
          <p:cNvCxnSpPr>
            <a:cxnSpLocks noChangeShapeType="1"/>
            <a:stCxn id="37963" idx="0"/>
            <a:endCxn id="37962" idx="3"/>
          </p:cNvCxnSpPr>
          <p:nvPr/>
        </p:nvCxnSpPr>
        <p:spPr bwMode="auto">
          <a:xfrm flipV="1">
            <a:off x="2084389" y="5554664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67" name="Oval 80">
            <a:extLst>
              <a:ext uri="{FF2B5EF4-FFF2-40B4-BE49-F238E27FC236}">
                <a16:creationId xmlns:a16="http://schemas.microsoft.com/office/drawing/2014/main" id="{81047F9C-BE50-2E19-56B3-5806D6652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5051" y="4846638"/>
            <a:ext cx="284163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37968" name="Oval 81">
            <a:extLst>
              <a:ext uri="{FF2B5EF4-FFF2-40B4-BE49-F238E27FC236}">
                <a16:creationId xmlns:a16="http://schemas.microsoft.com/office/drawing/2014/main" id="{9C621DB4-12BA-EE79-2A34-AEB6CC407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7338" y="53022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12</a:t>
            </a:r>
          </a:p>
        </p:txBody>
      </p:sp>
      <p:sp>
        <p:nvSpPr>
          <p:cNvPr id="37969" name="Rectangle 82">
            <a:extLst>
              <a:ext uri="{FF2B5EF4-FFF2-40B4-BE49-F238E27FC236}">
                <a16:creationId xmlns:a16="http://schemas.microsoft.com/office/drawing/2014/main" id="{BBB29693-E3C4-B519-1197-9FB4EAC478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48264" y="58150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70" name="Rectangle 83">
            <a:extLst>
              <a:ext uri="{FF2B5EF4-FFF2-40B4-BE49-F238E27FC236}">
                <a16:creationId xmlns:a16="http://schemas.microsoft.com/office/drawing/2014/main" id="{6A030F2D-2289-926D-7F4B-41C775A18A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68964" y="5815014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71" name="AutoShape 84">
            <a:extLst>
              <a:ext uri="{FF2B5EF4-FFF2-40B4-BE49-F238E27FC236}">
                <a16:creationId xmlns:a16="http://schemas.microsoft.com/office/drawing/2014/main" id="{DA0A7788-070B-019B-DEAD-5696017D8C45}"/>
              </a:ext>
            </a:extLst>
          </p:cNvPr>
          <p:cNvCxnSpPr>
            <a:cxnSpLocks noChangeShapeType="1"/>
            <a:stCxn id="37970" idx="0"/>
            <a:endCxn id="37968" idx="5"/>
          </p:cNvCxnSpPr>
          <p:nvPr/>
        </p:nvCxnSpPr>
        <p:spPr bwMode="auto">
          <a:xfrm flipH="1" flipV="1">
            <a:off x="5611814" y="55562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72" name="AutoShape 85">
            <a:extLst>
              <a:ext uri="{FF2B5EF4-FFF2-40B4-BE49-F238E27FC236}">
                <a16:creationId xmlns:a16="http://schemas.microsoft.com/office/drawing/2014/main" id="{6C0FE0AD-B28C-70BB-EEDA-DDAF219FBC77}"/>
              </a:ext>
            </a:extLst>
          </p:cNvPr>
          <p:cNvCxnSpPr>
            <a:cxnSpLocks noChangeShapeType="1"/>
            <a:stCxn id="37969" idx="0"/>
            <a:endCxn id="37968" idx="3"/>
          </p:cNvCxnSpPr>
          <p:nvPr/>
        </p:nvCxnSpPr>
        <p:spPr bwMode="auto">
          <a:xfrm flipV="1">
            <a:off x="5251451" y="5556250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73" name="AutoShape 86">
            <a:extLst>
              <a:ext uri="{FF2B5EF4-FFF2-40B4-BE49-F238E27FC236}">
                <a16:creationId xmlns:a16="http://schemas.microsoft.com/office/drawing/2014/main" id="{6DA3EA56-EC11-3332-92D9-F31EC9DA85EB}"/>
              </a:ext>
            </a:extLst>
          </p:cNvPr>
          <p:cNvCxnSpPr>
            <a:cxnSpLocks noChangeShapeType="1"/>
            <a:stCxn id="37975" idx="7"/>
            <a:endCxn id="37967" idx="3"/>
          </p:cNvCxnSpPr>
          <p:nvPr/>
        </p:nvCxnSpPr>
        <p:spPr bwMode="auto">
          <a:xfrm flipV="1">
            <a:off x="4565651" y="51054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74" name="AutoShape 87">
            <a:extLst>
              <a:ext uri="{FF2B5EF4-FFF2-40B4-BE49-F238E27FC236}">
                <a16:creationId xmlns:a16="http://schemas.microsoft.com/office/drawing/2014/main" id="{564E181A-6ACB-3F85-E05A-E88D98803AA6}"/>
              </a:ext>
            </a:extLst>
          </p:cNvPr>
          <p:cNvCxnSpPr>
            <a:cxnSpLocks noChangeShapeType="1"/>
            <a:stCxn id="37968" idx="1"/>
            <a:endCxn id="37967" idx="5"/>
          </p:cNvCxnSpPr>
          <p:nvPr/>
        </p:nvCxnSpPr>
        <p:spPr bwMode="auto">
          <a:xfrm flipH="1" flipV="1">
            <a:off x="5087939" y="51054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75" name="Oval 88">
            <a:extLst>
              <a:ext uri="{FF2B5EF4-FFF2-40B4-BE49-F238E27FC236}">
                <a16:creationId xmlns:a16="http://schemas.microsoft.com/office/drawing/2014/main" id="{6DE45C07-4D6A-C8A7-64AC-47C736EB7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2763" y="5302250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sp>
        <p:nvSpPr>
          <p:cNvPr id="37976" name="Rectangle 89">
            <a:extLst>
              <a:ext uri="{FF2B5EF4-FFF2-40B4-BE49-F238E27FC236}">
                <a16:creationId xmlns:a16="http://schemas.microsoft.com/office/drawing/2014/main" id="{DB35D779-1D43-B0D6-444A-9A5A7193B5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00514" y="58150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77" name="Rectangle 90">
            <a:extLst>
              <a:ext uri="{FF2B5EF4-FFF2-40B4-BE49-F238E27FC236}">
                <a16:creationId xmlns:a16="http://schemas.microsoft.com/office/drawing/2014/main" id="{459639F2-002B-D2F4-2D2B-72F0086222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22800" y="58150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78" name="AutoShape 91">
            <a:extLst>
              <a:ext uri="{FF2B5EF4-FFF2-40B4-BE49-F238E27FC236}">
                <a16:creationId xmlns:a16="http://schemas.microsoft.com/office/drawing/2014/main" id="{56FD4F76-EE1A-BC29-39C1-4D4AAFEDA2E1}"/>
              </a:ext>
            </a:extLst>
          </p:cNvPr>
          <p:cNvCxnSpPr>
            <a:cxnSpLocks noChangeShapeType="1"/>
            <a:stCxn id="37977" idx="0"/>
            <a:endCxn id="37975" idx="5"/>
          </p:cNvCxnSpPr>
          <p:nvPr/>
        </p:nvCxnSpPr>
        <p:spPr bwMode="auto">
          <a:xfrm flipH="1" flipV="1">
            <a:off x="4565650" y="55562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79" name="AutoShape 92">
            <a:extLst>
              <a:ext uri="{FF2B5EF4-FFF2-40B4-BE49-F238E27FC236}">
                <a16:creationId xmlns:a16="http://schemas.microsoft.com/office/drawing/2014/main" id="{63E61680-D89F-F179-5C72-A569C2E4EF0D}"/>
              </a:ext>
            </a:extLst>
          </p:cNvPr>
          <p:cNvCxnSpPr>
            <a:cxnSpLocks noChangeShapeType="1"/>
            <a:stCxn id="37976" idx="0"/>
            <a:endCxn id="37975" idx="3"/>
          </p:cNvCxnSpPr>
          <p:nvPr/>
        </p:nvCxnSpPr>
        <p:spPr bwMode="auto">
          <a:xfrm flipV="1">
            <a:off x="4203700" y="55562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80" name="Oval 93">
            <a:extLst>
              <a:ext uri="{FF2B5EF4-FFF2-40B4-BE49-F238E27FC236}">
                <a16:creationId xmlns:a16="http://schemas.microsoft.com/office/drawing/2014/main" id="{58C1FC52-2F5C-4871-F4B6-EE12F94D8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3914" y="3962401"/>
            <a:ext cx="287337" cy="2841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7981" name="AutoShape 94">
            <a:extLst>
              <a:ext uri="{FF2B5EF4-FFF2-40B4-BE49-F238E27FC236}">
                <a16:creationId xmlns:a16="http://schemas.microsoft.com/office/drawing/2014/main" id="{7817F654-9887-675C-09D2-7C81BA1F6939}"/>
              </a:ext>
            </a:extLst>
          </p:cNvPr>
          <p:cNvCxnSpPr>
            <a:cxnSpLocks noChangeShapeType="1"/>
            <a:stCxn id="37980" idx="5"/>
            <a:endCxn id="37983" idx="1"/>
          </p:cNvCxnSpPr>
          <p:nvPr/>
        </p:nvCxnSpPr>
        <p:spPr bwMode="auto">
          <a:xfrm>
            <a:off x="6148388" y="4205288"/>
            <a:ext cx="1917700" cy="227012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82" name="AutoShape 95">
            <a:extLst>
              <a:ext uri="{FF2B5EF4-FFF2-40B4-BE49-F238E27FC236}">
                <a16:creationId xmlns:a16="http://schemas.microsoft.com/office/drawing/2014/main" id="{9795F72D-29FD-078E-527F-8CB7B2FCCD0B}"/>
              </a:ext>
            </a:extLst>
          </p:cNvPr>
          <p:cNvCxnSpPr>
            <a:cxnSpLocks noChangeShapeType="1"/>
            <a:stCxn id="37980" idx="3"/>
            <a:endCxn id="37951" idx="7"/>
          </p:cNvCxnSpPr>
          <p:nvPr/>
        </p:nvCxnSpPr>
        <p:spPr bwMode="auto">
          <a:xfrm flipH="1">
            <a:off x="4029075" y="4205289"/>
            <a:ext cx="1917700" cy="225425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83" name="Oval 96">
            <a:extLst>
              <a:ext uri="{FF2B5EF4-FFF2-40B4-BE49-F238E27FC236}">
                <a16:creationId xmlns:a16="http://schemas.microsoft.com/office/drawing/2014/main" id="{86DF0281-6C64-CADE-4CE6-6C93F57F8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4813" y="4391026"/>
            <a:ext cx="285750" cy="2841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7984" name="AutoShape 97">
            <a:extLst>
              <a:ext uri="{FF2B5EF4-FFF2-40B4-BE49-F238E27FC236}">
                <a16:creationId xmlns:a16="http://schemas.microsoft.com/office/drawing/2014/main" id="{7A261022-5B7A-A274-E429-DFF9DE27DE25}"/>
              </a:ext>
            </a:extLst>
          </p:cNvPr>
          <p:cNvCxnSpPr>
            <a:cxnSpLocks noChangeShapeType="1"/>
            <a:stCxn id="37983" idx="3"/>
            <a:endCxn id="37986" idx="7"/>
          </p:cNvCxnSpPr>
          <p:nvPr/>
        </p:nvCxnSpPr>
        <p:spPr bwMode="auto">
          <a:xfrm flipH="1">
            <a:off x="7208838" y="4633913"/>
            <a:ext cx="857250" cy="239712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85" name="AutoShape 98">
            <a:extLst>
              <a:ext uri="{FF2B5EF4-FFF2-40B4-BE49-F238E27FC236}">
                <a16:creationId xmlns:a16="http://schemas.microsoft.com/office/drawing/2014/main" id="{5504B12A-CC94-EB00-68CC-2122CED6E58B}"/>
              </a:ext>
            </a:extLst>
          </p:cNvPr>
          <p:cNvCxnSpPr>
            <a:cxnSpLocks noChangeShapeType="1"/>
            <a:stCxn id="37999" idx="1"/>
            <a:endCxn id="37983" idx="5"/>
          </p:cNvCxnSpPr>
          <p:nvPr/>
        </p:nvCxnSpPr>
        <p:spPr bwMode="auto">
          <a:xfrm flipH="1" flipV="1">
            <a:off x="8269288" y="4633913"/>
            <a:ext cx="857250" cy="2413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86" name="Oval 99">
            <a:extLst>
              <a:ext uri="{FF2B5EF4-FFF2-40B4-BE49-F238E27FC236}">
                <a16:creationId xmlns:a16="http://schemas.microsoft.com/office/drawing/2014/main" id="{E67D7427-3272-E525-67CC-882AE9EB6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5951" y="4846638"/>
            <a:ext cx="284163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11</a:t>
            </a:r>
          </a:p>
        </p:txBody>
      </p:sp>
      <p:sp>
        <p:nvSpPr>
          <p:cNvPr id="37987" name="Oval 100">
            <a:extLst>
              <a:ext uri="{FF2B5EF4-FFF2-40B4-BE49-F238E27FC236}">
                <a16:creationId xmlns:a16="http://schemas.microsoft.com/office/drawing/2014/main" id="{D85D4EC9-B199-F0B8-AE40-6BABBC6D7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238" y="53022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37988" name="Rectangle 101">
            <a:extLst>
              <a:ext uri="{FF2B5EF4-FFF2-40B4-BE49-F238E27FC236}">
                <a16:creationId xmlns:a16="http://schemas.microsoft.com/office/drawing/2014/main" id="{389E78D4-052A-D586-1398-E13B9709B7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69164" y="58150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89" name="Rectangle 102">
            <a:extLst>
              <a:ext uri="{FF2B5EF4-FFF2-40B4-BE49-F238E27FC236}">
                <a16:creationId xmlns:a16="http://schemas.microsoft.com/office/drawing/2014/main" id="{A5887FD9-CC74-7F42-3813-36F2E8653A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89864" y="5815014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90" name="AutoShape 103">
            <a:extLst>
              <a:ext uri="{FF2B5EF4-FFF2-40B4-BE49-F238E27FC236}">
                <a16:creationId xmlns:a16="http://schemas.microsoft.com/office/drawing/2014/main" id="{2EEF4B65-D91C-E49F-2779-B5DEC1554481}"/>
              </a:ext>
            </a:extLst>
          </p:cNvPr>
          <p:cNvCxnSpPr>
            <a:cxnSpLocks noChangeShapeType="1"/>
            <a:stCxn id="37989" idx="0"/>
            <a:endCxn id="37987" idx="5"/>
          </p:cNvCxnSpPr>
          <p:nvPr/>
        </p:nvCxnSpPr>
        <p:spPr bwMode="auto">
          <a:xfrm flipH="1" flipV="1">
            <a:off x="7732714" y="55562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91" name="AutoShape 104">
            <a:extLst>
              <a:ext uri="{FF2B5EF4-FFF2-40B4-BE49-F238E27FC236}">
                <a16:creationId xmlns:a16="http://schemas.microsoft.com/office/drawing/2014/main" id="{FCFB68E0-0115-9575-60F1-9660AB8CFC47}"/>
              </a:ext>
            </a:extLst>
          </p:cNvPr>
          <p:cNvCxnSpPr>
            <a:cxnSpLocks noChangeShapeType="1"/>
            <a:stCxn id="37988" idx="0"/>
            <a:endCxn id="37987" idx="3"/>
          </p:cNvCxnSpPr>
          <p:nvPr/>
        </p:nvCxnSpPr>
        <p:spPr bwMode="auto">
          <a:xfrm flipV="1">
            <a:off x="7372351" y="5556250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92" name="AutoShape 105">
            <a:extLst>
              <a:ext uri="{FF2B5EF4-FFF2-40B4-BE49-F238E27FC236}">
                <a16:creationId xmlns:a16="http://schemas.microsoft.com/office/drawing/2014/main" id="{86BFC93B-16C3-C705-D99B-9FA4B7725E79}"/>
              </a:ext>
            </a:extLst>
          </p:cNvPr>
          <p:cNvCxnSpPr>
            <a:cxnSpLocks noChangeShapeType="1"/>
            <a:stCxn id="37994" idx="7"/>
            <a:endCxn id="37986" idx="3"/>
          </p:cNvCxnSpPr>
          <p:nvPr/>
        </p:nvCxnSpPr>
        <p:spPr bwMode="auto">
          <a:xfrm flipV="1">
            <a:off x="6686551" y="51054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93" name="AutoShape 106">
            <a:extLst>
              <a:ext uri="{FF2B5EF4-FFF2-40B4-BE49-F238E27FC236}">
                <a16:creationId xmlns:a16="http://schemas.microsoft.com/office/drawing/2014/main" id="{11303DE1-2A53-98AA-7D90-CA0F60C2865E}"/>
              </a:ext>
            </a:extLst>
          </p:cNvPr>
          <p:cNvCxnSpPr>
            <a:cxnSpLocks noChangeShapeType="1"/>
            <a:stCxn id="37987" idx="1"/>
            <a:endCxn id="37986" idx="5"/>
          </p:cNvCxnSpPr>
          <p:nvPr/>
        </p:nvCxnSpPr>
        <p:spPr bwMode="auto">
          <a:xfrm flipH="1" flipV="1">
            <a:off x="7208839" y="51054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94" name="Oval 107">
            <a:extLst>
              <a:ext uri="{FF2B5EF4-FFF2-40B4-BE49-F238E27FC236}">
                <a16:creationId xmlns:a16="http://schemas.microsoft.com/office/drawing/2014/main" id="{94E35853-7E9F-4645-3E47-AAF6F8634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5302250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37995" name="Rectangle 108">
            <a:extLst>
              <a:ext uri="{FF2B5EF4-FFF2-40B4-BE49-F238E27FC236}">
                <a16:creationId xmlns:a16="http://schemas.microsoft.com/office/drawing/2014/main" id="{598818C8-6B2C-D0EA-0A1C-335EA18450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21414" y="58150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96" name="Rectangle 109">
            <a:extLst>
              <a:ext uri="{FF2B5EF4-FFF2-40B4-BE49-F238E27FC236}">
                <a16:creationId xmlns:a16="http://schemas.microsoft.com/office/drawing/2014/main" id="{D6DD25AB-32C6-A202-3F50-F050E3FE2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43700" y="58150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97" name="AutoShape 110">
            <a:extLst>
              <a:ext uri="{FF2B5EF4-FFF2-40B4-BE49-F238E27FC236}">
                <a16:creationId xmlns:a16="http://schemas.microsoft.com/office/drawing/2014/main" id="{429EBFAF-B449-A5C6-09CC-FC9934604208}"/>
              </a:ext>
            </a:extLst>
          </p:cNvPr>
          <p:cNvCxnSpPr>
            <a:cxnSpLocks noChangeShapeType="1"/>
            <a:stCxn id="37996" idx="0"/>
            <a:endCxn id="37994" idx="5"/>
          </p:cNvCxnSpPr>
          <p:nvPr/>
        </p:nvCxnSpPr>
        <p:spPr bwMode="auto">
          <a:xfrm flipH="1" flipV="1">
            <a:off x="6686550" y="55562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98" name="AutoShape 111">
            <a:extLst>
              <a:ext uri="{FF2B5EF4-FFF2-40B4-BE49-F238E27FC236}">
                <a16:creationId xmlns:a16="http://schemas.microsoft.com/office/drawing/2014/main" id="{332F385D-414D-1C1C-6784-6CA0FDCF1B51}"/>
              </a:ext>
            </a:extLst>
          </p:cNvPr>
          <p:cNvCxnSpPr>
            <a:cxnSpLocks noChangeShapeType="1"/>
            <a:stCxn id="37995" idx="0"/>
            <a:endCxn id="37994" idx="3"/>
          </p:cNvCxnSpPr>
          <p:nvPr/>
        </p:nvCxnSpPr>
        <p:spPr bwMode="auto">
          <a:xfrm flipV="1">
            <a:off x="6324600" y="55562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99" name="Oval 112">
            <a:extLst>
              <a:ext uri="{FF2B5EF4-FFF2-40B4-BE49-F238E27FC236}">
                <a16:creationId xmlns:a16="http://schemas.microsoft.com/office/drawing/2014/main" id="{54D4E696-EBDD-CA30-66F4-9B757248D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3" y="4848225"/>
            <a:ext cx="284162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27</a:t>
            </a:r>
          </a:p>
        </p:txBody>
      </p:sp>
      <p:sp>
        <p:nvSpPr>
          <p:cNvPr id="38000" name="Oval 113">
            <a:extLst>
              <a:ext uri="{FF2B5EF4-FFF2-40B4-BE49-F238E27FC236}">
                <a16:creationId xmlns:a16="http://schemas.microsoft.com/office/drawing/2014/main" id="{F0EFF249-1126-CA93-8737-E3568959E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7550" y="5303838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20</a:t>
            </a:r>
          </a:p>
        </p:txBody>
      </p:sp>
      <p:sp>
        <p:nvSpPr>
          <p:cNvPr id="38001" name="Rectangle 114">
            <a:extLst>
              <a:ext uri="{FF2B5EF4-FFF2-40B4-BE49-F238E27FC236}">
                <a16:creationId xmlns:a16="http://schemas.microsoft.com/office/drawing/2014/main" id="{5CB4A38D-5DC0-3262-98AE-F0CB13E781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88475" y="58166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002" name="Rectangle 115">
            <a:extLst>
              <a:ext uri="{FF2B5EF4-FFF2-40B4-BE49-F238E27FC236}">
                <a16:creationId xmlns:a16="http://schemas.microsoft.com/office/drawing/2014/main" id="{FDD8A48C-6F52-9659-2DCC-0F946B4115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09176" y="581660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003" name="AutoShape 116">
            <a:extLst>
              <a:ext uri="{FF2B5EF4-FFF2-40B4-BE49-F238E27FC236}">
                <a16:creationId xmlns:a16="http://schemas.microsoft.com/office/drawing/2014/main" id="{74D3FA4A-8967-9C7D-EE70-AB2EEC4256B4}"/>
              </a:ext>
            </a:extLst>
          </p:cNvPr>
          <p:cNvCxnSpPr>
            <a:cxnSpLocks noChangeShapeType="1"/>
            <a:stCxn id="38002" idx="0"/>
            <a:endCxn id="38000" idx="5"/>
          </p:cNvCxnSpPr>
          <p:nvPr/>
        </p:nvCxnSpPr>
        <p:spPr bwMode="auto">
          <a:xfrm flipH="1" flipV="1">
            <a:off x="9852025" y="5557839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004" name="AutoShape 117">
            <a:extLst>
              <a:ext uri="{FF2B5EF4-FFF2-40B4-BE49-F238E27FC236}">
                <a16:creationId xmlns:a16="http://schemas.microsoft.com/office/drawing/2014/main" id="{5DAC5C78-EF03-7778-62D7-508E1E147939}"/>
              </a:ext>
            </a:extLst>
          </p:cNvPr>
          <p:cNvCxnSpPr>
            <a:cxnSpLocks noChangeShapeType="1"/>
            <a:stCxn id="38001" idx="0"/>
            <a:endCxn id="38000" idx="3"/>
          </p:cNvCxnSpPr>
          <p:nvPr/>
        </p:nvCxnSpPr>
        <p:spPr bwMode="auto">
          <a:xfrm flipV="1">
            <a:off x="9491663" y="5557839"/>
            <a:ext cx="157162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005" name="AutoShape 118">
            <a:extLst>
              <a:ext uri="{FF2B5EF4-FFF2-40B4-BE49-F238E27FC236}">
                <a16:creationId xmlns:a16="http://schemas.microsoft.com/office/drawing/2014/main" id="{30AD3A7F-7C08-9327-2071-B037848319BB}"/>
              </a:ext>
            </a:extLst>
          </p:cNvPr>
          <p:cNvCxnSpPr>
            <a:cxnSpLocks noChangeShapeType="1"/>
            <a:stCxn id="38007" idx="7"/>
            <a:endCxn id="37999" idx="3"/>
          </p:cNvCxnSpPr>
          <p:nvPr/>
        </p:nvCxnSpPr>
        <p:spPr bwMode="auto">
          <a:xfrm flipV="1">
            <a:off x="8805864" y="5106988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006" name="AutoShape 119">
            <a:extLst>
              <a:ext uri="{FF2B5EF4-FFF2-40B4-BE49-F238E27FC236}">
                <a16:creationId xmlns:a16="http://schemas.microsoft.com/office/drawing/2014/main" id="{ECE64268-51AC-E5B9-1C2F-484EF57807A9}"/>
              </a:ext>
            </a:extLst>
          </p:cNvPr>
          <p:cNvCxnSpPr>
            <a:cxnSpLocks noChangeShapeType="1"/>
            <a:stCxn id="38000" idx="1"/>
            <a:endCxn id="37999" idx="5"/>
          </p:cNvCxnSpPr>
          <p:nvPr/>
        </p:nvCxnSpPr>
        <p:spPr bwMode="auto">
          <a:xfrm flipH="1" flipV="1">
            <a:off x="9328151" y="5106988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007" name="Oval 120">
            <a:extLst>
              <a:ext uri="{FF2B5EF4-FFF2-40B4-BE49-F238E27FC236}">
                <a16:creationId xmlns:a16="http://schemas.microsoft.com/office/drawing/2014/main" id="{E7FA206A-0186-6509-23F7-6F4D7AC54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2976" y="5303838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23</a:t>
            </a:r>
          </a:p>
        </p:txBody>
      </p:sp>
      <p:sp>
        <p:nvSpPr>
          <p:cNvPr id="38008" name="Rectangle 121">
            <a:extLst>
              <a:ext uri="{FF2B5EF4-FFF2-40B4-BE49-F238E27FC236}">
                <a16:creationId xmlns:a16="http://schemas.microsoft.com/office/drawing/2014/main" id="{C436A96E-C676-0DEA-A126-04D6C7C171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40725" y="58166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009" name="Rectangle 122">
            <a:extLst>
              <a:ext uri="{FF2B5EF4-FFF2-40B4-BE49-F238E27FC236}">
                <a16:creationId xmlns:a16="http://schemas.microsoft.com/office/drawing/2014/main" id="{A45AEFCE-B83C-109C-6515-5306997001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863014" y="58166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010" name="AutoShape 123">
            <a:extLst>
              <a:ext uri="{FF2B5EF4-FFF2-40B4-BE49-F238E27FC236}">
                <a16:creationId xmlns:a16="http://schemas.microsoft.com/office/drawing/2014/main" id="{88B27ABC-0DA2-3AF3-7687-71A4A375F786}"/>
              </a:ext>
            </a:extLst>
          </p:cNvPr>
          <p:cNvCxnSpPr>
            <a:cxnSpLocks noChangeShapeType="1"/>
            <a:stCxn id="38009" idx="0"/>
            <a:endCxn id="38007" idx="5"/>
          </p:cNvCxnSpPr>
          <p:nvPr/>
        </p:nvCxnSpPr>
        <p:spPr bwMode="auto">
          <a:xfrm flipH="1" flipV="1">
            <a:off x="8805864" y="5557839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011" name="AutoShape 124">
            <a:extLst>
              <a:ext uri="{FF2B5EF4-FFF2-40B4-BE49-F238E27FC236}">
                <a16:creationId xmlns:a16="http://schemas.microsoft.com/office/drawing/2014/main" id="{2F2FB4FC-9F5B-26AD-6C0C-252944EEC97F}"/>
              </a:ext>
            </a:extLst>
          </p:cNvPr>
          <p:cNvCxnSpPr>
            <a:cxnSpLocks noChangeShapeType="1"/>
            <a:stCxn id="38008" idx="0"/>
            <a:endCxn id="38007" idx="3"/>
          </p:cNvCxnSpPr>
          <p:nvPr/>
        </p:nvCxnSpPr>
        <p:spPr bwMode="auto">
          <a:xfrm flipV="1">
            <a:off x="8443914" y="5557839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9D41E7A4-A70D-B299-938B-BE4C1EE01C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(contd.)</a:t>
            </a:r>
          </a:p>
        </p:txBody>
      </p:sp>
      <p:sp>
        <p:nvSpPr>
          <p:cNvPr id="38914" name="Oval 3">
            <a:extLst>
              <a:ext uri="{FF2B5EF4-FFF2-40B4-BE49-F238E27FC236}">
                <a16:creationId xmlns:a16="http://schemas.microsoft.com/office/drawing/2014/main" id="{96F58AD9-7731-CCBB-B05C-432439018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4600" y="1874838"/>
            <a:ext cx="285750" cy="28416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8915" name="AutoShape 4">
            <a:extLst>
              <a:ext uri="{FF2B5EF4-FFF2-40B4-BE49-F238E27FC236}">
                <a16:creationId xmlns:a16="http://schemas.microsoft.com/office/drawing/2014/main" id="{3E4CF099-1198-0999-4D01-DF1E0F33B828}"/>
              </a:ext>
            </a:extLst>
          </p:cNvPr>
          <p:cNvCxnSpPr>
            <a:cxnSpLocks noChangeShapeType="1"/>
            <a:stCxn id="38914" idx="3"/>
            <a:endCxn id="38917" idx="7"/>
          </p:cNvCxnSpPr>
          <p:nvPr/>
        </p:nvCxnSpPr>
        <p:spPr bwMode="auto">
          <a:xfrm flipH="1">
            <a:off x="2968625" y="2117726"/>
            <a:ext cx="857250" cy="239713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16" name="AutoShape 5">
            <a:extLst>
              <a:ext uri="{FF2B5EF4-FFF2-40B4-BE49-F238E27FC236}">
                <a16:creationId xmlns:a16="http://schemas.microsoft.com/office/drawing/2014/main" id="{D1CF933C-0A92-2274-1229-AA29C363F46F}"/>
              </a:ext>
            </a:extLst>
          </p:cNvPr>
          <p:cNvCxnSpPr>
            <a:cxnSpLocks noChangeShapeType="1"/>
            <a:stCxn id="38930" idx="1"/>
            <a:endCxn id="38914" idx="5"/>
          </p:cNvCxnSpPr>
          <p:nvPr/>
        </p:nvCxnSpPr>
        <p:spPr bwMode="auto">
          <a:xfrm flipH="1" flipV="1">
            <a:off x="4029075" y="2117725"/>
            <a:ext cx="857250" cy="2413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17" name="Oval 6">
            <a:extLst>
              <a:ext uri="{FF2B5EF4-FFF2-40B4-BE49-F238E27FC236}">
                <a16:creationId xmlns:a16="http://schemas.microsoft.com/office/drawing/2014/main" id="{32EED0C6-4735-F927-3A49-72B530541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2330450"/>
            <a:ext cx="284162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25</a:t>
            </a:r>
          </a:p>
        </p:txBody>
      </p:sp>
      <p:sp>
        <p:nvSpPr>
          <p:cNvPr id="38918" name="Oval 7">
            <a:extLst>
              <a:ext uri="{FF2B5EF4-FFF2-40B4-BE49-F238E27FC236}">
                <a16:creationId xmlns:a16="http://schemas.microsoft.com/office/drawing/2014/main" id="{8142DC6D-47C4-2519-3F96-66589894F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5" y="2786063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15</a:t>
            </a:r>
          </a:p>
        </p:txBody>
      </p:sp>
      <p:sp>
        <p:nvSpPr>
          <p:cNvPr id="38919" name="Rectangle 8">
            <a:extLst>
              <a:ext uri="{FF2B5EF4-FFF2-40B4-BE49-F238E27FC236}">
                <a16:creationId xmlns:a16="http://schemas.microsoft.com/office/drawing/2014/main" id="{A2D35883-F099-85BD-C019-BC9B65F9F9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28950" y="32988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20" name="Rectangle 9">
            <a:extLst>
              <a:ext uri="{FF2B5EF4-FFF2-40B4-BE49-F238E27FC236}">
                <a16:creationId xmlns:a16="http://schemas.microsoft.com/office/drawing/2014/main" id="{D7B75628-D9D7-092E-DCBE-FC0CB99D35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49651" y="3298825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21" name="AutoShape 10">
            <a:extLst>
              <a:ext uri="{FF2B5EF4-FFF2-40B4-BE49-F238E27FC236}">
                <a16:creationId xmlns:a16="http://schemas.microsoft.com/office/drawing/2014/main" id="{BFBEA1E5-E3BC-BC19-10F5-EA830EFBFD74}"/>
              </a:ext>
            </a:extLst>
          </p:cNvPr>
          <p:cNvCxnSpPr>
            <a:cxnSpLocks noChangeShapeType="1"/>
            <a:stCxn id="38920" idx="0"/>
            <a:endCxn id="38918" idx="5"/>
          </p:cNvCxnSpPr>
          <p:nvPr/>
        </p:nvCxnSpPr>
        <p:spPr bwMode="auto">
          <a:xfrm flipH="1" flipV="1">
            <a:off x="3492500" y="3040064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2" name="AutoShape 11">
            <a:extLst>
              <a:ext uri="{FF2B5EF4-FFF2-40B4-BE49-F238E27FC236}">
                <a16:creationId xmlns:a16="http://schemas.microsoft.com/office/drawing/2014/main" id="{A3CE22FD-23D6-EF27-7F53-C25C25F93C9E}"/>
              </a:ext>
            </a:extLst>
          </p:cNvPr>
          <p:cNvCxnSpPr>
            <a:cxnSpLocks noChangeShapeType="1"/>
            <a:stCxn id="38919" idx="0"/>
            <a:endCxn id="38918" idx="3"/>
          </p:cNvCxnSpPr>
          <p:nvPr/>
        </p:nvCxnSpPr>
        <p:spPr bwMode="auto">
          <a:xfrm flipV="1">
            <a:off x="3132138" y="3040064"/>
            <a:ext cx="157162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3" name="AutoShape 12">
            <a:extLst>
              <a:ext uri="{FF2B5EF4-FFF2-40B4-BE49-F238E27FC236}">
                <a16:creationId xmlns:a16="http://schemas.microsoft.com/office/drawing/2014/main" id="{288F1470-F22B-720D-AC17-35ADDC2F6D92}"/>
              </a:ext>
            </a:extLst>
          </p:cNvPr>
          <p:cNvCxnSpPr>
            <a:cxnSpLocks noChangeShapeType="1"/>
            <a:stCxn id="38925" idx="7"/>
            <a:endCxn id="38917" idx="3"/>
          </p:cNvCxnSpPr>
          <p:nvPr/>
        </p:nvCxnSpPr>
        <p:spPr bwMode="auto">
          <a:xfrm flipV="1">
            <a:off x="2446339" y="2589213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4" name="AutoShape 13">
            <a:extLst>
              <a:ext uri="{FF2B5EF4-FFF2-40B4-BE49-F238E27FC236}">
                <a16:creationId xmlns:a16="http://schemas.microsoft.com/office/drawing/2014/main" id="{5F81019D-1763-C1E0-5E7E-8E0F6169B44F}"/>
              </a:ext>
            </a:extLst>
          </p:cNvPr>
          <p:cNvCxnSpPr>
            <a:cxnSpLocks noChangeShapeType="1"/>
            <a:stCxn id="38918" idx="1"/>
            <a:endCxn id="38917" idx="5"/>
          </p:cNvCxnSpPr>
          <p:nvPr/>
        </p:nvCxnSpPr>
        <p:spPr bwMode="auto">
          <a:xfrm flipH="1" flipV="1">
            <a:off x="2968626" y="2589213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25" name="Oval 14">
            <a:extLst>
              <a:ext uri="{FF2B5EF4-FFF2-40B4-BE49-F238E27FC236}">
                <a16:creationId xmlns:a16="http://schemas.microsoft.com/office/drawing/2014/main" id="{0672F92F-0DC1-7ED0-6E85-80E2EB4A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3451" y="2786063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16</a:t>
            </a:r>
          </a:p>
        </p:txBody>
      </p:sp>
      <p:sp>
        <p:nvSpPr>
          <p:cNvPr id="38926" name="Rectangle 15">
            <a:extLst>
              <a:ext uri="{FF2B5EF4-FFF2-40B4-BE49-F238E27FC236}">
                <a16:creationId xmlns:a16="http://schemas.microsoft.com/office/drawing/2014/main" id="{95CAFA05-C024-A336-8191-2878F26ECC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81200" y="32988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27" name="Rectangle 16">
            <a:extLst>
              <a:ext uri="{FF2B5EF4-FFF2-40B4-BE49-F238E27FC236}">
                <a16:creationId xmlns:a16="http://schemas.microsoft.com/office/drawing/2014/main" id="{EA5B4FFE-9B72-BFC4-312F-9A21F6C27C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03489" y="32988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28" name="AutoShape 17">
            <a:extLst>
              <a:ext uri="{FF2B5EF4-FFF2-40B4-BE49-F238E27FC236}">
                <a16:creationId xmlns:a16="http://schemas.microsoft.com/office/drawing/2014/main" id="{CF7268BE-3850-697B-80A8-94DFB90A63E9}"/>
              </a:ext>
            </a:extLst>
          </p:cNvPr>
          <p:cNvCxnSpPr>
            <a:cxnSpLocks noChangeShapeType="1"/>
            <a:stCxn id="38927" idx="0"/>
            <a:endCxn id="38925" idx="5"/>
          </p:cNvCxnSpPr>
          <p:nvPr/>
        </p:nvCxnSpPr>
        <p:spPr bwMode="auto">
          <a:xfrm flipH="1" flipV="1">
            <a:off x="2446339" y="3040064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9" name="AutoShape 18">
            <a:extLst>
              <a:ext uri="{FF2B5EF4-FFF2-40B4-BE49-F238E27FC236}">
                <a16:creationId xmlns:a16="http://schemas.microsoft.com/office/drawing/2014/main" id="{D3E2C244-887F-7133-CD65-3A9754A8F5C4}"/>
              </a:ext>
            </a:extLst>
          </p:cNvPr>
          <p:cNvCxnSpPr>
            <a:cxnSpLocks noChangeShapeType="1"/>
            <a:stCxn id="38926" idx="0"/>
            <a:endCxn id="38925" idx="3"/>
          </p:cNvCxnSpPr>
          <p:nvPr/>
        </p:nvCxnSpPr>
        <p:spPr bwMode="auto">
          <a:xfrm flipV="1">
            <a:off x="2084389" y="3040064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30" name="Oval 19">
            <a:extLst>
              <a:ext uri="{FF2B5EF4-FFF2-40B4-BE49-F238E27FC236}">
                <a16:creationId xmlns:a16="http://schemas.microsoft.com/office/drawing/2014/main" id="{3F8CF2D1-7C87-C572-B484-96666A8BB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5051" y="2332038"/>
            <a:ext cx="284163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38931" name="Oval 20">
            <a:extLst>
              <a:ext uri="{FF2B5EF4-FFF2-40B4-BE49-F238E27FC236}">
                <a16:creationId xmlns:a16="http://schemas.microsoft.com/office/drawing/2014/main" id="{492AE1B5-A5EC-01C0-8C59-BB9B1A5BA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7338" y="27876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12</a:t>
            </a:r>
          </a:p>
        </p:txBody>
      </p:sp>
      <p:sp>
        <p:nvSpPr>
          <p:cNvPr id="38932" name="Rectangle 21">
            <a:extLst>
              <a:ext uri="{FF2B5EF4-FFF2-40B4-BE49-F238E27FC236}">
                <a16:creationId xmlns:a16="http://schemas.microsoft.com/office/drawing/2014/main" id="{50D453B1-0857-EF67-5D32-AD622266DD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48264" y="33004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33" name="Rectangle 22">
            <a:extLst>
              <a:ext uri="{FF2B5EF4-FFF2-40B4-BE49-F238E27FC236}">
                <a16:creationId xmlns:a16="http://schemas.microsoft.com/office/drawing/2014/main" id="{E350CB77-5B7A-B56E-3FF6-3734C208E3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68964" y="3300414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34" name="AutoShape 23">
            <a:extLst>
              <a:ext uri="{FF2B5EF4-FFF2-40B4-BE49-F238E27FC236}">
                <a16:creationId xmlns:a16="http://schemas.microsoft.com/office/drawing/2014/main" id="{29D5F9B0-BCEE-ECE4-B1C2-8B93697DF0A4}"/>
              </a:ext>
            </a:extLst>
          </p:cNvPr>
          <p:cNvCxnSpPr>
            <a:cxnSpLocks noChangeShapeType="1"/>
            <a:stCxn id="38933" idx="0"/>
            <a:endCxn id="38931" idx="5"/>
          </p:cNvCxnSpPr>
          <p:nvPr/>
        </p:nvCxnSpPr>
        <p:spPr bwMode="auto">
          <a:xfrm flipH="1" flipV="1">
            <a:off x="5611814" y="30416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5" name="AutoShape 24">
            <a:extLst>
              <a:ext uri="{FF2B5EF4-FFF2-40B4-BE49-F238E27FC236}">
                <a16:creationId xmlns:a16="http://schemas.microsoft.com/office/drawing/2014/main" id="{FE207EF9-0271-62AB-F2E7-1C09B394A4AC}"/>
              </a:ext>
            </a:extLst>
          </p:cNvPr>
          <p:cNvCxnSpPr>
            <a:cxnSpLocks noChangeShapeType="1"/>
            <a:stCxn id="38932" idx="0"/>
            <a:endCxn id="38931" idx="3"/>
          </p:cNvCxnSpPr>
          <p:nvPr/>
        </p:nvCxnSpPr>
        <p:spPr bwMode="auto">
          <a:xfrm flipV="1">
            <a:off x="5251451" y="3041650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6" name="AutoShape 25">
            <a:extLst>
              <a:ext uri="{FF2B5EF4-FFF2-40B4-BE49-F238E27FC236}">
                <a16:creationId xmlns:a16="http://schemas.microsoft.com/office/drawing/2014/main" id="{E39D6928-84DC-92B5-94BD-22548AED50C6}"/>
              </a:ext>
            </a:extLst>
          </p:cNvPr>
          <p:cNvCxnSpPr>
            <a:cxnSpLocks noChangeShapeType="1"/>
            <a:stCxn id="38938" idx="7"/>
            <a:endCxn id="38930" idx="3"/>
          </p:cNvCxnSpPr>
          <p:nvPr/>
        </p:nvCxnSpPr>
        <p:spPr bwMode="auto">
          <a:xfrm flipV="1">
            <a:off x="4565651" y="25908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7" name="AutoShape 26">
            <a:extLst>
              <a:ext uri="{FF2B5EF4-FFF2-40B4-BE49-F238E27FC236}">
                <a16:creationId xmlns:a16="http://schemas.microsoft.com/office/drawing/2014/main" id="{9672A525-3306-607C-6026-B46B4269FD77}"/>
              </a:ext>
            </a:extLst>
          </p:cNvPr>
          <p:cNvCxnSpPr>
            <a:cxnSpLocks noChangeShapeType="1"/>
            <a:stCxn id="38931" idx="1"/>
            <a:endCxn id="38930" idx="5"/>
          </p:cNvCxnSpPr>
          <p:nvPr/>
        </p:nvCxnSpPr>
        <p:spPr bwMode="auto">
          <a:xfrm flipH="1" flipV="1">
            <a:off x="5087939" y="25908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38" name="Oval 27">
            <a:extLst>
              <a:ext uri="{FF2B5EF4-FFF2-40B4-BE49-F238E27FC236}">
                <a16:creationId xmlns:a16="http://schemas.microsoft.com/office/drawing/2014/main" id="{F885BD21-FD6A-775F-FA99-B65A283A5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2763" y="2787650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sp>
        <p:nvSpPr>
          <p:cNvPr id="38939" name="Rectangle 28">
            <a:extLst>
              <a:ext uri="{FF2B5EF4-FFF2-40B4-BE49-F238E27FC236}">
                <a16:creationId xmlns:a16="http://schemas.microsoft.com/office/drawing/2014/main" id="{5EEF1D76-B331-3F09-AE06-A84A18BB83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00514" y="33004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40" name="Rectangle 29">
            <a:extLst>
              <a:ext uri="{FF2B5EF4-FFF2-40B4-BE49-F238E27FC236}">
                <a16:creationId xmlns:a16="http://schemas.microsoft.com/office/drawing/2014/main" id="{FC0AB8F7-A3EF-3DA3-94B8-17F97C2101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22800" y="33004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41" name="AutoShape 30">
            <a:extLst>
              <a:ext uri="{FF2B5EF4-FFF2-40B4-BE49-F238E27FC236}">
                <a16:creationId xmlns:a16="http://schemas.microsoft.com/office/drawing/2014/main" id="{1A8E6885-94F9-3382-9437-C171062C35C3}"/>
              </a:ext>
            </a:extLst>
          </p:cNvPr>
          <p:cNvCxnSpPr>
            <a:cxnSpLocks noChangeShapeType="1"/>
            <a:stCxn id="38940" idx="0"/>
            <a:endCxn id="38938" idx="5"/>
          </p:cNvCxnSpPr>
          <p:nvPr/>
        </p:nvCxnSpPr>
        <p:spPr bwMode="auto">
          <a:xfrm flipH="1" flipV="1">
            <a:off x="4565650" y="3041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42" name="AutoShape 31">
            <a:extLst>
              <a:ext uri="{FF2B5EF4-FFF2-40B4-BE49-F238E27FC236}">
                <a16:creationId xmlns:a16="http://schemas.microsoft.com/office/drawing/2014/main" id="{EF1F11C5-5307-83D4-52D5-826350439BC9}"/>
              </a:ext>
            </a:extLst>
          </p:cNvPr>
          <p:cNvCxnSpPr>
            <a:cxnSpLocks noChangeShapeType="1"/>
            <a:stCxn id="38939" idx="0"/>
            <a:endCxn id="38938" idx="3"/>
          </p:cNvCxnSpPr>
          <p:nvPr/>
        </p:nvCxnSpPr>
        <p:spPr bwMode="auto">
          <a:xfrm flipV="1">
            <a:off x="4203700" y="3041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43" name="Oval 32">
            <a:extLst>
              <a:ext uri="{FF2B5EF4-FFF2-40B4-BE49-F238E27FC236}">
                <a16:creationId xmlns:a16="http://schemas.microsoft.com/office/drawing/2014/main" id="{58080A2F-6690-D0D1-946B-61A71F035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3914" y="1447801"/>
            <a:ext cx="287337" cy="2841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8944" name="AutoShape 33">
            <a:extLst>
              <a:ext uri="{FF2B5EF4-FFF2-40B4-BE49-F238E27FC236}">
                <a16:creationId xmlns:a16="http://schemas.microsoft.com/office/drawing/2014/main" id="{81B536E5-2FE2-EC55-B3B2-11ACF866CE75}"/>
              </a:ext>
            </a:extLst>
          </p:cNvPr>
          <p:cNvCxnSpPr>
            <a:cxnSpLocks noChangeShapeType="1"/>
            <a:stCxn id="38943" idx="5"/>
            <a:endCxn id="38946" idx="1"/>
          </p:cNvCxnSpPr>
          <p:nvPr/>
        </p:nvCxnSpPr>
        <p:spPr bwMode="auto">
          <a:xfrm>
            <a:off x="6148388" y="1690688"/>
            <a:ext cx="1917700" cy="227012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45" name="AutoShape 34">
            <a:extLst>
              <a:ext uri="{FF2B5EF4-FFF2-40B4-BE49-F238E27FC236}">
                <a16:creationId xmlns:a16="http://schemas.microsoft.com/office/drawing/2014/main" id="{A50440C6-2264-42C1-155C-35F8ACB71BC3}"/>
              </a:ext>
            </a:extLst>
          </p:cNvPr>
          <p:cNvCxnSpPr>
            <a:cxnSpLocks noChangeShapeType="1"/>
            <a:stCxn id="38943" idx="3"/>
            <a:endCxn id="38914" idx="7"/>
          </p:cNvCxnSpPr>
          <p:nvPr/>
        </p:nvCxnSpPr>
        <p:spPr bwMode="auto">
          <a:xfrm flipH="1">
            <a:off x="4029075" y="1690689"/>
            <a:ext cx="1917700" cy="225425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46" name="Oval 35">
            <a:extLst>
              <a:ext uri="{FF2B5EF4-FFF2-40B4-BE49-F238E27FC236}">
                <a16:creationId xmlns:a16="http://schemas.microsoft.com/office/drawing/2014/main" id="{4B01C22C-031D-B8EA-E473-57E0C16A2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4813" y="1876426"/>
            <a:ext cx="285750" cy="2841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8947" name="AutoShape 36">
            <a:extLst>
              <a:ext uri="{FF2B5EF4-FFF2-40B4-BE49-F238E27FC236}">
                <a16:creationId xmlns:a16="http://schemas.microsoft.com/office/drawing/2014/main" id="{9CDD271B-8FA5-8DE2-C8D1-C9400E7D98A7}"/>
              </a:ext>
            </a:extLst>
          </p:cNvPr>
          <p:cNvCxnSpPr>
            <a:cxnSpLocks noChangeShapeType="1"/>
            <a:stCxn id="38946" idx="3"/>
            <a:endCxn id="38949" idx="7"/>
          </p:cNvCxnSpPr>
          <p:nvPr/>
        </p:nvCxnSpPr>
        <p:spPr bwMode="auto">
          <a:xfrm flipH="1">
            <a:off x="7208838" y="2119313"/>
            <a:ext cx="857250" cy="239712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48" name="AutoShape 37">
            <a:extLst>
              <a:ext uri="{FF2B5EF4-FFF2-40B4-BE49-F238E27FC236}">
                <a16:creationId xmlns:a16="http://schemas.microsoft.com/office/drawing/2014/main" id="{6A3B8528-2666-08DD-158B-F763A1C15DB8}"/>
              </a:ext>
            </a:extLst>
          </p:cNvPr>
          <p:cNvCxnSpPr>
            <a:cxnSpLocks noChangeShapeType="1"/>
            <a:stCxn id="38962" idx="1"/>
            <a:endCxn id="38946" idx="5"/>
          </p:cNvCxnSpPr>
          <p:nvPr/>
        </p:nvCxnSpPr>
        <p:spPr bwMode="auto">
          <a:xfrm flipH="1" flipV="1">
            <a:off x="8269288" y="2119313"/>
            <a:ext cx="857250" cy="2413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49" name="Oval 38">
            <a:extLst>
              <a:ext uri="{FF2B5EF4-FFF2-40B4-BE49-F238E27FC236}">
                <a16:creationId xmlns:a16="http://schemas.microsoft.com/office/drawing/2014/main" id="{4888D86D-2FD9-85CB-9684-C18ADB311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5951" y="2332038"/>
            <a:ext cx="284163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11</a:t>
            </a:r>
          </a:p>
        </p:txBody>
      </p:sp>
      <p:sp>
        <p:nvSpPr>
          <p:cNvPr id="38950" name="Oval 39">
            <a:extLst>
              <a:ext uri="{FF2B5EF4-FFF2-40B4-BE49-F238E27FC236}">
                <a16:creationId xmlns:a16="http://schemas.microsoft.com/office/drawing/2014/main" id="{DD378C36-8B0E-EE4F-7C5F-0BA459AC0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238" y="27876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38951" name="Rectangle 40">
            <a:extLst>
              <a:ext uri="{FF2B5EF4-FFF2-40B4-BE49-F238E27FC236}">
                <a16:creationId xmlns:a16="http://schemas.microsoft.com/office/drawing/2014/main" id="{706B8A8D-BD62-1A10-F071-F8C2D79B4E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69164" y="33004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52" name="Rectangle 41">
            <a:extLst>
              <a:ext uri="{FF2B5EF4-FFF2-40B4-BE49-F238E27FC236}">
                <a16:creationId xmlns:a16="http://schemas.microsoft.com/office/drawing/2014/main" id="{F0528CF9-80D5-4961-2823-FD0B19AEB2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89864" y="3300414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53" name="AutoShape 42">
            <a:extLst>
              <a:ext uri="{FF2B5EF4-FFF2-40B4-BE49-F238E27FC236}">
                <a16:creationId xmlns:a16="http://schemas.microsoft.com/office/drawing/2014/main" id="{6531EF9C-4EC1-7BA2-9EE8-D213B38BD3ED}"/>
              </a:ext>
            </a:extLst>
          </p:cNvPr>
          <p:cNvCxnSpPr>
            <a:cxnSpLocks noChangeShapeType="1"/>
            <a:stCxn id="38952" idx="0"/>
            <a:endCxn id="38950" idx="5"/>
          </p:cNvCxnSpPr>
          <p:nvPr/>
        </p:nvCxnSpPr>
        <p:spPr bwMode="auto">
          <a:xfrm flipH="1" flipV="1">
            <a:off x="7732714" y="30416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54" name="AutoShape 43">
            <a:extLst>
              <a:ext uri="{FF2B5EF4-FFF2-40B4-BE49-F238E27FC236}">
                <a16:creationId xmlns:a16="http://schemas.microsoft.com/office/drawing/2014/main" id="{5A117B00-5D75-AD50-28E5-031064547692}"/>
              </a:ext>
            </a:extLst>
          </p:cNvPr>
          <p:cNvCxnSpPr>
            <a:cxnSpLocks noChangeShapeType="1"/>
            <a:stCxn id="38951" idx="0"/>
            <a:endCxn id="38950" idx="3"/>
          </p:cNvCxnSpPr>
          <p:nvPr/>
        </p:nvCxnSpPr>
        <p:spPr bwMode="auto">
          <a:xfrm flipV="1">
            <a:off x="7372351" y="3041650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55" name="AutoShape 44">
            <a:extLst>
              <a:ext uri="{FF2B5EF4-FFF2-40B4-BE49-F238E27FC236}">
                <a16:creationId xmlns:a16="http://schemas.microsoft.com/office/drawing/2014/main" id="{D1CBA556-2EF2-9676-ACF8-173B91E13D3A}"/>
              </a:ext>
            </a:extLst>
          </p:cNvPr>
          <p:cNvCxnSpPr>
            <a:cxnSpLocks noChangeShapeType="1"/>
            <a:stCxn id="38957" idx="7"/>
            <a:endCxn id="38949" idx="3"/>
          </p:cNvCxnSpPr>
          <p:nvPr/>
        </p:nvCxnSpPr>
        <p:spPr bwMode="auto">
          <a:xfrm flipV="1">
            <a:off x="6686551" y="25908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56" name="AutoShape 45">
            <a:extLst>
              <a:ext uri="{FF2B5EF4-FFF2-40B4-BE49-F238E27FC236}">
                <a16:creationId xmlns:a16="http://schemas.microsoft.com/office/drawing/2014/main" id="{282F05EB-0DA2-D158-133A-52FB9D1B1CBB}"/>
              </a:ext>
            </a:extLst>
          </p:cNvPr>
          <p:cNvCxnSpPr>
            <a:cxnSpLocks noChangeShapeType="1"/>
            <a:stCxn id="38950" idx="1"/>
            <a:endCxn id="38949" idx="5"/>
          </p:cNvCxnSpPr>
          <p:nvPr/>
        </p:nvCxnSpPr>
        <p:spPr bwMode="auto">
          <a:xfrm flipH="1" flipV="1">
            <a:off x="7208839" y="25908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57" name="Oval 46">
            <a:extLst>
              <a:ext uri="{FF2B5EF4-FFF2-40B4-BE49-F238E27FC236}">
                <a16:creationId xmlns:a16="http://schemas.microsoft.com/office/drawing/2014/main" id="{AFD39A83-3986-45C2-DB02-26D61D587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2787650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38958" name="Rectangle 47">
            <a:extLst>
              <a:ext uri="{FF2B5EF4-FFF2-40B4-BE49-F238E27FC236}">
                <a16:creationId xmlns:a16="http://schemas.microsoft.com/office/drawing/2014/main" id="{27E28BD9-7872-7834-E291-AF7175BF8E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21414" y="33004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59" name="Rectangle 48">
            <a:extLst>
              <a:ext uri="{FF2B5EF4-FFF2-40B4-BE49-F238E27FC236}">
                <a16:creationId xmlns:a16="http://schemas.microsoft.com/office/drawing/2014/main" id="{61EF13C1-33FB-AFBF-1B32-9D7911987A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43700" y="33004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60" name="AutoShape 49">
            <a:extLst>
              <a:ext uri="{FF2B5EF4-FFF2-40B4-BE49-F238E27FC236}">
                <a16:creationId xmlns:a16="http://schemas.microsoft.com/office/drawing/2014/main" id="{255CE6C7-89C2-8D71-D602-D3B3D0413921}"/>
              </a:ext>
            </a:extLst>
          </p:cNvPr>
          <p:cNvCxnSpPr>
            <a:cxnSpLocks noChangeShapeType="1"/>
            <a:stCxn id="38959" idx="0"/>
            <a:endCxn id="38957" idx="5"/>
          </p:cNvCxnSpPr>
          <p:nvPr/>
        </p:nvCxnSpPr>
        <p:spPr bwMode="auto">
          <a:xfrm flipH="1" flipV="1">
            <a:off x="6686550" y="3041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61" name="AutoShape 50">
            <a:extLst>
              <a:ext uri="{FF2B5EF4-FFF2-40B4-BE49-F238E27FC236}">
                <a16:creationId xmlns:a16="http://schemas.microsoft.com/office/drawing/2014/main" id="{3E4CF710-0F74-7774-1284-AFAF08A85F89}"/>
              </a:ext>
            </a:extLst>
          </p:cNvPr>
          <p:cNvCxnSpPr>
            <a:cxnSpLocks noChangeShapeType="1"/>
            <a:stCxn id="38958" idx="0"/>
            <a:endCxn id="38957" idx="3"/>
          </p:cNvCxnSpPr>
          <p:nvPr/>
        </p:nvCxnSpPr>
        <p:spPr bwMode="auto">
          <a:xfrm flipV="1">
            <a:off x="6324600" y="3041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62" name="Oval 51">
            <a:extLst>
              <a:ext uri="{FF2B5EF4-FFF2-40B4-BE49-F238E27FC236}">
                <a16:creationId xmlns:a16="http://schemas.microsoft.com/office/drawing/2014/main" id="{F841772D-358B-05F3-EE48-34E1FDE96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3" y="2333625"/>
            <a:ext cx="284162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27</a:t>
            </a:r>
          </a:p>
        </p:txBody>
      </p:sp>
      <p:sp>
        <p:nvSpPr>
          <p:cNvPr id="38963" name="Oval 52">
            <a:extLst>
              <a:ext uri="{FF2B5EF4-FFF2-40B4-BE49-F238E27FC236}">
                <a16:creationId xmlns:a16="http://schemas.microsoft.com/office/drawing/2014/main" id="{6F084C71-2C17-591E-C4AB-0330B32DE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7550" y="2789238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20</a:t>
            </a:r>
          </a:p>
        </p:txBody>
      </p:sp>
      <p:sp>
        <p:nvSpPr>
          <p:cNvPr id="38964" name="Rectangle 53">
            <a:extLst>
              <a:ext uri="{FF2B5EF4-FFF2-40B4-BE49-F238E27FC236}">
                <a16:creationId xmlns:a16="http://schemas.microsoft.com/office/drawing/2014/main" id="{FF40F10C-6720-438A-F091-0991725AD0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88475" y="33020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65" name="Rectangle 54">
            <a:extLst>
              <a:ext uri="{FF2B5EF4-FFF2-40B4-BE49-F238E27FC236}">
                <a16:creationId xmlns:a16="http://schemas.microsoft.com/office/drawing/2014/main" id="{67601401-0D88-4592-4C9C-2EDDE4785C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09176" y="330200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66" name="AutoShape 55">
            <a:extLst>
              <a:ext uri="{FF2B5EF4-FFF2-40B4-BE49-F238E27FC236}">
                <a16:creationId xmlns:a16="http://schemas.microsoft.com/office/drawing/2014/main" id="{9AFBE9CC-52C9-22AF-A21C-2763B9CAE731}"/>
              </a:ext>
            </a:extLst>
          </p:cNvPr>
          <p:cNvCxnSpPr>
            <a:cxnSpLocks noChangeShapeType="1"/>
            <a:stCxn id="38965" idx="0"/>
            <a:endCxn id="38963" idx="5"/>
          </p:cNvCxnSpPr>
          <p:nvPr/>
        </p:nvCxnSpPr>
        <p:spPr bwMode="auto">
          <a:xfrm flipH="1" flipV="1">
            <a:off x="9852025" y="3043239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67" name="AutoShape 56">
            <a:extLst>
              <a:ext uri="{FF2B5EF4-FFF2-40B4-BE49-F238E27FC236}">
                <a16:creationId xmlns:a16="http://schemas.microsoft.com/office/drawing/2014/main" id="{47F2301C-097E-305E-D872-19E49CFD8B64}"/>
              </a:ext>
            </a:extLst>
          </p:cNvPr>
          <p:cNvCxnSpPr>
            <a:cxnSpLocks noChangeShapeType="1"/>
            <a:stCxn id="38964" idx="0"/>
            <a:endCxn id="38963" idx="3"/>
          </p:cNvCxnSpPr>
          <p:nvPr/>
        </p:nvCxnSpPr>
        <p:spPr bwMode="auto">
          <a:xfrm flipV="1">
            <a:off x="9491663" y="3043239"/>
            <a:ext cx="157162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68" name="AutoShape 57">
            <a:extLst>
              <a:ext uri="{FF2B5EF4-FFF2-40B4-BE49-F238E27FC236}">
                <a16:creationId xmlns:a16="http://schemas.microsoft.com/office/drawing/2014/main" id="{1415E703-4C1E-C541-CDA7-E15720D15690}"/>
              </a:ext>
            </a:extLst>
          </p:cNvPr>
          <p:cNvCxnSpPr>
            <a:cxnSpLocks noChangeShapeType="1"/>
            <a:stCxn id="38970" idx="7"/>
            <a:endCxn id="38962" idx="3"/>
          </p:cNvCxnSpPr>
          <p:nvPr/>
        </p:nvCxnSpPr>
        <p:spPr bwMode="auto">
          <a:xfrm flipV="1">
            <a:off x="8805864" y="2592388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69" name="AutoShape 58">
            <a:extLst>
              <a:ext uri="{FF2B5EF4-FFF2-40B4-BE49-F238E27FC236}">
                <a16:creationId xmlns:a16="http://schemas.microsoft.com/office/drawing/2014/main" id="{155CA647-D6A5-CFB4-FE6C-9BA0924DC9C2}"/>
              </a:ext>
            </a:extLst>
          </p:cNvPr>
          <p:cNvCxnSpPr>
            <a:cxnSpLocks noChangeShapeType="1"/>
            <a:stCxn id="38963" idx="1"/>
            <a:endCxn id="38962" idx="5"/>
          </p:cNvCxnSpPr>
          <p:nvPr/>
        </p:nvCxnSpPr>
        <p:spPr bwMode="auto">
          <a:xfrm flipH="1" flipV="1">
            <a:off x="9328151" y="2592388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70" name="Oval 59">
            <a:extLst>
              <a:ext uri="{FF2B5EF4-FFF2-40B4-BE49-F238E27FC236}">
                <a16:creationId xmlns:a16="http://schemas.microsoft.com/office/drawing/2014/main" id="{BB604251-313E-BEC3-9AEC-C65E2A6C8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2976" y="2789238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23</a:t>
            </a:r>
          </a:p>
        </p:txBody>
      </p:sp>
      <p:sp>
        <p:nvSpPr>
          <p:cNvPr id="38971" name="Rectangle 60">
            <a:extLst>
              <a:ext uri="{FF2B5EF4-FFF2-40B4-BE49-F238E27FC236}">
                <a16:creationId xmlns:a16="http://schemas.microsoft.com/office/drawing/2014/main" id="{626D087D-379E-0B8D-7800-CE7EEDAFFA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40725" y="33020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72" name="Rectangle 61">
            <a:extLst>
              <a:ext uri="{FF2B5EF4-FFF2-40B4-BE49-F238E27FC236}">
                <a16:creationId xmlns:a16="http://schemas.microsoft.com/office/drawing/2014/main" id="{C2985FDA-1FB9-9692-7859-0A84049F2E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863014" y="33020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73" name="AutoShape 62">
            <a:extLst>
              <a:ext uri="{FF2B5EF4-FFF2-40B4-BE49-F238E27FC236}">
                <a16:creationId xmlns:a16="http://schemas.microsoft.com/office/drawing/2014/main" id="{70A40CF9-EC89-E859-EE81-AF06508A341B}"/>
              </a:ext>
            </a:extLst>
          </p:cNvPr>
          <p:cNvCxnSpPr>
            <a:cxnSpLocks noChangeShapeType="1"/>
            <a:stCxn id="38972" idx="0"/>
            <a:endCxn id="38970" idx="5"/>
          </p:cNvCxnSpPr>
          <p:nvPr/>
        </p:nvCxnSpPr>
        <p:spPr bwMode="auto">
          <a:xfrm flipH="1" flipV="1">
            <a:off x="8805864" y="3043239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74" name="AutoShape 63">
            <a:extLst>
              <a:ext uri="{FF2B5EF4-FFF2-40B4-BE49-F238E27FC236}">
                <a16:creationId xmlns:a16="http://schemas.microsoft.com/office/drawing/2014/main" id="{36FE51DA-7170-37A5-028B-DBCA9CC523EE}"/>
              </a:ext>
            </a:extLst>
          </p:cNvPr>
          <p:cNvCxnSpPr>
            <a:cxnSpLocks noChangeShapeType="1"/>
            <a:stCxn id="38971" idx="0"/>
            <a:endCxn id="38970" idx="3"/>
          </p:cNvCxnSpPr>
          <p:nvPr/>
        </p:nvCxnSpPr>
        <p:spPr bwMode="auto">
          <a:xfrm flipV="1">
            <a:off x="8443914" y="3043239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75" name="Oval 64">
            <a:extLst>
              <a:ext uri="{FF2B5EF4-FFF2-40B4-BE49-F238E27FC236}">
                <a16:creationId xmlns:a16="http://schemas.microsoft.com/office/drawing/2014/main" id="{64C2196B-AA15-EFC6-69F4-CEFA48793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4389438"/>
            <a:ext cx="285750" cy="28416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8976" name="AutoShape 65">
            <a:extLst>
              <a:ext uri="{FF2B5EF4-FFF2-40B4-BE49-F238E27FC236}">
                <a16:creationId xmlns:a16="http://schemas.microsoft.com/office/drawing/2014/main" id="{D67F0D4A-AD65-7F54-C6CF-D6F923038D2E}"/>
              </a:ext>
            </a:extLst>
          </p:cNvPr>
          <p:cNvCxnSpPr>
            <a:cxnSpLocks noChangeShapeType="1"/>
            <a:stCxn id="38975" idx="3"/>
            <a:endCxn id="38978" idx="7"/>
          </p:cNvCxnSpPr>
          <p:nvPr/>
        </p:nvCxnSpPr>
        <p:spPr bwMode="auto">
          <a:xfrm flipH="1">
            <a:off x="2892425" y="4632326"/>
            <a:ext cx="857250" cy="239713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77" name="AutoShape 66">
            <a:extLst>
              <a:ext uri="{FF2B5EF4-FFF2-40B4-BE49-F238E27FC236}">
                <a16:creationId xmlns:a16="http://schemas.microsoft.com/office/drawing/2014/main" id="{4562AEA2-718E-CFD1-3E97-BBAFC5B8A78C}"/>
              </a:ext>
            </a:extLst>
          </p:cNvPr>
          <p:cNvCxnSpPr>
            <a:cxnSpLocks noChangeShapeType="1"/>
            <a:stCxn id="38991" idx="1"/>
            <a:endCxn id="38975" idx="5"/>
          </p:cNvCxnSpPr>
          <p:nvPr/>
        </p:nvCxnSpPr>
        <p:spPr bwMode="auto">
          <a:xfrm flipH="1" flipV="1">
            <a:off x="3952875" y="4632325"/>
            <a:ext cx="857250" cy="2413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78" name="Oval 67">
            <a:extLst>
              <a:ext uri="{FF2B5EF4-FFF2-40B4-BE49-F238E27FC236}">
                <a16:creationId xmlns:a16="http://schemas.microsoft.com/office/drawing/2014/main" id="{458DD90D-879B-6745-FB88-95B25982D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845050"/>
            <a:ext cx="284162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15</a:t>
            </a:r>
          </a:p>
        </p:txBody>
      </p:sp>
      <p:sp>
        <p:nvSpPr>
          <p:cNvPr id="38979" name="Oval 68">
            <a:extLst>
              <a:ext uri="{FF2B5EF4-FFF2-40B4-BE49-F238E27FC236}">
                <a16:creationId xmlns:a16="http://schemas.microsoft.com/office/drawing/2014/main" id="{BFBB26A2-DEA9-518D-4C05-D978B11E1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25" y="5300663"/>
            <a:ext cx="285750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25</a:t>
            </a:r>
          </a:p>
        </p:txBody>
      </p:sp>
      <p:sp>
        <p:nvSpPr>
          <p:cNvPr id="38980" name="Rectangle 69">
            <a:extLst>
              <a:ext uri="{FF2B5EF4-FFF2-40B4-BE49-F238E27FC236}">
                <a16:creationId xmlns:a16="http://schemas.microsoft.com/office/drawing/2014/main" id="{64FCB6C4-0A92-D67A-DDCB-1246A3DB65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52750" y="58134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81" name="Rectangle 70">
            <a:extLst>
              <a:ext uri="{FF2B5EF4-FFF2-40B4-BE49-F238E27FC236}">
                <a16:creationId xmlns:a16="http://schemas.microsoft.com/office/drawing/2014/main" id="{39F3D4B6-DCDF-817E-6CA0-89AA598510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73451" y="5813425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82" name="AutoShape 71">
            <a:extLst>
              <a:ext uri="{FF2B5EF4-FFF2-40B4-BE49-F238E27FC236}">
                <a16:creationId xmlns:a16="http://schemas.microsoft.com/office/drawing/2014/main" id="{69B29506-4A81-2867-162E-B14E87694744}"/>
              </a:ext>
            </a:extLst>
          </p:cNvPr>
          <p:cNvCxnSpPr>
            <a:cxnSpLocks noChangeShapeType="1"/>
            <a:stCxn id="38981" idx="0"/>
            <a:endCxn id="38979" idx="5"/>
          </p:cNvCxnSpPr>
          <p:nvPr/>
        </p:nvCxnSpPr>
        <p:spPr bwMode="auto">
          <a:xfrm flipH="1" flipV="1">
            <a:off x="3416300" y="5559426"/>
            <a:ext cx="160338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83" name="AutoShape 72">
            <a:extLst>
              <a:ext uri="{FF2B5EF4-FFF2-40B4-BE49-F238E27FC236}">
                <a16:creationId xmlns:a16="http://schemas.microsoft.com/office/drawing/2014/main" id="{CF3D2935-3119-F8AD-1CBC-F127DE2D57CC}"/>
              </a:ext>
            </a:extLst>
          </p:cNvPr>
          <p:cNvCxnSpPr>
            <a:cxnSpLocks noChangeShapeType="1"/>
            <a:stCxn id="38980" idx="0"/>
            <a:endCxn id="38979" idx="3"/>
          </p:cNvCxnSpPr>
          <p:nvPr/>
        </p:nvCxnSpPr>
        <p:spPr bwMode="auto">
          <a:xfrm flipV="1">
            <a:off x="3055938" y="5559426"/>
            <a:ext cx="157162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84" name="AutoShape 73">
            <a:extLst>
              <a:ext uri="{FF2B5EF4-FFF2-40B4-BE49-F238E27FC236}">
                <a16:creationId xmlns:a16="http://schemas.microsoft.com/office/drawing/2014/main" id="{F59F6AF2-1F70-9DBE-C030-8CF028109EB8}"/>
              </a:ext>
            </a:extLst>
          </p:cNvPr>
          <p:cNvCxnSpPr>
            <a:cxnSpLocks noChangeShapeType="1"/>
            <a:stCxn id="38986" idx="7"/>
            <a:endCxn id="38978" idx="3"/>
          </p:cNvCxnSpPr>
          <p:nvPr/>
        </p:nvCxnSpPr>
        <p:spPr bwMode="auto">
          <a:xfrm flipV="1">
            <a:off x="2370139" y="5103813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85" name="AutoShape 74">
            <a:extLst>
              <a:ext uri="{FF2B5EF4-FFF2-40B4-BE49-F238E27FC236}">
                <a16:creationId xmlns:a16="http://schemas.microsoft.com/office/drawing/2014/main" id="{CB60830D-DEEB-3A9D-0D03-AFA0A4BE5ECD}"/>
              </a:ext>
            </a:extLst>
          </p:cNvPr>
          <p:cNvCxnSpPr>
            <a:cxnSpLocks noChangeShapeType="1"/>
            <a:stCxn id="38979" idx="1"/>
            <a:endCxn id="38978" idx="5"/>
          </p:cNvCxnSpPr>
          <p:nvPr/>
        </p:nvCxnSpPr>
        <p:spPr bwMode="auto">
          <a:xfrm flipH="1" flipV="1">
            <a:off x="2892426" y="5103814"/>
            <a:ext cx="320675" cy="223837"/>
          </a:xfrm>
          <a:prstGeom prst="straightConnector1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86" name="Oval 75">
            <a:extLst>
              <a:ext uri="{FF2B5EF4-FFF2-40B4-BE49-F238E27FC236}">
                <a16:creationId xmlns:a16="http://schemas.microsoft.com/office/drawing/2014/main" id="{30357557-2794-2CBF-E393-7300AE1BC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1" y="5300663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16</a:t>
            </a:r>
          </a:p>
        </p:txBody>
      </p:sp>
      <p:sp>
        <p:nvSpPr>
          <p:cNvPr id="38987" name="Rectangle 76">
            <a:extLst>
              <a:ext uri="{FF2B5EF4-FFF2-40B4-BE49-F238E27FC236}">
                <a16:creationId xmlns:a16="http://schemas.microsoft.com/office/drawing/2014/main" id="{805124F6-A222-8060-1789-EF7D1ABB96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0" y="58134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88" name="Rectangle 77">
            <a:extLst>
              <a:ext uri="{FF2B5EF4-FFF2-40B4-BE49-F238E27FC236}">
                <a16:creationId xmlns:a16="http://schemas.microsoft.com/office/drawing/2014/main" id="{F69ADDDC-F4D1-96FC-F581-52F321856D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27289" y="58134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89" name="AutoShape 78">
            <a:extLst>
              <a:ext uri="{FF2B5EF4-FFF2-40B4-BE49-F238E27FC236}">
                <a16:creationId xmlns:a16="http://schemas.microsoft.com/office/drawing/2014/main" id="{488BE172-D5DA-D4E0-2C15-4C90992E3757}"/>
              </a:ext>
            </a:extLst>
          </p:cNvPr>
          <p:cNvCxnSpPr>
            <a:cxnSpLocks noChangeShapeType="1"/>
            <a:stCxn id="38988" idx="0"/>
            <a:endCxn id="38986" idx="5"/>
          </p:cNvCxnSpPr>
          <p:nvPr/>
        </p:nvCxnSpPr>
        <p:spPr bwMode="auto">
          <a:xfrm flipH="1" flipV="1">
            <a:off x="2370139" y="5554664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90" name="AutoShape 79">
            <a:extLst>
              <a:ext uri="{FF2B5EF4-FFF2-40B4-BE49-F238E27FC236}">
                <a16:creationId xmlns:a16="http://schemas.microsoft.com/office/drawing/2014/main" id="{1E8A2EA8-FBBD-60CE-FAD1-AF7B0D02263C}"/>
              </a:ext>
            </a:extLst>
          </p:cNvPr>
          <p:cNvCxnSpPr>
            <a:cxnSpLocks noChangeShapeType="1"/>
            <a:stCxn id="38987" idx="0"/>
            <a:endCxn id="38986" idx="3"/>
          </p:cNvCxnSpPr>
          <p:nvPr/>
        </p:nvCxnSpPr>
        <p:spPr bwMode="auto">
          <a:xfrm flipV="1">
            <a:off x="2008189" y="5554664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91" name="Oval 80">
            <a:extLst>
              <a:ext uri="{FF2B5EF4-FFF2-40B4-BE49-F238E27FC236}">
                <a16:creationId xmlns:a16="http://schemas.microsoft.com/office/drawing/2014/main" id="{347CCE00-F2FA-B584-B4FD-FC0123376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8851" y="4846638"/>
            <a:ext cx="284163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sp>
        <p:nvSpPr>
          <p:cNvPr id="38992" name="Oval 81">
            <a:extLst>
              <a:ext uri="{FF2B5EF4-FFF2-40B4-BE49-F238E27FC236}">
                <a16:creationId xmlns:a16="http://schemas.microsoft.com/office/drawing/2014/main" id="{779932FF-8356-F3BC-D844-16EE4C47F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1138" y="53022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12</a:t>
            </a:r>
          </a:p>
        </p:txBody>
      </p:sp>
      <p:sp>
        <p:nvSpPr>
          <p:cNvPr id="38993" name="Rectangle 82">
            <a:extLst>
              <a:ext uri="{FF2B5EF4-FFF2-40B4-BE49-F238E27FC236}">
                <a16:creationId xmlns:a16="http://schemas.microsoft.com/office/drawing/2014/main" id="{C60F7644-322B-BEF9-F307-9B3A9B8EA2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72064" y="58150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94" name="Rectangle 83">
            <a:extLst>
              <a:ext uri="{FF2B5EF4-FFF2-40B4-BE49-F238E27FC236}">
                <a16:creationId xmlns:a16="http://schemas.microsoft.com/office/drawing/2014/main" id="{73536B9E-750B-080D-B43D-7CA1E442B3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92764" y="5815014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95" name="AutoShape 84">
            <a:extLst>
              <a:ext uri="{FF2B5EF4-FFF2-40B4-BE49-F238E27FC236}">
                <a16:creationId xmlns:a16="http://schemas.microsoft.com/office/drawing/2014/main" id="{430EE9A6-F8E6-97D7-1953-C726014431AB}"/>
              </a:ext>
            </a:extLst>
          </p:cNvPr>
          <p:cNvCxnSpPr>
            <a:cxnSpLocks noChangeShapeType="1"/>
            <a:stCxn id="38994" idx="0"/>
            <a:endCxn id="38992" idx="5"/>
          </p:cNvCxnSpPr>
          <p:nvPr/>
        </p:nvCxnSpPr>
        <p:spPr bwMode="auto">
          <a:xfrm flipH="1" flipV="1">
            <a:off x="5535614" y="55562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96" name="AutoShape 85">
            <a:extLst>
              <a:ext uri="{FF2B5EF4-FFF2-40B4-BE49-F238E27FC236}">
                <a16:creationId xmlns:a16="http://schemas.microsoft.com/office/drawing/2014/main" id="{095B71C3-7BB0-906B-5CFD-06B4A61A771A}"/>
              </a:ext>
            </a:extLst>
          </p:cNvPr>
          <p:cNvCxnSpPr>
            <a:cxnSpLocks noChangeShapeType="1"/>
            <a:stCxn id="38993" idx="0"/>
            <a:endCxn id="38992" idx="3"/>
          </p:cNvCxnSpPr>
          <p:nvPr/>
        </p:nvCxnSpPr>
        <p:spPr bwMode="auto">
          <a:xfrm flipV="1">
            <a:off x="5175251" y="5556250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97" name="AutoShape 86">
            <a:extLst>
              <a:ext uri="{FF2B5EF4-FFF2-40B4-BE49-F238E27FC236}">
                <a16:creationId xmlns:a16="http://schemas.microsoft.com/office/drawing/2014/main" id="{BDE9FE09-B336-172D-BD68-F52920BB7C5F}"/>
              </a:ext>
            </a:extLst>
          </p:cNvPr>
          <p:cNvCxnSpPr>
            <a:cxnSpLocks noChangeShapeType="1"/>
            <a:stCxn id="38999" idx="7"/>
            <a:endCxn id="38991" idx="3"/>
          </p:cNvCxnSpPr>
          <p:nvPr/>
        </p:nvCxnSpPr>
        <p:spPr bwMode="auto">
          <a:xfrm flipV="1">
            <a:off x="4489451" y="5105400"/>
            <a:ext cx="320675" cy="223838"/>
          </a:xfrm>
          <a:prstGeom prst="straightConnector1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98" name="AutoShape 87">
            <a:extLst>
              <a:ext uri="{FF2B5EF4-FFF2-40B4-BE49-F238E27FC236}">
                <a16:creationId xmlns:a16="http://schemas.microsoft.com/office/drawing/2014/main" id="{0723CDFF-1252-AD99-BA27-9B0A308AE659}"/>
              </a:ext>
            </a:extLst>
          </p:cNvPr>
          <p:cNvCxnSpPr>
            <a:cxnSpLocks noChangeShapeType="1"/>
            <a:stCxn id="38992" idx="1"/>
            <a:endCxn id="38991" idx="5"/>
          </p:cNvCxnSpPr>
          <p:nvPr/>
        </p:nvCxnSpPr>
        <p:spPr bwMode="auto">
          <a:xfrm flipH="1" flipV="1">
            <a:off x="5011739" y="51054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99" name="Oval 88">
            <a:extLst>
              <a:ext uri="{FF2B5EF4-FFF2-40B4-BE49-F238E27FC236}">
                <a16:creationId xmlns:a16="http://schemas.microsoft.com/office/drawing/2014/main" id="{E68FFFC1-6209-C893-2825-71C783301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6563" y="5302250"/>
            <a:ext cx="284162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39000" name="Rectangle 89">
            <a:extLst>
              <a:ext uri="{FF2B5EF4-FFF2-40B4-BE49-F238E27FC236}">
                <a16:creationId xmlns:a16="http://schemas.microsoft.com/office/drawing/2014/main" id="{1647DB9E-857A-AEE0-4EC0-E61874DC71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24314" y="58150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001" name="Rectangle 90">
            <a:extLst>
              <a:ext uri="{FF2B5EF4-FFF2-40B4-BE49-F238E27FC236}">
                <a16:creationId xmlns:a16="http://schemas.microsoft.com/office/drawing/2014/main" id="{5A0FFB38-CEE7-E115-B737-0D25ECA218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46600" y="58150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002" name="AutoShape 91">
            <a:extLst>
              <a:ext uri="{FF2B5EF4-FFF2-40B4-BE49-F238E27FC236}">
                <a16:creationId xmlns:a16="http://schemas.microsoft.com/office/drawing/2014/main" id="{A1C2DDC9-5970-0C3E-9759-86CDB0377E78}"/>
              </a:ext>
            </a:extLst>
          </p:cNvPr>
          <p:cNvCxnSpPr>
            <a:cxnSpLocks noChangeShapeType="1"/>
            <a:stCxn id="39001" idx="0"/>
            <a:endCxn id="38999" idx="5"/>
          </p:cNvCxnSpPr>
          <p:nvPr/>
        </p:nvCxnSpPr>
        <p:spPr bwMode="auto">
          <a:xfrm flipH="1" flipV="1">
            <a:off x="4489450" y="5561014"/>
            <a:ext cx="160338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03" name="AutoShape 92">
            <a:extLst>
              <a:ext uri="{FF2B5EF4-FFF2-40B4-BE49-F238E27FC236}">
                <a16:creationId xmlns:a16="http://schemas.microsoft.com/office/drawing/2014/main" id="{C8C4068F-CF50-F5DA-41C4-C54D48A36C42}"/>
              </a:ext>
            </a:extLst>
          </p:cNvPr>
          <p:cNvCxnSpPr>
            <a:cxnSpLocks noChangeShapeType="1"/>
            <a:stCxn id="39000" idx="0"/>
            <a:endCxn id="38999" idx="3"/>
          </p:cNvCxnSpPr>
          <p:nvPr/>
        </p:nvCxnSpPr>
        <p:spPr bwMode="auto">
          <a:xfrm flipV="1">
            <a:off x="4127500" y="5561014"/>
            <a:ext cx="160338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004" name="Oval 93">
            <a:extLst>
              <a:ext uri="{FF2B5EF4-FFF2-40B4-BE49-F238E27FC236}">
                <a16:creationId xmlns:a16="http://schemas.microsoft.com/office/drawing/2014/main" id="{16B04618-3C64-0BE0-D8E8-CAC6D5FD6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7714" y="3962401"/>
            <a:ext cx="287337" cy="2841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9005" name="AutoShape 94">
            <a:extLst>
              <a:ext uri="{FF2B5EF4-FFF2-40B4-BE49-F238E27FC236}">
                <a16:creationId xmlns:a16="http://schemas.microsoft.com/office/drawing/2014/main" id="{D161EB93-92DB-4BEE-31A2-518B35393DFB}"/>
              </a:ext>
            </a:extLst>
          </p:cNvPr>
          <p:cNvCxnSpPr>
            <a:cxnSpLocks noChangeShapeType="1"/>
            <a:stCxn id="39004" idx="5"/>
            <a:endCxn id="39007" idx="1"/>
          </p:cNvCxnSpPr>
          <p:nvPr/>
        </p:nvCxnSpPr>
        <p:spPr bwMode="auto">
          <a:xfrm>
            <a:off x="6072188" y="4205288"/>
            <a:ext cx="1917700" cy="227012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06" name="AutoShape 95">
            <a:extLst>
              <a:ext uri="{FF2B5EF4-FFF2-40B4-BE49-F238E27FC236}">
                <a16:creationId xmlns:a16="http://schemas.microsoft.com/office/drawing/2014/main" id="{6763CBA3-672E-FE3F-6B9B-BE56B3B07141}"/>
              </a:ext>
            </a:extLst>
          </p:cNvPr>
          <p:cNvCxnSpPr>
            <a:cxnSpLocks noChangeShapeType="1"/>
            <a:stCxn id="39004" idx="3"/>
            <a:endCxn id="38975" idx="7"/>
          </p:cNvCxnSpPr>
          <p:nvPr/>
        </p:nvCxnSpPr>
        <p:spPr bwMode="auto">
          <a:xfrm flipH="1">
            <a:off x="3952875" y="4205289"/>
            <a:ext cx="1917700" cy="225425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007" name="Oval 96">
            <a:extLst>
              <a:ext uri="{FF2B5EF4-FFF2-40B4-BE49-F238E27FC236}">
                <a16:creationId xmlns:a16="http://schemas.microsoft.com/office/drawing/2014/main" id="{CF9E8157-3BCA-B7E9-C82A-C28B29C1D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8613" y="4391026"/>
            <a:ext cx="285750" cy="2841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9008" name="AutoShape 97">
            <a:extLst>
              <a:ext uri="{FF2B5EF4-FFF2-40B4-BE49-F238E27FC236}">
                <a16:creationId xmlns:a16="http://schemas.microsoft.com/office/drawing/2014/main" id="{751664A6-BDF8-35C7-1313-65B03EEB3AFE}"/>
              </a:ext>
            </a:extLst>
          </p:cNvPr>
          <p:cNvCxnSpPr>
            <a:cxnSpLocks noChangeShapeType="1"/>
            <a:stCxn id="39007" idx="3"/>
            <a:endCxn id="39010" idx="7"/>
          </p:cNvCxnSpPr>
          <p:nvPr/>
        </p:nvCxnSpPr>
        <p:spPr bwMode="auto">
          <a:xfrm flipH="1">
            <a:off x="7132638" y="4633913"/>
            <a:ext cx="857250" cy="239712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09" name="AutoShape 98">
            <a:extLst>
              <a:ext uri="{FF2B5EF4-FFF2-40B4-BE49-F238E27FC236}">
                <a16:creationId xmlns:a16="http://schemas.microsoft.com/office/drawing/2014/main" id="{E6EB54E5-AE26-F164-7EC9-7630519A3476}"/>
              </a:ext>
            </a:extLst>
          </p:cNvPr>
          <p:cNvCxnSpPr>
            <a:cxnSpLocks noChangeShapeType="1"/>
            <a:stCxn id="39023" idx="1"/>
            <a:endCxn id="39007" idx="5"/>
          </p:cNvCxnSpPr>
          <p:nvPr/>
        </p:nvCxnSpPr>
        <p:spPr bwMode="auto">
          <a:xfrm flipH="1" flipV="1">
            <a:off x="8193088" y="4633913"/>
            <a:ext cx="857250" cy="2413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010" name="Oval 99">
            <a:extLst>
              <a:ext uri="{FF2B5EF4-FFF2-40B4-BE49-F238E27FC236}">
                <a16:creationId xmlns:a16="http://schemas.microsoft.com/office/drawing/2014/main" id="{418E695F-13EE-C68F-FF36-595743D92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1" y="4846638"/>
            <a:ext cx="284163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39011" name="Oval 100">
            <a:extLst>
              <a:ext uri="{FF2B5EF4-FFF2-40B4-BE49-F238E27FC236}">
                <a16:creationId xmlns:a16="http://schemas.microsoft.com/office/drawing/2014/main" id="{13083092-4A2A-B65E-1B8F-CA7AE1EEB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2038" y="53022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39012" name="Rectangle 101">
            <a:extLst>
              <a:ext uri="{FF2B5EF4-FFF2-40B4-BE49-F238E27FC236}">
                <a16:creationId xmlns:a16="http://schemas.microsoft.com/office/drawing/2014/main" id="{DC745D64-C702-AFE3-A68B-20EB1FCF77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92964" y="58150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013" name="Rectangle 102">
            <a:extLst>
              <a:ext uri="{FF2B5EF4-FFF2-40B4-BE49-F238E27FC236}">
                <a16:creationId xmlns:a16="http://schemas.microsoft.com/office/drawing/2014/main" id="{A4B3FE32-C450-FE1C-8BE9-3ECD8300DE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13664" y="5815014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014" name="AutoShape 103">
            <a:extLst>
              <a:ext uri="{FF2B5EF4-FFF2-40B4-BE49-F238E27FC236}">
                <a16:creationId xmlns:a16="http://schemas.microsoft.com/office/drawing/2014/main" id="{47CA94E1-E64E-C4DD-4F1C-75FD23031888}"/>
              </a:ext>
            </a:extLst>
          </p:cNvPr>
          <p:cNvCxnSpPr>
            <a:cxnSpLocks noChangeShapeType="1"/>
            <a:stCxn id="39013" idx="0"/>
            <a:endCxn id="39011" idx="5"/>
          </p:cNvCxnSpPr>
          <p:nvPr/>
        </p:nvCxnSpPr>
        <p:spPr bwMode="auto">
          <a:xfrm flipH="1" flipV="1">
            <a:off x="7656514" y="55562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15" name="AutoShape 104">
            <a:extLst>
              <a:ext uri="{FF2B5EF4-FFF2-40B4-BE49-F238E27FC236}">
                <a16:creationId xmlns:a16="http://schemas.microsoft.com/office/drawing/2014/main" id="{39BE0426-2BC2-56AD-5CBF-1665ACB857C6}"/>
              </a:ext>
            </a:extLst>
          </p:cNvPr>
          <p:cNvCxnSpPr>
            <a:cxnSpLocks noChangeShapeType="1"/>
            <a:stCxn id="39012" idx="0"/>
            <a:endCxn id="39011" idx="3"/>
          </p:cNvCxnSpPr>
          <p:nvPr/>
        </p:nvCxnSpPr>
        <p:spPr bwMode="auto">
          <a:xfrm flipV="1">
            <a:off x="7296151" y="5556250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16" name="AutoShape 105">
            <a:extLst>
              <a:ext uri="{FF2B5EF4-FFF2-40B4-BE49-F238E27FC236}">
                <a16:creationId xmlns:a16="http://schemas.microsoft.com/office/drawing/2014/main" id="{AF1A9A50-44C0-6802-A0FF-6ABF690CDF1A}"/>
              </a:ext>
            </a:extLst>
          </p:cNvPr>
          <p:cNvCxnSpPr>
            <a:cxnSpLocks noChangeShapeType="1"/>
            <a:stCxn id="39018" idx="7"/>
            <a:endCxn id="39010" idx="3"/>
          </p:cNvCxnSpPr>
          <p:nvPr/>
        </p:nvCxnSpPr>
        <p:spPr bwMode="auto">
          <a:xfrm flipV="1">
            <a:off x="6610351" y="5105400"/>
            <a:ext cx="320675" cy="223838"/>
          </a:xfrm>
          <a:prstGeom prst="straightConnector1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17" name="AutoShape 106">
            <a:extLst>
              <a:ext uri="{FF2B5EF4-FFF2-40B4-BE49-F238E27FC236}">
                <a16:creationId xmlns:a16="http://schemas.microsoft.com/office/drawing/2014/main" id="{CF11C305-39DD-492B-6372-85AC49337460}"/>
              </a:ext>
            </a:extLst>
          </p:cNvPr>
          <p:cNvCxnSpPr>
            <a:cxnSpLocks noChangeShapeType="1"/>
            <a:stCxn id="39011" idx="1"/>
            <a:endCxn id="39010" idx="5"/>
          </p:cNvCxnSpPr>
          <p:nvPr/>
        </p:nvCxnSpPr>
        <p:spPr bwMode="auto">
          <a:xfrm flipH="1" flipV="1">
            <a:off x="7132639" y="51054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018" name="Oval 107">
            <a:extLst>
              <a:ext uri="{FF2B5EF4-FFF2-40B4-BE49-F238E27FC236}">
                <a16:creationId xmlns:a16="http://schemas.microsoft.com/office/drawing/2014/main" id="{EB2D4116-1284-B85D-E298-7B480526E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7463" y="5302250"/>
            <a:ext cx="284162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11</a:t>
            </a:r>
          </a:p>
        </p:txBody>
      </p:sp>
      <p:sp>
        <p:nvSpPr>
          <p:cNvPr id="39019" name="Rectangle 108">
            <a:extLst>
              <a:ext uri="{FF2B5EF4-FFF2-40B4-BE49-F238E27FC236}">
                <a16:creationId xmlns:a16="http://schemas.microsoft.com/office/drawing/2014/main" id="{BA18ED7D-306F-E027-B060-0B44654052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45214" y="58150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020" name="Rectangle 109">
            <a:extLst>
              <a:ext uri="{FF2B5EF4-FFF2-40B4-BE49-F238E27FC236}">
                <a16:creationId xmlns:a16="http://schemas.microsoft.com/office/drawing/2014/main" id="{5FC92F94-7C43-0B25-258D-5BAB72B223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67500" y="58150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021" name="AutoShape 110">
            <a:extLst>
              <a:ext uri="{FF2B5EF4-FFF2-40B4-BE49-F238E27FC236}">
                <a16:creationId xmlns:a16="http://schemas.microsoft.com/office/drawing/2014/main" id="{75D7B727-1C92-D99A-4C96-452C7E81EE08}"/>
              </a:ext>
            </a:extLst>
          </p:cNvPr>
          <p:cNvCxnSpPr>
            <a:cxnSpLocks noChangeShapeType="1"/>
            <a:stCxn id="39020" idx="0"/>
            <a:endCxn id="39018" idx="5"/>
          </p:cNvCxnSpPr>
          <p:nvPr/>
        </p:nvCxnSpPr>
        <p:spPr bwMode="auto">
          <a:xfrm flipH="1" flipV="1">
            <a:off x="6610350" y="5561014"/>
            <a:ext cx="160338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22" name="AutoShape 111">
            <a:extLst>
              <a:ext uri="{FF2B5EF4-FFF2-40B4-BE49-F238E27FC236}">
                <a16:creationId xmlns:a16="http://schemas.microsoft.com/office/drawing/2014/main" id="{EA8B6AE0-8C11-F829-396A-907163A390B2}"/>
              </a:ext>
            </a:extLst>
          </p:cNvPr>
          <p:cNvCxnSpPr>
            <a:cxnSpLocks noChangeShapeType="1"/>
            <a:stCxn id="39019" idx="0"/>
            <a:endCxn id="39018" idx="3"/>
          </p:cNvCxnSpPr>
          <p:nvPr/>
        </p:nvCxnSpPr>
        <p:spPr bwMode="auto">
          <a:xfrm flipV="1">
            <a:off x="6248400" y="5561014"/>
            <a:ext cx="160338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023" name="Oval 112">
            <a:extLst>
              <a:ext uri="{FF2B5EF4-FFF2-40B4-BE49-F238E27FC236}">
                <a16:creationId xmlns:a16="http://schemas.microsoft.com/office/drawing/2014/main" id="{153DB44D-25B3-7118-281A-BFB4C163B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9063" y="4848225"/>
            <a:ext cx="284162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20</a:t>
            </a:r>
          </a:p>
        </p:txBody>
      </p:sp>
      <p:sp>
        <p:nvSpPr>
          <p:cNvPr id="39024" name="Oval 113">
            <a:extLst>
              <a:ext uri="{FF2B5EF4-FFF2-40B4-BE49-F238E27FC236}">
                <a16:creationId xmlns:a16="http://schemas.microsoft.com/office/drawing/2014/main" id="{727CC88E-4736-C1BC-4184-3B55080BB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1350" y="5303838"/>
            <a:ext cx="285750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27</a:t>
            </a:r>
          </a:p>
        </p:txBody>
      </p:sp>
      <p:sp>
        <p:nvSpPr>
          <p:cNvPr id="39025" name="Rectangle 114">
            <a:extLst>
              <a:ext uri="{FF2B5EF4-FFF2-40B4-BE49-F238E27FC236}">
                <a16:creationId xmlns:a16="http://schemas.microsoft.com/office/drawing/2014/main" id="{C5FD41C7-5589-4A16-7656-236B8F81E7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12275" y="58166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026" name="Rectangle 115">
            <a:extLst>
              <a:ext uri="{FF2B5EF4-FFF2-40B4-BE49-F238E27FC236}">
                <a16:creationId xmlns:a16="http://schemas.microsoft.com/office/drawing/2014/main" id="{D5CF473C-F8AD-31BD-810E-E8FE2145DA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32976" y="581660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027" name="AutoShape 116">
            <a:extLst>
              <a:ext uri="{FF2B5EF4-FFF2-40B4-BE49-F238E27FC236}">
                <a16:creationId xmlns:a16="http://schemas.microsoft.com/office/drawing/2014/main" id="{F51FAE6B-E42C-A83A-9CF2-0A3A377F3244}"/>
              </a:ext>
            </a:extLst>
          </p:cNvPr>
          <p:cNvCxnSpPr>
            <a:cxnSpLocks noChangeShapeType="1"/>
            <a:stCxn id="39026" idx="0"/>
            <a:endCxn id="39024" idx="5"/>
          </p:cNvCxnSpPr>
          <p:nvPr/>
        </p:nvCxnSpPr>
        <p:spPr bwMode="auto">
          <a:xfrm flipH="1" flipV="1">
            <a:off x="9775825" y="5562601"/>
            <a:ext cx="160338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28" name="AutoShape 117">
            <a:extLst>
              <a:ext uri="{FF2B5EF4-FFF2-40B4-BE49-F238E27FC236}">
                <a16:creationId xmlns:a16="http://schemas.microsoft.com/office/drawing/2014/main" id="{EA1EAD1C-168E-2E24-DECF-FD3097163AFF}"/>
              </a:ext>
            </a:extLst>
          </p:cNvPr>
          <p:cNvCxnSpPr>
            <a:cxnSpLocks noChangeShapeType="1"/>
            <a:stCxn id="39025" idx="0"/>
            <a:endCxn id="39024" idx="3"/>
          </p:cNvCxnSpPr>
          <p:nvPr/>
        </p:nvCxnSpPr>
        <p:spPr bwMode="auto">
          <a:xfrm flipV="1">
            <a:off x="9415463" y="5562601"/>
            <a:ext cx="157162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29" name="AutoShape 118">
            <a:extLst>
              <a:ext uri="{FF2B5EF4-FFF2-40B4-BE49-F238E27FC236}">
                <a16:creationId xmlns:a16="http://schemas.microsoft.com/office/drawing/2014/main" id="{9C45CB29-EDA0-45AB-0A9D-17A6EDCD886C}"/>
              </a:ext>
            </a:extLst>
          </p:cNvPr>
          <p:cNvCxnSpPr>
            <a:cxnSpLocks noChangeShapeType="1"/>
            <a:stCxn id="39031" idx="7"/>
            <a:endCxn id="39023" idx="3"/>
          </p:cNvCxnSpPr>
          <p:nvPr/>
        </p:nvCxnSpPr>
        <p:spPr bwMode="auto">
          <a:xfrm flipV="1">
            <a:off x="8729664" y="5106988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30" name="AutoShape 119">
            <a:extLst>
              <a:ext uri="{FF2B5EF4-FFF2-40B4-BE49-F238E27FC236}">
                <a16:creationId xmlns:a16="http://schemas.microsoft.com/office/drawing/2014/main" id="{11BE23CB-A007-8990-8F12-23277F0ACAEC}"/>
              </a:ext>
            </a:extLst>
          </p:cNvPr>
          <p:cNvCxnSpPr>
            <a:cxnSpLocks noChangeShapeType="1"/>
            <a:stCxn id="39024" idx="1"/>
            <a:endCxn id="39023" idx="5"/>
          </p:cNvCxnSpPr>
          <p:nvPr/>
        </p:nvCxnSpPr>
        <p:spPr bwMode="auto">
          <a:xfrm flipH="1" flipV="1">
            <a:off x="9251951" y="5106989"/>
            <a:ext cx="320675" cy="223837"/>
          </a:xfrm>
          <a:prstGeom prst="straightConnector1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031" name="Oval 120">
            <a:extLst>
              <a:ext uri="{FF2B5EF4-FFF2-40B4-BE49-F238E27FC236}">
                <a16:creationId xmlns:a16="http://schemas.microsoft.com/office/drawing/2014/main" id="{58E835DB-FD88-02A0-AD06-AB760557F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6776" y="5303838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23</a:t>
            </a:r>
          </a:p>
        </p:txBody>
      </p:sp>
      <p:sp>
        <p:nvSpPr>
          <p:cNvPr id="39032" name="Rectangle 121">
            <a:extLst>
              <a:ext uri="{FF2B5EF4-FFF2-40B4-BE49-F238E27FC236}">
                <a16:creationId xmlns:a16="http://schemas.microsoft.com/office/drawing/2014/main" id="{ECA7FA4A-000A-E06B-FA38-FCDEF52AA6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64525" y="58166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033" name="Rectangle 122">
            <a:extLst>
              <a:ext uri="{FF2B5EF4-FFF2-40B4-BE49-F238E27FC236}">
                <a16:creationId xmlns:a16="http://schemas.microsoft.com/office/drawing/2014/main" id="{B250A792-3A9C-6A01-9BB1-80D681B5BC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86814" y="58166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034" name="AutoShape 123">
            <a:extLst>
              <a:ext uri="{FF2B5EF4-FFF2-40B4-BE49-F238E27FC236}">
                <a16:creationId xmlns:a16="http://schemas.microsoft.com/office/drawing/2014/main" id="{11B8FE09-B780-0616-3B01-32C0E06DB434}"/>
              </a:ext>
            </a:extLst>
          </p:cNvPr>
          <p:cNvCxnSpPr>
            <a:cxnSpLocks noChangeShapeType="1"/>
            <a:stCxn id="39033" idx="0"/>
            <a:endCxn id="39031" idx="5"/>
          </p:cNvCxnSpPr>
          <p:nvPr/>
        </p:nvCxnSpPr>
        <p:spPr bwMode="auto">
          <a:xfrm flipH="1" flipV="1">
            <a:off x="8729664" y="5557839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35" name="AutoShape 124">
            <a:extLst>
              <a:ext uri="{FF2B5EF4-FFF2-40B4-BE49-F238E27FC236}">
                <a16:creationId xmlns:a16="http://schemas.microsoft.com/office/drawing/2014/main" id="{8685F5ED-B112-D76A-403A-6BB66A13FE8B}"/>
              </a:ext>
            </a:extLst>
          </p:cNvPr>
          <p:cNvCxnSpPr>
            <a:cxnSpLocks noChangeShapeType="1"/>
            <a:stCxn id="39032" idx="0"/>
            <a:endCxn id="39031" idx="3"/>
          </p:cNvCxnSpPr>
          <p:nvPr/>
        </p:nvCxnSpPr>
        <p:spPr bwMode="auto">
          <a:xfrm flipV="1">
            <a:off x="8367714" y="5557839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8BFFD66A-9179-1539-FF11-74C7914DF0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(contd.)</a:t>
            </a:r>
          </a:p>
        </p:txBody>
      </p:sp>
      <p:sp>
        <p:nvSpPr>
          <p:cNvPr id="39938" name="Oval 3">
            <a:extLst>
              <a:ext uri="{FF2B5EF4-FFF2-40B4-BE49-F238E27FC236}">
                <a16:creationId xmlns:a16="http://schemas.microsoft.com/office/drawing/2014/main" id="{574E2AB1-A7B7-0E4A-47AD-1027DCACF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4600" y="1874838"/>
            <a:ext cx="285750" cy="28416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7</a:t>
            </a:r>
          </a:p>
        </p:txBody>
      </p:sp>
      <p:cxnSp>
        <p:nvCxnSpPr>
          <p:cNvPr id="39939" name="AutoShape 4">
            <a:extLst>
              <a:ext uri="{FF2B5EF4-FFF2-40B4-BE49-F238E27FC236}">
                <a16:creationId xmlns:a16="http://schemas.microsoft.com/office/drawing/2014/main" id="{5D76F3F8-CDFF-A8F6-F3F9-5E06415E1774}"/>
              </a:ext>
            </a:extLst>
          </p:cNvPr>
          <p:cNvCxnSpPr>
            <a:cxnSpLocks noChangeShapeType="1"/>
            <a:stCxn id="39938" idx="3"/>
            <a:endCxn id="39941" idx="7"/>
          </p:cNvCxnSpPr>
          <p:nvPr/>
        </p:nvCxnSpPr>
        <p:spPr bwMode="auto">
          <a:xfrm flipH="1">
            <a:off x="2968625" y="2132014"/>
            <a:ext cx="857250" cy="2301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0" name="AutoShape 5">
            <a:extLst>
              <a:ext uri="{FF2B5EF4-FFF2-40B4-BE49-F238E27FC236}">
                <a16:creationId xmlns:a16="http://schemas.microsoft.com/office/drawing/2014/main" id="{A56D8653-3A00-271D-A0C8-257D9435902E}"/>
              </a:ext>
            </a:extLst>
          </p:cNvPr>
          <p:cNvCxnSpPr>
            <a:cxnSpLocks noChangeShapeType="1"/>
            <a:stCxn id="39954" idx="1"/>
            <a:endCxn id="39938" idx="5"/>
          </p:cNvCxnSpPr>
          <p:nvPr/>
        </p:nvCxnSpPr>
        <p:spPr bwMode="auto">
          <a:xfrm flipH="1" flipV="1">
            <a:off x="4029075" y="2132014"/>
            <a:ext cx="857250" cy="231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41" name="Oval 6">
            <a:extLst>
              <a:ext uri="{FF2B5EF4-FFF2-40B4-BE49-F238E27FC236}">
                <a16:creationId xmlns:a16="http://schemas.microsoft.com/office/drawing/2014/main" id="{AA84F8FC-AB8D-86E0-FC60-4EF040667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2330450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15</a:t>
            </a:r>
          </a:p>
        </p:txBody>
      </p:sp>
      <p:sp>
        <p:nvSpPr>
          <p:cNvPr id="39942" name="Oval 7">
            <a:extLst>
              <a:ext uri="{FF2B5EF4-FFF2-40B4-BE49-F238E27FC236}">
                <a16:creationId xmlns:a16="http://schemas.microsoft.com/office/drawing/2014/main" id="{7AEDB409-4879-C262-2689-68EA3F0EC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5" y="2786063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25</a:t>
            </a:r>
          </a:p>
        </p:txBody>
      </p:sp>
      <p:sp>
        <p:nvSpPr>
          <p:cNvPr id="39943" name="Rectangle 8">
            <a:extLst>
              <a:ext uri="{FF2B5EF4-FFF2-40B4-BE49-F238E27FC236}">
                <a16:creationId xmlns:a16="http://schemas.microsoft.com/office/drawing/2014/main" id="{34A7EFDE-1B79-3EE3-61F3-50C8623080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28950" y="32988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944" name="Rectangle 9">
            <a:extLst>
              <a:ext uri="{FF2B5EF4-FFF2-40B4-BE49-F238E27FC236}">
                <a16:creationId xmlns:a16="http://schemas.microsoft.com/office/drawing/2014/main" id="{134A9054-5F39-223C-FA74-7C349F4064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49651" y="3298825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945" name="AutoShape 10">
            <a:extLst>
              <a:ext uri="{FF2B5EF4-FFF2-40B4-BE49-F238E27FC236}">
                <a16:creationId xmlns:a16="http://schemas.microsoft.com/office/drawing/2014/main" id="{3F0287BC-34B8-844B-BF91-84D4021B7F2E}"/>
              </a:ext>
            </a:extLst>
          </p:cNvPr>
          <p:cNvCxnSpPr>
            <a:cxnSpLocks noChangeShapeType="1"/>
            <a:stCxn id="39944" idx="0"/>
            <a:endCxn id="39942" idx="5"/>
          </p:cNvCxnSpPr>
          <p:nvPr/>
        </p:nvCxnSpPr>
        <p:spPr bwMode="auto">
          <a:xfrm flipH="1" flipV="1">
            <a:off x="3492500" y="3040064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6" name="AutoShape 11">
            <a:extLst>
              <a:ext uri="{FF2B5EF4-FFF2-40B4-BE49-F238E27FC236}">
                <a16:creationId xmlns:a16="http://schemas.microsoft.com/office/drawing/2014/main" id="{AAE3ADDC-8327-F180-5C85-781AFE0BEA71}"/>
              </a:ext>
            </a:extLst>
          </p:cNvPr>
          <p:cNvCxnSpPr>
            <a:cxnSpLocks noChangeShapeType="1"/>
            <a:stCxn id="39943" idx="0"/>
            <a:endCxn id="39942" idx="3"/>
          </p:cNvCxnSpPr>
          <p:nvPr/>
        </p:nvCxnSpPr>
        <p:spPr bwMode="auto">
          <a:xfrm flipV="1">
            <a:off x="3132138" y="3040064"/>
            <a:ext cx="157162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7" name="AutoShape 12">
            <a:extLst>
              <a:ext uri="{FF2B5EF4-FFF2-40B4-BE49-F238E27FC236}">
                <a16:creationId xmlns:a16="http://schemas.microsoft.com/office/drawing/2014/main" id="{69D25F29-5934-2AAF-C0EA-5C9E404D6DA8}"/>
              </a:ext>
            </a:extLst>
          </p:cNvPr>
          <p:cNvCxnSpPr>
            <a:cxnSpLocks noChangeShapeType="1"/>
            <a:stCxn id="39949" idx="7"/>
            <a:endCxn id="39941" idx="3"/>
          </p:cNvCxnSpPr>
          <p:nvPr/>
        </p:nvCxnSpPr>
        <p:spPr bwMode="auto">
          <a:xfrm flipV="1">
            <a:off x="2446339" y="2584451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8" name="AutoShape 13">
            <a:extLst>
              <a:ext uri="{FF2B5EF4-FFF2-40B4-BE49-F238E27FC236}">
                <a16:creationId xmlns:a16="http://schemas.microsoft.com/office/drawing/2014/main" id="{FAD9E925-6D0A-6F2C-B756-1C31A925B9F9}"/>
              </a:ext>
            </a:extLst>
          </p:cNvPr>
          <p:cNvCxnSpPr>
            <a:cxnSpLocks noChangeShapeType="1"/>
            <a:stCxn id="39942" idx="1"/>
            <a:endCxn id="39941" idx="5"/>
          </p:cNvCxnSpPr>
          <p:nvPr/>
        </p:nvCxnSpPr>
        <p:spPr bwMode="auto">
          <a:xfrm flipH="1" flipV="1">
            <a:off x="2968626" y="2584451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49" name="Oval 14">
            <a:extLst>
              <a:ext uri="{FF2B5EF4-FFF2-40B4-BE49-F238E27FC236}">
                <a16:creationId xmlns:a16="http://schemas.microsoft.com/office/drawing/2014/main" id="{144A9445-B3F9-0DD0-E176-E3DE2AC0C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3451" y="2786063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16</a:t>
            </a:r>
          </a:p>
        </p:txBody>
      </p:sp>
      <p:sp>
        <p:nvSpPr>
          <p:cNvPr id="39950" name="Rectangle 15">
            <a:extLst>
              <a:ext uri="{FF2B5EF4-FFF2-40B4-BE49-F238E27FC236}">
                <a16:creationId xmlns:a16="http://schemas.microsoft.com/office/drawing/2014/main" id="{33C2B509-1DB8-83B1-32F7-9EED125699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81200" y="32988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951" name="Rectangle 16">
            <a:extLst>
              <a:ext uri="{FF2B5EF4-FFF2-40B4-BE49-F238E27FC236}">
                <a16:creationId xmlns:a16="http://schemas.microsoft.com/office/drawing/2014/main" id="{56111635-8504-ABCB-B7AF-182A422975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03489" y="32988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952" name="AutoShape 17">
            <a:extLst>
              <a:ext uri="{FF2B5EF4-FFF2-40B4-BE49-F238E27FC236}">
                <a16:creationId xmlns:a16="http://schemas.microsoft.com/office/drawing/2014/main" id="{A8B6D41C-B3D1-902E-9564-512AD542853D}"/>
              </a:ext>
            </a:extLst>
          </p:cNvPr>
          <p:cNvCxnSpPr>
            <a:cxnSpLocks noChangeShapeType="1"/>
            <a:stCxn id="39951" idx="0"/>
            <a:endCxn id="39949" idx="5"/>
          </p:cNvCxnSpPr>
          <p:nvPr/>
        </p:nvCxnSpPr>
        <p:spPr bwMode="auto">
          <a:xfrm flipH="1" flipV="1">
            <a:off x="2446339" y="3040064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3" name="AutoShape 18">
            <a:extLst>
              <a:ext uri="{FF2B5EF4-FFF2-40B4-BE49-F238E27FC236}">
                <a16:creationId xmlns:a16="http://schemas.microsoft.com/office/drawing/2014/main" id="{EE12F7D5-F8C0-1592-760F-DAD958CA027E}"/>
              </a:ext>
            </a:extLst>
          </p:cNvPr>
          <p:cNvCxnSpPr>
            <a:cxnSpLocks noChangeShapeType="1"/>
            <a:stCxn id="39950" idx="0"/>
            <a:endCxn id="39949" idx="3"/>
          </p:cNvCxnSpPr>
          <p:nvPr/>
        </p:nvCxnSpPr>
        <p:spPr bwMode="auto">
          <a:xfrm flipV="1">
            <a:off x="2084389" y="3040064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54" name="Oval 19">
            <a:extLst>
              <a:ext uri="{FF2B5EF4-FFF2-40B4-BE49-F238E27FC236}">
                <a16:creationId xmlns:a16="http://schemas.microsoft.com/office/drawing/2014/main" id="{F34D0035-6FF7-D016-1381-B56708B40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5051" y="2332038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sp>
        <p:nvSpPr>
          <p:cNvPr id="39955" name="Oval 20">
            <a:extLst>
              <a:ext uri="{FF2B5EF4-FFF2-40B4-BE49-F238E27FC236}">
                <a16:creationId xmlns:a16="http://schemas.microsoft.com/office/drawing/2014/main" id="{5E0FDC91-3401-9DED-11DE-955E12E5E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7338" y="27876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12</a:t>
            </a:r>
          </a:p>
        </p:txBody>
      </p:sp>
      <p:sp>
        <p:nvSpPr>
          <p:cNvPr id="39956" name="Rectangle 21">
            <a:extLst>
              <a:ext uri="{FF2B5EF4-FFF2-40B4-BE49-F238E27FC236}">
                <a16:creationId xmlns:a16="http://schemas.microsoft.com/office/drawing/2014/main" id="{9E0307C2-4B88-1658-F570-DAFBA2C7A5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48264" y="33004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957" name="Rectangle 22">
            <a:extLst>
              <a:ext uri="{FF2B5EF4-FFF2-40B4-BE49-F238E27FC236}">
                <a16:creationId xmlns:a16="http://schemas.microsoft.com/office/drawing/2014/main" id="{FFE86EFB-CB87-AB55-E803-7F2FBB0CBE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68964" y="3300414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958" name="AutoShape 23">
            <a:extLst>
              <a:ext uri="{FF2B5EF4-FFF2-40B4-BE49-F238E27FC236}">
                <a16:creationId xmlns:a16="http://schemas.microsoft.com/office/drawing/2014/main" id="{03A79858-FCC9-437A-37A9-522882C74439}"/>
              </a:ext>
            </a:extLst>
          </p:cNvPr>
          <p:cNvCxnSpPr>
            <a:cxnSpLocks noChangeShapeType="1"/>
            <a:stCxn id="39957" idx="0"/>
            <a:endCxn id="39955" idx="5"/>
          </p:cNvCxnSpPr>
          <p:nvPr/>
        </p:nvCxnSpPr>
        <p:spPr bwMode="auto">
          <a:xfrm flipH="1" flipV="1">
            <a:off x="5611814" y="30416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9" name="AutoShape 24">
            <a:extLst>
              <a:ext uri="{FF2B5EF4-FFF2-40B4-BE49-F238E27FC236}">
                <a16:creationId xmlns:a16="http://schemas.microsoft.com/office/drawing/2014/main" id="{20A9F319-29C9-6894-1A3A-2B083CE5C1DC}"/>
              </a:ext>
            </a:extLst>
          </p:cNvPr>
          <p:cNvCxnSpPr>
            <a:cxnSpLocks noChangeShapeType="1"/>
            <a:stCxn id="39956" idx="0"/>
            <a:endCxn id="39955" idx="3"/>
          </p:cNvCxnSpPr>
          <p:nvPr/>
        </p:nvCxnSpPr>
        <p:spPr bwMode="auto">
          <a:xfrm flipV="1">
            <a:off x="5251451" y="3041650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60" name="AutoShape 25">
            <a:extLst>
              <a:ext uri="{FF2B5EF4-FFF2-40B4-BE49-F238E27FC236}">
                <a16:creationId xmlns:a16="http://schemas.microsoft.com/office/drawing/2014/main" id="{CE005A13-19BB-176B-57BD-610272CB606F}"/>
              </a:ext>
            </a:extLst>
          </p:cNvPr>
          <p:cNvCxnSpPr>
            <a:cxnSpLocks noChangeShapeType="1"/>
            <a:stCxn id="39962" idx="7"/>
            <a:endCxn id="39954" idx="3"/>
          </p:cNvCxnSpPr>
          <p:nvPr/>
        </p:nvCxnSpPr>
        <p:spPr bwMode="auto">
          <a:xfrm flipV="1">
            <a:off x="4565651" y="25860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61" name="AutoShape 26">
            <a:extLst>
              <a:ext uri="{FF2B5EF4-FFF2-40B4-BE49-F238E27FC236}">
                <a16:creationId xmlns:a16="http://schemas.microsoft.com/office/drawing/2014/main" id="{9E1CC4ED-A36E-D402-11F6-3AD2588B035E}"/>
              </a:ext>
            </a:extLst>
          </p:cNvPr>
          <p:cNvCxnSpPr>
            <a:cxnSpLocks noChangeShapeType="1"/>
            <a:stCxn id="39955" idx="1"/>
            <a:endCxn id="39954" idx="5"/>
          </p:cNvCxnSpPr>
          <p:nvPr/>
        </p:nvCxnSpPr>
        <p:spPr bwMode="auto">
          <a:xfrm flipH="1" flipV="1">
            <a:off x="5087939" y="25860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62" name="Oval 27">
            <a:extLst>
              <a:ext uri="{FF2B5EF4-FFF2-40B4-BE49-F238E27FC236}">
                <a16:creationId xmlns:a16="http://schemas.microsoft.com/office/drawing/2014/main" id="{E63CC209-82AD-DE60-FFFC-A38F7DAAF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2763" y="2787650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39963" name="Rectangle 28">
            <a:extLst>
              <a:ext uri="{FF2B5EF4-FFF2-40B4-BE49-F238E27FC236}">
                <a16:creationId xmlns:a16="http://schemas.microsoft.com/office/drawing/2014/main" id="{6BC0642B-F0B9-F287-E1E3-71F4F08B5B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00514" y="33004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964" name="Rectangle 29">
            <a:extLst>
              <a:ext uri="{FF2B5EF4-FFF2-40B4-BE49-F238E27FC236}">
                <a16:creationId xmlns:a16="http://schemas.microsoft.com/office/drawing/2014/main" id="{4A3207F3-164C-863B-657A-EEEBB0AE6A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22800" y="33004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965" name="AutoShape 30">
            <a:extLst>
              <a:ext uri="{FF2B5EF4-FFF2-40B4-BE49-F238E27FC236}">
                <a16:creationId xmlns:a16="http://schemas.microsoft.com/office/drawing/2014/main" id="{4A390B34-BEE5-F6B3-2FEF-380FA01B0E0C}"/>
              </a:ext>
            </a:extLst>
          </p:cNvPr>
          <p:cNvCxnSpPr>
            <a:cxnSpLocks noChangeShapeType="1"/>
            <a:stCxn id="39964" idx="0"/>
            <a:endCxn id="39962" idx="5"/>
          </p:cNvCxnSpPr>
          <p:nvPr/>
        </p:nvCxnSpPr>
        <p:spPr bwMode="auto">
          <a:xfrm flipH="1" flipV="1">
            <a:off x="4565650" y="3041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66" name="AutoShape 31">
            <a:extLst>
              <a:ext uri="{FF2B5EF4-FFF2-40B4-BE49-F238E27FC236}">
                <a16:creationId xmlns:a16="http://schemas.microsoft.com/office/drawing/2014/main" id="{17AE3FB5-99E5-3AD2-5013-6223B93CBAAF}"/>
              </a:ext>
            </a:extLst>
          </p:cNvPr>
          <p:cNvCxnSpPr>
            <a:cxnSpLocks noChangeShapeType="1"/>
            <a:stCxn id="39963" idx="0"/>
            <a:endCxn id="39962" idx="3"/>
          </p:cNvCxnSpPr>
          <p:nvPr/>
        </p:nvCxnSpPr>
        <p:spPr bwMode="auto">
          <a:xfrm flipV="1">
            <a:off x="4203700" y="3041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67" name="Oval 32">
            <a:extLst>
              <a:ext uri="{FF2B5EF4-FFF2-40B4-BE49-F238E27FC236}">
                <a16:creationId xmlns:a16="http://schemas.microsoft.com/office/drawing/2014/main" id="{0685CE78-DD66-EC1F-0E3F-2AC306204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3914" y="1447801"/>
            <a:ext cx="287337" cy="2841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9968" name="AutoShape 33">
            <a:extLst>
              <a:ext uri="{FF2B5EF4-FFF2-40B4-BE49-F238E27FC236}">
                <a16:creationId xmlns:a16="http://schemas.microsoft.com/office/drawing/2014/main" id="{3AF89EAC-1E38-648D-7406-54A6633E4D20}"/>
              </a:ext>
            </a:extLst>
          </p:cNvPr>
          <p:cNvCxnSpPr>
            <a:cxnSpLocks noChangeShapeType="1"/>
            <a:stCxn id="39967" idx="5"/>
            <a:endCxn id="39970" idx="1"/>
          </p:cNvCxnSpPr>
          <p:nvPr/>
        </p:nvCxnSpPr>
        <p:spPr bwMode="auto">
          <a:xfrm>
            <a:off x="6148388" y="1690689"/>
            <a:ext cx="1917700" cy="212725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69" name="AutoShape 34">
            <a:extLst>
              <a:ext uri="{FF2B5EF4-FFF2-40B4-BE49-F238E27FC236}">
                <a16:creationId xmlns:a16="http://schemas.microsoft.com/office/drawing/2014/main" id="{72621103-6BF4-BB27-6A5D-C6D3B38AC9EB}"/>
              </a:ext>
            </a:extLst>
          </p:cNvPr>
          <p:cNvCxnSpPr>
            <a:cxnSpLocks noChangeShapeType="1"/>
            <a:stCxn id="39967" idx="3"/>
            <a:endCxn id="39938" idx="7"/>
          </p:cNvCxnSpPr>
          <p:nvPr/>
        </p:nvCxnSpPr>
        <p:spPr bwMode="auto">
          <a:xfrm flipH="1">
            <a:off x="4029075" y="1690689"/>
            <a:ext cx="1917700" cy="211137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70" name="Oval 35">
            <a:extLst>
              <a:ext uri="{FF2B5EF4-FFF2-40B4-BE49-F238E27FC236}">
                <a16:creationId xmlns:a16="http://schemas.microsoft.com/office/drawing/2014/main" id="{9F7AC7CA-4C8D-DFE3-28B1-7F8A5242E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4813" y="1876426"/>
            <a:ext cx="285750" cy="28416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cxnSp>
        <p:nvCxnSpPr>
          <p:cNvPr id="39971" name="AutoShape 36">
            <a:extLst>
              <a:ext uri="{FF2B5EF4-FFF2-40B4-BE49-F238E27FC236}">
                <a16:creationId xmlns:a16="http://schemas.microsoft.com/office/drawing/2014/main" id="{6B620F32-9427-29DB-1E03-DBE0A0BC05E2}"/>
              </a:ext>
            </a:extLst>
          </p:cNvPr>
          <p:cNvCxnSpPr>
            <a:cxnSpLocks noChangeShapeType="1"/>
            <a:stCxn id="39970" idx="3"/>
            <a:endCxn id="39973" idx="7"/>
          </p:cNvCxnSpPr>
          <p:nvPr/>
        </p:nvCxnSpPr>
        <p:spPr bwMode="auto">
          <a:xfrm flipH="1">
            <a:off x="7208838" y="2133600"/>
            <a:ext cx="857250" cy="2301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72" name="AutoShape 37">
            <a:extLst>
              <a:ext uri="{FF2B5EF4-FFF2-40B4-BE49-F238E27FC236}">
                <a16:creationId xmlns:a16="http://schemas.microsoft.com/office/drawing/2014/main" id="{6766A80E-40CE-84F3-6B83-75E84B5B2334}"/>
              </a:ext>
            </a:extLst>
          </p:cNvPr>
          <p:cNvCxnSpPr>
            <a:cxnSpLocks noChangeShapeType="1"/>
            <a:stCxn id="39986" idx="1"/>
            <a:endCxn id="39970" idx="5"/>
          </p:cNvCxnSpPr>
          <p:nvPr/>
        </p:nvCxnSpPr>
        <p:spPr bwMode="auto">
          <a:xfrm flipH="1" flipV="1">
            <a:off x="8269288" y="2133601"/>
            <a:ext cx="857250" cy="231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73" name="Oval 38">
            <a:extLst>
              <a:ext uri="{FF2B5EF4-FFF2-40B4-BE49-F238E27FC236}">
                <a16:creationId xmlns:a16="http://schemas.microsoft.com/office/drawing/2014/main" id="{6AD28EAB-BABD-91AD-D364-C3F45CEA9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5951" y="2332038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39974" name="Oval 39">
            <a:extLst>
              <a:ext uri="{FF2B5EF4-FFF2-40B4-BE49-F238E27FC236}">
                <a16:creationId xmlns:a16="http://schemas.microsoft.com/office/drawing/2014/main" id="{18279FBE-83B3-744E-20D8-1B9E0CC0E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238" y="27876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39975" name="Rectangle 40">
            <a:extLst>
              <a:ext uri="{FF2B5EF4-FFF2-40B4-BE49-F238E27FC236}">
                <a16:creationId xmlns:a16="http://schemas.microsoft.com/office/drawing/2014/main" id="{A0991A4C-D4FB-5FBF-F5D0-D761C0A552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69164" y="33004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976" name="Rectangle 41">
            <a:extLst>
              <a:ext uri="{FF2B5EF4-FFF2-40B4-BE49-F238E27FC236}">
                <a16:creationId xmlns:a16="http://schemas.microsoft.com/office/drawing/2014/main" id="{35F6AC6E-5123-1707-25DF-CFE3F10EC9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89864" y="3300414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977" name="AutoShape 42">
            <a:extLst>
              <a:ext uri="{FF2B5EF4-FFF2-40B4-BE49-F238E27FC236}">
                <a16:creationId xmlns:a16="http://schemas.microsoft.com/office/drawing/2014/main" id="{E0D14B69-7A63-6323-5994-065AF4433EC7}"/>
              </a:ext>
            </a:extLst>
          </p:cNvPr>
          <p:cNvCxnSpPr>
            <a:cxnSpLocks noChangeShapeType="1"/>
            <a:stCxn id="39976" idx="0"/>
            <a:endCxn id="39974" idx="5"/>
          </p:cNvCxnSpPr>
          <p:nvPr/>
        </p:nvCxnSpPr>
        <p:spPr bwMode="auto">
          <a:xfrm flipH="1" flipV="1">
            <a:off x="7732714" y="30416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78" name="AutoShape 43">
            <a:extLst>
              <a:ext uri="{FF2B5EF4-FFF2-40B4-BE49-F238E27FC236}">
                <a16:creationId xmlns:a16="http://schemas.microsoft.com/office/drawing/2014/main" id="{1D17CEA2-6F4B-2EC8-A8CF-23C0E68F28CE}"/>
              </a:ext>
            </a:extLst>
          </p:cNvPr>
          <p:cNvCxnSpPr>
            <a:cxnSpLocks noChangeShapeType="1"/>
            <a:stCxn id="39975" idx="0"/>
            <a:endCxn id="39974" idx="3"/>
          </p:cNvCxnSpPr>
          <p:nvPr/>
        </p:nvCxnSpPr>
        <p:spPr bwMode="auto">
          <a:xfrm flipV="1">
            <a:off x="7372351" y="3041650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79" name="AutoShape 44">
            <a:extLst>
              <a:ext uri="{FF2B5EF4-FFF2-40B4-BE49-F238E27FC236}">
                <a16:creationId xmlns:a16="http://schemas.microsoft.com/office/drawing/2014/main" id="{DDDA635E-031D-F390-3FE0-08DC75CCB899}"/>
              </a:ext>
            </a:extLst>
          </p:cNvPr>
          <p:cNvCxnSpPr>
            <a:cxnSpLocks noChangeShapeType="1"/>
            <a:stCxn id="39981" idx="7"/>
            <a:endCxn id="39973" idx="3"/>
          </p:cNvCxnSpPr>
          <p:nvPr/>
        </p:nvCxnSpPr>
        <p:spPr bwMode="auto">
          <a:xfrm flipV="1">
            <a:off x="6686551" y="25860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80" name="AutoShape 45">
            <a:extLst>
              <a:ext uri="{FF2B5EF4-FFF2-40B4-BE49-F238E27FC236}">
                <a16:creationId xmlns:a16="http://schemas.microsoft.com/office/drawing/2014/main" id="{46ED2419-0DF3-D7FB-7FE3-1645170CC36F}"/>
              </a:ext>
            </a:extLst>
          </p:cNvPr>
          <p:cNvCxnSpPr>
            <a:cxnSpLocks noChangeShapeType="1"/>
            <a:stCxn id="39974" idx="1"/>
            <a:endCxn id="39973" idx="5"/>
          </p:cNvCxnSpPr>
          <p:nvPr/>
        </p:nvCxnSpPr>
        <p:spPr bwMode="auto">
          <a:xfrm flipH="1" flipV="1">
            <a:off x="7208839" y="25860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81" name="Oval 46">
            <a:extLst>
              <a:ext uri="{FF2B5EF4-FFF2-40B4-BE49-F238E27FC236}">
                <a16:creationId xmlns:a16="http://schemas.microsoft.com/office/drawing/2014/main" id="{4390E27C-D955-03F8-1B38-2AFB84117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2787650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11</a:t>
            </a:r>
          </a:p>
        </p:txBody>
      </p:sp>
      <p:sp>
        <p:nvSpPr>
          <p:cNvPr id="39982" name="Rectangle 47">
            <a:extLst>
              <a:ext uri="{FF2B5EF4-FFF2-40B4-BE49-F238E27FC236}">
                <a16:creationId xmlns:a16="http://schemas.microsoft.com/office/drawing/2014/main" id="{5C2CF8D0-A49B-B5E7-CBD2-8E7168358A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21414" y="33004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983" name="Rectangle 48">
            <a:extLst>
              <a:ext uri="{FF2B5EF4-FFF2-40B4-BE49-F238E27FC236}">
                <a16:creationId xmlns:a16="http://schemas.microsoft.com/office/drawing/2014/main" id="{51348A23-7054-9D1D-A37D-3D6AC5E2AA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43700" y="33004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984" name="AutoShape 49">
            <a:extLst>
              <a:ext uri="{FF2B5EF4-FFF2-40B4-BE49-F238E27FC236}">
                <a16:creationId xmlns:a16="http://schemas.microsoft.com/office/drawing/2014/main" id="{793F0256-DA73-04F7-3A4C-463E804CF450}"/>
              </a:ext>
            </a:extLst>
          </p:cNvPr>
          <p:cNvCxnSpPr>
            <a:cxnSpLocks noChangeShapeType="1"/>
            <a:stCxn id="39983" idx="0"/>
            <a:endCxn id="39981" idx="5"/>
          </p:cNvCxnSpPr>
          <p:nvPr/>
        </p:nvCxnSpPr>
        <p:spPr bwMode="auto">
          <a:xfrm flipH="1" flipV="1">
            <a:off x="6686550" y="3041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85" name="AutoShape 50">
            <a:extLst>
              <a:ext uri="{FF2B5EF4-FFF2-40B4-BE49-F238E27FC236}">
                <a16:creationId xmlns:a16="http://schemas.microsoft.com/office/drawing/2014/main" id="{904E0E8C-A9B4-7244-ED9C-420DFA22A2E0}"/>
              </a:ext>
            </a:extLst>
          </p:cNvPr>
          <p:cNvCxnSpPr>
            <a:cxnSpLocks noChangeShapeType="1"/>
            <a:stCxn id="39982" idx="0"/>
            <a:endCxn id="39981" idx="3"/>
          </p:cNvCxnSpPr>
          <p:nvPr/>
        </p:nvCxnSpPr>
        <p:spPr bwMode="auto">
          <a:xfrm flipV="1">
            <a:off x="6324600" y="3041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86" name="Oval 51">
            <a:extLst>
              <a:ext uri="{FF2B5EF4-FFF2-40B4-BE49-F238E27FC236}">
                <a16:creationId xmlns:a16="http://schemas.microsoft.com/office/drawing/2014/main" id="{F0A38303-C84C-24D6-50A5-3A2319C18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3" y="2333625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20</a:t>
            </a:r>
          </a:p>
        </p:txBody>
      </p:sp>
      <p:sp>
        <p:nvSpPr>
          <p:cNvPr id="39987" name="Oval 52">
            <a:extLst>
              <a:ext uri="{FF2B5EF4-FFF2-40B4-BE49-F238E27FC236}">
                <a16:creationId xmlns:a16="http://schemas.microsoft.com/office/drawing/2014/main" id="{B26D1D2F-BE92-73E6-6C9B-87C22245F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7550" y="2789238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27</a:t>
            </a:r>
          </a:p>
        </p:txBody>
      </p:sp>
      <p:sp>
        <p:nvSpPr>
          <p:cNvPr id="39988" name="Rectangle 53">
            <a:extLst>
              <a:ext uri="{FF2B5EF4-FFF2-40B4-BE49-F238E27FC236}">
                <a16:creationId xmlns:a16="http://schemas.microsoft.com/office/drawing/2014/main" id="{85818957-9494-5CDA-4054-E699C049B9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88475" y="33020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989" name="Rectangle 54">
            <a:extLst>
              <a:ext uri="{FF2B5EF4-FFF2-40B4-BE49-F238E27FC236}">
                <a16:creationId xmlns:a16="http://schemas.microsoft.com/office/drawing/2014/main" id="{8D086FF5-5466-875F-56AF-A6A71146D4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09176" y="330200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990" name="AutoShape 55">
            <a:extLst>
              <a:ext uri="{FF2B5EF4-FFF2-40B4-BE49-F238E27FC236}">
                <a16:creationId xmlns:a16="http://schemas.microsoft.com/office/drawing/2014/main" id="{717AB8F7-8891-6E31-AA30-602EF2172266}"/>
              </a:ext>
            </a:extLst>
          </p:cNvPr>
          <p:cNvCxnSpPr>
            <a:cxnSpLocks noChangeShapeType="1"/>
            <a:stCxn id="39989" idx="0"/>
            <a:endCxn id="39987" idx="5"/>
          </p:cNvCxnSpPr>
          <p:nvPr/>
        </p:nvCxnSpPr>
        <p:spPr bwMode="auto">
          <a:xfrm flipH="1" flipV="1">
            <a:off x="9852025" y="3043239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91" name="AutoShape 56">
            <a:extLst>
              <a:ext uri="{FF2B5EF4-FFF2-40B4-BE49-F238E27FC236}">
                <a16:creationId xmlns:a16="http://schemas.microsoft.com/office/drawing/2014/main" id="{4CE66F09-9C43-02B6-13F6-A1CA51B5BD3E}"/>
              </a:ext>
            </a:extLst>
          </p:cNvPr>
          <p:cNvCxnSpPr>
            <a:cxnSpLocks noChangeShapeType="1"/>
            <a:stCxn id="39988" idx="0"/>
            <a:endCxn id="39987" idx="3"/>
          </p:cNvCxnSpPr>
          <p:nvPr/>
        </p:nvCxnSpPr>
        <p:spPr bwMode="auto">
          <a:xfrm flipV="1">
            <a:off x="9491663" y="3043239"/>
            <a:ext cx="157162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92" name="AutoShape 57">
            <a:extLst>
              <a:ext uri="{FF2B5EF4-FFF2-40B4-BE49-F238E27FC236}">
                <a16:creationId xmlns:a16="http://schemas.microsoft.com/office/drawing/2014/main" id="{FB97DEB9-97F3-8CF2-867D-D8C0F4115058}"/>
              </a:ext>
            </a:extLst>
          </p:cNvPr>
          <p:cNvCxnSpPr>
            <a:cxnSpLocks noChangeShapeType="1"/>
            <a:stCxn id="39994" idx="7"/>
            <a:endCxn id="39986" idx="3"/>
          </p:cNvCxnSpPr>
          <p:nvPr/>
        </p:nvCxnSpPr>
        <p:spPr bwMode="auto">
          <a:xfrm flipV="1">
            <a:off x="8805864" y="2587626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93" name="AutoShape 58">
            <a:extLst>
              <a:ext uri="{FF2B5EF4-FFF2-40B4-BE49-F238E27FC236}">
                <a16:creationId xmlns:a16="http://schemas.microsoft.com/office/drawing/2014/main" id="{9D9E54BD-58B5-6354-CAA5-011B3895B0B9}"/>
              </a:ext>
            </a:extLst>
          </p:cNvPr>
          <p:cNvCxnSpPr>
            <a:cxnSpLocks noChangeShapeType="1"/>
            <a:stCxn id="39987" idx="1"/>
            <a:endCxn id="39986" idx="5"/>
          </p:cNvCxnSpPr>
          <p:nvPr/>
        </p:nvCxnSpPr>
        <p:spPr bwMode="auto">
          <a:xfrm flipH="1" flipV="1">
            <a:off x="9328151" y="2587626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94" name="Oval 59">
            <a:extLst>
              <a:ext uri="{FF2B5EF4-FFF2-40B4-BE49-F238E27FC236}">
                <a16:creationId xmlns:a16="http://schemas.microsoft.com/office/drawing/2014/main" id="{C64DEB62-F3EE-4F16-96D7-EE215FC6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2976" y="2789238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23</a:t>
            </a:r>
          </a:p>
        </p:txBody>
      </p:sp>
      <p:sp>
        <p:nvSpPr>
          <p:cNvPr id="39995" name="Rectangle 60">
            <a:extLst>
              <a:ext uri="{FF2B5EF4-FFF2-40B4-BE49-F238E27FC236}">
                <a16:creationId xmlns:a16="http://schemas.microsoft.com/office/drawing/2014/main" id="{9E310E9B-F8B8-6E6A-2897-4703A11484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40725" y="33020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996" name="Rectangle 61">
            <a:extLst>
              <a:ext uri="{FF2B5EF4-FFF2-40B4-BE49-F238E27FC236}">
                <a16:creationId xmlns:a16="http://schemas.microsoft.com/office/drawing/2014/main" id="{C5F2178E-F2D7-65DC-F536-AF74FBF18C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863014" y="33020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997" name="AutoShape 62">
            <a:extLst>
              <a:ext uri="{FF2B5EF4-FFF2-40B4-BE49-F238E27FC236}">
                <a16:creationId xmlns:a16="http://schemas.microsoft.com/office/drawing/2014/main" id="{EBC9550F-FE71-3617-64D8-5677119D0A2E}"/>
              </a:ext>
            </a:extLst>
          </p:cNvPr>
          <p:cNvCxnSpPr>
            <a:cxnSpLocks noChangeShapeType="1"/>
            <a:stCxn id="39996" idx="0"/>
            <a:endCxn id="39994" idx="5"/>
          </p:cNvCxnSpPr>
          <p:nvPr/>
        </p:nvCxnSpPr>
        <p:spPr bwMode="auto">
          <a:xfrm flipH="1" flipV="1">
            <a:off x="8805864" y="3043239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98" name="AutoShape 63">
            <a:extLst>
              <a:ext uri="{FF2B5EF4-FFF2-40B4-BE49-F238E27FC236}">
                <a16:creationId xmlns:a16="http://schemas.microsoft.com/office/drawing/2014/main" id="{C77F7575-2355-F455-E309-850FAC6B9698}"/>
              </a:ext>
            </a:extLst>
          </p:cNvPr>
          <p:cNvCxnSpPr>
            <a:cxnSpLocks noChangeShapeType="1"/>
            <a:stCxn id="39995" idx="0"/>
            <a:endCxn id="39994" idx="3"/>
          </p:cNvCxnSpPr>
          <p:nvPr/>
        </p:nvCxnSpPr>
        <p:spPr bwMode="auto">
          <a:xfrm flipV="1">
            <a:off x="8443914" y="3043239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99" name="Oval 64">
            <a:extLst>
              <a:ext uri="{FF2B5EF4-FFF2-40B4-BE49-F238E27FC236}">
                <a16:creationId xmlns:a16="http://schemas.microsoft.com/office/drawing/2014/main" id="{9742BC88-AA49-6981-FF21-85454C9A0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4600" y="4389438"/>
            <a:ext cx="285750" cy="28416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cxnSp>
        <p:nvCxnSpPr>
          <p:cNvPr id="40000" name="AutoShape 65">
            <a:extLst>
              <a:ext uri="{FF2B5EF4-FFF2-40B4-BE49-F238E27FC236}">
                <a16:creationId xmlns:a16="http://schemas.microsoft.com/office/drawing/2014/main" id="{C2CC5EC7-EC8D-D7E3-2AA6-86449B6A4322}"/>
              </a:ext>
            </a:extLst>
          </p:cNvPr>
          <p:cNvCxnSpPr>
            <a:cxnSpLocks noChangeShapeType="1"/>
            <a:stCxn id="39999" idx="3"/>
            <a:endCxn id="40002" idx="7"/>
          </p:cNvCxnSpPr>
          <p:nvPr/>
        </p:nvCxnSpPr>
        <p:spPr bwMode="auto">
          <a:xfrm flipH="1">
            <a:off x="2968625" y="4646614"/>
            <a:ext cx="857250" cy="2301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01" name="AutoShape 66">
            <a:extLst>
              <a:ext uri="{FF2B5EF4-FFF2-40B4-BE49-F238E27FC236}">
                <a16:creationId xmlns:a16="http://schemas.microsoft.com/office/drawing/2014/main" id="{1F146159-C8D1-C632-3DA6-2519C3990E94}"/>
              </a:ext>
            </a:extLst>
          </p:cNvPr>
          <p:cNvCxnSpPr>
            <a:cxnSpLocks noChangeShapeType="1"/>
            <a:stCxn id="40015" idx="1"/>
            <a:endCxn id="39999" idx="5"/>
          </p:cNvCxnSpPr>
          <p:nvPr/>
        </p:nvCxnSpPr>
        <p:spPr bwMode="auto">
          <a:xfrm flipH="1" flipV="1">
            <a:off x="4029075" y="4646613"/>
            <a:ext cx="857250" cy="227012"/>
          </a:xfrm>
          <a:prstGeom prst="straightConnector1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02" name="Oval 67">
            <a:extLst>
              <a:ext uri="{FF2B5EF4-FFF2-40B4-BE49-F238E27FC236}">
                <a16:creationId xmlns:a16="http://schemas.microsoft.com/office/drawing/2014/main" id="{248E917C-5A1D-E8CD-F51A-85295E00F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4845050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15</a:t>
            </a:r>
          </a:p>
        </p:txBody>
      </p:sp>
      <p:sp>
        <p:nvSpPr>
          <p:cNvPr id="40003" name="Oval 68">
            <a:extLst>
              <a:ext uri="{FF2B5EF4-FFF2-40B4-BE49-F238E27FC236}">
                <a16:creationId xmlns:a16="http://schemas.microsoft.com/office/drawing/2014/main" id="{0801D507-3EEC-650A-969B-7ACF8A709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5" y="5300663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25</a:t>
            </a:r>
          </a:p>
        </p:txBody>
      </p:sp>
      <p:sp>
        <p:nvSpPr>
          <p:cNvPr id="40004" name="Rectangle 69">
            <a:extLst>
              <a:ext uri="{FF2B5EF4-FFF2-40B4-BE49-F238E27FC236}">
                <a16:creationId xmlns:a16="http://schemas.microsoft.com/office/drawing/2014/main" id="{DDB13AA2-AF8E-64F3-401A-A4BC7F6DA2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28950" y="58134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005" name="Rectangle 70">
            <a:extLst>
              <a:ext uri="{FF2B5EF4-FFF2-40B4-BE49-F238E27FC236}">
                <a16:creationId xmlns:a16="http://schemas.microsoft.com/office/drawing/2014/main" id="{1378D019-45AD-E6A0-E307-7D2AB9AE94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49651" y="5813425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006" name="AutoShape 71">
            <a:extLst>
              <a:ext uri="{FF2B5EF4-FFF2-40B4-BE49-F238E27FC236}">
                <a16:creationId xmlns:a16="http://schemas.microsoft.com/office/drawing/2014/main" id="{5AB9E914-7748-2D55-F2DC-C73937A78B5E}"/>
              </a:ext>
            </a:extLst>
          </p:cNvPr>
          <p:cNvCxnSpPr>
            <a:cxnSpLocks noChangeShapeType="1"/>
            <a:stCxn id="40005" idx="0"/>
            <a:endCxn id="40003" idx="5"/>
          </p:cNvCxnSpPr>
          <p:nvPr/>
        </p:nvCxnSpPr>
        <p:spPr bwMode="auto">
          <a:xfrm flipH="1" flipV="1">
            <a:off x="3492500" y="5554664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07" name="AutoShape 72">
            <a:extLst>
              <a:ext uri="{FF2B5EF4-FFF2-40B4-BE49-F238E27FC236}">
                <a16:creationId xmlns:a16="http://schemas.microsoft.com/office/drawing/2014/main" id="{00AFFBF5-5D52-F35F-8C8D-2D720C2C9545}"/>
              </a:ext>
            </a:extLst>
          </p:cNvPr>
          <p:cNvCxnSpPr>
            <a:cxnSpLocks noChangeShapeType="1"/>
            <a:stCxn id="40004" idx="0"/>
            <a:endCxn id="40003" idx="3"/>
          </p:cNvCxnSpPr>
          <p:nvPr/>
        </p:nvCxnSpPr>
        <p:spPr bwMode="auto">
          <a:xfrm flipV="1">
            <a:off x="3132138" y="5554664"/>
            <a:ext cx="157162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08" name="AutoShape 73">
            <a:extLst>
              <a:ext uri="{FF2B5EF4-FFF2-40B4-BE49-F238E27FC236}">
                <a16:creationId xmlns:a16="http://schemas.microsoft.com/office/drawing/2014/main" id="{96C93D65-6B72-38A0-8B4D-139A0C0AC5FF}"/>
              </a:ext>
            </a:extLst>
          </p:cNvPr>
          <p:cNvCxnSpPr>
            <a:cxnSpLocks noChangeShapeType="1"/>
            <a:stCxn id="40010" idx="7"/>
            <a:endCxn id="40002" idx="3"/>
          </p:cNvCxnSpPr>
          <p:nvPr/>
        </p:nvCxnSpPr>
        <p:spPr bwMode="auto">
          <a:xfrm flipV="1">
            <a:off x="2446339" y="5099051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09" name="AutoShape 74">
            <a:extLst>
              <a:ext uri="{FF2B5EF4-FFF2-40B4-BE49-F238E27FC236}">
                <a16:creationId xmlns:a16="http://schemas.microsoft.com/office/drawing/2014/main" id="{F4362376-271B-40E0-A15B-BDB117BC05AE}"/>
              </a:ext>
            </a:extLst>
          </p:cNvPr>
          <p:cNvCxnSpPr>
            <a:cxnSpLocks noChangeShapeType="1"/>
            <a:stCxn id="40003" idx="1"/>
            <a:endCxn id="40002" idx="5"/>
          </p:cNvCxnSpPr>
          <p:nvPr/>
        </p:nvCxnSpPr>
        <p:spPr bwMode="auto">
          <a:xfrm flipH="1" flipV="1">
            <a:off x="2968626" y="5099051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10" name="Oval 75">
            <a:extLst>
              <a:ext uri="{FF2B5EF4-FFF2-40B4-BE49-F238E27FC236}">
                <a16:creationId xmlns:a16="http://schemas.microsoft.com/office/drawing/2014/main" id="{5D90700D-FDAA-02DD-359B-E7438E16C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3451" y="5300663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16</a:t>
            </a:r>
          </a:p>
        </p:txBody>
      </p:sp>
      <p:sp>
        <p:nvSpPr>
          <p:cNvPr id="40011" name="Rectangle 76">
            <a:extLst>
              <a:ext uri="{FF2B5EF4-FFF2-40B4-BE49-F238E27FC236}">
                <a16:creationId xmlns:a16="http://schemas.microsoft.com/office/drawing/2014/main" id="{CB6A6A2A-D56C-B4AA-C7B2-4E170CBB3E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81200" y="58134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012" name="Rectangle 77">
            <a:extLst>
              <a:ext uri="{FF2B5EF4-FFF2-40B4-BE49-F238E27FC236}">
                <a16:creationId xmlns:a16="http://schemas.microsoft.com/office/drawing/2014/main" id="{7D5A49CE-CD42-41A1-048C-53149321DD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03489" y="58134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013" name="AutoShape 78">
            <a:extLst>
              <a:ext uri="{FF2B5EF4-FFF2-40B4-BE49-F238E27FC236}">
                <a16:creationId xmlns:a16="http://schemas.microsoft.com/office/drawing/2014/main" id="{92C865D5-0319-4AEB-32B3-B185348D430F}"/>
              </a:ext>
            </a:extLst>
          </p:cNvPr>
          <p:cNvCxnSpPr>
            <a:cxnSpLocks noChangeShapeType="1"/>
            <a:stCxn id="40012" idx="0"/>
            <a:endCxn id="40010" idx="5"/>
          </p:cNvCxnSpPr>
          <p:nvPr/>
        </p:nvCxnSpPr>
        <p:spPr bwMode="auto">
          <a:xfrm flipH="1" flipV="1">
            <a:off x="2446339" y="5554664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14" name="AutoShape 79">
            <a:extLst>
              <a:ext uri="{FF2B5EF4-FFF2-40B4-BE49-F238E27FC236}">
                <a16:creationId xmlns:a16="http://schemas.microsoft.com/office/drawing/2014/main" id="{840E6DE8-6315-1996-5A89-45F2B16762B1}"/>
              </a:ext>
            </a:extLst>
          </p:cNvPr>
          <p:cNvCxnSpPr>
            <a:cxnSpLocks noChangeShapeType="1"/>
            <a:stCxn id="40011" idx="0"/>
            <a:endCxn id="40010" idx="3"/>
          </p:cNvCxnSpPr>
          <p:nvPr/>
        </p:nvCxnSpPr>
        <p:spPr bwMode="auto">
          <a:xfrm flipV="1">
            <a:off x="2084389" y="5554664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15" name="Oval 80">
            <a:extLst>
              <a:ext uri="{FF2B5EF4-FFF2-40B4-BE49-F238E27FC236}">
                <a16:creationId xmlns:a16="http://schemas.microsoft.com/office/drawing/2014/main" id="{B8EC8FC0-FB53-6648-6DBD-2428E851D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5051" y="4846638"/>
            <a:ext cx="284163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40016" name="Oval 81">
            <a:extLst>
              <a:ext uri="{FF2B5EF4-FFF2-40B4-BE49-F238E27FC236}">
                <a16:creationId xmlns:a16="http://schemas.microsoft.com/office/drawing/2014/main" id="{0823C18D-71F4-FE8D-4588-CC907F40C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7338" y="53022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12</a:t>
            </a:r>
          </a:p>
        </p:txBody>
      </p:sp>
      <p:sp>
        <p:nvSpPr>
          <p:cNvPr id="40017" name="Rectangle 82">
            <a:extLst>
              <a:ext uri="{FF2B5EF4-FFF2-40B4-BE49-F238E27FC236}">
                <a16:creationId xmlns:a16="http://schemas.microsoft.com/office/drawing/2014/main" id="{3DA4842A-3247-C936-2287-C943DB8ED9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48264" y="58150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018" name="Rectangle 83">
            <a:extLst>
              <a:ext uri="{FF2B5EF4-FFF2-40B4-BE49-F238E27FC236}">
                <a16:creationId xmlns:a16="http://schemas.microsoft.com/office/drawing/2014/main" id="{F9B5A693-79F7-0406-60CC-EF5AE028CF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68964" y="5815014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019" name="AutoShape 84">
            <a:extLst>
              <a:ext uri="{FF2B5EF4-FFF2-40B4-BE49-F238E27FC236}">
                <a16:creationId xmlns:a16="http://schemas.microsoft.com/office/drawing/2014/main" id="{8435DA75-F4E7-3481-FDF6-095029E42774}"/>
              </a:ext>
            </a:extLst>
          </p:cNvPr>
          <p:cNvCxnSpPr>
            <a:cxnSpLocks noChangeShapeType="1"/>
            <a:stCxn id="40018" idx="0"/>
            <a:endCxn id="40016" idx="5"/>
          </p:cNvCxnSpPr>
          <p:nvPr/>
        </p:nvCxnSpPr>
        <p:spPr bwMode="auto">
          <a:xfrm flipH="1" flipV="1">
            <a:off x="5611814" y="55562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20" name="AutoShape 85">
            <a:extLst>
              <a:ext uri="{FF2B5EF4-FFF2-40B4-BE49-F238E27FC236}">
                <a16:creationId xmlns:a16="http://schemas.microsoft.com/office/drawing/2014/main" id="{F8820788-0DBD-1754-FA23-61B65D7C8E72}"/>
              </a:ext>
            </a:extLst>
          </p:cNvPr>
          <p:cNvCxnSpPr>
            <a:cxnSpLocks noChangeShapeType="1"/>
            <a:stCxn id="40017" idx="0"/>
            <a:endCxn id="40016" idx="3"/>
          </p:cNvCxnSpPr>
          <p:nvPr/>
        </p:nvCxnSpPr>
        <p:spPr bwMode="auto">
          <a:xfrm flipV="1">
            <a:off x="5251451" y="5556250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21" name="AutoShape 86">
            <a:extLst>
              <a:ext uri="{FF2B5EF4-FFF2-40B4-BE49-F238E27FC236}">
                <a16:creationId xmlns:a16="http://schemas.microsoft.com/office/drawing/2014/main" id="{A6377FB2-F3B2-D0FB-2C81-7A9925767355}"/>
              </a:ext>
            </a:extLst>
          </p:cNvPr>
          <p:cNvCxnSpPr>
            <a:cxnSpLocks noChangeShapeType="1"/>
            <a:stCxn id="40023" idx="7"/>
            <a:endCxn id="40015" idx="3"/>
          </p:cNvCxnSpPr>
          <p:nvPr/>
        </p:nvCxnSpPr>
        <p:spPr bwMode="auto">
          <a:xfrm flipV="1">
            <a:off x="4565651" y="5105400"/>
            <a:ext cx="320675" cy="223838"/>
          </a:xfrm>
          <a:prstGeom prst="straightConnector1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22" name="AutoShape 87">
            <a:extLst>
              <a:ext uri="{FF2B5EF4-FFF2-40B4-BE49-F238E27FC236}">
                <a16:creationId xmlns:a16="http://schemas.microsoft.com/office/drawing/2014/main" id="{CE43D24F-D48F-0D8B-8D27-59F429BACED4}"/>
              </a:ext>
            </a:extLst>
          </p:cNvPr>
          <p:cNvCxnSpPr>
            <a:cxnSpLocks noChangeShapeType="1"/>
            <a:stCxn id="40016" idx="1"/>
            <a:endCxn id="40015" idx="5"/>
          </p:cNvCxnSpPr>
          <p:nvPr/>
        </p:nvCxnSpPr>
        <p:spPr bwMode="auto">
          <a:xfrm flipH="1" flipV="1">
            <a:off x="5087939" y="51054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23" name="Oval 88">
            <a:extLst>
              <a:ext uri="{FF2B5EF4-FFF2-40B4-BE49-F238E27FC236}">
                <a16:creationId xmlns:a16="http://schemas.microsoft.com/office/drawing/2014/main" id="{7211F148-2B92-44BC-0EF5-7592A748D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2763" y="5302250"/>
            <a:ext cx="284162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7</a:t>
            </a:r>
          </a:p>
        </p:txBody>
      </p:sp>
      <p:sp>
        <p:nvSpPr>
          <p:cNvPr id="40024" name="Rectangle 89">
            <a:extLst>
              <a:ext uri="{FF2B5EF4-FFF2-40B4-BE49-F238E27FC236}">
                <a16:creationId xmlns:a16="http://schemas.microsoft.com/office/drawing/2014/main" id="{454C30C0-57BA-5D79-0750-F8098D8013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00514" y="58150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025" name="Rectangle 90">
            <a:extLst>
              <a:ext uri="{FF2B5EF4-FFF2-40B4-BE49-F238E27FC236}">
                <a16:creationId xmlns:a16="http://schemas.microsoft.com/office/drawing/2014/main" id="{73EA839F-935C-3CC2-8597-074D20BD47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22800" y="58150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026" name="AutoShape 91">
            <a:extLst>
              <a:ext uri="{FF2B5EF4-FFF2-40B4-BE49-F238E27FC236}">
                <a16:creationId xmlns:a16="http://schemas.microsoft.com/office/drawing/2014/main" id="{4848B030-AB59-AEAC-B246-76F9EA4C2E3B}"/>
              </a:ext>
            </a:extLst>
          </p:cNvPr>
          <p:cNvCxnSpPr>
            <a:cxnSpLocks noChangeShapeType="1"/>
            <a:stCxn id="40025" idx="0"/>
            <a:endCxn id="40023" idx="5"/>
          </p:cNvCxnSpPr>
          <p:nvPr/>
        </p:nvCxnSpPr>
        <p:spPr bwMode="auto">
          <a:xfrm flipH="1" flipV="1">
            <a:off x="4565650" y="5561014"/>
            <a:ext cx="160338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27" name="AutoShape 92">
            <a:extLst>
              <a:ext uri="{FF2B5EF4-FFF2-40B4-BE49-F238E27FC236}">
                <a16:creationId xmlns:a16="http://schemas.microsoft.com/office/drawing/2014/main" id="{D018FFE6-2252-C7E4-5A68-0073461E4AD0}"/>
              </a:ext>
            </a:extLst>
          </p:cNvPr>
          <p:cNvCxnSpPr>
            <a:cxnSpLocks noChangeShapeType="1"/>
            <a:stCxn id="40024" idx="0"/>
            <a:endCxn id="40023" idx="3"/>
          </p:cNvCxnSpPr>
          <p:nvPr/>
        </p:nvCxnSpPr>
        <p:spPr bwMode="auto">
          <a:xfrm flipV="1">
            <a:off x="4203700" y="5561014"/>
            <a:ext cx="160338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28" name="Oval 93">
            <a:extLst>
              <a:ext uri="{FF2B5EF4-FFF2-40B4-BE49-F238E27FC236}">
                <a16:creationId xmlns:a16="http://schemas.microsoft.com/office/drawing/2014/main" id="{F5942C52-808A-96DF-6D57-CC392A896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3914" y="3962401"/>
            <a:ext cx="287337" cy="2841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40029" name="AutoShape 94">
            <a:extLst>
              <a:ext uri="{FF2B5EF4-FFF2-40B4-BE49-F238E27FC236}">
                <a16:creationId xmlns:a16="http://schemas.microsoft.com/office/drawing/2014/main" id="{828B7D6E-1D62-72C1-57B3-611408319E75}"/>
              </a:ext>
            </a:extLst>
          </p:cNvPr>
          <p:cNvCxnSpPr>
            <a:cxnSpLocks noChangeShapeType="1"/>
            <a:stCxn id="40028" idx="5"/>
            <a:endCxn id="40031" idx="1"/>
          </p:cNvCxnSpPr>
          <p:nvPr/>
        </p:nvCxnSpPr>
        <p:spPr bwMode="auto">
          <a:xfrm>
            <a:off x="6148388" y="4205289"/>
            <a:ext cx="1917700" cy="212725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30" name="AutoShape 95">
            <a:extLst>
              <a:ext uri="{FF2B5EF4-FFF2-40B4-BE49-F238E27FC236}">
                <a16:creationId xmlns:a16="http://schemas.microsoft.com/office/drawing/2014/main" id="{AAE18EF7-E201-EF7D-B7E1-0F618CCB77A0}"/>
              </a:ext>
            </a:extLst>
          </p:cNvPr>
          <p:cNvCxnSpPr>
            <a:cxnSpLocks noChangeShapeType="1"/>
            <a:stCxn id="40028" idx="3"/>
            <a:endCxn id="39999" idx="7"/>
          </p:cNvCxnSpPr>
          <p:nvPr/>
        </p:nvCxnSpPr>
        <p:spPr bwMode="auto">
          <a:xfrm flipH="1">
            <a:off x="4029075" y="4205289"/>
            <a:ext cx="1917700" cy="211137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31" name="Oval 96">
            <a:extLst>
              <a:ext uri="{FF2B5EF4-FFF2-40B4-BE49-F238E27FC236}">
                <a16:creationId xmlns:a16="http://schemas.microsoft.com/office/drawing/2014/main" id="{875B8239-BC3A-1864-B6E6-121B15502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4813" y="4391026"/>
            <a:ext cx="285750" cy="28416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cxnSp>
        <p:nvCxnSpPr>
          <p:cNvPr id="40032" name="AutoShape 97">
            <a:extLst>
              <a:ext uri="{FF2B5EF4-FFF2-40B4-BE49-F238E27FC236}">
                <a16:creationId xmlns:a16="http://schemas.microsoft.com/office/drawing/2014/main" id="{248683F3-0BDC-D22E-B18C-B93C7CCAAF4D}"/>
              </a:ext>
            </a:extLst>
          </p:cNvPr>
          <p:cNvCxnSpPr>
            <a:cxnSpLocks noChangeShapeType="1"/>
            <a:stCxn id="40031" idx="3"/>
            <a:endCxn id="40034" idx="7"/>
          </p:cNvCxnSpPr>
          <p:nvPr/>
        </p:nvCxnSpPr>
        <p:spPr bwMode="auto">
          <a:xfrm flipH="1">
            <a:off x="7208838" y="4648201"/>
            <a:ext cx="857250" cy="225425"/>
          </a:xfrm>
          <a:prstGeom prst="straightConnector1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33" name="AutoShape 98">
            <a:extLst>
              <a:ext uri="{FF2B5EF4-FFF2-40B4-BE49-F238E27FC236}">
                <a16:creationId xmlns:a16="http://schemas.microsoft.com/office/drawing/2014/main" id="{58F1D0C8-E232-7430-40F8-FFA52639B7DE}"/>
              </a:ext>
            </a:extLst>
          </p:cNvPr>
          <p:cNvCxnSpPr>
            <a:cxnSpLocks noChangeShapeType="1"/>
            <a:stCxn id="40047" idx="1"/>
            <a:endCxn id="40031" idx="5"/>
          </p:cNvCxnSpPr>
          <p:nvPr/>
        </p:nvCxnSpPr>
        <p:spPr bwMode="auto">
          <a:xfrm flipH="1" flipV="1">
            <a:off x="8269288" y="4648201"/>
            <a:ext cx="857250" cy="231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34" name="Oval 99">
            <a:extLst>
              <a:ext uri="{FF2B5EF4-FFF2-40B4-BE49-F238E27FC236}">
                <a16:creationId xmlns:a16="http://schemas.microsoft.com/office/drawing/2014/main" id="{BC264B64-94F9-E74B-D0FE-7FEE8C921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5951" y="4846638"/>
            <a:ext cx="284163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40035" name="Oval 100">
            <a:extLst>
              <a:ext uri="{FF2B5EF4-FFF2-40B4-BE49-F238E27FC236}">
                <a16:creationId xmlns:a16="http://schemas.microsoft.com/office/drawing/2014/main" id="{D4C179A5-20FC-4FED-E17F-5B1E2CACB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238" y="53022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40036" name="Rectangle 101">
            <a:extLst>
              <a:ext uri="{FF2B5EF4-FFF2-40B4-BE49-F238E27FC236}">
                <a16:creationId xmlns:a16="http://schemas.microsoft.com/office/drawing/2014/main" id="{21B26C7F-6688-E0EA-8065-41E4AED180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69164" y="58150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037" name="Rectangle 102">
            <a:extLst>
              <a:ext uri="{FF2B5EF4-FFF2-40B4-BE49-F238E27FC236}">
                <a16:creationId xmlns:a16="http://schemas.microsoft.com/office/drawing/2014/main" id="{05B0FDB5-F528-1A8D-7D77-7332D8CEA5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89864" y="5815014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038" name="AutoShape 103">
            <a:extLst>
              <a:ext uri="{FF2B5EF4-FFF2-40B4-BE49-F238E27FC236}">
                <a16:creationId xmlns:a16="http://schemas.microsoft.com/office/drawing/2014/main" id="{7B283451-3D76-F016-3D85-72E4582C0DD4}"/>
              </a:ext>
            </a:extLst>
          </p:cNvPr>
          <p:cNvCxnSpPr>
            <a:cxnSpLocks noChangeShapeType="1"/>
            <a:stCxn id="40037" idx="0"/>
            <a:endCxn id="40035" idx="5"/>
          </p:cNvCxnSpPr>
          <p:nvPr/>
        </p:nvCxnSpPr>
        <p:spPr bwMode="auto">
          <a:xfrm flipH="1" flipV="1">
            <a:off x="7732714" y="55562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39" name="AutoShape 104">
            <a:extLst>
              <a:ext uri="{FF2B5EF4-FFF2-40B4-BE49-F238E27FC236}">
                <a16:creationId xmlns:a16="http://schemas.microsoft.com/office/drawing/2014/main" id="{1FF6849F-421F-A47D-402D-15D88129BBB6}"/>
              </a:ext>
            </a:extLst>
          </p:cNvPr>
          <p:cNvCxnSpPr>
            <a:cxnSpLocks noChangeShapeType="1"/>
            <a:stCxn id="40036" idx="0"/>
            <a:endCxn id="40035" idx="3"/>
          </p:cNvCxnSpPr>
          <p:nvPr/>
        </p:nvCxnSpPr>
        <p:spPr bwMode="auto">
          <a:xfrm flipV="1">
            <a:off x="7372351" y="5556250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40" name="AutoShape 105">
            <a:extLst>
              <a:ext uri="{FF2B5EF4-FFF2-40B4-BE49-F238E27FC236}">
                <a16:creationId xmlns:a16="http://schemas.microsoft.com/office/drawing/2014/main" id="{A4E45716-F797-AB86-E3D1-6322696CD3AF}"/>
              </a:ext>
            </a:extLst>
          </p:cNvPr>
          <p:cNvCxnSpPr>
            <a:cxnSpLocks noChangeShapeType="1"/>
            <a:stCxn id="40042" idx="7"/>
            <a:endCxn id="40034" idx="3"/>
          </p:cNvCxnSpPr>
          <p:nvPr/>
        </p:nvCxnSpPr>
        <p:spPr bwMode="auto">
          <a:xfrm flipV="1">
            <a:off x="6686551" y="51054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41" name="AutoShape 106">
            <a:extLst>
              <a:ext uri="{FF2B5EF4-FFF2-40B4-BE49-F238E27FC236}">
                <a16:creationId xmlns:a16="http://schemas.microsoft.com/office/drawing/2014/main" id="{0B8B3FFE-B90E-5BDC-0CF8-01505E819E1A}"/>
              </a:ext>
            </a:extLst>
          </p:cNvPr>
          <p:cNvCxnSpPr>
            <a:cxnSpLocks noChangeShapeType="1"/>
            <a:stCxn id="40035" idx="1"/>
            <a:endCxn id="40034" idx="5"/>
          </p:cNvCxnSpPr>
          <p:nvPr/>
        </p:nvCxnSpPr>
        <p:spPr bwMode="auto">
          <a:xfrm flipH="1" flipV="1">
            <a:off x="7208839" y="51054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42" name="Oval 107">
            <a:extLst>
              <a:ext uri="{FF2B5EF4-FFF2-40B4-BE49-F238E27FC236}">
                <a16:creationId xmlns:a16="http://schemas.microsoft.com/office/drawing/2014/main" id="{EC801464-292D-408A-7930-1D842C802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5302250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11</a:t>
            </a:r>
          </a:p>
        </p:txBody>
      </p:sp>
      <p:sp>
        <p:nvSpPr>
          <p:cNvPr id="40043" name="Rectangle 108">
            <a:extLst>
              <a:ext uri="{FF2B5EF4-FFF2-40B4-BE49-F238E27FC236}">
                <a16:creationId xmlns:a16="http://schemas.microsoft.com/office/drawing/2014/main" id="{23602EC8-A9BC-182D-2ABA-11256D0CCD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21414" y="58150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044" name="Rectangle 109">
            <a:extLst>
              <a:ext uri="{FF2B5EF4-FFF2-40B4-BE49-F238E27FC236}">
                <a16:creationId xmlns:a16="http://schemas.microsoft.com/office/drawing/2014/main" id="{0E74359A-29B3-DC8F-7126-87D99D2DF5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43700" y="58150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045" name="AutoShape 110">
            <a:extLst>
              <a:ext uri="{FF2B5EF4-FFF2-40B4-BE49-F238E27FC236}">
                <a16:creationId xmlns:a16="http://schemas.microsoft.com/office/drawing/2014/main" id="{85D98DA9-AA3B-8168-2BA6-DECDB48412EA}"/>
              </a:ext>
            </a:extLst>
          </p:cNvPr>
          <p:cNvCxnSpPr>
            <a:cxnSpLocks noChangeShapeType="1"/>
            <a:stCxn id="40044" idx="0"/>
            <a:endCxn id="40042" idx="5"/>
          </p:cNvCxnSpPr>
          <p:nvPr/>
        </p:nvCxnSpPr>
        <p:spPr bwMode="auto">
          <a:xfrm flipH="1" flipV="1">
            <a:off x="6686550" y="55562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46" name="AutoShape 111">
            <a:extLst>
              <a:ext uri="{FF2B5EF4-FFF2-40B4-BE49-F238E27FC236}">
                <a16:creationId xmlns:a16="http://schemas.microsoft.com/office/drawing/2014/main" id="{5EAE536C-7EC5-6D1E-BF1D-5BE3228B5A92}"/>
              </a:ext>
            </a:extLst>
          </p:cNvPr>
          <p:cNvCxnSpPr>
            <a:cxnSpLocks noChangeShapeType="1"/>
            <a:stCxn id="40043" idx="0"/>
            <a:endCxn id="40042" idx="3"/>
          </p:cNvCxnSpPr>
          <p:nvPr/>
        </p:nvCxnSpPr>
        <p:spPr bwMode="auto">
          <a:xfrm flipV="1">
            <a:off x="6324600" y="55562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47" name="Oval 112">
            <a:extLst>
              <a:ext uri="{FF2B5EF4-FFF2-40B4-BE49-F238E27FC236}">
                <a16:creationId xmlns:a16="http://schemas.microsoft.com/office/drawing/2014/main" id="{D722AAFC-88A2-380D-426A-D81294609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3" y="4848225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20</a:t>
            </a:r>
          </a:p>
        </p:txBody>
      </p:sp>
      <p:sp>
        <p:nvSpPr>
          <p:cNvPr id="40048" name="Oval 113">
            <a:extLst>
              <a:ext uri="{FF2B5EF4-FFF2-40B4-BE49-F238E27FC236}">
                <a16:creationId xmlns:a16="http://schemas.microsoft.com/office/drawing/2014/main" id="{6F2704AC-4C48-1D46-7A66-6B5B18BB5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7550" y="5303838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27</a:t>
            </a:r>
          </a:p>
        </p:txBody>
      </p:sp>
      <p:sp>
        <p:nvSpPr>
          <p:cNvPr id="40049" name="Rectangle 114">
            <a:extLst>
              <a:ext uri="{FF2B5EF4-FFF2-40B4-BE49-F238E27FC236}">
                <a16:creationId xmlns:a16="http://schemas.microsoft.com/office/drawing/2014/main" id="{7B4D27C1-EF01-21A4-3249-F9788C3DCB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88475" y="58166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050" name="Rectangle 115">
            <a:extLst>
              <a:ext uri="{FF2B5EF4-FFF2-40B4-BE49-F238E27FC236}">
                <a16:creationId xmlns:a16="http://schemas.microsoft.com/office/drawing/2014/main" id="{391C3062-BC77-95A3-7765-6C1EF0620D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09176" y="581660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051" name="AutoShape 116">
            <a:extLst>
              <a:ext uri="{FF2B5EF4-FFF2-40B4-BE49-F238E27FC236}">
                <a16:creationId xmlns:a16="http://schemas.microsoft.com/office/drawing/2014/main" id="{F0988DC0-72E5-A69C-12E6-806FCB236CA6}"/>
              </a:ext>
            </a:extLst>
          </p:cNvPr>
          <p:cNvCxnSpPr>
            <a:cxnSpLocks noChangeShapeType="1"/>
            <a:stCxn id="40050" idx="0"/>
            <a:endCxn id="40048" idx="5"/>
          </p:cNvCxnSpPr>
          <p:nvPr/>
        </p:nvCxnSpPr>
        <p:spPr bwMode="auto">
          <a:xfrm flipH="1" flipV="1">
            <a:off x="9852025" y="5557839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52" name="AutoShape 117">
            <a:extLst>
              <a:ext uri="{FF2B5EF4-FFF2-40B4-BE49-F238E27FC236}">
                <a16:creationId xmlns:a16="http://schemas.microsoft.com/office/drawing/2014/main" id="{5AC18058-04F2-928D-1070-7514DCDF9B10}"/>
              </a:ext>
            </a:extLst>
          </p:cNvPr>
          <p:cNvCxnSpPr>
            <a:cxnSpLocks noChangeShapeType="1"/>
            <a:stCxn id="40049" idx="0"/>
            <a:endCxn id="40048" idx="3"/>
          </p:cNvCxnSpPr>
          <p:nvPr/>
        </p:nvCxnSpPr>
        <p:spPr bwMode="auto">
          <a:xfrm flipV="1">
            <a:off x="9491663" y="5557839"/>
            <a:ext cx="157162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53" name="AutoShape 118">
            <a:extLst>
              <a:ext uri="{FF2B5EF4-FFF2-40B4-BE49-F238E27FC236}">
                <a16:creationId xmlns:a16="http://schemas.microsoft.com/office/drawing/2014/main" id="{07ABDE73-0CE9-67AA-8FE9-89606B9F256B}"/>
              </a:ext>
            </a:extLst>
          </p:cNvPr>
          <p:cNvCxnSpPr>
            <a:cxnSpLocks noChangeShapeType="1"/>
            <a:stCxn id="40055" idx="7"/>
            <a:endCxn id="40047" idx="3"/>
          </p:cNvCxnSpPr>
          <p:nvPr/>
        </p:nvCxnSpPr>
        <p:spPr bwMode="auto">
          <a:xfrm flipV="1">
            <a:off x="8805864" y="5102226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54" name="AutoShape 119">
            <a:extLst>
              <a:ext uri="{FF2B5EF4-FFF2-40B4-BE49-F238E27FC236}">
                <a16:creationId xmlns:a16="http://schemas.microsoft.com/office/drawing/2014/main" id="{6691AC6C-EA26-447D-2F8E-E08D1E8A31DB}"/>
              </a:ext>
            </a:extLst>
          </p:cNvPr>
          <p:cNvCxnSpPr>
            <a:cxnSpLocks noChangeShapeType="1"/>
            <a:stCxn id="40048" idx="1"/>
            <a:endCxn id="40047" idx="5"/>
          </p:cNvCxnSpPr>
          <p:nvPr/>
        </p:nvCxnSpPr>
        <p:spPr bwMode="auto">
          <a:xfrm flipH="1" flipV="1">
            <a:off x="9328151" y="5102226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55" name="Oval 120">
            <a:extLst>
              <a:ext uri="{FF2B5EF4-FFF2-40B4-BE49-F238E27FC236}">
                <a16:creationId xmlns:a16="http://schemas.microsoft.com/office/drawing/2014/main" id="{8B7F7635-18A1-5851-B413-89DF15146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2976" y="5303838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23</a:t>
            </a:r>
          </a:p>
        </p:txBody>
      </p:sp>
      <p:sp>
        <p:nvSpPr>
          <p:cNvPr id="40056" name="Rectangle 121">
            <a:extLst>
              <a:ext uri="{FF2B5EF4-FFF2-40B4-BE49-F238E27FC236}">
                <a16:creationId xmlns:a16="http://schemas.microsoft.com/office/drawing/2014/main" id="{9A9C45A8-8768-6812-3ADC-587B678C70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40725" y="58166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057" name="Rectangle 122">
            <a:extLst>
              <a:ext uri="{FF2B5EF4-FFF2-40B4-BE49-F238E27FC236}">
                <a16:creationId xmlns:a16="http://schemas.microsoft.com/office/drawing/2014/main" id="{2213AE3D-C90A-8DFC-BCA3-0AE9805450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863014" y="58166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058" name="AutoShape 123">
            <a:extLst>
              <a:ext uri="{FF2B5EF4-FFF2-40B4-BE49-F238E27FC236}">
                <a16:creationId xmlns:a16="http://schemas.microsoft.com/office/drawing/2014/main" id="{DF97635C-EB60-2EB4-ABB9-DD2740BF4716}"/>
              </a:ext>
            </a:extLst>
          </p:cNvPr>
          <p:cNvCxnSpPr>
            <a:cxnSpLocks noChangeShapeType="1"/>
            <a:stCxn id="40057" idx="0"/>
            <a:endCxn id="40055" idx="5"/>
          </p:cNvCxnSpPr>
          <p:nvPr/>
        </p:nvCxnSpPr>
        <p:spPr bwMode="auto">
          <a:xfrm flipH="1" flipV="1">
            <a:off x="8805864" y="5557839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59" name="AutoShape 124">
            <a:extLst>
              <a:ext uri="{FF2B5EF4-FFF2-40B4-BE49-F238E27FC236}">
                <a16:creationId xmlns:a16="http://schemas.microsoft.com/office/drawing/2014/main" id="{0DC640A5-9CF0-5418-E399-2747A65021D0}"/>
              </a:ext>
            </a:extLst>
          </p:cNvPr>
          <p:cNvCxnSpPr>
            <a:cxnSpLocks noChangeShapeType="1"/>
            <a:stCxn id="40056" idx="0"/>
            <a:endCxn id="40055" idx="3"/>
          </p:cNvCxnSpPr>
          <p:nvPr/>
        </p:nvCxnSpPr>
        <p:spPr bwMode="auto">
          <a:xfrm flipV="1">
            <a:off x="8443914" y="5557839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3D944697-896B-D431-4C8C-75CE0D68CE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(end)</a:t>
            </a:r>
          </a:p>
        </p:txBody>
      </p:sp>
      <p:sp>
        <p:nvSpPr>
          <p:cNvPr id="40962" name="Oval 3">
            <a:extLst>
              <a:ext uri="{FF2B5EF4-FFF2-40B4-BE49-F238E27FC236}">
                <a16:creationId xmlns:a16="http://schemas.microsoft.com/office/drawing/2014/main" id="{4CCB88FE-7B0C-6BE5-4E57-3692E810E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6688" y="2103438"/>
            <a:ext cx="285750" cy="2841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cxnSp>
        <p:nvCxnSpPr>
          <p:cNvPr id="40963" name="AutoShape 4">
            <a:extLst>
              <a:ext uri="{FF2B5EF4-FFF2-40B4-BE49-F238E27FC236}">
                <a16:creationId xmlns:a16="http://schemas.microsoft.com/office/drawing/2014/main" id="{CD25B020-D263-9277-8395-DDF0294CE980}"/>
              </a:ext>
            </a:extLst>
          </p:cNvPr>
          <p:cNvCxnSpPr>
            <a:cxnSpLocks noChangeShapeType="1"/>
            <a:stCxn id="40962" idx="3"/>
            <a:endCxn id="40965" idx="7"/>
          </p:cNvCxnSpPr>
          <p:nvPr/>
        </p:nvCxnSpPr>
        <p:spPr bwMode="auto">
          <a:xfrm flipH="1">
            <a:off x="3160713" y="2355850"/>
            <a:ext cx="857250" cy="234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64" name="AutoShape 5">
            <a:extLst>
              <a:ext uri="{FF2B5EF4-FFF2-40B4-BE49-F238E27FC236}">
                <a16:creationId xmlns:a16="http://schemas.microsoft.com/office/drawing/2014/main" id="{88050285-0AEA-F5DD-FA84-0F6B57AA346E}"/>
              </a:ext>
            </a:extLst>
          </p:cNvPr>
          <p:cNvCxnSpPr>
            <a:cxnSpLocks noChangeShapeType="1"/>
            <a:stCxn id="40978" idx="1"/>
            <a:endCxn id="40962" idx="5"/>
          </p:cNvCxnSpPr>
          <p:nvPr/>
        </p:nvCxnSpPr>
        <p:spPr bwMode="auto">
          <a:xfrm flipH="1" flipV="1">
            <a:off x="4221163" y="2355850"/>
            <a:ext cx="857250" cy="2365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65" name="Oval 6">
            <a:extLst>
              <a:ext uri="{FF2B5EF4-FFF2-40B4-BE49-F238E27FC236}">
                <a16:creationId xmlns:a16="http://schemas.microsoft.com/office/drawing/2014/main" id="{027891DF-B54C-76DC-B548-9C3386907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6" y="2559050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15</a:t>
            </a:r>
          </a:p>
        </p:txBody>
      </p:sp>
      <p:sp>
        <p:nvSpPr>
          <p:cNvPr id="40966" name="Oval 7">
            <a:extLst>
              <a:ext uri="{FF2B5EF4-FFF2-40B4-BE49-F238E27FC236}">
                <a16:creationId xmlns:a16="http://schemas.microsoft.com/office/drawing/2014/main" id="{12890726-E350-B452-E141-310F5451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113" y="3014663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25</a:t>
            </a:r>
          </a:p>
        </p:txBody>
      </p:sp>
      <p:sp>
        <p:nvSpPr>
          <p:cNvPr id="40967" name="Rectangle 8">
            <a:extLst>
              <a:ext uri="{FF2B5EF4-FFF2-40B4-BE49-F238E27FC236}">
                <a16:creationId xmlns:a16="http://schemas.microsoft.com/office/drawing/2014/main" id="{DBAAED21-513A-F85F-7CDC-50331F38E5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21039" y="35274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968" name="Rectangle 9">
            <a:extLst>
              <a:ext uri="{FF2B5EF4-FFF2-40B4-BE49-F238E27FC236}">
                <a16:creationId xmlns:a16="http://schemas.microsoft.com/office/drawing/2014/main" id="{91194FF2-C6FF-BC68-DC63-859B4C6C89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41739" y="3527425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969" name="AutoShape 10">
            <a:extLst>
              <a:ext uri="{FF2B5EF4-FFF2-40B4-BE49-F238E27FC236}">
                <a16:creationId xmlns:a16="http://schemas.microsoft.com/office/drawing/2014/main" id="{3672EDFB-5E21-AFD8-D5F5-ABBB55D4208B}"/>
              </a:ext>
            </a:extLst>
          </p:cNvPr>
          <p:cNvCxnSpPr>
            <a:cxnSpLocks noChangeShapeType="1"/>
            <a:stCxn id="40968" idx="0"/>
            <a:endCxn id="40966" idx="5"/>
          </p:cNvCxnSpPr>
          <p:nvPr/>
        </p:nvCxnSpPr>
        <p:spPr bwMode="auto">
          <a:xfrm flipH="1" flipV="1">
            <a:off x="3684589" y="3268664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0" name="AutoShape 11">
            <a:extLst>
              <a:ext uri="{FF2B5EF4-FFF2-40B4-BE49-F238E27FC236}">
                <a16:creationId xmlns:a16="http://schemas.microsoft.com/office/drawing/2014/main" id="{059E12EA-765F-2472-A4BF-6CFE67D03379}"/>
              </a:ext>
            </a:extLst>
          </p:cNvPr>
          <p:cNvCxnSpPr>
            <a:cxnSpLocks noChangeShapeType="1"/>
            <a:stCxn id="40967" idx="0"/>
            <a:endCxn id="40966" idx="3"/>
          </p:cNvCxnSpPr>
          <p:nvPr/>
        </p:nvCxnSpPr>
        <p:spPr bwMode="auto">
          <a:xfrm flipV="1">
            <a:off x="3324226" y="3268664"/>
            <a:ext cx="157163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1" name="AutoShape 12">
            <a:extLst>
              <a:ext uri="{FF2B5EF4-FFF2-40B4-BE49-F238E27FC236}">
                <a16:creationId xmlns:a16="http://schemas.microsoft.com/office/drawing/2014/main" id="{8F1DFF9C-1067-1D5C-C8F7-E20DE8028BBE}"/>
              </a:ext>
            </a:extLst>
          </p:cNvPr>
          <p:cNvCxnSpPr>
            <a:cxnSpLocks noChangeShapeType="1"/>
            <a:stCxn id="40973" idx="7"/>
            <a:endCxn id="40965" idx="3"/>
          </p:cNvCxnSpPr>
          <p:nvPr/>
        </p:nvCxnSpPr>
        <p:spPr bwMode="auto">
          <a:xfrm flipV="1">
            <a:off x="2638426" y="2813051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2" name="AutoShape 13">
            <a:extLst>
              <a:ext uri="{FF2B5EF4-FFF2-40B4-BE49-F238E27FC236}">
                <a16:creationId xmlns:a16="http://schemas.microsoft.com/office/drawing/2014/main" id="{0F4403B4-E3A6-E8DA-3E7B-9628DB713FF1}"/>
              </a:ext>
            </a:extLst>
          </p:cNvPr>
          <p:cNvCxnSpPr>
            <a:cxnSpLocks noChangeShapeType="1"/>
            <a:stCxn id="40966" idx="1"/>
            <a:endCxn id="40965" idx="5"/>
          </p:cNvCxnSpPr>
          <p:nvPr/>
        </p:nvCxnSpPr>
        <p:spPr bwMode="auto">
          <a:xfrm flipH="1" flipV="1">
            <a:off x="3160714" y="2813051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73" name="Oval 14">
            <a:extLst>
              <a:ext uri="{FF2B5EF4-FFF2-40B4-BE49-F238E27FC236}">
                <a16:creationId xmlns:a16="http://schemas.microsoft.com/office/drawing/2014/main" id="{DDC13328-2CC2-2EC6-7BC5-DB21AF303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5538" y="3014663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16</a:t>
            </a:r>
          </a:p>
        </p:txBody>
      </p:sp>
      <p:sp>
        <p:nvSpPr>
          <p:cNvPr id="40974" name="Rectangle 15">
            <a:extLst>
              <a:ext uri="{FF2B5EF4-FFF2-40B4-BE49-F238E27FC236}">
                <a16:creationId xmlns:a16="http://schemas.microsoft.com/office/drawing/2014/main" id="{876BA0F3-907F-DD32-6077-91EA614B50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3289" y="35274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975" name="Rectangle 16">
            <a:extLst>
              <a:ext uri="{FF2B5EF4-FFF2-40B4-BE49-F238E27FC236}">
                <a16:creationId xmlns:a16="http://schemas.microsoft.com/office/drawing/2014/main" id="{A967C8F0-1EED-8782-6C76-D7F159F92F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95575" y="35274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976" name="AutoShape 17">
            <a:extLst>
              <a:ext uri="{FF2B5EF4-FFF2-40B4-BE49-F238E27FC236}">
                <a16:creationId xmlns:a16="http://schemas.microsoft.com/office/drawing/2014/main" id="{FA8490ED-E9B4-09D0-86B4-391CFAA37006}"/>
              </a:ext>
            </a:extLst>
          </p:cNvPr>
          <p:cNvCxnSpPr>
            <a:cxnSpLocks noChangeShapeType="1"/>
            <a:stCxn id="40975" idx="0"/>
            <a:endCxn id="40973" idx="5"/>
          </p:cNvCxnSpPr>
          <p:nvPr/>
        </p:nvCxnSpPr>
        <p:spPr bwMode="auto">
          <a:xfrm flipH="1" flipV="1">
            <a:off x="2638425" y="3268664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7" name="AutoShape 18">
            <a:extLst>
              <a:ext uri="{FF2B5EF4-FFF2-40B4-BE49-F238E27FC236}">
                <a16:creationId xmlns:a16="http://schemas.microsoft.com/office/drawing/2014/main" id="{703341A1-E132-1CD0-D570-F5911F1DEC22}"/>
              </a:ext>
            </a:extLst>
          </p:cNvPr>
          <p:cNvCxnSpPr>
            <a:cxnSpLocks noChangeShapeType="1"/>
            <a:stCxn id="40974" idx="0"/>
            <a:endCxn id="40973" idx="3"/>
          </p:cNvCxnSpPr>
          <p:nvPr/>
        </p:nvCxnSpPr>
        <p:spPr bwMode="auto">
          <a:xfrm flipV="1">
            <a:off x="2276475" y="3268664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78" name="Oval 19">
            <a:extLst>
              <a:ext uri="{FF2B5EF4-FFF2-40B4-BE49-F238E27FC236}">
                <a16:creationId xmlns:a16="http://schemas.microsoft.com/office/drawing/2014/main" id="{EF70D0FE-C7AF-D2D5-04D4-364A0054D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138" y="2560638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40979" name="Oval 20">
            <a:extLst>
              <a:ext uri="{FF2B5EF4-FFF2-40B4-BE49-F238E27FC236}">
                <a16:creationId xmlns:a16="http://schemas.microsoft.com/office/drawing/2014/main" id="{F62DE952-1A28-3449-C034-6904287A2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30162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12</a:t>
            </a:r>
          </a:p>
        </p:txBody>
      </p:sp>
      <p:sp>
        <p:nvSpPr>
          <p:cNvPr id="40980" name="Rectangle 21">
            <a:extLst>
              <a:ext uri="{FF2B5EF4-FFF2-40B4-BE49-F238E27FC236}">
                <a16:creationId xmlns:a16="http://schemas.microsoft.com/office/drawing/2014/main" id="{2918F9A7-98AB-EB9A-B293-4A8803245C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0350" y="35290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981" name="Rectangle 22">
            <a:extLst>
              <a:ext uri="{FF2B5EF4-FFF2-40B4-BE49-F238E27FC236}">
                <a16:creationId xmlns:a16="http://schemas.microsoft.com/office/drawing/2014/main" id="{523820D6-BD08-D7C8-B8AD-F9E93FD6A9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61051" y="3529014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982" name="AutoShape 23">
            <a:extLst>
              <a:ext uri="{FF2B5EF4-FFF2-40B4-BE49-F238E27FC236}">
                <a16:creationId xmlns:a16="http://schemas.microsoft.com/office/drawing/2014/main" id="{C743CAFE-A1BE-C495-5BA2-0365FFA0EF07}"/>
              </a:ext>
            </a:extLst>
          </p:cNvPr>
          <p:cNvCxnSpPr>
            <a:cxnSpLocks noChangeShapeType="1"/>
            <a:stCxn id="40981" idx="0"/>
            <a:endCxn id="40979" idx="5"/>
          </p:cNvCxnSpPr>
          <p:nvPr/>
        </p:nvCxnSpPr>
        <p:spPr bwMode="auto">
          <a:xfrm flipH="1" flipV="1">
            <a:off x="5803900" y="32702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3" name="AutoShape 24">
            <a:extLst>
              <a:ext uri="{FF2B5EF4-FFF2-40B4-BE49-F238E27FC236}">
                <a16:creationId xmlns:a16="http://schemas.microsoft.com/office/drawing/2014/main" id="{91A6A743-75E6-9217-84C1-2DB52678B95F}"/>
              </a:ext>
            </a:extLst>
          </p:cNvPr>
          <p:cNvCxnSpPr>
            <a:cxnSpLocks noChangeShapeType="1"/>
            <a:stCxn id="40980" idx="0"/>
            <a:endCxn id="40979" idx="3"/>
          </p:cNvCxnSpPr>
          <p:nvPr/>
        </p:nvCxnSpPr>
        <p:spPr bwMode="auto">
          <a:xfrm flipV="1">
            <a:off x="5443538" y="3270250"/>
            <a:ext cx="157162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4" name="AutoShape 25">
            <a:extLst>
              <a:ext uri="{FF2B5EF4-FFF2-40B4-BE49-F238E27FC236}">
                <a16:creationId xmlns:a16="http://schemas.microsoft.com/office/drawing/2014/main" id="{A4FDC011-5EF4-5261-9B4A-A1B4E7D77946}"/>
              </a:ext>
            </a:extLst>
          </p:cNvPr>
          <p:cNvCxnSpPr>
            <a:cxnSpLocks noChangeShapeType="1"/>
            <a:stCxn id="40986" idx="7"/>
            <a:endCxn id="40978" idx="3"/>
          </p:cNvCxnSpPr>
          <p:nvPr/>
        </p:nvCxnSpPr>
        <p:spPr bwMode="auto">
          <a:xfrm flipV="1">
            <a:off x="4757739" y="28146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5" name="AutoShape 26">
            <a:extLst>
              <a:ext uri="{FF2B5EF4-FFF2-40B4-BE49-F238E27FC236}">
                <a16:creationId xmlns:a16="http://schemas.microsoft.com/office/drawing/2014/main" id="{CD0FD235-8BFF-B68A-821B-8D4335EA2018}"/>
              </a:ext>
            </a:extLst>
          </p:cNvPr>
          <p:cNvCxnSpPr>
            <a:cxnSpLocks noChangeShapeType="1"/>
            <a:stCxn id="40979" idx="1"/>
            <a:endCxn id="40978" idx="5"/>
          </p:cNvCxnSpPr>
          <p:nvPr/>
        </p:nvCxnSpPr>
        <p:spPr bwMode="auto">
          <a:xfrm flipH="1" flipV="1">
            <a:off x="5280026" y="28146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86" name="Oval 27">
            <a:extLst>
              <a:ext uri="{FF2B5EF4-FFF2-40B4-BE49-F238E27FC236}">
                <a16:creationId xmlns:a16="http://schemas.microsoft.com/office/drawing/2014/main" id="{C80ACAA8-69AF-AA33-10C1-C5CA85E19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1" y="3016250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7</a:t>
            </a:r>
          </a:p>
        </p:txBody>
      </p:sp>
      <p:sp>
        <p:nvSpPr>
          <p:cNvPr id="40987" name="Rectangle 28">
            <a:extLst>
              <a:ext uri="{FF2B5EF4-FFF2-40B4-BE49-F238E27FC236}">
                <a16:creationId xmlns:a16="http://schemas.microsoft.com/office/drawing/2014/main" id="{AE7196E6-9984-C4FA-B6EB-24AC3F2C35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92600" y="35290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988" name="Rectangle 29">
            <a:extLst>
              <a:ext uri="{FF2B5EF4-FFF2-40B4-BE49-F238E27FC236}">
                <a16:creationId xmlns:a16="http://schemas.microsoft.com/office/drawing/2014/main" id="{21D0EE0B-FBED-9694-58C7-D6314CD297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14889" y="35290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989" name="AutoShape 30">
            <a:extLst>
              <a:ext uri="{FF2B5EF4-FFF2-40B4-BE49-F238E27FC236}">
                <a16:creationId xmlns:a16="http://schemas.microsoft.com/office/drawing/2014/main" id="{A90D4906-A8C9-091C-714E-8099EDB203D3}"/>
              </a:ext>
            </a:extLst>
          </p:cNvPr>
          <p:cNvCxnSpPr>
            <a:cxnSpLocks noChangeShapeType="1"/>
            <a:stCxn id="40988" idx="0"/>
            <a:endCxn id="40986" idx="5"/>
          </p:cNvCxnSpPr>
          <p:nvPr/>
        </p:nvCxnSpPr>
        <p:spPr bwMode="auto">
          <a:xfrm flipH="1" flipV="1">
            <a:off x="4757739" y="32702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90" name="AutoShape 31">
            <a:extLst>
              <a:ext uri="{FF2B5EF4-FFF2-40B4-BE49-F238E27FC236}">
                <a16:creationId xmlns:a16="http://schemas.microsoft.com/office/drawing/2014/main" id="{47DD5A83-2E31-539B-3743-5E10DFEB27E0}"/>
              </a:ext>
            </a:extLst>
          </p:cNvPr>
          <p:cNvCxnSpPr>
            <a:cxnSpLocks noChangeShapeType="1"/>
            <a:stCxn id="40987" idx="0"/>
            <a:endCxn id="40986" idx="3"/>
          </p:cNvCxnSpPr>
          <p:nvPr/>
        </p:nvCxnSpPr>
        <p:spPr bwMode="auto">
          <a:xfrm flipV="1">
            <a:off x="4395789" y="32702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91" name="Oval 32">
            <a:extLst>
              <a:ext uri="{FF2B5EF4-FFF2-40B4-BE49-F238E27FC236}">
                <a16:creationId xmlns:a16="http://schemas.microsoft.com/office/drawing/2014/main" id="{63E34B5F-1437-A9CC-405D-B3C5451E2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676401"/>
            <a:ext cx="287338" cy="28416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10</a:t>
            </a:r>
          </a:p>
        </p:txBody>
      </p:sp>
      <p:cxnSp>
        <p:nvCxnSpPr>
          <p:cNvPr id="40992" name="AutoShape 33">
            <a:extLst>
              <a:ext uri="{FF2B5EF4-FFF2-40B4-BE49-F238E27FC236}">
                <a16:creationId xmlns:a16="http://schemas.microsoft.com/office/drawing/2014/main" id="{CBEA81FD-4A71-AEE0-A6FC-DA9EC5BF7A1E}"/>
              </a:ext>
            </a:extLst>
          </p:cNvPr>
          <p:cNvCxnSpPr>
            <a:cxnSpLocks noChangeShapeType="1"/>
            <a:stCxn id="40991" idx="5"/>
            <a:endCxn id="40994" idx="1"/>
          </p:cNvCxnSpPr>
          <p:nvPr/>
        </p:nvCxnSpPr>
        <p:spPr bwMode="auto">
          <a:xfrm>
            <a:off x="6340475" y="1933575"/>
            <a:ext cx="1917700" cy="2032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93" name="AutoShape 34">
            <a:extLst>
              <a:ext uri="{FF2B5EF4-FFF2-40B4-BE49-F238E27FC236}">
                <a16:creationId xmlns:a16="http://schemas.microsoft.com/office/drawing/2014/main" id="{EF018666-9690-01AE-8D28-D8E13DB77C6F}"/>
              </a:ext>
            </a:extLst>
          </p:cNvPr>
          <p:cNvCxnSpPr>
            <a:cxnSpLocks noChangeShapeType="1"/>
            <a:stCxn id="40991" idx="3"/>
            <a:endCxn id="40962" idx="7"/>
          </p:cNvCxnSpPr>
          <p:nvPr/>
        </p:nvCxnSpPr>
        <p:spPr bwMode="auto">
          <a:xfrm flipH="1">
            <a:off x="4221163" y="1933576"/>
            <a:ext cx="1917700" cy="2016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94" name="Oval 35">
            <a:extLst>
              <a:ext uri="{FF2B5EF4-FFF2-40B4-BE49-F238E27FC236}">
                <a16:creationId xmlns:a16="http://schemas.microsoft.com/office/drawing/2014/main" id="{CA56F89D-1D23-5E97-5D4B-19763EFF6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6900" y="2105026"/>
            <a:ext cx="285750" cy="2841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cxnSp>
        <p:nvCxnSpPr>
          <p:cNvPr id="40995" name="AutoShape 36">
            <a:extLst>
              <a:ext uri="{FF2B5EF4-FFF2-40B4-BE49-F238E27FC236}">
                <a16:creationId xmlns:a16="http://schemas.microsoft.com/office/drawing/2014/main" id="{FA059811-B0FA-3FE0-03A0-B0CDBD0666B9}"/>
              </a:ext>
            </a:extLst>
          </p:cNvPr>
          <p:cNvCxnSpPr>
            <a:cxnSpLocks noChangeShapeType="1"/>
            <a:stCxn id="40994" idx="3"/>
            <a:endCxn id="40997" idx="7"/>
          </p:cNvCxnSpPr>
          <p:nvPr/>
        </p:nvCxnSpPr>
        <p:spPr bwMode="auto">
          <a:xfrm flipH="1">
            <a:off x="7400925" y="2357438"/>
            <a:ext cx="857250" cy="234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96" name="AutoShape 37">
            <a:extLst>
              <a:ext uri="{FF2B5EF4-FFF2-40B4-BE49-F238E27FC236}">
                <a16:creationId xmlns:a16="http://schemas.microsoft.com/office/drawing/2014/main" id="{C323F08D-CF88-24B9-1761-F3A3A28ED19F}"/>
              </a:ext>
            </a:extLst>
          </p:cNvPr>
          <p:cNvCxnSpPr>
            <a:cxnSpLocks noChangeShapeType="1"/>
            <a:stCxn id="41010" idx="1"/>
            <a:endCxn id="40994" idx="5"/>
          </p:cNvCxnSpPr>
          <p:nvPr/>
        </p:nvCxnSpPr>
        <p:spPr bwMode="auto">
          <a:xfrm flipH="1" flipV="1">
            <a:off x="8461375" y="2357439"/>
            <a:ext cx="857250" cy="236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97" name="Oval 38">
            <a:extLst>
              <a:ext uri="{FF2B5EF4-FFF2-40B4-BE49-F238E27FC236}">
                <a16:creationId xmlns:a16="http://schemas.microsoft.com/office/drawing/2014/main" id="{EEF1B21B-A190-5692-ADD3-68E862724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8038" y="2560638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40998" name="Oval 39">
            <a:extLst>
              <a:ext uri="{FF2B5EF4-FFF2-40B4-BE49-F238E27FC236}">
                <a16:creationId xmlns:a16="http://schemas.microsoft.com/office/drawing/2014/main" id="{8591D573-A0DE-5954-53C1-7122F64C7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30162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40999" name="Rectangle 40">
            <a:extLst>
              <a:ext uri="{FF2B5EF4-FFF2-40B4-BE49-F238E27FC236}">
                <a16:creationId xmlns:a16="http://schemas.microsoft.com/office/drawing/2014/main" id="{B4C1508E-35BE-52C9-1E84-28B8CB3334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1250" y="35290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00" name="Rectangle 41">
            <a:extLst>
              <a:ext uri="{FF2B5EF4-FFF2-40B4-BE49-F238E27FC236}">
                <a16:creationId xmlns:a16="http://schemas.microsoft.com/office/drawing/2014/main" id="{5ADF566A-7BDA-9A43-5794-77C76BADB4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81951" y="3529014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01" name="AutoShape 42">
            <a:extLst>
              <a:ext uri="{FF2B5EF4-FFF2-40B4-BE49-F238E27FC236}">
                <a16:creationId xmlns:a16="http://schemas.microsoft.com/office/drawing/2014/main" id="{BFF3B250-B3C6-E5BA-8F91-67AF09F0EB0A}"/>
              </a:ext>
            </a:extLst>
          </p:cNvPr>
          <p:cNvCxnSpPr>
            <a:cxnSpLocks noChangeShapeType="1"/>
            <a:stCxn id="41000" idx="0"/>
            <a:endCxn id="40998" idx="5"/>
          </p:cNvCxnSpPr>
          <p:nvPr/>
        </p:nvCxnSpPr>
        <p:spPr bwMode="auto">
          <a:xfrm flipH="1" flipV="1">
            <a:off x="7924800" y="32702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02" name="AutoShape 43">
            <a:extLst>
              <a:ext uri="{FF2B5EF4-FFF2-40B4-BE49-F238E27FC236}">
                <a16:creationId xmlns:a16="http://schemas.microsoft.com/office/drawing/2014/main" id="{934B3DFA-7FD8-007E-B9C7-D0E6A7C12318}"/>
              </a:ext>
            </a:extLst>
          </p:cNvPr>
          <p:cNvCxnSpPr>
            <a:cxnSpLocks noChangeShapeType="1"/>
            <a:stCxn id="40999" idx="0"/>
            <a:endCxn id="40998" idx="3"/>
          </p:cNvCxnSpPr>
          <p:nvPr/>
        </p:nvCxnSpPr>
        <p:spPr bwMode="auto">
          <a:xfrm flipV="1">
            <a:off x="7564438" y="3270250"/>
            <a:ext cx="157162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03" name="AutoShape 44">
            <a:extLst>
              <a:ext uri="{FF2B5EF4-FFF2-40B4-BE49-F238E27FC236}">
                <a16:creationId xmlns:a16="http://schemas.microsoft.com/office/drawing/2014/main" id="{C580D313-FB53-F6A1-998F-D7C577809DBE}"/>
              </a:ext>
            </a:extLst>
          </p:cNvPr>
          <p:cNvCxnSpPr>
            <a:cxnSpLocks noChangeShapeType="1"/>
            <a:stCxn id="41005" idx="7"/>
            <a:endCxn id="40997" idx="3"/>
          </p:cNvCxnSpPr>
          <p:nvPr/>
        </p:nvCxnSpPr>
        <p:spPr bwMode="auto">
          <a:xfrm flipV="1">
            <a:off x="6878639" y="28146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04" name="AutoShape 45">
            <a:extLst>
              <a:ext uri="{FF2B5EF4-FFF2-40B4-BE49-F238E27FC236}">
                <a16:creationId xmlns:a16="http://schemas.microsoft.com/office/drawing/2014/main" id="{5AD9173D-EC34-DF2D-ECA4-2A9B47549361}"/>
              </a:ext>
            </a:extLst>
          </p:cNvPr>
          <p:cNvCxnSpPr>
            <a:cxnSpLocks noChangeShapeType="1"/>
            <a:stCxn id="40998" idx="1"/>
            <a:endCxn id="40997" idx="5"/>
          </p:cNvCxnSpPr>
          <p:nvPr/>
        </p:nvCxnSpPr>
        <p:spPr bwMode="auto">
          <a:xfrm flipH="1" flipV="1">
            <a:off x="7400926" y="28146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05" name="Oval 46">
            <a:extLst>
              <a:ext uri="{FF2B5EF4-FFF2-40B4-BE49-F238E27FC236}">
                <a16:creationId xmlns:a16="http://schemas.microsoft.com/office/drawing/2014/main" id="{79F050C9-079C-46E1-5D78-18CD2ADC3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1" y="3016250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11</a:t>
            </a:r>
          </a:p>
        </p:txBody>
      </p:sp>
      <p:sp>
        <p:nvSpPr>
          <p:cNvPr id="41006" name="Rectangle 47">
            <a:extLst>
              <a:ext uri="{FF2B5EF4-FFF2-40B4-BE49-F238E27FC236}">
                <a16:creationId xmlns:a16="http://schemas.microsoft.com/office/drawing/2014/main" id="{FDC2B02B-8EC6-3614-8E4A-AB60C2311B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13500" y="35290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07" name="Rectangle 48">
            <a:extLst>
              <a:ext uri="{FF2B5EF4-FFF2-40B4-BE49-F238E27FC236}">
                <a16:creationId xmlns:a16="http://schemas.microsoft.com/office/drawing/2014/main" id="{7F76516D-AD96-4497-BDBD-AD68BE5869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35789" y="35290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08" name="AutoShape 49">
            <a:extLst>
              <a:ext uri="{FF2B5EF4-FFF2-40B4-BE49-F238E27FC236}">
                <a16:creationId xmlns:a16="http://schemas.microsoft.com/office/drawing/2014/main" id="{DE206A00-88F2-972F-7064-50A28A2D9AF8}"/>
              </a:ext>
            </a:extLst>
          </p:cNvPr>
          <p:cNvCxnSpPr>
            <a:cxnSpLocks noChangeShapeType="1"/>
            <a:stCxn id="41007" idx="0"/>
            <a:endCxn id="41005" idx="5"/>
          </p:cNvCxnSpPr>
          <p:nvPr/>
        </p:nvCxnSpPr>
        <p:spPr bwMode="auto">
          <a:xfrm flipH="1" flipV="1">
            <a:off x="6878639" y="32702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09" name="AutoShape 50">
            <a:extLst>
              <a:ext uri="{FF2B5EF4-FFF2-40B4-BE49-F238E27FC236}">
                <a16:creationId xmlns:a16="http://schemas.microsoft.com/office/drawing/2014/main" id="{F85F9BAC-9F8F-F864-FB8E-7124CFF35842}"/>
              </a:ext>
            </a:extLst>
          </p:cNvPr>
          <p:cNvCxnSpPr>
            <a:cxnSpLocks noChangeShapeType="1"/>
            <a:stCxn id="41006" idx="0"/>
            <a:endCxn id="41005" idx="3"/>
          </p:cNvCxnSpPr>
          <p:nvPr/>
        </p:nvCxnSpPr>
        <p:spPr bwMode="auto">
          <a:xfrm flipV="1">
            <a:off x="6516689" y="32702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10" name="Oval 51">
            <a:extLst>
              <a:ext uri="{FF2B5EF4-FFF2-40B4-BE49-F238E27FC236}">
                <a16:creationId xmlns:a16="http://schemas.microsoft.com/office/drawing/2014/main" id="{3F6748CB-C89A-9E39-4AF3-417BA03DA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7351" y="2562225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20</a:t>
            </a:r>
          </a:p>
        </p:txBody>
      </p:sp>
      <p:sp>
        <p:nvSpPr>
          <p:cNvPr id="41011" name="Oval 52">
            <a:extLst>
              <a:ext uri="{FF2B5EF4-FFF2-40B4-BE49-F238E27FC236}">
                <a16:creationId xmlns:a16="http://schemas.microsoft.com/office/drawing/2014/main" id="{47EBEBA2-A07B-9891-3DD9-53944F7A7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638" y="3017838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27</a:t>
            </a:r>
          </a:p>
        </p:txBody>
      </p:sp>
      <p:sp>
        <p:nvSpPr>
          <p:cNvPr id="41012" name="Rectangle 53">
            <a:extLst>
              <a:ext uri="{FF2B5EF4-FFF2-40B4-BE49-F238E27FC236}">
                <a16:creationId xmlns:a16="http://schemas.microsoft.com/office/drawing/2014/main" id="{0695A6FB-1802-0D50-A34E-0C1F6453EF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80564" y="35306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13" name="Rectangle 54">
            <a:extLst>
              <a:ext uri="{FF2B5EF4-FFF2-40B4-BE49-F238E27FC236}">
                <a16:creationId xmlns:a16="http://schemas.microsoft.com/office/drawing/2014/main" id="{18AEDB9C-3659-84E6-8F8C-3436A19BB4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101264" y="353060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14" name="AutoShape 55">
            <a:extLst>
              <a:ext uri="{FF2B5EF4-FFF2-40B4-BE49-F238E27FC236}">
                <a16:creationId xmlns:a16="http://schemas.microsoft.com/office/drawing/2014/main" id="{46FECA82-015F-F061-DC13-97C37E5BEA07}"/>
              </a:ext>
            </a:extLst>
          </p:cNvPr>
          <p:cNvCxnSpPr>
            <a:cxnSpLocks noChangeShapeType="1"/>
            <a:stCxn id="41013" idx="0"/>
            <a:endCxn id="41011" idx="5"/>
          </p:cNvCxnSpPr>
          <p:nvPr/>
        </p:nvCxnSpPr>
        <p:spPr bwMode="auto">
          <a:xfrm flipH="1" flipV="1">
            <a:off x="10044114" y="3271839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15" name="AutoShape 56">
            <a:extLst>
              <a:ext uri="{FF2B5EF4-FFF2-40B4-BE49-F238E27FC236}">
                <a16:creationId xmlns:a16="http://schemas.microsoft.com/office/drawing/2014/main" id="{0C8BAE6D-DAB8-9655-7A3B-3227C614ADF9}"/>
              </a:ext>
            </a:extLst>
          </p:cNvPr>
          <p:cNvCxnSpPr>
            <a:cxnSpLocks noChangeShapeType="1"/>
            <a:stCxn id="41012" idx="0"/>
            <a:endCxn id="41011" idx="3"/>
          </p:cNvCxnSpPr>
          <p:nvPr/>
        </p:nvCxnSpPr>
        <p:spPr bwMode="auto">
          <a:xfrm flipV="1">
            <a:off x="9683751" y="3271839"/>
            <a:ext cx="157163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16" name="AutoShape 57">
            <a:extLst>
              <a:ext uri="{FF2B5EF4-FFF2-40B4-BE49-F238E27FC236}">
                <a16:creationId xmlns:a16="http://schemas.microsoft.com/office/drawing/2014/main" id="{A7194E1E-58BE-8246-45D2-E20A80B6E395}"/>
              </a:ext>
            </a:extLst>
          </p:cNvPr>
          <p:cNvCxnSpPr>
            <a:cxnSpLocks noChangeShapeType="1"/>
            <a:stCxn id="41018" idx="7"/>
            <a:endCxn id="41010" idx="3"/>
          </p:cNvCxnSpPr>
          <p:nvPr/>
        </p:nvCxnSpPr>
        <p:spPr bwMode="auto">
          <a:xfrm flipV="1">
            <a:off x="8997951" y="2816226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17" name="AutoShape 58">
            <a:extLst>
              <a:ext uri="{FF2B5EF4-FFF2-40B4-BE49-F238E27FC236}">
                <a16:creationId xmlns:a16="http://schemas.microsoft.com/office/drawing/2014/main" id="{20225893-4844-190B-43B0-547B82198C18}"/>
              </a:ext>
            </a:extLst>
          </p:cNvPr>
          <p:cNvCxnSpPr>
            <a:cxnSpLocks noChangeShapeType="1"/>
            <a:stCxn id="41011" idx="1"/>
            <a:endCxn id="41010" idx="5"/>
          </p:cNvCxnSpPr>
          <p:nvPr/>
        </p:nvCxnSpPr>
        <p:spPr bwMode="auto">
          <a:xfrm flipH="1" flipV="1">
            <a:off x="9520239" y="2816226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18" name="Oval 59">
            <a:extLst>
              <a:ext uri="{FF2B5EF4-FFF2-40B4-BE49-F238E27FC236}">
                <a16:creationId xmlns:a16="http://schemas.microsoft.com/office/drawing/2014/main" id="{A5AE2DB2-3D94-ECB2-136D-DDFAD332E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5063" y="3017838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23</a:t>
            </a:r>
          </a:p>
        </p:txBody>
      </p:sp>
      <p:sp>
        <p:nvSpPr>
          <p:cNvPr id="41019" name="Rectangle 60">
            <a:extLst>
              <a:ext uri="{FF2B5EF4-FFF2-40B4-BE49-F238E27FC236}">
                <a16:creationId xmlns:a16="http://schemas.microsoft.com/office/drawing/2014/main" id="{A1B95054-D990-98D6-5D07-14F3399533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32814" y="35306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20" name="Rectangle 61">
            <a:extLst>
              <a:ext uri="{FF2B5EF4-FFF2-40B4-BE49-F238E27FC236}">
                <a16:creationId xmlns:a16="http://schemas.microsoft.com/office/drawing/2014/main" id="{B5085466-8074-9478-8277-BB2ABFF3FD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55100" y="35306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21" name="AutoShape 62">
            <a:extLst>
              <a:ext uri="{FF2B5EF4-FFF2-40B4-BE49-F238E27FC236}">
                <a16:creationId xmlns:a16="http://schemas.microsoft.com/office/drawing/2014/main" id="{6DD1B241-7BAD-5826-3639-30464F7DAF1C}"/>
              </a:ext>
            </a:extLst>
          </p:cNvPr>
          <p:cNvCxnSpPr>
            <a:cxnSpLocks noChangeShapeType="1"/>
            <a:stCxn id="41020" idx="0"/>
            <a:endCxn id="41018" idx="5"/>
          </p:cNvCxnSpPr>
          <p:nvPr/>
        </p:nvCxnSpPr>
        <p:spPr bwMode="auto">
          <a:xfrm flipH="1" flipV="1">
            <a:off x="8997950" y="3271839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22" name="AutoShape 63">
            <a:extLst>
              <a:ext uri="{FF2B5EF4-FFF2-40B4-BE49-F238E27FC236}">
                <a16:creationId xmlns:a16="http://schemas.microsoft.com/office/drawing/2014/main" id="{ACC580A8-64A6-2F79-BD0D-8DD281246E0E}"/>
              </a:ext>
            </a:extLst>
          </p:cNvPr>
          <p:cNvCxnSpPr>
            <a:cxnSpLocks noChangeShapeType="1"/>
            <a:stCxn id="41019" idx="0"/>
            <a:endCxn id="41018" idx="3"/>
          </p:cNvCxnSpPr>
          <p:nvPr/>
        </p:nvCxnSpPr>
        <p:spPr bwMode="auto">
          <a:xfrm flipV="1">
            <a:off x="8636000" y="3271839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23" name="Oval 64">
            <a:extLst>
              <a:ext uri="{FF2B5EF4-FFF2-40B4-BE49-F238E27FC236}">
                <a16:creationId xmlns:a16="http://schemas.microsoft.com/office/drawing/2014/main" id="{0199EADD-169B-CEFF-A756-0FE2770D3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6688" y="4541838"/>
            <a:ext cx="285750" cy="28416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cxnSp>
        <p:nvCxnSpPr>
          <p:cNvPr id="41024" name="AutoShape 65">
            <a:extLst>
              <a:ext uri="{FF2B5EF4-FFF2-40B4-BE49-F238E27FC236}">
                <a16:creationId xmlns:a16="http://schemas.microsoft.com/office/drawing/2014/main" id="{E76EA777-833A-E73B-29C5-76C27BF65E19}"/>
              </a:ext>
            </a:extLst>
          </p:cNvPr>
          <p:cNvCxnSpPr>
            <a:cxnSpLocks noChangeShapeType="1"/>
            <a:stCxn id="41023" idx="3"/>
            <a:endCxn id="41026" idx="7"/>
          </p:cNvCxnSpPr>
          <p:nvPr/>
        </p:nvCxnSpPr>
        <p:spPr bwMode="auto">
          <a:xfrm flipH="1">
            <a:off x="3160713" y="4799014"/>
            <a:ext cx="857250" cy="2301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25" name="AutoShape 66">
            <a:extLst>
              <a:ext uri="{FF2B5EF4-FFF2-40B4-BE49-F238E27FC236}">
                <a16:creationId xmlns:a16="http://schemas.microsoft.com/office/drawing/2014/main" id="{A7148831-47DA-18B3-FD4C-0937EE463D3A}"/>
              </a:ext>
            </a:extLst>
          </p:cNvPr>
          <p:cNvCxnSpPr>
            <a:cxnSpLocks noChangeShapeType="1"/>
            <a:stCxn id="41039" idx="1"/>
            <a:endCxn id="41023" idx="5"/>
          </p:cNvCxnSpPr>
          <p:nvPr/>
        </p:nvCxnSpPr>
        <p:spPr bwMode="auto">
          <a:xfrm flipH="1" flipV="1">
            <a:off x="4221163" y="4799013"/>
            <a:ext cx="857250" cy="227012"/>
          </a:xfrm>
          <a:prstGeom prst="straightConnector1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26" name="Oval 67">
            <a:extLst>
              <a:ext uri="{FF2B5EF4-FFF2-40B4-BE49-F238E27FC236}">
                <a16:creationId xmlns:a16="http://schemas.microsoft.com/office/drawing/2014/main" id="{5646BA29-9D9E-AE68-0C6C-66CE678D7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6" y="4997450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15</a:t>
            </a:r>
          </a:p>
        </p:txBody>
      </p:sp>
      <p:sp>
        <p:nvSpPr>
          <p:cNvPr id="41027" name="Oval 68">
            <a:extLst>
              <a:ext uri="{FF2B5EF4-FFF2-40B4-BE49-F238E27FC236}">
                <a16:creationId xmlns:a16="http://schemas.microsoft.com/office/drawing/2014/main" id="{84356590-8957-6F89-D66A-247322970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113" y="5453063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25</a:t>
            </a:r>
          </a:p>
        </p:txBody>
      </p:sp>
      <p:sp>
        <p:nvSpPr>
          <p:cNvPr id="41028" name="Rectangle 69">
            <a:extLst>
              <a:ext uri="{FF2B5EF4-FFF2-40B4-BE49-F238E27FC236}">
                <a16:creationId xmlns:a16="http://schemas.microsoft.com/office/drawing/2014/main" id="{409EA77E-8A1F-4C69-498F-D7AD80DC0D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21039" y="59658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29" name="Rectangle 70">
            <a:extLst>
              <a:ext uri="{FF2B5EF4-FFF2-40B4-BE49-F238E27FC236}">
                <a16:creationId xmlns:a16="http://schemas.microsoft.com/office/drawing/2014/main" id="{2C85878F-0933-7C59-DA96-121AE0A58E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41739" y="5965825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30" name="AutoShape 71">
            <a:extLst>
              <a:ext uri="{FF2B5EF4-FFF2-40B4-BE49-F238E27FC236}">
                <a16:creationId xmlns:a16="http://schemas.microsoft.com/office/drawing/2014/main" id="{A0B21267-5427-0D8B-3A25-D0A488985A34}"/>
              </a:ext>
            </a:extLst>
          </p:cNvPr>
          <p:cNvCxnSpPr>
            <a:cxnSpLocks noChangeShapeType="1"/>
            <a:stCxn id="41029" idx="0"/>
            <a:endCxn id="41027" idx="5"/>
          </p:cNvCxnSpPr>
          <p:nvPr/>
        </p:nvCxnSpPr>
        <p:spPr bwMode="auto">
          <a:xfrm flipH="1" flipV="1">
            <a:off x="3684589" y="5707064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31" name="AutoShape 72">
            <a:extLst>
              <a:ext uri="{FF2B5EF4-FFF2-40B4-BE49-F238E27FC236}">
                <a16:creationId xmlns:a16="http://schemas.microsoft.com/office/drawing/2014/main" id="{911E1F24-968F-49F6-D24B-3CCFA96EDFE2}"/>
              </a:ext>
            </a:extLst>
          </p:cNvPr>
          <p:cNvCxnSpPr>
            <a:cxnSpLocks noChangeShapeType="1"/>
            <a:stCxn id="41028" idx="0"/>
            <a:endCxn id="41027" idx="3"/>
          </p:cNvCxnSpPr>
          <p:nvPr/>
        </p:nvCxnSpPr>
        <p:spPr bwMode="auto">
          <a:xfrm flipV="1">
            <a:off x="3324226" y="5707064"/>
            <a:ext cx="157163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32" name="AutoShape 73">
            <a:extLst>
              <a:ext uri="{FF2B5EF4-FFF2-40B4-BE49-F238E27FC236}">
                <a16:creationId xmlns:a16="http://schemas.microsoft.com/office/drawing/2014/main" id="{89B2E032-AF54-6A48-88AD-BB0F74D6BB5B}"/>
              </a:ext>
            </a:extLst>
          </p:cNvPr>
          <p:cNvCxnSpPr>
            <a:cxnSpLocks noChangeShapeType="1"/>
            <a:stCxn id="41034" idx="7"/>
            <a:endCxn id="41026" idx="3"/>
          </p:cNvCxnSpPr>
          <p:nvPr/>
        </p:nvCxnSpPr>
        <p:spPr bwMode="auto">
          <a:xfrm flipV="1">
            <a:off x="2638426" y="5251451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33" name="AutoShape 74">
            <a:extLst>
              <a:ext uri="{FF2B5EF4-FFF2-40B4-BE49-F238E27FC236}">
                <a16:creationId xmlns:a16="http://schemas.microsoft.com/office/drawing/2014/main" id="{C27DE5B8-01DD-B1AC-C19E-4477262F2762}"/>
              </a:ext>
            </a:extLst>
          </p:cNvPr>
          <p:cNvCxnSpPr>
            <a:cxnSpLocks noChangeShapeType="1"/>
            <a:stCxn id="41027" idx="1"/>
            <a:endCxn id="41026" idx="5"/>
          </p:cNvCxnSpPr>
          <p:nvPr/>
        </p:nvCxnSpPr>
        <p:spPr bwMode="auto">
          <a:xfrm flipH="1" flipV="1">
            <a:off x="3160714" y="5251451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34" name="Oval 75">
            <a:extLst>
              <a:ext uri="{FF2B5EF4-FFF2-40B4-BE49-F238E27FC236}">
                <a16:creationId xmlns:a16="http://schemas.microsoft.com/office/drawing/2014/main" id="{CC1FC02A-54F0-4A6A-77D5-751E294BE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5538" y="5453063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16</a:t>
            </a:r>
          </a:p>
        </p:txBody>
      </p:sp>
      <p:sp>
        <p:nvSpPr>
          <p:cNvPr id="41035" name="Rectangle 76">
            <a:extLst>
              <a:ext uri="{FF2B5EF4-FFF2-40B4-BE49-F238E27FC236}">
                <a16:creationId xmlns:a16="http://schemas.microsoft.com/office/drawing/2014/main" id="{56B62338-3179-7C09-9D1C-87902C7407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3289" y="59658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36" name="Rectangle 77">
            <a:extLst>
              <a:ext uri="{FF2B5EF4-FFF2-40B4-BE49-F238E27FC236}">
                <a16:creationId xmlns:a16="http://schemas.microsoft.com/office/drawing/2014/main" id="{36C1F137-39A3-9C6B-D817-6A51FFB92D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95575" y="59658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37" name="AutoShape 78">
            <a:extLst>
              <a:ext uri="{FF2B5EF4-FFF2-40B4-BE49-F238E27FC236}">
                <a16:creationId xmlns:a16="http://schemas.microsoft.com/office/drawing/2014/main" id="{12FBF891-AE08-A049-3965-0339AA34DD4E}"/>
              </a:ext>
            </a:extLst>
          </p:cNvPr>
          <p:cNvCxnSpPr>
            <a:cxnSpLocks noChangeShapeType="1"/>
            <a:stCxn id="41036" idx="0"/>
            <a:endCxn id="41034" idx="5"/>
          </p:cNvCxnSpPr>
          <p:nvPr/>
        </p:nvCxnSpPr>
        <p:spPr bwMode="auto">
          <a:xfrm flipH="1" flipV="1">
            <a:off x="2638425" y="5707064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38" name="AutoShape 79">
            <a:extLst>
              <a:ext uri="{FF2B5EF4-FFF2-40B4-BE49-F238E27FC236}">
                <a16:creationId xmlns:a16="http://schemas.microsoft.com/office/drawing/2014/main" id="{3BCF74FD-E5CE-8F02-13CA-0A9BD425E6BE}"/>
              </a:ext>
            </a:extLst>
          </p:cNvPr>
          <p:cNvCxnSpPr>
            <a:cxnSpLocks noChangeShapeType="1"/>
            <a:stCxn id="41035" idx="0"/>
            <a:endCxn id="41034" idx="3"/>
          </p:cNvCxnSpPr>
          <p:nvPr/>
        </p:nvCxnSpPr>
        <p:spPr bwMode="auto">
          <a:xfrm flipV="1">
            <a:off x="2276475" y="5707064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39" name="Oval 80">
            <a:extLst>
              <a:ext uri="{FF2B5EF4-FFF2-40B4-BE49-F238E27FC236}">
                <a16:creationId xmlns:a16="http://schemas.microsoft.com/office/drawing/2014/main" id="{BB2A0BFA-EDBA-B852-9A27-0A1582BB1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138" y="4999038"/>
            <a:ext cx="284162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7</a:t>
            </a:r>
          </a:p>
        </p:txBody>
      </p:sp>
      <p:sp>
        <p:nvSpPr>
          <p:cNvPr id="41040" name="Oval 81">
            <a:extLst>
              <a:ext uri="{FF2B5EF4-FFF2-40B4-BE49-F238E27FC236}">
                <a16:creationId xmlns:a16="http://schemas.microsoft.com/office/drawing/2014/main" id="{3BEF8514-FC4D-7B2E-E91C-D9B456F52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54546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12</a:t>
            </a:r>
          </a:p>
        </p:txBody>
      </p:sp>
      <p:sp>
        <p:nvSpPr>
          <p:cNvPr id="41041" name="Rectangle 82">
            <a:extLst>
              <a:ext uri="{FF2B5EF4-FFF2-40B4-BE49-F238E27FC236}">
                <a16:creationId xmlns:a16="http://schemas.microsoft.com/office/drawing/2014/main" id="{B7EED0CB-1BC0-99FF-E2D4-B89C70AFE1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0350" y="59674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42" name="Rectangle 83">
            <a:extLst>
              <a:ext uri="{FF2B5EF4-FFF2-40B4-BE49-F238E27FC236}">
                <a16:creationId xmlns:a16="http://schemas.microsoft.com/office/drawing/2014/main" id="{8A02F71A-227E-3890-CF16-FDA1590D59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61051" y="5967414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43" name="AutoShape 84">
            <a:extLst>
              <a:ext uri="{FF2B5EF4-FFF2-40B4-BE49-F238E27FC236}">
                <a16:creationId xmlns:a16="http://schemas.microsoft.com/office/drawing/2014/main" id="{910267C0-82E1-CFC6-A4E4-52F19A1067C5}"/>
              </a:ext>
            </a:extLst>
          </p:cNvPr>
          <p:cNvCxnSpPr>
            <a:cxnSpLocks noChangeShapeType="1"/>
            <a:stCxn id="41042" idx="0"/>
            <a:endCxn id="41040" idx="5"/>
          </p:cNvCxnSpPr>
          <p:nvPr/>
        </p:nvCxnSpPr>
        <p:spPr bwMode="auto">
          <a:xfrm flipH="1" flipV="1">
            <a:off x="5803900" y="5708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44" name="AutoShape 85">
            <a:extLst>
              <a:ext uri="{FF2B5EF4-FFF2-40B4-BE49-F238E27FC236}">
                <a16:creationId xmlns:a16="http://schemas.microsoft.com/office/drawing/2014/main" id="{76779862-0822-ADBF-BF50-3A2FE46491D9}"/>
              </a:ext>
            </a:extLst>
          </p:cNvPr>
          <p:cNvCxnSpPr>
            <a:cxnSpLocks noChangeShapeType="1"/>
            <a:stCxn id="41041" idx="0"/>
            <a:endCxn id="41040" idx="3"/>
          </p:cNvCxnSpPr>
          <p:nvPr/>
        </p:nvCxnSpPr>
        <p:spPr bwMode="auto">
          <a:xfrm flipV="1">
            <a:off x="5443538" y="5708650"/>
            <a:ext cx="157162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45" name="AutoShape 86">
            <a:extLst>
              <a:ext uri="{FF2B5EF4-FFF2-40B4-BE49-F238E27FC236}">
                <a16:creationId xmlns:a16="http://schemas.microsoft.com/office/drawing/2014/main" id="{722CA6C0-E351-EE8C-D9B9-E4401E5A0917}"/>
              </a:ext>
            </a:extLst>
          </p:cNvPr>
          <p:cNvCxnSpPr>
            <a:cxnSpLocks noChangeShapeType="1"/>
            <a:stCxn id="41047" idx="7"/>
            <a:endCxn id="41039" idx="3"/>
          </p:cNvCxnSpPr>
          <p:nvPr/>
        </p:nvCxnSpPr>
        <p:spPr bwMode="auto">
          <a:xfrm flipV="1">
            <a:off x="4757739" y="5257800"/>
            <a:ext cx="320675" cy="223838"/>
          </a:xfrm>
          <a:prstGeom prst="straightConnector1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46" name="AutoShape 87">
            <a:extLst>
              <a:ext uri="{FF2B5EF4-FFF2-40B4-BE49-F238E27FC236}">
                <a16:creationId xmlns:a16="http://schemas.microsoft.com/office/drawing/2014/main" id="{8D998157-D9DC-89A5-1FBC-1F4909FA65B3}"/>
              </a:ext>
            </a:extLst>
          </p:cNvPr>
          <p:cNvCxnSpPr>
            <a:cxnSpLocks noChangeShapeType="1"/>
            <a:stCxn id="41040" idx="1"/>
            <a:endCxn id="41039" idx="5"/>
          </p:cNvCxnSpPr>
          <p:nvPr/>
        </p:nvCxnSpPr>
        <p:spPr bwMode="auto">
          <a:xfrm flipH="1" flipV="1">
            <a:off x="5280026" y="52578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47" name="Oval 88">
            <a:extLst>
              <a:ext uri="{FF2B5EF4-FFF2-40B4-BE49-F238E27FC236}">
                <a16:creationId xmlns:a16="http://schemas.microsoft.com/office/drawing/2014/main" id="{6ACDBC17-06A2-2276-FCF0-364BDF418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1" y="5454650"/>
            <a:ext cx="284163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10</a:t>
            </a:r>
          </a:p>
        </p:txBody>
      </p:sp>
      <p:sp>
        <p:nvSpPr>
          <p:cNvPr id="41048" name="Rectangle 89">
            <a:extLst>
              <a:ext uri="{FF2B5EF4-FFF2-40B4-BE49-F238E27FC236}">
                <a16:creationId xmlns:a16="http://schemas.microsoft.com/office/drawing/2014/main" id="{6C0EAD9B-C76C-923B-02B9-ECFB30E828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92600" y="59674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49" name="Rectangle 90">
            <a:extLst>
              <a:ext uri="{FF2B5EF4-FFF2-40B4-BE49-F238E27FC236}">
                <a16:creationId xmlns:a16="http://schemas.microsoft.com/office/drawing/2014/main" id="{CC6D317A-933C-F858-2C87-5CC4743F36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14889" y="59674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50" name="AutoShape 91">
            <a:extLst>
              <a:ext uri="{FF2B5EF4-FFF2-40B4-BE49-F238E27FC236}">
                <a16:creationId xmlns:a16="http://schemas.microsoft.com/office/drawing/2014/main" id="{C9A4C8D7-39D4-10AA-0D51-9437CFC06442}"/>
              </a:ext>
            </a:extLst>
          </p:cNvPr>
          <p:cNvCxnSpPr>
            <a:cxnSpLocks noChangeShapeType="1"/>
            <a:stCxn id="41049" idx="0"/>
            <a:endCxn id="41047" idx="5"/>
          </p:cNvCxnSpPr>
          <p:nvPr/>
        </p:nvCxnSpPr>
        <p:spPr bwMode="auto">
          <a:xfrm flipH="1" flipV="1">
            <a:off x="4757739" y="5713414"/>
            <a:ext cx="160337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51" name="AutoShape 92">
            <a:extLst>
              <a:ext uri="{FF2B5EF4-FFF2-40B4-BE49-F238E27FC236}">
                <a16:creationId xmlns:a16="http://schemas.microsoft.com/office/drawing/2014/main" id="{97D6C17A-B925-4564-9ABF-5F62265DB0E8}"/>
              </a:ext>
            </a:extLst>
          </p:cNvPr>
          <p:cNvCxnSpPr>
            <a:cxnSpLocks noChangeShapeType="1"/>
            <a:stCxn id="41048" idx="0"/>
            <a:endCxn id="41047" idx="3"/>
          </p:cNvCxnSpPr>
          <p:nvPr/>
        </p:nvCxnSpPr>
        <p:spPr bwMode="auto">
          <a:xfrm flipV="1">
            <a:off x="4395789" y="5713414"/>
            <a:ext cx="160337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52" name="Oval 93">
            <a:extLst>
              <a:ext uri="{FF2B5EF4-FFF2-40B4-BE49-F238E27FC236}">
                <a16:creationId xmlns:a16="http://schemas.microsoft.com/office/drawing/2014/main" id="{6D3E7C22-3AC6-9C63-9172-1D409A630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114801"/>
            <a:ext cx="287338" cy="28416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cxnSp>
        <p:nvCxnSpPr>
          <p:cNvPr id="41053" name="AutoShape 94">
            <a:extLst>
              <a:ext uri="{FF2B5EF4-FFF2-40B4-BE49-F238E27FC236}">
                <a16:creationId xmlns:a16="http://schemas.microsoft.com/office/drawing/2014/main" id="{BB019265-DF92-97C3-74B4-6F4270B3F8D1}"/>
              </a:ext>
            </a:extLst>
          </p:cNvPr>
          <p:cNvCxnSpPr>
            <a:cxnSpLocks noChangeShapeType="1"/>
            <a:stCxn id="41052" idx="5"/>
            <a:endCxn id="41055" idx="1"/>
          </p:cNvCxnSpPr>
          <p:nvPr/>
        </p:nvCxnSpPr>
        <p:spPr bwMode="auto">
          <a:xfrm>
            <a:off x="6340475" y="4371975"/>
            <a:ext cx="1917700" cy="2032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54" name="AutoShape 95">
            <a:extLst>
              <a:ext uri="{FF2B5EF4-FFF2-40B4-BE49-F238E27FC236}">
                <a16:creationId xmlns:a16="http://schemas.microsoft.com/office/drawing/2014/main" id="{98B0FDC4-66BE-9AC6-1E41-0659617BEDE2}"/>
              </a:ext>
            </a:extLst>
          </p:cNvPr>
          <p:cNvCxnSpPr>
            <a:cxnSpLocks noChangeShapeType="1"/>
            <a:stCxn id="41052" idx="3"/>
            <a:endCxn id="41023" idx="7"/>
          </p:cNvCxnSpPr>
          <p:nvPr/>
        </p:nvCxnSpPr>
        <p:spPr bwMode="auto">
          <a:xfrm flipH="1">
            <a:off x="4221163" y="4371975"/>
            <a:ext cx="1917700" cy="196850"/>
          </a:xfrm>
          <a:prstGeom prst="straightConnector1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55" name="Oval 96">
            <a:extLst>
              <a:ext uri="{FF2B5EF4-FFF2-40B4-BE49-F238E27FC236}">
                <a16:creationId xmlns:a16="http://schemas.microsoft.com/office/drawing/2014/main" id="{580C1886-1D32-A863-3427-DC7EEE379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6900" y="4543426"/>
            <a:ext cx="285750" cy="2841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cxnSp>
        <p:nvCxnSpPr>
          <p:cNvPr id="41056" name="AutoShape 97">
            <a:extLst>
              <a:ext uri="{FF2B5EF4-FFF2-40B4-BE49-F238E27FC236}">
                <a16:creationId xmlns:a16="http://schemas.microsoft.com/office/drawing/2014/main" id="{4D56B74D-91F9-5682-D0EF-69163A0E49C5}"/>
              </a:ext>
            </a:extLst>
          </p:cNvPr>
          <p:cNvCxnSpPr>
            <a:cxnSpLocks noChangeShapeType="1"/>
            <a:stCxn id="41055" idx="3"/>
            <a:endCxn id="41058" idx="7"/>
          </p:cNvCxnSpPr>
          <p:nvPr/>
        </p:nvCxnSpPr>
        <p:spPr bwMode="auto">
          <a:xfrm flipH="1">
            <a:off x="7400925" y="4795838"/>
            <a:ext cx="857250" cy="234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57" name="AutoShape 98">
            <a:extLst>
              <a:ext uri="{FF2B5EF4-FFF2-40B4-BE49-F238E27FC236}">
                <a16:creationId xmlns:a16="http://schemas.microsoft.com/office/drawing/2014/main" id="{56C7BA51-7C4E-E8DA-337B-EC7C71C1B119}"/>
              </a:ext>
            </a:extLst>
          </p:cNvPr>
          <p:cNvCxnSpPr>
            <a:cxnSpLocks noChangeShapeType="1"/>
            <a:stCxn id="41071" idx="1"/>
            <a:endCxn id="41055" idx="5"/>
          </p:cNvCxnSpPr>
          <p:nvPr/>
        </p:nvCxnSpPr>
        <p:spPr bwMode="auto">
          <a:xfrm flipH="1" flipV="1">
            <a:off x="8461375" y="4795839"/>
            <a:ext cx="857250" cy="236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58" name="Oval 99">
            <a:extLst>
              <a:ext uri="{FF2B5EF4-FFF2-40B4-BE49-F238E27FC236}">
                <a16:creationId xmlns:a16="http://schemas.microsoft.com/office/drawing/2014/main" id="{CACBB259-D7D0-6643-8B26-4D0EF92F6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8038" y="4999038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41059" name="Oval 100">
            <a:extLst>
              <a:ext uri="{FF2B5EF4-FFF2-40B4-BE49-F238E27FC236}">
                <a16:creationId xmlns:a16="http://schemas.microsoft.com/office/drawing/2014/main" id="{4D368F0F-C456-4004-8CA8-A3A371378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54546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41060" name="Rectangle 101">
            <a:extLst>
              <a:ext uri="{FF2B5EF4-FFF2-40B4-BE49-F238E27FC236}">
                <a16:creationId xmlns:a16="http://schemas.microsoft.com/office/drawing/2014/main" id="{509B7C76-012C-5271-5487-36B81C74B3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1250" y="59674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61" name="Rectangle 102">
            <a:extLst>
              <a:ext uri="{FF2B5EF4-FFF2-40B4-BE49-F238E27FC236}">
                <a16:creationId xmlns:a16="http://schemas.microsoft.com/office/drawing/2014/main" id="{DCB0D535-7838-4841-EBC3-4EC6294653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81951" y="5967414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62" name="AutoShape 103">
            <a:extLst>
              <a:ext uri="{FF2B5EF4-FFF2-40B4-BE49-F238E27FC236}">
                <a16:creationId xmlns:a16="http://schemas.microsoft.com/office/drawing/2014/main" id="{5B3D3858-40CE-3DB7-6BD5-BF2970EBE5B2}"/>
              </a:ext>
            </a:extLst>
          </p:cNvPr>
          <p:cNvCxnSpPr>
            <a:cxnSpLocks noChangeShapeType="1"/>
            <a:stCxn id="41061" idx="0"/>
            <a:endCxn id="41059" idx="5"/>
          </p:cNvCxnSpPr>
          <p:nvPr/>
        </p:nvCxnSpPr>
        <p:spPr bwMode="auto">
          <a:xfrm flipH="1" flipV="1">
            <a:off x="7924800" y="5708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63" name="AutoShape 104">
            <a:extLst>
              <a:ext uri="{FF2B5EF4-FFF2-40B4-BE49-F238E27FC236}">
                <a16:creationId xmlns:a16="http://schemas.microsoft.com/office/drawing/2014/main" id="{C14F361F-FAC2-C3E8-41FE-0D39F41B296A}"/>
              </a:ext>
            </a:extLst>
          </p:cNvPr>
          <p:cNvCxnSpPr>
            <a:cxnSpLocks noChangeShapeType="1"/>
            <a:stCxn id="41060" idx="0"/>
            <a:endCxn id="41059" idx="3"/>
          </p:cNvCxnSpPr>
          <p:nvPr/>
        </p:nvCxnSpPr>
        <p:spPr bwMode="auto">
          <a:xfrm flipV="1">
            <a:off x="7564438" y="5708650"/>
            <a:ext cx="157162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64" name="AutoShape 105">
            <a:extLst>
              <a:ext uri="{FF2B5EF4-FFF2-40B4-BE49-F238E27FC236}">
                <a16:creationId xmlns:a16="http://schemas.microsoft.com/office/drawing/2014/main" id="{854BD3D8-FABC-9A00-4A25-CFB043BBA8ED}"/>
              </a:ext>
            </a:extLst>
          </p:cNvPr>
          <p:cNvCxnSpPr>
            <a:cxnSpLocks noChangeShapeType="1"/>
            <a:stCxn id="41066" idx="7"/>
            <a:endCxn id="41058" idx="3"/>
          </p:cNvCxnSpPr>
          <p:nvPr/>
        </p:nvCxnSpPr>
        <p:spPr bwMode="auto">
          <a:xfrm flipV="1">
            <a:off x="6878639" y="52530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65" name="AutoShape 106">
            <a:extLst>
              <a:ext uri="{FF2B5EF4-FFF2-40B4-BE49-F238E27FC236}">
                <a16:creationId xmlns:a16="http://schemas.microsoft.com/office/drawing/2014/main" id="{C41AAD65-2335-1400-8D16-E4AC288D7594}"/>
              </a:ext>
            </a:extLst>
          </p:cNvPr>
          <p:cNvCxnSpPr>
            <a:cxnSpLocks noChangeShapeType="1"/>
            <a:stCxn id="41059" idx="1"/>
            <a:endCxn id="41058" idx="5"/>
          </p:cNvCxnSpPr>
          <p:nvPr/>
        </p:nvCxnSpPr>
        <p:spPr bwMode="auto">
          <a:xfrm flipH="1" flipV="1">
            <a:off x="7400926" y="52530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66" name="Oval 107">
            <a:extLst>
              <a:ext uri="{FF2B5EF4-FFF2-40B4-BE49-F238E27FC236}">
                <a16:creationId xmlns:a16="http://schemas.microsoft.com/office/drawing/2014/main" id="{F3FE6F9F-CD4E-8A60-4245-B5FD90960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1" y="5454650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11</a:t>
            </a:r>
          </a:p>
        </p:txBody>
      </p:sp>
      <p:sp>
        <p:nvSpPr>
          <p:cNvPr id="41067" name="Rectangle 108">
            <a:extLst>
              <a:ext uri="{FF2B5EF4-FFF2-40B4-BE49-F238E27FC236}">
                <a16:creationId xmlns:a16="http://schemas.microsoft.com/office/drawing/2014/main" id="{CF252A81-08F1-C213-627C-23D9A69BF9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13500" y="59674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68" name="Rectangle 109">
            <a:extLst>
              <a:ext uri="{FF2B5EF4-FFF2-40B4-BE49-F238E27FC236}">
                <a16:creationId xmlns:a16="http://schemas.microsoft.com/office/drawing/2014/main" id="{F3D5A54E-E9EB-1CA8-570E-FE5A756328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35789" y="59674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69" name="AutoShape 110">
            <a:extLst>
              <a:ext uri="{FF2B5EF4-FFF2-40B4-BE49-F238E27FC236}">
                <a16:creationId xmlns:a16="http://schemas.microsoft.com/office/drawing/2014/main" id="{CA0F4105-7A11-29DE-E4FC-67DE28F2EC00}"/>
              </a:ext>
            </a:extLst>
          </p:cNvPr>
          <p:cNvCxnSpPr>
            <a:cxnSpLocks noChangeShapeType="1"/>
            <a:stCxn id="41068" idx="0"/>
            <a:endCxn id="41066" idx="5"/>
          </p:cNvCxnSpPr>
          <p:nvPr/>
        </p:nvCxnSpPr>
        <p:spPr bwMode="auto">
          <a:xfrm flipH="1" flipV="1">
            <a:off x="6878639" y="57086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70" name="AutoShape 111">
            <a:extLst>
              <a:ext uri="{FF2B5EF4-FFF2-40B4-BE49-F238E27FC236}">
                <a16:creationId xmlns:a16="http://schemas.microsoft.com/office/drawing/2014/main" id="{DEE1284B-5BE9-5AAD-D45A-9B1085D24E99}"/>
              </a:ext>
            </a:extLst>
          </p:cNvPr>
          <p:cNvCxnSpPr>
            <a:cxnSpLocks noChangeShapeType="1"/>
            <a:stCxn id="41067" idx="0"/>
            <a:endCxn id="41066" idx="3"/>
          </p:cNvCxnSpPr>
          <p:nvPr/>
        </p:nvCxnSpPr>
        <p:spPr bwMode="auto">
          <a:xfrm flipV="1">
            <a:off x="6516689" y="57086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71" name="Oval 112">
            <a:extLst>
              <a:ext uri="{FF2B5EF4-FFF2-40B4-BE49-F238E27FC236}">
                <a16:creationId xmlns:a16="http://schemas.microsoft.com/office/drawing/2014/main" id="{E55D4993-DF00-D7AE-1956-C0B8E38E1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7351" y="5000625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20</a:t>
            </a:r>
          </a:p>
        </p:txBody>
      </p:sp>
      <p:sp>
        <p:nvSpPr>
          <p:cNvPr id="41072" name="Oval 113">
            <a:extLst>
              <a:ext uri="{FF2B5EF4-FFF2-40B4-BE49-F238E27FC236}">
                <a16:creationId xmlns:a16="http://schemas.microsoft.com/office/drawing/2014/main" id="{DA09D941-4F2C-B3E0-C7FD-DAF2D584C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638" y="5456238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27</a:t>
            </a:r>
          </a:p>
        </p:txBody>
      </p:sp>
      <p:sp>
        <p:nvSpPr>
          <p:cNvPr id="41073" name="Rectangle 114">
            <a:extLst>
              <a:ext uri="{FF2B5EF4-FFF2-40B4-BE49-F238E27FC236}">
                <a16:creationId xmlns:a16="http://schemas.microsoft.com/office/drawing/2014/main" id="{73728CC6-1902-3132-7C1A-29DA742925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80564" y="59690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74" name="Rectangle 115">
            <a:extLst>
              <a:ext uri="{FF2B5EF4-FFF2-40B4-BE49-F238E27FC236}">
                <a16:creationId xmlns:a16="http://schemas.microsoft.com/office/drawing/2014/main" id="{76878049-1DC1-E41A-5258-A2B80596B9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101264" y="596900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75" name="AutoShape 116">
            <a:extLst>
              <a:ext uri="{FF2B5EF4-FFF2-40B4-BE49-F238E27FC236}">
                <a16:creationId xmlns:a16="http://schemas.microsoft.com/office/drawing/2014/main" id="{2BB9A058-756E-6934-9BBF-4B39A5BDC57C}"/>
              </a:ext>
            </a:extLst>
          </p:cNvPr>
          <p:cNvCxnSpPr>
            <a:cxnSpLocks noChangeShapeType="1"/>
            <a:stCxn id="41074" idx="0"/>
            <a:endCxn id="41072" idx="5"/>
          </p:cNvCxnSpPr>
          <p:nvPr/>
        </p:nvCxnSpPr>
        <p:spPr bwMode="auto">
          <a:xfrm flipH="1" flipV="1">
            <a:off x="10044114" y="5710239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76" name="AutoShape 117">
            <a:extLst>
              <a:ext uri="{FF2B5EF4-FFF2-40B4-BE49-F238E27FC236}">
                <a16:creationId xmlns:a16="http://schemas.microsoft.com/office/drawing/2014/main" id="{0CF871EB-180F-7E90-C21E-4CFEFC276974}"/>
              </a:ext>
            </a:extLst>
          </p:cNvPr>
          <p:cNvCxnSpPr>
            <a:cxnSpLocks noChangeShapeType="1"/>
            <a:stCxn id="41073" idx="0"/>
            <a:endCxn id="41072" idx="3"/>
          </p:cNvCxnSpPr>
          <p:nvPr/>
        </p:nvCxnSpPr>
        <p:spPr bwMode="auto">
          <a:xfrm flipV="1">
            <a:off x="9683751" y="5710239"/>
            <a:ext cx="157163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77" name="AutoShape 118">
            <a:extLst>
              <a:ext uri="{FF2B5EF4-FFF2-40B4-BE49-F238E27FC236}">
                <a16:creationId xmlns:a16="http://schemas.microsoft.com/office/drawing/2014/main" id="{7BF79FF1-642B-2CC9-8164-984BBA9E5208}"/>
              </a:ext>
            </a:extLst>
          </p:cNvPr>
          <p:cNvCxnSpPr>
            <a:cxnSpLocks noChangeShapeType="1"/>
            <a:stCxn id="41079" idx="7"/>
            <a:endCxn id="41071" idx="3"/>
          </p:cNvCxnSpPr>
          <p:nvPr/>
        </p:nvCxnSpPr>
        <p:spPr bwMode="auto">
          <a:xfrm flipV="1">
            <a:off x="8997951" y="5254626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78" name="AutoShape 119">
            <a:extLst>
              <a:ext uri="{FF2B5EF4-FFF2-40B4-BE49-F238E27FC236}">
                <a16:creationId xmlns:a16="http://schemas.microsoft.com/office/drawing/2014/main" id="{6BDF505B-50FB-A38C-C725-D6B806B2E90D}"/>
              </a:ext>
            </a:extLst>
          </p:cNvPr>
          <p:cNvCxnSpPr>
            <a:cxnSpLocks noChangeShapeType="1"/>
            <a:stCxn id="41072" idx="1"/>
            <a:endCxn id="41071" idx="5"/>
          </p:cNvCxnSpPr>
          <p:nvPr/>
        </p:nvCxnSpPr>
        <p:spPr bwMode="auto">
          <a:xfrm flipH="1" flipV="1">
            <a:off x="9520239" y="5254626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79" name="Oval 120">
            <a:extLst>
              <a:ext uri="{FF2B5EF4-FFF2-40B4-BE49-F238E27FC236}">
                <a16:creationId xmlns:a16="http://schemas.microsoft.com/office/drawing/2014/main" id="{FC126158-A016-E77A-488A-F602B15B8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5063" y="5456238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23</a:t>
            </a:r>
          </a:p>
        </p:txBody>
      </p:sp>
      <p:sp>
        <p:nvSpPr>
          <p:cNvPr id="41080" name="Rectangle 121">
            <a:extLst>
              <a:ext uri="{FF2B5EF4-FFF2-40B4-BE49-F238E27FC236}">
                <a16:creationId xmlns:a16="http://schemas.microsoft.com/office/drawing/2014/main" id="{1A8164D9-9469-D0EC-3B65-7B97EDEA3C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32814" y="59690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81" name="Rectangle 122">
            <a:extLst>
              <a:ext uri="{FF2B5EF4-FFF2-40B4-BE49-F238E27FC236}">
                <a16:creationId xmlns:a16="http://schemas.microsoft.com/office/drawing/2014/main" id="{F20F9F1A-8BE6-6F50-6BDC-F2740B14B6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55100" y="59690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82" name="AutoShape 123">
            <a:extLst>
              <a:ext uri="{FF2B5EF4-FFF2-40B4-BE49-F238E27FC236}">
                <a16:creationId xmlns:a16="http://schemas.microsoft.com/office/drawing/2014/main" id="{32973FA0-DB2F-756B-6789-3CA77C80FFF6}"/>
              </a:ext>
            </a:extLst>
          </p:cNvPr>
          <p:cNvCxnSpPr>
            <a:cxnSpLocks noChangeShapeType="1"/>
            <a:stCxn id="41081" idx="0"/>
            <a:endCxn id="41079" idx="5"/>
          </p:cNvCxnSpPr>
          <p:nvPr/>
        </p:nvCxnSpPr>
        <p:spPr bwMode="auto">
          <a:xfrm flipH="1" flipV="1">
            <a:off x="8997950" y="5710239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83" name="AutoShape 124">
            <a:extLst>
              <a:ext uri="{FF2B5EF4-FFF2-40B4-BE49-F238E27FC236}">
                <a16:creationId xmlns:a16="http://schemas.microsoft.com/office/drawing/2014/main" id="{66A031FB-1E99-2E90-3478-DA7300090DBB}"/>
              </a:ext>
            </a:extLst>
          </p:cNvPr>
          <p:cNvCxnSpPr>
            <a:cxnSpLocks noChangeShapeType="1"/>
            <a:stCxn id="41080" idx="0"/>
            <a:endCxn id="41079" idx="3"/>
          </p:cNvCxnSpPr>
          <p:nvPr/>
        </p:nvCxnSpPr>
        <p:spPr bwMode="auto">
          <a:xfrm flipV="1">
            <a:off x="8636000" y="5710239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31E27-ACA9-7AFD-C8C5-690F02408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012" y="668594"/>
            <a:ext cx="8596668" cy="757084"/>
          </a:xfrm>
        </p:spPr>
        <p:txBody>
          <a:bodyPr/>
          <a:lstStyle/>
          <a:p>
            <a:r>
              <a:rPr lang="en-US" dirty="0"/>
              <a:t>Some Math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EB722E-559D-072E-8AE9-3085CA128564}"/>
              </a:ext>
            </a:extLst>
          </p:cNvPr>
          <p:cNvSpPr txBox="1"/>
          <p:nvPr/>
        </p:nvSpPr>
        <p:spPr>
          <a:xfrm>
            <a:off x="2613468" y="1632606"/>
            <a:ext cx="734879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dirty="0"/>
              <a:t>Leaf nodes no operation needed as each single node is a heap in itself.</a:t>
            </a:r>
            <a:r>
              <a:rPr lang="en-US" alt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/>
              <a:t>Number of such nodes are CEIL(n/2)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/>
              <a:t>Height of these nodes = 0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dirty="0"/>
              <a:t>Internal nodes a</a:t>
            </a:r>
            <a:r>
              <a:rPr lang="en-US" altLang="en-US" dirty="0"/>
              <a:t>t lowest level.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/>
              <a:t>Number of such nodes are CEIL(n/4)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/>
              <a:t>Heigh of subtrees are =1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dirty="0"/>
              <a:t>Internal nodes a</a:t>
            </a:r>
            <a:r>
              <a:rPr lang="en-US" altLang="en-US" dirty="0"/>
              <a:t>t lowest+1 level.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/>
              <a:t>Number of such nodes are CEIL(n/8)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/>
              <a:t>Heigh of subtrees are =2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….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dirty="0"/>
              <a:t>Internal nodes a</a:t>
            </a:r>
            <a:r>
              <a:rPr lang="en-US" altLang="en-US" dirty="0"/>
              <a:t>t </a:t>
            </a:r>
            <a:r>
              <a:rPr lang="en-US" altLang="en-US" dirty="0" err="1"/>
              <a:t>heighest</a:t>
            </a:r>
            <a:r>
              <a:rPr lang="en-US" altLang="en-US" dirty="0"/>
              <a:t> level.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/>
              <a:t>Number of such nodes are CEIL(n/2^k = 1) is 1(root)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/>
              <a:t>Heigh of subtree is log</a:t>
            </a:r>
            <a:r>
              <a:rPr lang="en-US" altLang="en-US" baseline="-25000" dirty="0"/>
              <a:t>2</a:t>
            </a:r>
            <a:r>
              <a:rPr lang="en-US" altLang="en-US" dirty="0"/>
              <a:t>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836658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18F1-F37A-752E-A9B1-ABA2A132B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005" y="393290"/>
            <a:ext cx="8596668" cy="550606"/>
          </a:xfrm>
        </p:spPr>
        <p:txBody>
          <a:bodyPr>
            <a:normAutofit fontScale="90000"/>
          </a:bodyPr>
          <a:lstStyle/>
          <a:p>
            <a:r>
              <a:rPr lang="en-US" dirty="0"/>
              <a:t>Arithmetic Geometric Series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A4FA5-E4A4-580E-5686-E18D2DAD2269}"/>
              </a:ext>
            </a:extLst>
          </p:cNvPr>
          <p:cNvSpPr txBox="1"/>
          <p:nvPr/>
        </p:nvSpPr>
        <p:spPr>
          <a:xfrm>
            <a:off x="1260987" y="1378663"/>
            <a:ext cx="8227143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/>
              <a:t>Cost of Build Heap</a:t>
            </a:r>
          </a:p>
          <a:p>
            <a:endParaRPr lang="en-US" altLang="en-US" dirty="0"/>
          </a:p>
          <a:p>
            <a:r>
              <a:rPr lang="en-US" altLang="en-US" dirty="0"/>
              <a:t>	S  = 1*n/2 + 2* n/4 + 3 *n/8 + 4* n/16 +------+h n/2</a:t>
            </a:r>
            <a:r>
              <a:rPr lang="en-US" altLang="en-US" baseline="30000" dirty="0"/>
              <a:t>h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	S =   n/2 +  2n/4 +  3n/8 +  4n/16+ -------+   h n/2</a:t>
            </a:r>
            <a:r>
              <a:rPr lang="en-US" altLang="en-US" baseline="30000" dirty="0"/>
              <a:t>h</a:t>
            </a:r>
            <a:endParaRPr lang="en-US" altLang="en-US" baseline="-25000" dirty="0"/>
          </a:p>
          <a:p>
            <a:endParaRPr lang="en-US" dirty="0"/>
          </a:p>
          <a:p>
            <a:r>
              <a:rPr lang="en-US" dirty="0"/>
              <a:t>      d = 1</a:t>
            </a:r>
          </a:p>
          <a:p>
            <a:r>
              <a:rPr lang="en-US" dirty="0"/>
              <a:t>      r = ½</a:t>
            </a:r>
          </a:p>
          <a:p>
            <a:endParaRPr lang="en-US" dirty="0"/>
          </a:p>
          <a:p>
            <a:r>
              <a:rPr lang="en-US" dirty="0"/>
              <a:t>      S/2    =        n/4 +  2n/8 + 3n/16 + -------+</a:t>
            </a:r>
            <a:r>
              <a:rPr lang="en-US" altLang="en-US" dirty="0"/>
              <a:t>(h -1)n/2</a:t>
            </a:r>
            <a:r>
              <a:rPr lang="en-US" altLang="en-US" baseline="30000" dirty="0"/>
              <a:t>h</a:t>
            </a:r>
            <a:r>
              <a:rPr lang="en-US" altLang="en-US" dirty="0"/>
              <a:t>+ h n/2</a:t>
            </a:r>
            <a:r>
              <a:rPr lang="en-US" altLang="en-US" baseline="30000" dirty="0"/>
              <a:t>h+1</a:t>
            </a:r>
          </a:p>
          <a:p>
            <a:endParaRPr lang="en-US" dirty="0"/>
          </a:p>
          <a:p>
            <a:r>
              <a:rPr lang="en-US" dirty="0"/>
              <a:t>      S- S/2=    n/2 + n/4 +  n/8 +  n/16 +  ----- +   n/2</a:t>
            </a:r>
            <a:r>
              <a:rPr lang="en-US" baseline="30000" dirty="0"/>
              <a:t>h</a:t>
            </a:r>
            <a:r>
              <a:rPr lang="en-US" dirty="0"/>
              <a:t>  -  h n /2</a:t>
            </a:r>
            <a:r>
              <a:rPr lang="en-US" baseline="30000" dirty="0"/>
              <a:t>h+1</a:t>
            </a:r>
            <a:endParaRPr lang="en-US" dirty="0"/>
          </a:p>
          <a:p>
            <a:r>
              <a:rPr lang="en-US" dirty="0"/>
              <a:t>      S       =         n +  n/2 +   n/4 + n/8 + ----- +  n/2</a:t>
            </a:r>
            <a:r>
              <a:rPr lang="en-US" baseline="30000" dirty="0"/>
              <a:t>h-1</a:t>
            </a:r>
            <a:r>
              <a:rPr lang="en-US" dirty="0"/>
              <a:t> – h n/2</a:t>
            </a:r>
            <a:r>
              <a:rPr lang="en-US" baseline="30000" dirty="0"/>
              <a:t>h</a:t>
            </a:r>
          </a:p>
          <a:p>
            <a:r>
              <a:rPr lang="en-US" b="1" baseline="30000" dirty="0"/>
              <a:t>h is the height of a tree replace it with log</a:t>
            </a:r>
            <a:r>
              <a:rPr lang="en-US" b="1" baseline="-25000" dirty="0"/>
              <a:t>2</a:t>
            </a:r>
            <a:r>
              <a:rPr lang="en-US" b="1" baseline="30000" dirty="0"/>
              <a:t>n</a:t>
            </a:r>
            <a:endParaRPr lang="en-US" b="1" dirty="0"/>
          </a:p>
          <a:p>
            <a:r>
              <a:rPr lang="en-US" dirty="0"/>
              <a:t>      S       =         n(1+ ½ + (½)</a:t>
            </a:r>
            <a:r>
              <a:rPr lang="en-US" baseline="30000" dirty="0"/>
              <a:t>2</a:t>
            </a:r>
            <a:r>
              <a:rPr lang="en-US" dirty="0"/>
              <a:t>+ + (½)</a:t>
            </a:r>
            <a:r>
              <a:rPr lang="en-US" baseline="30000" dirty="0"/>
              <a:t>3</a:t>
            </a:r>
            <a:r>
              <a:rPr lang="en-US" dirty="0"/>
              <a:t> +  (½)</a:t>
            </a:r>
            <a:r>
              <a:rPr lang="en-US" baseline="30000" dirty="0"/>
              <a:t>log</a:t>
            </a:r>
            <a:r>
              <a:rPr lang="en-US" baseline="-25000" dirty="0"/>
              <a:t>2</a:t>
            </a:r>
            <a:r>
              <a:rPr lang="en-US" baseline="30000" dirty="0"/>
              <a:t>n-1</a:t>
            </a:r>
            <a:r>
              <a:rPr lang="en-US" dirty="0"/>
              <a:t>) – log</a:t>
            </a:r>
            <a:r>
              <a:rPr lang="en-US" baseline="-25000" dirty="0"/>
              <a:t>2</a:t>
            </a:r>
            <a:r>
              <a:rPr lang="en-US" dirty="0"/>
              <a:t>n</a:t>
            </a:r>
          </a:p>
          <a:p>
            <a:r>
              <a:rPr lang="en-US" dirty="0"/>
              <a:t>      S       =         2n (1- (½)</a:t>
            </a:r>
            <a:r>
              <a:rPr lang="en-US" baseline="30000" dirty="0"/>
              <a:t>log</a:t>
            </a:r>
            <a:r>
              <a:rPr lang="en-US" baseline="-25000" dirty="0"/>
              <a:t>2</a:t>
            </a:r>
            <a:r>
              <a:rPr lang="en-US" baseline="30000" dirty="0"/>
              <a:t>n -1</a:t>
            </a:r>
            <a:r>
              <a:rPr lang="en-US" dirty="0"/>
              <a:t>) – log</a:t>
            </a:r>
            <a:r>
              <a:rPr lang="en-US" baseline="-25000" dirty="0"/>
              <a:t>2</a:t>
            </a:r>
            <a:r>
              <a:rPr lang="en-US" dirty="0"/>
              <a:t>n </a:t>
            </a:r>
          </a:p>
          <a:p>
            <a:r>
              <a:rPr lang="en-US" dirty="0"/>
              <a:t>      S       =         2n( 1- 2/n) – log</a:t>
            </a:r>
            <a:r>
              <a:rPr lang="en-US" baseline="-25000" dirty="0"/>
              <a:t>2</a:t>
            </a:r>
            <a:r>
              <a:rPr lang="en-US" dirty="0"/>
              <a:t>n =  2n - log</a:t>
            </a:r>
            <a:r>
              <a:rPr lang="en-US" baseline="-25000" dirty="0"/>
              <a:t>2n </a:t>
            </a:r>
            <a:r>
              <a:rPr lang="en-US" dirty="0"/>
              <a:t>– 4 = </a:t>
            </a:r>
            <a:r>
              <a:rPr lang="en-US" baseline="-25000" dirty="0"/>
              <a:t> </a:t>
            </a:r>
            <a:r>
              <a:rPr lang="en-US" dirty="0"/>
              <a:t>O(n)</a:t>
            </a:r>
          </a:p>
          <a:p>
            <a:endParaRPr lang="en-US" baseline="30000" dirty="0"/>
          </a:p>
          <a:p>
            <a:endParaRPr lang="en-US" baseline="300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F8A75D9-61EB-74AD-EA96-FACBEDBC0C5A}"/>
              </a:ext>
            </a:extLst>
          </p:cNvPr>
          <p:cNvCxnSpPr/>
          <p:nvPr/>
        </p:nvCxnSpPr>
        <p:spPr>
          <a:xfrm>
            <a:off x="2438401" y="3690379"/>
            <a:ext cx="6833419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F637C797-9817-90A6-4EF0-56BDF7C5C90D}"/>
              </a:ext>
            </a:extLst>
          </p:cNvPr>
          <p:cNvCxnSpPr>
            <a:cxnSpLocks/>
          </p:cNvCxnSpPr>
          <p:nvPr/>
        </p:nvCxnSpPr>
        <p:spPr>
          <a:xfrm>
            <a:off x="2349912" y="2851354"/>
            <a:ext cx="1130707" cy="92915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4BD6245-C6AE-DD15-80DA-632CBCEB10D4}"/>
              </a:ext>
            </a:extLst>
          </p:cNvPr>
          <p:cNvCxnSpPr>
            <a:cxnSpLocks/>
          </p:cNvCxnSpPr>
          <p:nvPr/>
        </p:nvCxnSpPr>
        <p:spPr>
          <a:xfrm>
            <a:off x="3052926" y="2846436"/>
            <a:ext cx="1155280" cy="934068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6A7988C-C07A-2FA9-3049-00F7CBBAD433}"/>
              </a:ext>
            </a:extLst>
          </p:cNvPr>
          <p:cNvCxnSpPr>
            <a:cxnSpLocks/>
          </p:cNvCxnSpPr>
          <p:nvPr/>
        </p:nvCxnSpPr>
        <p:spPr>
          <a:xfrm>
            <a:off x="3819829" y="2836608"/>
            <a:ext cx="1253616" cy="943896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8F841BB-A39A-5D0E-1B0D-6EF53F221EAD}"/>
              </a:ext>
            </a:extLst>
          </p:cNvPr>
          <p:cNvCxnSpPr>
            <a:cxnSpLocks/>
          </p:cNvCxnSpPr>
          <p:nvPr/>
        </p:nvCxnSpPr>
        <p:spPr>
          <a:xfrm>
            <a:off x="6341803" y="2846436"/>
            <a:ext cx="1759978" cy="934068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460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69E2-954B-E219-7225-23F66A62C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6916"/>
          </a:xfrm>
        </p:spPr>
        <p:txBody>
          <a:bodyPr>
            <a:normAutofit fontScale="90000"/>
          </a:bodyPr>
          <a:lstStyle/>
          <a:p>
            <a:r>
              <a:rPr lang="en-US" dirty="0"/>
              <a:t>In Other Words, using Identity:</a:t>
            </a:r>
            <a:br>
              <a:rPr lang="en-US" dirty="0"/>
            </a:br>
            <a:endParaRPr lang="en-US" dirty="0"/>
          </a:p>
        </p:txBody>
      </p:sp>
      <p:pic>
        <p:nvPicPr>
          <p:cNvPr id="14" name="Picture 1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9CA8362-E2AF-FC5A-199F-051D819DC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397" y="1743457"/>
            <a:ext cx="5696745" cy="1114581"/>
          </a:xfrm>
          <a:prstGeom prst="rect">
            <a:avLst/>
          </a:prstGeom>
        </p:spPr>
      </p:pic>
      <p:pic>
        <p:nvPicPr>
          <p:cNvPr id="4" name="Picture 3" descr="A mathematical equation with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2CA68E30-404B-C9AD-FEB0-86E9C92711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061" y="3224979"/>
            <a:ext cx="2067213" cy="838317"/>
          </a:xfrm>
          <a:prstGeom prst="rect">
            <a:avLst/>
          </a:prstGeom>
        </p:spPr>
      </p:pic>
      <p:pic>
        <p:nvPicPr>
          <p:cNvPr id="6" name="Picture 5" descr="A number and number in a math equation&#10;&#10;Description automatically generated with medium confidence">
            <a:extLst>
              <a:ext uri="{FF2B5EF4-FFF2-40B4-BE49-F238E27FC236}">
                <a16:creationId xmlns:a16="http://schemas.microsoft.com/office/drawing/2014/main" id="{5D088FF7-ED70-F821-5B91-F72423095E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929" y="4559973"/>
            <a:ext cx="1619476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353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985" name="AutoShape 2">
            <a:extLst>
              <a:ext uri="{FF2B5EF4-FFF2-40B4-BE49-F238E27FC236}">
                <a16:creationId xmlns:a16="http://schemas.microsoft.com/office/drawing/2014/main" id="{B89FD3CB-DEAE-3ED7-A26A-4E8E538EB3BD}"/>
              </a:ext>
            </a:extLst>
          </p:cNvPr>
          <p:cNvCxnSpPr>
            <a:cxnSpLocks noChangeShapeType="1"/>
            <a:stCxn id="42032" idx="3"/>
            <a:endCxn id="42017" idx="7"/>
          </p:cNvCxnSpPr>
          <p:nvPr/>
        </p:nvCxnSpPr>
        <p:spPr bwMode="auto">
          <a:xfrm flipH="1">
            <a:off x="4105275" y="4518025"/>
            <a:ext cx="2033588" cy="184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86" name="Rectangle 3">
            <a:extLst>
              <a:ext uri="{FF2B5EF4-FFF2-40B4-BE49-F238E27FC236}">
                <a16:creationId xmlns:a16="http://schemas.microsoft.com/office/drawing/2014/main" id="{CC269BE2-9712-9818-2ABD-F89D5B717F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/>
              <a:t>Analysis</a:t>
            </a:r>
          </a:p>
        </p:txBody>
      </p:sp>
      <p:sp>
        <p:nvSpPr>
          <p:cNvPr id="41987" name="Rectangle 4">
            <a:extLst>
              <a:ext uri="{FF2B5EF4-FFF2-40B4-BE49-F238E27FC236}">
                <a16:creationId xmlns:a16="http://schemas.microsoft.com/office/drawing/2014/main" id="{B0A173B3-746A-739B-F6A0-2F8F537681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762000"/>
            <a:ext cx="8001000" cy="34290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sz="1900" dirty="0"/>
              <a:t>We visualize the worst-case time of a </a:t>
            </a:r>
            <a:r>
              <a:rPr lang="en-US" altLang="en-US" sz="1900" dirty="0" err="1"/>
              <a:t>downheap</a:t>
            </a:r>
            <a:r>
              <a:rPr lang="en-US" altLang="en-US" sz="1900" dirty="0"/>
              <a:t> with a proxy path that </a:t>
            </a:r>
            <a:r>
              <a:rPr lang="en-US" altLang="en-US" sz="1900" dirty="0">
                <a:solidFill>
                  <a:srgbClr val="FF0066"/>
                </a:solidFill>
              </a:rPr>
              <a:t>goes first right and then repeatedly goes left until the bottom of the heap</a:t>
            </a:r>
            <a:r>
              <a:rPr lang="en-US" altLang="en-US" sz="1900" dirty="0"/>
              <a:t> (this path may differ from the actual </a:t>
            </a:r>
            <a:r>
              <a:rPr lang="en-US" altLang="en-US" sz="1900" b="1" dirty="0" err="1"/>
              <a:t>downheap</a:t>
            </a:r>
            <a:r>
              <a:rPr lang="en-US" altLang="en-US" sz="1900" dirty="0"/>
              <a:t> path)</a:t>
            </a:r>
          </a:p>
          <a:p>
            <a:pPr eaLnBrk="1" hangingPunct="1"/>
            <a:endParaRPr lang="en-US" altLang="en-US" sz="1000" dirty="0"/>
          </a:p>
          <a:p>
            <a:pPr eaLnBrk="1" hangingPunct="1"/>
            <a:r>
              <a:rPr lang="en-US" altLang="en-US" sz="1900" dirty="0"/>
              <a:t>Since each node is traversed by at most two proxy paths, and any two paths do NOT share edges, the total number of edges of all the paths is </a:t>
            </a:r>
            <a:r>
              <a:rPr lang="en-US" altLang="en-US" sz="1900" dirty="0">
                <a:latin typeface="Times New Roman" panose="02020603050405020304" pitchFamily="18" charset="0"/>
              </a:rPr>
              <a:t>no more than 2</a:t>
            </a:r>
            <a:r>
              <a:rPr lang="en-US" altLang="en-US" sz="19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900" dirty="0"/>
              <a:t> </a:t>
            </a:r>
          </a:p>
          <a:p>
            <a:pPr eaLnBrk="1" hangingPunct="1"/>
            <a:endParaRPr lang="en-US" altLang="en-US" sz="1000" dirty="0"/>
          </a:p>
          <a:p>
            <a:pPr eaLnBrk="1" hangingPunct="1"/>
            <a:r>
              <a:rPr lang="en-US" altLang="en-US" sz="1900" dirty="0"/>
              <a:t>Thus, bottom-up heap construction runs in </a:t>
            </a:r>
            <a:r>
              <a:rPr lang="en-US" altLang="en-US" sz="1900" b="1" i="1" dirty="0">
                <a:solidFill>
                  <a:srgbClr val="FF0066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1900" dirty="0">
                <a:solidFill>
                  <a:srgbClr val="FF0066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900" b="1" i="1" dirty="0">
                <a:solidFill>
                  <a:srgbClr val="FF0066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900" dirty="0">
                <a:solidFill>
                  <a:srgbClr val="FF0066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900" dirty="0">
                <a:solidFill>
                  <a:srgbClr val="FF0066"/>
                </a:solidFill>
              </a:rPr>
              <a:t>time</a:t>
            </a:r>
            <a:r>
              <a:rPr lang="en-US" altLang="en-US" sz="1900" dirty="0"/>
              <a:t> </a:t>
            </a:r>
          </a:p>
          <a:p>
            <a:pPr eaLnBrk="1" hangingPunct="1"/>
            <a:endParaRPr lang="en-US" altLang="en-US" sz="1000" dirty="0"/>
          </a:p>
          <a:p>
            <a:pPr eaLnBrk="1" hangingPunct="1"/>
            <a:r>
              <a:rPr lang="en-US" altLang="en-US" sz="1900" dirty="0"/>
              <a:t>Bottom-up heap construction is faster than </a:t>
            </a:r>
            <a:r>
              <a:rPr lang="en-US" altLang="en-US" sz="19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900" dirty="0"/>
              <a:t> successive insertions/removals using </a:t>
            </a:r>
            <a:r>
              <a:rPr lang="en-US" altLang="en-US" sz="1900" b="1" dirty="0"/>
              <a:t>heap-sort</a:t>
            </a:r>
          </a:p>
        </p:txBody>
      </p:sp>
      <p:cxnSp>
        <p:nvCxnSpPr>
          <p:cNvPr id="41988" name="AutoShape 5">
            <a:extLst>
              <a:ext uri="{FF2B5EF4-FFF2-40B4-BE49-F238E27FC236}">
                <a16:creationId xmlns:a16="http://schemas.microsoft.com/office/drawing/2014/main" id="{06BFA11C-DEF5-2BB0-7AF0-2318F9862F82}"/>
              </a:ext>
            </a:extLst>
          </p:cNvPr>
          <p:cNvCxnSpPr>
            <a:cxnSpLocks noChangeShapeType="1"/>
            <a:stCxn id="42017" idx="3"/>
            <a:endCxn id="42018" idx="7"/>
          </p:cNvCxnSpPr>
          <p:nvPr/>
        </p:nvCxnSpPr>
        <p:spPr bwMode="auto">
          <a:xfrm flipH="1">
            <a:off x="3044825" y="4922838"/>
            <a:ext cx="857250" cy="234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89" name="AutoShape 6">
            <a:extLst>
              <a:ext uri="{FF2B5EF4-FFF2-40B4-BE49-F238E27FC236}">
                <a16:creationId xmlns:a16="http://schemas.microsoft.com/office/drawing/2014/main" id="{53CFCFF7-1FCE-4607-C054-B103FD9E98E7}"/>
              </a:ext>
            </a:extLst>
          </p:cNvPr>
          <p:cNvCxnSpPr>
            <a:cxnSpLocks noChangeShapeType="1"/>
            <a:stCxn id="42025" idx="1"/>
            <a:endCxn id="42017" idx="5"/>
          </p:cNvCxnSpPr>
          <p:nvPr/>
        </p:nvCxnSpPr>
        <p:spPr bwMode="auto">
          <a:xfrm flipH="1" flipV="1">
            <a:off x="4105275" y="4922839"/>
            <a:ext cx="857250" cy="236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0" name="AutoShape 7">
            <a:extLst>
              <a:ext uri="{FF2B5EF4-FFF2-40B4-BE49-F238E27FC236}">
                <a16:creationId xmlns:a16="http://schemas.microsoft.com/office/drawing/2014/main" id="{5B14FB26-7F6D-A4A6-B67B-379D5A5E8F71}"/>
              </a:ext>
            </a:extLst>
          </p:cNvPr>
          <p:cNvCxnSpPr>
            <a:cxnSpLocks noChangeShapeType="1"/>
            <a:stCxn id="42021" idx="0"/>
            <a:endCxn id="42019" idx="5"/>
          </p:cNvCxnSpPr>
          <p:nvPr/>
        </p:nvCxnSpPr>
        <p:spPr bwMode="auto">
          <a:xfrm flipH="1" flipV="1">
            <a:off x="3568700" y="5835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1" name="AutoShape 8">
            <a:extLst>
              <a:ext uri="{FF2B5EF4-FFF2-40B4-BE49-F238E27FC236}">
                <a16:creationId xmlns:a16="http://schemas.microsoft.com/office/drawing/2014/main" id="{B08FBD17-6F04-A17D-0231-BA5B988A0D16}"/>
              </a:ext>
            </a:extLst>
          </p:cNvPr>
          <p:cNvCxnSpPr>
            <a:cxnSpLocks noChangeShapeType="1"/>
            <a:stCxn id="42020" idx="0"/>
            <a:endCxn id="42019" idx="3"/>
          </p:cNvCxnSpPr>
          <p:nvPr/>
        </p:nvCxnSpPr>
        <p:spPr bwMode="auto">
          <a:xfrm flipV="1">
            <a:off x="3208338" y="5835650"/>
            <a:ext cx="157162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2" name="AutoShape 9">
            <a:extLst>
              <a:ext uri="{FF2B5EF4-FFF2-40B4-BE49-F238E27FC236}">
                <a16:creationId xmlns:a16="http://schemas.microsoft.com/office/drawing/2014/main" id="{E8F27501-A684-5396-E440-654D9FF631C3}"/>
              </a:ext>
            </a:extLst>
          </p:cNvPr>
          <p:cNvCxnSpPr>
            <a:cxnSpLocks noChangeShapeType="1"/>
            <a:stCxn id="42022" idx="7"/>
            <a:endCxn id="42018" idx="3"/>
          </p:cNvCxnSpPr>
          <p:nvPr/>
        </p:nvCxnSpPr>
        <p:spPr bwMode="auto">
          <a:xfrm flipV="1">
            <a:off x="2522539" y="53800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3" name="AutoShape 10">
            <a:extLst>
              <a:ext uri="{FF2B5EF4-FFF2-40B4-BE49-F238E27FC236}">
                <a16:creationId xmlns:a16="http://schemas.microsoft.com/office/drawing/2014/main" id="{F87E6DB6-2227-F919-85FD-0A6F7F986465}"/>
              </a:ext>
            </a:extLst>
          </p:cNvPr>
          <p:cNvCxnSpPr>
            <a:cxnSpLocks noChangeShapeType="1"/>
            <a:stCxn id="42019" idx="1"/>
            <a:endCxn id="42018" idx="5"/>
          </p:cNvCxnSpPr>
          <p:nvPr/>
        </p:nvCxnSpPr>
        <p:spPr bwMode="auto">
          <a:xfrm flipH="1" flipV="1">
            <a:off x="3044826" y="53800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4" name="AutoShape 11">
            <a:extLst>
              <a:ext uri="{FF2B5EF4-FFF2-40B4-BE49-F238E27FC236}">
                <a16:creationId xmlns:a16="http://schemas.microsoft.com/office/drawing/2014/main" id="{F66F31A0-F209-332C-B4EB-6A77F35D8877}"/>
              </a:ext>
            </a:extLst>
          </p:cNvPr>
          <p:cNvCxnSpPr>
            <a:cxnSpLocks noChangeShapeType="1"/>
            <a:stCxn id="42024" idx="0"/>
            <a:endCxn id="42022" idx="5"/>
          </p:cNvCxnSpPr>
          <p:nvPr/>
        </p:nvCxnSpPr>
        <p:spPr bwMode="auto">
          <a:xfrm flipH="1" flipV="1">
            <a:off x="2522539" y="58356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5" name="AutoShape 12">
            <a:extLst>
              <a:ext uri="{FF2B5EF4-FFF2-40B4-BE49-F238E27FC236}">
                <a16:creationId xmlns:a16="http://schemas.microsoft.com/office/drawing/2014/main" id="{DE245CA7-3762-EECE-1AC9-BDDF005288B1}"/>
              </a:ext>
            </a:extLst>
          </p:cNvPr>
          <p:cNvCxnSpPr>
            <a:cxnSpLocks noChangeShapeType="1"/>
            <a:stCxn id="42023" idx="0"/>
            <a:endCxn id="42022" idx="3"/>
          </p:cNvCxnSpPr>
          <p:nvPr/>
        </p:nvCxnSpPr>
        <p:spPr bwMode="auto">
          <a:xfrm flipV="1">
            <a:off x="2160589" y="58356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6" name="AutoShape 13">
            <a:extLst>
              <a:ext uri="{FF2B5EF4-FFF2-40B4-BE49-F238E27FC236}">
                <a16:creationId xmlns:a16="http://schemas.microsoft.com/office/drawing/2014/main" id="{7B9AA884-707F-F43A-1CAA-77ED197E8B03}"/>
              </a:ext>
            </a:extLst>
          </p:cNvPr>
          <p:cNvCxnSpPr>
            <a:cxnSpLocks noChangeShapeType="1"/>
            <a:stCxn id="42028" idx="0"/>
            <a:endCxn id="42026" idx="5"/>
          </p:cNvCxnSpPr>
          <p:nvPr/>
        </p:nvCxnSpPr>
        <p:spPr bwMode="auto">
          <a:xfrm flipH="1" flipV="1">
            <a:off x="5688014" y="5837239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7" name="AutoShape 14">
            <a:extLst>
              <a:ext uri="{FF2B5EF4-FFF2-40B4-BE49-F238E27FC236}">
                <a16:creationId xmlns:a16="http://schemas.microsoft.com/office/drawing/2014/main" id="{1663474A-4C64-BF71-EBB7-40C3326DED59}"/>
              </a:ext>
            </a:extLst>
          </p:cNvPr>
          <p:cNvCxnSpPr>
            <a:cxnSpLocks noChangeShapeType="1"/>
            <a:stCxn id="42027" idx="0"/>
            <a:endCxn id="42026" idx="3"/>
          </p:cNvCxnSpPr>
          <p:nvPr/>
        </p:nvCxnSpPr>
        <p:spPr bwMode="auto">
          <a:xfrm flipV="1">
            <a:off x="5327651" y="5837239"/>
            <a:ext cx="157163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8" name="AutoShape 15">
            <a:extLst>
              <a:ext uri="{FF2B5EF4-FFF2-40B4-BE49-F238E27FC236}">
                <a16:creationId xmlns:a16="http://schemas.microsoft.com/office/drawing/2014/main" id="{3A7619BB-B593-3280-3B19-EEF70CF8EA7D}"/>
              </a:ext>
            </a:extLst>
          </p:cNvPr>
          <p:cNvCxnSpPr>
            <a:cxnSpLocks noChangeShapeType="1"/>
            <a:stCxn id="42029" idx="7"/>
            <a:endCxn id="42025" idx="3"/>
          </p:cNvCxnSpPr>
          <p:nvPr/>
        </p:nvCxnSpPr>
        <p:spPr bwMode="auto">
          <a:xfrm flipV="1">
            <a:off x="4641851" y="5381626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9" name="AutoShape 16">
            <a:extLst>
              <a:ext uri="{FF2B5EF4-FFF2-40B4-BE49-F238E27FC236}">
                <a16:creationId xmlns:a16="http://schemas.microsoft.com/office/drawing/2014/main" id="{D0C0E88F-0E9F-B7B4-9BFF-8A57BE9931FF}"/>
              </a:ext>
            </a:extLst>
          </p:cNvPr>
          <p:cNvCxnSpPr>
            <a:cxnSpLocks noChangeShapeType="1"/>
            <a:stCxn id="42026" idx="1"/>
            <a:endCxn id="42025" idx="5"/>
          </p:cNvCxnSpPr>
          <p:nvPr/>
        </p:nvCxnSpPr>
        <p:spPr bwMode="auto">
          <a:xfrm flipH="1" flipV="1">
            <a:off x="5164139" y="5381626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0" name="AutoShape 17">
            <a:extLst>
              <a:ext uri="{FF2B5EF4-FFF2-40B4-BE49-F238E27FC236}">
                <a16:creationId xmlns:a16="http://schemas.microsoft.com/office/drawing/2014/main" id="{4924FC69-E210-5278-11FA-F2B12368A86C}"/>
              </a:ext>
            </a:extLst>
          </p:cNvPr>
          <p:cNvCxnSpPr>
            <a:cxnSpLocks noChangeShapeType="1"/>
            <a:stCxn id="42031" idx="0"/>
            <a:endCxn id="42029" idx="5"/>
          </p:cNvCxnSpPr>
          <p:nvPr/>
        </p:nvCxnSpPr>
        <p:spPr bwMode="auto">
          <a:xfrm flipH="1" flipV="1">
            <a:off x="4641850" y="5837239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1" name="AutoShape 18">
            <a:extLst>
              <a:ext uri="{FF2B5EF4-FFF2-40B4-BE49-F238E27FC236}">
                <a16:creationId xmlns:a16="http://schemas.microsoft.com/office/drawing/2014/main" id="{5294FC8C-F57A-E5DE-A497-CA9E8C19DAFB}"/>
              </a:ext>
            </a:extLst>
          </p:cNvPr>
          <p:cNvCxnSpPr>
            <a:cxnSpLocks noChangeShapeType="1"/>
            <a:stCxn id="42030" idx="0"/>
            <a:endCxn id="42029" idx="3"/>
          </p:cNvCxnSpPr>
          <p:nvPr/>
        </p:nvCxnSpPr>
        <p:spPr bwMode="auto">
          <a:xfrm flipV="1">
            <a:off x="4279900" y="5837239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2" name="AutoShape 19">
            <a:extLst>
              <a:ext uri="{FF2B5EF4-FFF2-40B4-BE49-F238E27FC236}">
                <a16:creationId xmlns:a16="http://schemas.microsoft.com/office/drawing/2014/main" id="{5FFBA82D-19F9-C232-B459-15F430322D22}"/>
              </a:ext>
            </a:extLst>
          </p:cNvPr>
          <p:cNvCxnSpPr>
            <a:cxnSpLocks noChangeShapeType="1"/>
            <a:stCxn id="42032" idx="5"/>
            <a:endCxn id="42033" idx="1"/>
          </p:cNvCxnSpPr>
          <p:nvPr/>
        </p:nvCxnSpPr>
        <p:spPr bwMode="auto">
          <a:xfrm>
            <a:off x="6340476" y="4518025"/>
            <a:ext cx="1801813" cy="1857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3" name="AutoShape 20">
            <a:extLst>
              <a:ext uri="{FF2B5EF4-FFF2-40B4-BE49-F238E27FC236}">
                <a16:creationId xmlns:a16="http://schemas.microsoft.com/office/drawing/2014/main" id="{22983E54-46EE-CAB8-44BD-A03E74BC854B}"/>
              </a:ext>
            </a:extLst>
          </p:cNvPr>
          <p:cNvCxnSpPr>
            <a:cxnSpLocks noChangeShapeType="1"/>
            <a:stCxn id="42033" idx="3"/>
            <a:endCxn id="42034" idx="7"/>
          </p:cNvCxnSpPr>
          <p:nvPr/>
        </p:nvCxnSpPr>
        <p:spPr bwMode="auto">
          <a:xfrm flipH="1">
            <a:off x="7285038" y="4924425"/>
            <a:ext cx="857250" cy="234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4" name="AutoShape 21">
            <a:extLst>
              <a:ext uri="{FF2B5EF4-FFF2-40B4-BE49-F238E27FC236}">
                <a16:creationId xmlns:a16="http://schemas.microsoft.com/office/drawing/2014/main" id="{32D64387-80BC-6FC6-0E84-84418E4F55B5}"/>
              </a:ext>
            </a:extLst>
          </p:cNvPr>
          <p:cNvCxnSpPr>
            <a:cxnSpLocks noChangeShapeType="1"/>
            <a:stCxn id="42041" idx="1"/>
            <a:endCxn id="42033" idx="5"/>
          </p:cNvCxnSpPr>
          <p:nvPr/>
        </p:nvCxnSpPr>
        <p:spPr bwMode="auto">
          <a:xfrm flipH="1" flipV="1">
            <a:off x="8345488" y="4924425"/>
            <a:ext cx="857250" cy="2365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5" name="AutoShape 22">
            <a:extLst>
              <a:ext uri="{FF2B5EF4-FFF2-40B4-BE49-F238E27FC236}">
                <a16:creationId xmlns:a16="http://schemas.microsoft.com/office/drawing/2014/main" id="{3823084B-D508-B63E-9310-10EECE452391}"/>
              </a:ext>
            </a:extLst>
          </p:cNvPr>
          <p:cNvCxnSpPr>
            <a:cxnSpLocks noChangeShapeType="1"/>
            <a:stCxn id="42037" idx="0"/>
            <a:endCxn id="42035" idx="5"/>
          </p:cNvCxnSpPr>
          <p:nvPr/>
        </p:nvCxnSpPr>
        <p:spPr bwMode="auto">
          <a:xfrm flipH="1" flipV="1">
            <a:off x="7808914" y="5837239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6" name="AutoShape 23">
            <a:extLst>
              <a:ext uri="{FF2B5EF4-FFF2-40B4-BE49-F238E27FC236}">
                <a16:creationId xmlns:a16="http://schemas.microsoft.com/office/drawing/2014/main" id="{35336A9D-11BB-160A-00AC-5AD59A90799C}"/>
              </a:ext>
            </a:extLst>
          </p:cNvPr>
          <p:cNvCxnSpPr>
            <a:cxnSpLocks noChangeShapeType="1"/>
            <a:stCxn id="42036" idx="0"/>
            <a:endCxn id="42035" idx="3"/>
          </p:cNvCxnSpPr>
          <p:nvPr/>
        </p:nvCxnSpPr>
        <p:spPr bwMode="auto">
          <a:xfrm flipV="1">
            <a:off x="7448551" y="5837239"/>
            <a:ext cx="157163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7" name="AutoShape 24">
            <a:extLst>
              <a:ext uri="{FF2B5EF4-FFF2-40B4-BE49-F238E27FC236}">
                <a16:creationId xmlns:a16="http://schemas.microsoft.com/office/drawing/2014/main" id="{91111699-4757-A7E3-A38B-2E044B34EBBA}"/>
              </a:ext>
            </a:extLst>
          </p:cNvPr>
          <p:cNvCxnSpPr>
            <a:cxnSpLocks noChangeShapeType="1"/>
            <a:stCxn id="42038" idx="7"/>
            <a:endCxn id="42034" idx="3"/>
          </p:cNvCxnSpPr>
          <p:nvPr/>
        </p:nvCxnSpPr>
        <p:spPr bwMode="auto">
          <a:xfrm flipV="1">
            <a:off x="6762751" y="5381626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8" name="AutoShape 25">
            <a:extLst>
              <a:ext uri="{FF2B5EF4-FFF2-40B4-BE49-F238E27FC236}">
                <a16:creationId xmlns:a16="http://schemas.microsoft.com/office/drawing/2014/main" id="{30EE8970-ACBF-4F14-FA96-91A2258BF9B8}"/>
              </a:ext>
            </a:extLst>
          </p:cNvPr>
          <p:cNvCxnSpPr>
            <a:cxnSpLocks noChangeShapeType="1"/>
            <a:stCxn id="42035" idx="1"/>
            <a:endCxn id="42034" idx="5"/>
          </p:cNvCxnSpPr>
          <p:nvPr/>
        </p:nvCxnSpPr>
        <p:spPr bwMode="auto">
          <a:xfrm flipH="1" flipV="1">
            <a:off x="7285039" y="5381626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9" name="AutoShape 26">
            <a:extLst>
              <a:ext uri="{FF2B5EF4-FFF2-40B4-BE49-F238E27FC236}">
                <a16:creationId xmlns:a16="http://schemas.microsoft.com/office/drawing/2014/main" id="{A02BDD6F-8BA0-1FE5-4ADC-4A1CF97EE450}"/>
              </a:ext>
            </a:extLst>
          </p:cNvPr>
          <p:cNvCxnSpPr>
            <a:cxnSpLocks noChangeShapeType="1"/>
            <a:stCxn id="42040" idx="0"/>
            <a:endCxn id="42038" idx="5"/>
          </p:cNvCxnSpPr>
          <p:nvPr/>
        </p:nvCxnSpPr>
        <p:spPr bwMode="auto">
          <a:xfrm flipH="1" flipV="1">
            <a:off x="6762750" y="5837239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0" name="AutoShape 27">
            <a:extLst>
              <a:ext uri="{FF2B5EF4-FFF2-40B4-BE49-F238E27FC236}">
                <a16:creationId xmlns:a16="http://schemas.microsoft.com/office/drawing/2014/main" id="{C78C40AF-FC71-1DF3-1ADF-E20B7A28A639}"/>
              </a:ext>
            </a:extLst>
          </p:cNvPr>
          <p:cNvCxnSpPr>
            <a:cxnSpLocks noChangeShapeType="1"/>
            <a:stCxn id="42039" idx="0"/>
            <a:endCxn id="42038" idx="3"/>
          </p:cNvCxnSpPr>
          <p:nvPr/>
        </p:nvCxnSpPr>
        <p:spPr bwMode="auto">
          <a:xfrm flipV="1">
            <a:off x="6400800" y="5837239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1" name="AutoShape 28">
            <a:extLst>
              <a:ext uri="{FF2B5EF4-FFF2-40B4-BE49-F238E27FC236}">
                <a16:creationId xmlns:a16="http://schemas.microsoft.com/office/drawing/2014/main" id="{7830F666-B60E-A95F-DF74-D47A61426942}"/>
              </a:ext>
            </a:extLst>
          </p:cNvPr>
          <p:cNvCxnSpPr>
            <a:cxnSpLocks noChangeShapeType="1"/>
            <a:stCxn id="42044" idx="0"/>
            <a:endCxn id="42042" idx="5"/>
          </p:cNvCxnSpPr>
          <p:nvPr/>
        </p:nvCxnSpPr>
        <p:spPr bwMode="auto">
          <a:xfrm flipH="1" flipV="1">
            <a:off x="9928225" y="5838825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2" name="AutoShape 29">
            <a:extLst>
              <a:ext uri="{FF2B5EF4-FFF2-40B4-BE49-F238E27FC236}">
                <a16:creationId xmlns:a16="http://schemas.microsoft.com/office/drawing/2014/main" id="{F314A397-65AE-E45A-FAFC-B2973AFEBD7A}"/>
              </a:ext>
            </a:extLst>
          </p:cNvPr>
          <p:cNvCxnSpPr>
            <a:cxnSpLocks noChangeShapeType="1"/>
            <a:stCxn id="42043" idx="0"/>
            <a:endCxn id="42042" idx="3"/>
          </p:cNvCxnSpPr>
          <p:nvPr/>
        </p:nvCxnSpPr>
        <p:spPr bwMode="auto">
          <a:xfrm flipV="1">
            <a:off x="9567863" y="5838825"/>
            <a:ext cx="157162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3" name="AutoShape 30">
            <a:extLst>
              <a:ext uri="{FF2B5EF4-FFF2-40B4-BE49-F238E27FC236}">
                <a16:creationId xmlns:a16="http://schemas.microsoft.com/office/drawing/2014/main" id="{9E20AAC2-B2C3-5712-2D20-9AF80F5BF8C1}"/>
              </a:ext>
            </a:extLst>
          </p:cNvPr>
          <p:cNvCxnSpPr>
            <a:cxnSpLocks noChangeShapeType="1"/>
            <a:stCxn id="42045" idx="7"/>
            <a:endCxn id="42041" idx="3"/>
          </p:cNvCxnSpPr>
          <p:nvPr/>
        </p:nvCxnSpPr>
        <p:spPr bwMode="auto">
          <a:xfrm flipV="1">
            <a:off x="8882064" y="5383213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4" name="AutoShape 31">
            <a:extLst>
              <a:ext uri="{FF2B5EF4-FFF2-40B4-BE49-F238E27FC236}">
                <a16:creationId xmlns:a16="http://schemas.microsoft.com/office/drawing/2014/main" id="{3BDE1528-EFBB-F930-E3BC-E6CFF90DE1A7}"/>
              </a:ext>
            </a:extLst>
          </p:cNvPr>
          <p:cNvCxnSpPr>
            <a:cxnSpLocks noChangeShapeType="1"/>
            <a:stCxn id="42042" idx="1"/>
            <a:endCxn id="42041" idx="5"/>
          </p:cNvCxnSpPr>
          <p:nvPr/>
        </p:nvCxnSpPr>
        <p:spPr bwMode="auto">
          <a:xfrm flipH="1" flipV="1">
            <a:off x="9404351" y="5383213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5" name="AutoShape 32">
            <a:extLst>
              <a:ext uri="{FF2B5EF4-FFF2-40B4-BE49-F238E27FC236}">
                <a16:creationId xmlns:a16="http://schemas.microsoft.com/office/drawing/2014/main" id="{2BA3F249-22EF-8C36-9413-8CD141088E77}"/>
              </a:ext>
            </a:extLst>
          </p:cNvPr>
          <p:cNvCxnSpPr>
            <a:cxnSpLocks noChangeShapeType="1"/>
            <a:stCxn id="42047" idx="0"/>
            <a:endCxn id="42045" idx="5"/>
          </p:cNvCxnSpPr>
          <p:nvPr/>
        </p:nvCxnSpPr>
        <p:spPr bwMode="auto">
          <a:xfrm flipH="1" flipV="1">
            <a:off x="8882064" y="5838825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6" name="AutoShape 33">
            <a:extLst>
              <a:ext uri="{FF2B5EF4-FFF2-40B4-BE49-F238E27FC236}">
                <a16:creationId xmlns:a16="http://schemas.microsoft.com/office/drawing/2014/main" id="{93C25EE0-AB05-1A2D-5000-E8CBDAEC70F8}"/>
              </a:ext>
            </a:extLst>
          </p:cNvPr>
          <p:cNvCxnSpPr>
            <a:cxnSpLocks noChangeShapeType="1"/>
            <a:stCxn id="42046" idx="0"/>
            <a:endCxn id="42045" idx="3"/>
          </p:cNvCxnSpPr>
          <p:nvPr/>
        </p:nvCxnSpPr>
        <p:spPr bwMode="auto">
          <a:xfrm flipV="1">
            <a:off x="8520114" y="5838825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017" name="Oval 34">
            <a:extLst>
              <a:ext uri="{FF2B5EF4-FFF2-40B4-BE49-F238E27FC236}">
                <a16:creationId xmlns:a16="http://schemas.microsoft.com/office/drawing/2014/main" id="{276A20B7-619A-F48B-7C15-82D831162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0" y="4670426"/>
            <a:ext cx="285750" cy="2841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18" name="Oval 35">
            <a:extLst>
              <a:ext uri="{FF2B5EF4-FFF2-40B4-BE49-F238E27FC236}">
                <a16:creationId xmlns:a16="http://schemas.microsoft.com/office/drawing/2014/main" id="{F70E8E5C-29A6-80CA-1AD5-010B58862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938" y="5126038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19" name="Oval 36">
            <a:extLst>
              <a:ext uri="{FF2B5EF4-FFF2-40B4-BE49-F238E27FC236}">
                <a16:creationId xmlns:a16="http://schemas.microsoft.com/office/drawing/2014/main" id="{7C47EFD6-A912-1BF5-B8D0-6ABBA2188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4225" y="55816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20" name="Rectangle 37">
            <a:extLst>
              <a:ext uri="{FF2B5EF4-FFF2-40B4-BE49-F238E27FC236}">
                <a16:creationId xmlns:a16="http://schemas.microsoft.com/office/drawing/2014/main" id="{78603603-122D-F344-1843-8D0421516A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05150" y="60944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21" name="Rectangle 38">
            <a:extLst>
              <a:ext uri="{FF2B5EF4-FFF2-40B4-BE49-F238E27FC236}">
                <a16:creationId xmlns:a16="http://schemas.microsoft.com/office/drawing/2014/main" id="{F1ED2019-608E-9991-6D8B-EFD9002327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5851" y="6094414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22" name="Oval 39">
            <a:extLst>
              <a:ext uri="{FF2B5EF4-FFF2-40B4-BE49-F238E27FC236}">
                <a16:creationId xmlns:a16="http://schemas.microsoft.com/office/drawing/2014/main" id="{F4931CB7-E117-6C77-DEFD-D616F4D2A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5581650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23" name="Rectangle 40">
            <a:extLst>
              <a:ext uri="{FF2B5EF4-FFF2-40B4-BE49-F238E27FC236}">
                <a16:creationId xmlns:a16="http://schemas.microsoft.com/office/drawing/2014/main" id="{1413FFB9-190B-9FA4-6009-8A7BEC7143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57400" y="6094414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24" name="Rectangle 41">
            <a:extLst>
              <a:ext uri="{FF2B5EF4-FFF2-40B4-BE49-F238E27FC236}">
                <a16:creationId xmlns:a16="http://schemas.microsoft.com/office/drawing/2014/main" id="{1C71A7CC-ADB6-F578-C21B-AB3F5F97EB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79689" y="6094414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25" name="Oval 42">
            <a:extLst>
              <a:ext uri="{FF2B5EF4-FFF2-40B4-BE49-F238E27FC236}">
                <a16:creationId xmlns:a16="http://schemas.microsoft.com/office/drawing/2014/main" id="{E78B408D-531B-7E81-DD6C-09F3B9631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1" y="5127625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26" name="Oval 43">
            <a:extLst>
              <a:ext uri="{FF2B5EF4-FFF2-40B4-BE49-F238E27FC236}">
                <a16:creationId xmlns:a16="http://schemas.microsoft.com/office/drawing/2014/main" id="{C97E52CE-5B97-DB50-EE76-C7F551BAB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538" y="5583238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27" name="Rectangle 44">
            <a:extLst>
              <a:ext uri="{FF2B5EF4-FFF2-40B4-BE49-F238E27FC236}">
                <a16:creationId xmlns:a16="http://schemas.microsoft.com/office/drawing/2014/main" id="{B457750F-831D-641A-9512-A6F385A86D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24464" y="60960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28" name="Rectangle 45">
            <a:extLst>
              <a:ext uri="{FF2B5EF4-FFF2-40B4-BE49-F238E27FC236}">
                <a16:creationId xmlns:a16="http://schemas.microsoft.com/office/drawing/2014/main" id="{6CFB7618-392F-389E-9D35-8FFF15C7EF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45164" y="609600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29" name="Oval 46">
            <a:extLst>
              <a:ext uri="{FF2B5EF4-FFF2-40B4-BE49-F238E27FC236}">
                <a16:creationId xmlns:a16="http://schemas.microsoft.com/office/drawing/2014/main" id="{56C44643-06C4-11F8-945D-623F7E54D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8963" y="5583238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30" name="Rectangle 47">
            <a:extLst>
              <a:ext uri="{FF2B5EF4-FFF2-40B4-BE49-F238E27FC236}">
                <a16:creationId xmlns:a16="http://schemas.microsoft.com/office/drawing/2014/main" id="{7D08A1AA-2238-59F7-A1FA-93BF4DC8B2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76714" y="60960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31" name="Rectangle 48">
            <a:extLst>
              <a:ext uri="{FF2B5EF4-FFF2-40B4-BE49-F238E27FC236}">
                <a16:creationId xmlns:a16="http://schemas.microsoft.com/office/drawing/2014/main" id="{07830EBA-F445-9874-018C-107E52F557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99000" y="60960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32" name="Oval 49">
            <a:extLst>
              <a:ext uri="{FF2B5EF4-FFF2-40B4-BE49-F238E27FC236}">
                <a16:creationId xmlns:a16="http://schemas.microsoft.com/office/drawing/2014/main" id="{4A260C32-167A-50EC-1682-0C59F2736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5613"/>
            <a:ext cx="287338" cy="2841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33" name="Oval 50">
            <a:extLst>
              <a:ext uri="{FF2B5EF4-FFF2-40B4-BE49-F238E27FC236}">
                <a16:creationId xmlns:a16="http://schemas.microsoft.com/office/drawing/2014/main" id="{46A01316-BD7F-60BE-96B4-B41BA14D8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013" y="4672013"/>
            <a:ext cx="285750" cy="2841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34" name="Oval 51">
            <a:extLst>
              <a:ext uri="{FF2B5EF4-FFF2-40B4-BE49-F238E27FC236}">
                <a16:creationId xmlns:a16="http://schemas.microsoft.com/office/drawing/2014/main" id="{D55B44DF-CCE9-8539-A471-4D36E0173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2151" y="5127625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35" name="Oval 52">
            <a:extLst>
              <a:ext uri="{FF2B5EF4-FFF2-40B4-BE49-F238E27FC236}">
                <a16:creationId xmlns:a16="http://schemas.microsoft.com/office/drawing/2014/main" id="{B823D022-3601-DCF7-3546-2C126E445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4438" y="5583238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36" name="Rectangle 53">
            <a:extLst>
              <a:ext uri="{FF2B5EF4-FFF2-40B4-BE49-F238E27FC236}">
                <a16:creationId xmlns:a16="http://schemas.microsoft.com/office/drawing/2014/main" id="{7149F782-41A9-6376-78D3-CE279E8934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45364" y="60960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37" name="Rectangle 54">
            <a:extLst>
              <a:ext uri="{FF2B5EF4-FFF2-40B4-BE49-F238E27FC236}">
                <a16:creationId xmlns:a16="http://schemas.microsoft.com/office/drawing/2014/main" id="{2A542A5D-D211-040A-4A36-8C807E948C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66064" y="609600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38" name="Oval 55">
            <a:extLst>
              <a:ext uri="{FF2B5EF4-FFF2-40B4-BE49-F238E27FC236}">
                <a16:creationId xmlns:a16="http://schemas.microsoft.com/office/drawing/2014/main" id="{F2DAF43E-9B8C-1CAB-432E-AFB668D03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5583238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39" name="Rectangle 56">
            <a:extLst>
              <a:ext uri="{FF2B5EF4-FFF2-40B4-BE49-F238E27FC236}">
                <a16:creationId xmlns:a16="http://schemas.microsoft.com/office/drawing/2014/main" id="{23DBFF91-2C3A-80AC-1738-6E8DF63739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97614" y="60960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40" name="Rectangle 57">
            <a:extLst>
              <a:ext uri="{FF2B5EF4-FFF2-40B4-BE49-F238E27FC236}">
                <a16:creationId xmlns:a16="http://schemas.microsoft.com/office/drawing/2014/main" id="{B77A8075-C976-A74A-A553-0AED4C30E6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19900" y="60960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41" name="Oval 58">
            <a:extLst>
              <a:ext uri="{FF2B5EF4-FFF2-40B4-BE49-F238E27FC236}">
                <a16:creationId xmlns:a16="http://schemas.microsoft.com/office/drawing/2014/main" id="{CA78B93F-9FC5-0AC6-FBB1-0254DF0C2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1463" y="5129213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42" name="Oval 59">
            <a:extLst>
              <a:ext uri="{FF2B5EF4-FFF2-40B4-BE49-F238E27FC236}">
                <a16:creationId xmlns:a16="http://schemas.microsoft.com/office/drawing/2014/main" id="{925ADD18-9356-1B6D-36F9-6FCFDFF15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3750" y="5584825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43" name="Rectangle 60">
            <a:extLst>
              <a:ext uri="{FF2B5EF4-FFF2-40B4-BE49-F238E27FC236}">
                <a16:creationId xmlns:a16="http://schemas.microsoft.com/office/drawing/2014/main" id="{421B50BF-B9A3-4C2A-F0FD-E1826F540D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64675" y="6097589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44" name="Rectangle 61">
            <a:extLst>
              <a:ext uri="{FF2B5EF4-FFF2-40B4-BE49-F238E27FC236}">
                <a16:creationId xmlns:a16="http://schemas.microsoft.com/office/drawing/2014/main" id="{4139BCC3-73A9-6A72-A318-C552406202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85376" y="6097589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45" name="Oval 62">
            <a:extLst>
              <a:ext uri="{FF2B5EF4-FFF2-40B4-BE49-F238E27FC236}">
                <a16:creationId xmlns:a16="http://schemas.microsoft.com/office/drawing/2014/main" id="{41622CC6-E4F2-BFF3-E8BA-A0F586CE4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9176" y="5584825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46" name="Rectangle 63">
            <a:extLst>
              <a:ext uri="{FF2B5EF4-FFF2-40B4-BE49-F238E27FC236}">
                <a16:creationId xmlns:a16="http://schemas.microsoft.com/office/drawing/2014/main" id="{72141A97-35B5-F525-D25A-5B208FF329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16925" y="6097589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47" name="Rectangle 64">
            <a:extLst>
              <a:ext uri="{FF2B5EF4-FFF2-40B4-BE49-F238E27FC236}">
                <a16:creationId xmlns:a16="http://schemas.microsoft.com/office/drawing/2014/main" id="{E2B65504-0F16-8C42-B146-71CA7E9A89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39214" y="6097589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48" name="Freeform 65">
            <a:extLst>
              <a:ext uri="{FF2B5EF4-FFF2-40B4-BE49-F238E27FC236}">
                <a16:creationId xmlns:a16="http://schemas.microsoft.com/office/drawing/2014/main" id="{13192B60-898D-7797-3BB0-B647A40F5743}"/>
              </a:ext>
            </a:extLst>
          </p:cNvPr>
          <p:cNvSpPr>
            <a:spLocks/>
          </p:cNvSpPr>
          <p:nvPr/>
        </p:nvSpPr>
        <p:spPr bwMode="auto">
          <a:xfrm>
            <a:off x="6208713" y="4625975"/>
            <a:ext cx="1801812" cy="1447800"/>
          </a:xfrm>
          <a:custGeom>
            <a:avLst/>
            <a:gdLst>
              <a:gd name="T0" fmla="*/ 0 w 1135"/>
              <a:gd name="T1" fmla="*/ 0 h 912"/>
              <a:gd name="T2" fmla="*/ 2147483646 w 1135"/>
              <a:gd name="T3" fmla="*/ 2147483646 h 912"/>
              <a:gd name="T4" fmla="*/ 2147483646 w 1135"/>
              <a:gd name="T5" fmla="*/ 2147483646 h 912"/>
              <a:gd name="T6" fmla="*/ 2147483646 w 1135"/>
              <a:gd name="T7" fmla="*/ 2147483646 h 912"/>
              <a:gd name="T8" fmla="*/ 0 w 1135"/>
              <a:gd name="T9" fmla="*/ 2147483646 h 9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35"/>
              <a:gd name="T16" fmla="*/ 0 h 912"/>
              <a:gd name="T17" fmla="*/ 1135 w 1135"/>
              <a:gd name="T18" fmla="*/ 912 h 9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35" h="912">
                <a:moveTo>
                  <a:pt x="0" y="0"/>
                </a:moveTo>
                <a:cubicBezTo>
                  <a:pt x="176" y="20"/>
                  <a:pt x="977" y="67"/>
                  <a:pt x="1056" y="120"/>
                </a:cubicBezTo>
                <a:cubicBezTo>
                  <a:pt x="1135" y="173"/>
                  <a:pt x="626" y="234"/>
                  <a:pt x="474" y="318"/>
                </a:cubicBezTo>
                <a:cubicBezTo>
                  <a:pt x="322" y="402"/>
                  <a:pt x="223" y="525"/>
                  <a:pt x="144" y="624"/>
                </a:cubicBezTo>
                <a:cubicBezTo>
                  <a:pt x="65" y="723"/>
                  <a:pt x="30" y="852"/>
                  <a:pt x="0" y="912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49" name="Freeform 66">
            <a:extLst>
              <a:ext uri="{FF2B5EF4-FFF2-40B4-BE49-F238E27FC236}">
                <a16:creationId xmlns:a16="http://schemas.microsoft.com/office/drawing/2014/main" id="{238126F4-6439-6303-6045-414A99F0C166}"/>
              </a:ext>
            </a:extLst>
          </p:cNvPr>
          <p:cNvSpPr>
            <a:spLocks/>
          </p:cNvSpPr>
          <p:nvPr/>
        </p:nvSpPr>
        <p:spPr bwMode="auto">
          <a:xfrm>
            <a:off x="8256589" y="5064125"/>
            <a:ext cx="896937" cy="1009650"/>
          </a:xfrm>
          <a:custGeom>
            <a:avLst/>
            <a:gdLst>
              <a:gd name="T0" fmla="*/ 0 w 565"/>
              <a:gd name="T1" fmla="*/ 0 h 636"/>
              <a:gd name="T2" fmla="*/ 2147483646 w 565"/>
              <a:gd name="T3" fmla="*/ 2147483646 h 636"/>
              <a:gd name="T4" fmla="*/ 2147483646 w 565"/>
              <a:gd name="T5" fmla="*/ 2147483646 h 636"/>
              <a:gd name="T6" fmla="*/ 2147483646 w 565"/>
              <a:gd name="T7" fmla="*/ 2147483646 h 636"/>
              <a:gd name="T8" fmla="*/ 2147483646 w 565"/>
              <a:gd name="T9" fmla="*/ 2147483646 h 6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5"/>
              <a:gd name="T16" fmla="*/ 0 h 636"/>
              <a:gd name="T17" fmla="*/ 565 w 565"/>
              <a:gd name="T18" fmla="*/ 636 h 6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5" h="636">
                <a:moveTo>
                  <a:pt x="0" y="0"/>
                </a:moveTo>
                <a:cubicBezTo>
                  <a:pt x="87" y="22"/>
                  <a:pt x="479" y="80"/>
                  <a:pt x="522" y="126"/>
                </a:cubicBezTo>
                <a:cubicBezTo>
                  <a:pt x="565" y="172"/>
                  <a:pt x="322" y="221"/>
                  <a:pt x="258" y="276"/>
                </a:cubicBezTo>
                <a:cubicBezTo>
                  <a:pt x="194" y="331"/>
                  <a:pt x="171" y="396"/>
                  <a:pt x="138" y="456"/>
                </a:cubicBezTo>
                <a:cubicBezTo>
                  <a:pt x="105" y="516"/>
                  <a:pt x="76" y="599"/>
                  <a:pt x="60" y="636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50" name="Freeform 67">
            <a:extLst>
              <a:ext uri="{FF2B5EF4-FFF2-40B4-BE49-F238E27FC236}">
                <a16:creationId xmlns:a16="http://schemas.microsoft.com/office/drawing/2014/main" id="{531F233C-5142-CA3E-E83E-1B26C3389F15}"/>
              </a:ext>
            </a:extLst>
          </p:cNvPr>
          <p:cNvSpPr>
            <a:spLocks/>
          </p:cNvSpPr>
          <p:nvPr/>
        </p:nvSpPr>
        <p:spPr bwMode="auto">
          <a:xfrm>
            <a:off x="3998914" y="5083175"/>
            <a:ext cx="896937" cy="1009650"/>
          </a:xfrm>
          <a:custGeom>
            <a:avLst/>
            <a:gdLst>
              <a:gd name="T0" fmla="*/ 0 w 565"/>
              <a:gd name="T1" fmla="*/ 0 h 636"/>
              <a:gd name="T2" fmla="*/ 2147483646 w 565"/>
              <a:gd name="T3" fmla="*/ 2147483646 h 636"/>
              <a:gd name="T4" fmla="*/ 2147483646 w 565"/>
              <a:gd name="T5" fmla="*/ 2147483646 h 636"/>
              <a:gd name="T6" fmla="*/ 2147483646 w 565"/>
              <a:gd name="T7" fmla="*/ 2147483646 h 636"/>
              <a:gd name="T8" fmla="*/ 2147483646 w 565"/>
              <a:gd name="T9" fmla="*/ 2147483646 h 6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5"/>
              <a:gd name="T16" fmla="*/ 0 h 636"/>
              <a:gd name="T17" fmla="*/ 565 w 565"/>
              <a:gd name="T18" fmla="*/ 636 h 6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5" h="636">
                <a:moveTo>
                  <a:pt x="0" y="0"/>
                </a:moveTo>
                <a:cubicBezTo>
                  <a:pt x="87" y="22"/>
                  <a:pt x="479" y="80"/>
                  <a:pt x="522" y="126"/>
                </a:cubicBezTo>
                <a:cubicBezTo>
                  <a:pt x="565" y="172"/>
                  <a:pt x="322" y="221"/>
                  <a:pt x="258" y="276"/>
                </a:cubicBezTo>
                <a:cubicBezTo>
                  <a:pt x="194" y="331"/>
                  <a:pt x="171" y="396"/>
                  <a:pt x="138" y="456"/>
                </a:cubicBezTo>
                <a:cubicBezTo>
                  <a:pt x="105" y="516"/>
                  <a:pt x="76" y="599"/>
                  <a:pt x="60" y="636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51" name="Freeform 68">
            <a:extLst>
              <a:ext uri="{FF2B5EF4-FFF2-40B4-BE49-F238E27FC236}">
                <a16:creationId xmlns:a16="http://schemas.microsoft.com/office/drawing/2014/main" id="{438E7F99-CEAE-C84A-78FD-5CA652728219}"/>
              </a:ext>
            </a:extLst>
          </p:cNvPr>
          <p:cNvSpPr>
            <a:spLocks/>
          </p:cNvSpPr>
          <p:nvPr/>
        </p:nvSpPr>
        <p:spPr bwMode="auto">
          <a:xfrm>
            <a:off x="2941639" y="5473701"/>
            <a:ext cx="306387" cy="600075"/>
          </a:xfrm>
          <a:custGeom>
            <a:avLst/>
            <a:gdLst>
              <a:gd name="T0" fmla="*/ 0 w 193"/>
              <a:gd name="T1" fmla="*/ 0 h 378"/>
              <a:gd name="T2" fmla="*/ 2147483646 w 193"/>
              <a:gd name="T3" fmla="*/ 2147483646 h 378"/>
              <a:gd name="T4" fmla="*/ 2147483646 w 193"/>
              <a:gd name="T5" fmla="*/ 2147483646 h 378"/>
              <a:gd name="T6" fmla="*/ 0 60000 65536"/>
              <a:gd name="T7" fmla="*/ 0 60000 65536"/>
              <a:gd name="T8" fmla="*/ 0 60000 65536"/>
              <a:gd name="T9" fmla="*/ 0 w 193"/>
              <a:gd name="T10" fmla="*/ 0 h 378"/>
              <a:gd name="T11" fmla="*/ 193 w 193"/>
              <a:gd name="T12" fmla="*/ 378 h 3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3" h="378">
                <a:moveTo>
                  <a:pt x="0" y="0"/>
                </a:moveTo>
                <a:cubicBezTo>
                  <a:pt x="31" y="25"/>
                  <a:pt x="179" y="87"/>
                  <a:pt x="186" y="150"/>
                </a:cubicBezTo>
                <a:cubicBezTo>
                  <a:pt x="193" y="213"/>
                  <a:pt x="72" y="331"/>
                  <a:pt x="42" y="378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52" name="Freeform 69">
            <a:extLst>
              <a:ext uri="{FF2B5EF4-FFF2-40B4-BE49-F238E27FC236}">
                <a16:creationId xmlns:a16="http://schemas.microsoft.com/office/drawing/2014/main" id="{7EF6C042-653E-D440-F6B1-3FACF067CF8A}"/>
              </a:ext>
            </a:extLst>
          </p:cNvPr>
          <p:cNvSpPr>
            <a:spLocks/>
          </p:cNvSpPr>
          <p:nvPr/>
        </p:nvSpPr>
        <p:spPr bwMode="auto">
          <a:xfrm>
            <a:off x="5065714" y="5464176"/>
            <a:ext cx="306387" cy="600075"/>
          </a:xfrm>
          <a:custGeom>
            <a:avLst/>
            <a:gdLst>
              <a:gd name="T0" fmla="*/ 0 w 193"/>
              <a:gd name="T1" fmla="*/ 0 h 378"/>
              <a:gd name="T2" fmla="*/ 2147483646 w 193"/>
              <a:gd name="T3" fmla="*/ 2147483646 h 378"/>
              <a:gd name="T4" fmla="*/ 2147483646 w 193"/>
              <a:gd name="T5" fmla="*/ 2147483646 h 378"/>
              <a:gd name="T6" fmla="*/ 0 60000 65536"/>
              <a:gd name="T7" fmla="*/ 0 60000 65536"/>
              <a:gd name="T8" fmla="*/ 0 60000 65536"/>
              <a:gd name="T9" fmla="*/ 0 w 193"/>
              <a:gd name="T10" fmla="*/ 0 h 378"/>
              <a:gd name="T11" fmla="*/ 193 w 193"/>
              <a:gd name="T12" fmla="*/ 378 h 3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3" h="378">
                <a:moveTo>
                  <a:pt x="0" y="0"/>
                </a:moveTo>
                <a:cubicBezTo>
                  <a:pt x="31" y="25"/>
                  <a:pt x="179" y="87"/>
                  <a:pt x="186" y="150"/>
                </a:cubicBezTo>
                <a:cubicBezTo>
                  <a:pt x="193" y="213"/>
                  <a:pt x="72" y="331"/>
                  <a:pt x="42" y="378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53" name="Freeform 70">
            <a:extLst>
              <a:ext uri="{FF2B5EF4-FFF2-40B4-BE49-F238E27FC236}">
                <a16:creationId xmlns:a16="http://schemas.microsoft.com/office/drawing/2014/main" id="{E2889359-6C8A-8345-43BF-E212F7317B75}"/>
              </a:ext>
            </a:extLst>
          </p:cNvPr>
          <p:cNvSpPr>
            <a:spLocks/>
          </p:cNvSpPr>
          <p:nvPr/>
        </p:nvSpPr>
        <p:spPr bwMode="auto">
          <a:xfrm>
            <a:off x="7189789" y="5454651"/>
            <a:ext cx="306387" cy="600075"/>
          </a:xfrm>
          <a:custGeom>
            <a:avLst/>
            <a:gdLst>
              <a:gd name="T0" fmla="*/ 0 w 193"/>
              <a:gd name="T1" fmla="*/ 0 h 378"/>
              <a:gd name="T2" fmla="*/ 2147483646 w 193"/>
              <a:gd name="T3" fmla="*/ 2147483646 h 378"/>
              <a:gd name="T4" fmla="*/ 2147483646 w 193"/>
              <a:gd name="T5" fmla="*/ 2147483646 h 378"/>
              <a:gd name="T6" fmla="*/ 0 60000 65536"/>
              <a:gd name="T7" fmla="*/ 0 60000 65536"/>
              <a:gd name="T8" fmla="*/ 0 60000 65536"/>
              <a:gd name="T9" fmla="*/ 0 w 193"/>
              <a:gd name="T10" fmla="*/ 0 h 378"/>
              <a:gd name="T11" fmla="*/ 193 w 193"/>
              <a:gd name="T12" fmla="*/ 378 h 3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3" h="378">
                <a:moveTo>
                  <a:pt x="0" y="0"/>
                </a:moveTo>
                <a:cubicBezTo>
                  <a:pt x="31" y="25"/>
                  <a:pt x="179" y="87"/>
                  <a:pt x="186" y="150"/>
                </a:cubicBezTo>
                <a:cubicBezTo>
                  <a:pt x="193" y="213"/>
                  <a:pt x="72" y="331"/>
                  <a:pt x="42" y="378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54" name="Freeform 71">
            <a:extLst>
              <a:ext uri="{FF2B5EF4-FFF2-40B4-BE49-F238E27FC236}">
                <a16:creationId xmlns:a16="http://schemas.microsoft.com/office/drawing/2014/main" id="{81686FAA-C3CA-1D27-8DD1-877C55908F94}"/>
              </a:ext>
            </a:extLst>
          </p:cNvPr>
          <p:cNvSpPr>
            <a:spLocks/>
          </p:cNvSpPr>
          <p:nvPr/>
        </p:nvSpPr>
        <p:spPr bwMode="auto">
          <a:xfrm>
            <a:off x="9313864" y="5445126"/>
            <a:ext cx="306387" cy="600075"/>
          </a:xfrm>
          <a:custGeom>
            <a:avLst/>
            <a:gdLst>
              <a:gd name="T0" fmla="*/ 0 w 193"/>
              <a:gd name="T1" fmla="*/ 0 h 378"/>
              <a:gd name="T2" fmla="*/ 2147483646 w 193"/>
              <a:gd name="T3" fmla="*/ 2147483646 h 378"/>
              <a:gd name="T4" fmla="*/ 2147483646 w 193"/>
              <a:gd name="T5" fmla="*/ 2147483646 h 378"/>
              <a:gd name="T6" fmla="*/ 0 60000 65536"/>
              <a:gd name="T7" fmla="*/ 0 60000 65536"/>
              <a:gd name="T8" fmla="*/ 0 60000 65536"/>
              <a:gd name="T9" fmla="*/ 0 w 193"/>
              <a:gd name="T10" fmla="*/ 0 h 378"/>
              <a:gd name="T11" fmla="*/ 193 w 193"/>
              <a:gd name="T12" fmla="*/ 378 h 3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3" h="378">
                <a:moveTo>
                  <a:pt x="0" y="0"/>
                </a:moveTo>
                <a:cubicBezTo>
                  <a:pt x="31" y="25"/>
                  <a:pt x="179" y="87"/>
                  <a:pt x="186" y="150"/>
                </a:cubicBezTo>
                <a:cubicBezTo>
                  <a:pt x="193" y="213"/>
                  <a:pt x="72" y="331"/>
                  <a:pt x="42" y="378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2055" name="AutoShape 72">
            <a:extLst>
              <a:ext uri="{FF2B5EF4-FFF2-40B4-BE49-F238E27FC236}">
                <a16:creationId xmlns:a16="http://schemas.microsoft.com/office/drawing/2014/main" id="{D01F43F3-13BB-2EBC-12BC-B3F6C93724C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521076" y="5888038"/>
            <a:ext cx="100013" cy="165100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lg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56" name="AutoShape 73">
            <a:extLst>
              <a:ext uri="{FF2B5EF4-FFF2-40B4-BE49-F238E27FC236}">
                <a16:creationId xmlns:a16="http://schemas.microsoft.com/office/drawing/2014/main" id="{1FB3D24B-C7FD-D3E6-AE53-FCC26A3698EA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474913" y="5888038"/>
            <a:ext cx="100012" cy="165100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lg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57" name="AutoShape 74">
            <a:extLst>
              <a:ext uri="{FF2B5EF4-FFF2-40B4-BE49-F238E27FC236}">
                <a16:creationId xmlns:a16="http://schemas.microsoft.com/office/drawing/2014/main" id="{5249453B-7C8E-2FD4-B92A-6E450BD5D19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640388" y="5889625"/>
            <a:ext cx="100012" cy="165100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lg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58" name="AutoShape 75">
            <a:extLst>
              <a:ext uri="{FF2B5EF4-FFF2-40B4-BE49-F238E27FC236}">
                <a16:creationId xmlns:a16="http://schemas.microsoft.com/office/drawing/2014/main" id="{C30BC77C-B9AC-3855-372D-D8F5B7A59F0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594226" y="5889625"/>
            <a:ext cx="100013" cy="165100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lg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59" name="AutoShape 76">
            <a:extLst>
              <a:ext uri="{FF2B5EF4-FFF2-40B4-BE49-F238E27FC236}">
                <a16:creationId xmlns:a16="http://schemas.microsoft.com/office/drawing/2014/main" id="{486ED5C6-CC29-DF40-5443-328778786BE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761288" y="5889625"/>
            <a:ext cx="100012" cy="165100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lg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60" name="AutoShape 77">
            <a:extLst>
              <a:ext uri="{FF2B5EF4-FFF2-40B4-BE49-F238E27FC236}">
                <a16:creationId xmlns:a16="http://schemas.microsoft.com/office/drawing/2014/main" id="{2C0B3528-BE74-4A8D-C032-7B45445439C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715126" y="5889625"/>
            <a:ext cx="100013" cy="165100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lg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61" name="AutoShape 78">
            <a:extLst>
              <a:ext uri="{FF2B5EF4-FFF2-40B4-BE49-F238E27FC236}">
                <a16:creationId xmlns:a16="http://schemas.microsoft.com/office/drawing/2014/main" id="{34BE5488-B4B7-EDC7-6680-425EC071061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9890126" y="5899150"/>
            <a:ext cx="100013" cy="165100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lg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62" name="AutoShape 79">
            <a:extLst>
              <a:ext uri="{FF2B5EF4-FFF2-40B4-BE49-F238E27FC236}">
                <a16:creationId xmlns:a16="http://schemas.microsoft.com/office/drawing/2014/main" id="{AF00F164-D95C-78A1-5006-D68B01C532E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834438" y="5891213"/>
            <a:ext cx="100012" cy="165100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lg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135</TotalTime>
  <Words>2642</Words>
  <Application>Microsoft Office PowerPoint</Application>
  <PresentationFormat>Widescreen</PresentationFormat>
  <Paragraphs>535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Aptos</vt:lpstr>
      <vt:lpstr>Arial</vt:lpstr>
      <vt:lpstr>Symbol</vt:lpstr>
      <vt:lpstr>Tahoma</vt:lpstr>
      <vt:lpstr>Times New Roman</vt:lpstr>
      <vt:lpstr>Trebuchet MS</vt:lpstr>
      <vt:lpstr>Wingdings</vt:lpstr>
      <vt:lpstr>Wingdings 3</vt:lpstr>
      <vt:lpstr>Facet</vt:lpstr>
      <vt:lpstr>CS535: Algorithm Design and Analysis   Priority Queues and Heaps </vt:lpstr>
      <vt:lpstr>Priority Queue ADT</vt:lpstr>
      <vt:lpstr>Total Order Relation</vt:lpstr>
      <vt:lpstr>Comparator ADT</vt:lpstr>
      <vt:lpstr>Sorting with a Priority Queue</vt:lpstr>
      <vt:lpstr>Sequence-based Priority Queue</vt:lpstr>
      <vt:lpstr>Selection-Sort</vt:lpstr>
      <vt:lpstr>Insertion-Sort</vt:lpstr>
      <vt:lpstr>In-place Insertion-sort</vt:lpstr>
      <vt:lpstr>What is a heap</vt:lpstr>
      <vt:lpstr>Height of a Heap</vt:lpstr>
      <vt:lpstr>Heaps and Priority Queues</vt:lpstr>
      <vt:lpstr>Insertion into a Heap</vt:lpstr>
      <vt:lpstr>Upheap</vt:lpstr>
      <vt:lpstr>Removal from a Heap</vt:lpstr>
      <vt:lpstr>Downheap</vt:lpstr>
      <vt:lpstr>Finding the first external Node: List-based</vt:lpstr>
      <vt:lpstr>Finding the Last Node: Vector-based</vt:lpstr>
      <vt:lpstr>Heap-Sort</vt:lpstr>
      <vt:lpstr>Merging Two Heaps</vt:lpstr>
      <vt:lpstr>Bottom-up Heap Construction</vt:lpstr>
      <vt:lpstr>Example</vt:lpstr>
      <vt:lpstr>Example (contd.)</vt:lpstr>
      <vt:lpstr>Example (contd.)</vt:lpstr>
      <vt:lpstr>Example (end)</vt:lpstr>
      <vt:lpstr>Some Math</vt:lpstr>
      <vt:lpstr>Arithmetic Geometric Series</vt:lpstr>
      <vt:lpstr>In Other Words, using Identity: </vt:lpstr>
      <vt:lpstr>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8</cp:revision>
  <dcterms:created xsi:type="dcterms:W3CDTF">2024-09-23T13:50:14Z</dcterms:created>
  <dcterms:modified xsi:type="dcterms:W3CDTF">2024-09-24T01:26:22Z</dcterms:modified>
</cp:coreProperties>
</file>