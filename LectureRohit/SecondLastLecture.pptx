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61" r:id="rId3"/>
    <p:sldId id="272" r:id="rId4"/>
    <p:sldId id="262" r:id="rId5"/>
    <p:sldId id="263" r:id="rId6"/>
    <p:sldId id="264" r:id="rId7"/>
    <p:sldId id="273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AAA96-F151-495A-8F6C-4358807A0B6C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8EAF7-C119-4B4A-AE6A-9A7230965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771D30AF-2F1E-7171-66AB-E792AEAEF3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E3E626D1-1433-3AF7-A8D6-A25C1A6F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5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4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2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9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0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947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4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3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47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01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8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4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43100F1-3ED2-BE26-4300-AEDB215175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NP vs P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F9871EB-1662-BC17-A5EF-67621AF425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18, 2024</a:t>
            </a:r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D365758A-EF40-EF01-D265-CDBE5C9B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6.3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9CA1D79-4DF8-5AE7-3E80-BC1B80C02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NP vs P</a:t>
            </a:r>
          </a:p>
        </p:txBody>
      </p:sp>
      <p:sp>
        <p:nvSpPr>
          <p:cNvPr id="184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F65615-4EB9-CED4-F30F-AF0164E5470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5240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</a:t>
            </a:r>
            <a:endParaRPr lang="en-US" altLang="en-US" sz="2000" dirty="0"/>
          </a:p>
        </p:txBody>
      </p:sp>
      <p:sp>
        <p:nvSpPr>
          <p:cNvPr id="1843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7C38E35-AB62-EA24-E83A-13F96237AD6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15240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NP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8145-8F95-E233-C1C9-5AFF41CF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 vs NP-Complete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4616-A9C1-A5C5-018B-89E14ED1E5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FCC77-B2AE-6665-7C8B-6CDBF9BCFB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84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ADF44E93-5DE0-9563-C505-687E72DD0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Set 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2BF42DB-A577-A632-828B-45BE26724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Vertex Cover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26">
            <a:extLst>
              <a:ext uri="{FF2B5EF4-FFF2-40B4-BE49-F238E27FC236}">
                <a16:creationId xmlns:a16="http://schemas.microsoft.com/office/drawing/2014/main" id="{F35FE318-F1F5-9192-0E7A-3198697F9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Edge 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4563-ED75-B850-0A0E-0BCD9F43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Coloring</a:t>
            </a:r>
          </a:p>
        </p:txBody>
      </p:sp>
    </p:spTree>
    <p:extLst>
      <p:ext uri="{BB962C8B-B14F-4D97-AF65-F5344CB8AC3E}">
        <p14:creationId xmlns:p14="http://schemas.microsoft.com/office/powerpoint/2010/main" val="117985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D6D09A0-2E27-C634-FB86-C90573D6C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Travelling Salesman Problem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821802-B8E3-91A4-986B-CF18D825327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447800"/>
            <a:ext cx="78486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53</Words>
  <Application>Microsoft Office PowerPoint</Application>
  <PresentationFormat>Widescreen</PresentationFormat>
  <Paragraphs>16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Trebuchet MS</vt:lpstr>
      <vt:lpstr>Wingdings 3</vt:lpstr>
      <vt:lpstr>Facet</vt:lpstr>
      <vt:lpstr>CS535: Algorithm Design and Analysis   NP vs P</vt:lpstr>
      <vt:lpstr>NP vs P</vt:lpstr>
      <vt:lpstr>NP-hard vs NP-Complete</vt:lpstr>
      <vt:lpstr>Set Cover</vt:lpstr>
      <vt:lpstr>Vertex Cover</vt:lpstr>
      <vt:lpstr>Edge Cover</vt:lpstr>
      <vt:lpstr>Graph Coloring</vt:lpstr>
      <vt:lpstr>Travelling Salesman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4</cp:revision>
  <dcterms:created xsi:type="dcterms:W3CDTF">2024-11-18T02:53:41Z</dcterms:created>
  <dcterms:modified xsi:type="dcterms:W3CDTF">2024-11-29T10:52:05Z</dcterms:modified>
</cp:coreProperties>
</file>