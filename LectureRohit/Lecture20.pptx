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36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786AB5-78EC-4429-B98E-270C4A54B72F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31EA28-E907-4D47-A2B5-025185313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266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Slide Image Placeholder 1">
            <a:extLst>
              <a:ext uri="{FF2B5EF4-FFF2-40B4-BE49-F238E27FC236}">
                <a16:creationId xmlns:a16="http://schemas.microsoft.com/office/drawing/2014/main" id="{2B2EC06C-49AE-A1D8-0B3A-AA437A0839B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0" name="Notes Placeholder 2">
            <a:extLst>
              <a:ext uri="{FF2B5EF4-FFF2-40B4-BE49-F238E27FC236}">
                <a16:creationId xmlns:a16="http://schemas.microsoft.com/office/drawing/2014/main" id="{71540393-CCE7-0069-1F9F-078F065239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891" name="Slide Number Placeholder 3">
            <a:extLst>
              <a:ext uri="{FF2B5EF4-FFF2-40B4-BE49-F238E27FC236}">
                <a16:creationId xmlns:a16="http://schemas.microsoft.com/office/drawing/2014/main" id="{8AB9BDBF-6498-D4AD-649C-9F92446DFC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6AF57D2-62F3-4F78-92BF-20087A5CBD56}" type="slidenum">
              <a:rPr lang="en-US" altLang="en-US" sz="1300" smtClean="0"/>
              <a:pPr>
                <a:spcBef>
                  <a:spcPct val="0"/>
                </a:spcBef>
              </a:pPr>
              <a:t>21</a:t>
            </a:fld>
            <a:endParaRPr lang="en-US" altLang="en-US" sz="13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36C34-91CB-49DE-B7BB-69871E3BA1BE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F4CCF-FA6D-42C4-A240-15B013FBA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523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36C34-91CB-49DE-B7BB-69871E3BA1BE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F4CCF-FA6D-42C4-A240-15B013FBA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974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36C34-91CB-49DE-B7BB-69871E3BA1BE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F4CCF-FA6D-42C4-A240-15B013FBA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48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36C34-91CB-49DE-B7BB-69871E3BA1BE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F4CCF-FA6D-42C4-A240-15B013FBA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60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36C34-91CB-49DE-B7BB-69871E3BA1BE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F4CCF-FA6D-42C4-A240-15B013FBA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957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36C34-91CB-49DE-B7BB-69871E3BA1BE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F4CCF-FA6D-42C4-A240-15B013FBA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296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36C34-91CB-49DE-B7BB-69871E3BA1BE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F4CCF-FA6D-42C4-A240-15B013FBA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75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36C34-91CB-49DE-B7BB-69871E3BA1BE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F4CCF-FA6D-42C4-A240-15B013FBA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309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36C34-91CB-49DE-B7BB-69871E3BA1BE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F4CCF-FA6D-42C4-A240-15B013FBA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193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36C34-91CB-49DE-B7BB-69871E3BA1BE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F4CCF-FA6D-42C4-A240-15B013FBA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702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36C34-91CB-49DE-B7BB-69871E3BA1BE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F4CCF-FA6D-42C4-A240-15B013FBA8B6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278438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36C34-91CB-49DE-B7BB-69871E3BA1BE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F4CCF-FA6D-42C4-A240-15B013FBA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2614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36C34-91CB-49DE-B7BB-69871E3BA1BE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F4CCF-FA6D-42C4-A240-15B013FBA8B6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835374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36C34-91CB-49DE-B7BB-69871E3BA1BE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F4CCF-FA6D-42C4-A240-15B013FBA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0238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36C34-91CB-49DE-B7BB-69871E3BA1BE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F4CCF-FA6D-42C4-A240-15B013FBA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1886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36C34-91CB-49DE-B7BB-69871E3BA1BE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F4CCF-FA6D-42C4-A240-15B013FBA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7906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304800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117600" y="19050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00800" y="19050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CBFF4C-78D9-5E64-1FF5-B1AF968F27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FCD39B-54C8-9B9C-B687-1918896D6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 algn="ctr" eaLnBrk="1" hangingPunct="1">
              <a:defRPr/>
            </a:lvl1pPr>
          </a:lstStyle>
          <a:p>
            <a:pPr>
              <a:defRPr/>
            </a:pPr>
            <a:r>
              <a:rPr lang="en-US"/>
              <a:t>Directed Graphs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F85F9-C8DD-6AE6-DB99-0DC5DCF15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/>
            </a:lvl1pPr>
          </a:lstStyle>
          <a:p>
            <a:pPr>
              <a:defRPr/>
            </a:pPr>
            <a:fld id="{507CAAED-0DD7-42FC-A796-785D67E3D05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5348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036C34-91CB-49DE-B7BB-69871E3BA1BE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A1F4CCF-FA6D-42C4-A240-15B013FBA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600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D157D6DD-9FA8-9764-146F-D5B90DDEE18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828800" y="1066801"/>
            <a:ext cx="8534400" cy="1698625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sz="2000" dirty="0">
                <a:solidFill>
                  <a:srgbClr val="FF9900"/>
                </a:solidFill>
              </a:rPr>
              <a:t>CS535: Algorithm Design and Analysis</a:t>
            </a: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r>
              <a:rPr lang="en-US" altLang="en-US" dirty="0"/>
              <a:t>Directed Graphs</a:t>
            </a:r>
          </a:p>
        </p:txBody>
      </p:sp>
      <p:sp>
        <p:nvSpPr>
          <p:cNvPr id="16386" name="Rectangle 3">
            <a:extLst>
              <a:ext uri="{FF2B5EF4-FFF2-40B4-BE49-F238E27FC236}">
                <a16:creationId xmlns:a16="http://schemas.microsoft.com/office/drawing/2014/main" id="{84FD1E60-B096-DEC0-03BE-02FC0FFE715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895600" y="3657600"/>
            <a:ext cx="6400800" cy="1981200"/>
          </a:xfrm>
        </p:spPr>
        <p:txBody>
          <a:bodyPr/>
          <a:lstStyle/>
          <a:p>
            <a:pPr algn="ctr" eaLnBrk="1" hangingPunct="1"/>
            <a:r>
              <a:rPr lang="en-US" altLang="en-US" sz="2000" b="1" dirty="0">
                <a:solidFill>
                  <a:srgbClr val="0000FF"/>
                </a:solidFill>
              </a:rPr>
              <a:t>Prof. Rohit Pal Singh</a:t>
            </a:r>
          </a:p>
          <a:p>
            <a:pPr algn="ctr" eaLnBrk="1" hangingPunct="1"/>
            <a:r>
              <a:rPr lang="en-US" altLang="en-US" sz="1600" b="1" dirty="0">
                <a:solidFill>
                  <a:srgbClr val="0000FF"/>
                </a:solidFill>
              </a:rPr>
              <a:t>Department of Computer Science</a:t>
            </a:r>
          </a:p>
          <a:p>
            <a:pPr algn="ctr" eaLnBrk="1" hangingPunct="1"/>
            <a:r>
              <a:rPr lang="en-US" altLang="en-US" sz="1600" b="1" dirty="0">
                <a:solidFill>
                  <a:srgbClr val="0000FF"/>
                </a:solidFill>
              </a:rPr>
              <a:t>University of Wisconsin, Milwaukee</a:t>
            </a:r>
          </a:p>
          <a:p>
            <a:pPr algn="ctr" eaLnBrk="1" hangingPunct="1"/>
            <a:endParaRPr lang="en-US" altLang="en-US" sz="1600" b="1" dirty="0">
              <a:solidFill>
                <a:srgbClr val="0000FF"/>
              </a:solidFill>
            </a:endParaRPr>
          </a:p>
          <a:p>
            <a:pPr algn="ctr" eaLnBrk="1" hangingPunct="1"/>
            <a:r>
              <a:rPr lang="en-US" altLang="en-US" sz="1600" b="1" dirty="0">
                <a:solidFill>
                  <a:srgbClr val="0000FF"/>
                </a:solidFill>
              </a:rPr>
              <a:t>November 20, 20</a:t>
            </a:r>
            <a:r>
              <a:rPr lang="en-US" altLang="zh-CN" sz="1600" b="1" dirty="0">
                <a:solidFill>
                  <a:srgbClr val="0000FF"/>
                </a:solidFill>
                <a:ea typeface="宋体" panose="02010600030101010101" pitchFamily="2" charset="-122"/>
              </a:rPr>
              <a:t>24</a:t>
            </a:r>
            <a:endParaRPr lang="en-US" altLang="en-US" sz="1600" b="1" dirty="0">
              <a:solidFill>
                <a:srgbClr val="0000FF"/>
              </a:solidFill>
            </a:endParaRPr>
          </a:p>
        </p:txBody>
      </p:sp>
      <p:sp>
        <p:nvSpPr>
          <p:cNvPr id="16387" name="TextBox 3">
            <a:extLst>
              <a:ext uri="{FF2B5EF4-FFF2-40B4-BE49-F238E27FC236}">
                <a16:creationId xmlns:a16="http://schemas.microsoft.com/office/drawing/2014/main" id="{FCCE895E-EC42-5B8F-A53E-42CBCE5821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5638800"/>
            <a:ext cx="86106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Readings: Chapter 6.</a:t>
            </a:r>
            <a:r>
              <a:rPr lang="en-US" altLang="zh-CN" sz="1800">
                <a:ea typeface="宋体" panose="02010600030101010101" pitchFamily="2" charset="-122"/>
              </a:rPr>
              <a:t>4</a:t>
            </a:r>
            <a:endParaRPr lang="en-US" altLang="en-US" sz="1800"/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4B7796DB-11EB-C9D8-0452-CA3C2B7FA0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Digraphs</a:t>
            </a:r>
          </a:p>
        </p:txBody>
      </p:sp>
      <p:sp>
        <p:nvSpPr>
          <p:cNvPr id="17410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3B255BEC-D54E-2D70-F79D-11C4C11788E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057400" y="1295400"/>
            <a:ext cx="4648200" cy="1524000"/>
          </a:xfrm>
        </p:spPr>
        <p:txBody>
          <a:bodyPr/>
          <a:lstStyle/>
          <a:p>
            <a:r>
              <a:rPr lang="en-US" altLang="en-US"/>
              <a:t>A </a:t>
            </a:r>
            <a:r>
              <a:rPr lang="en-US" altLang="en-US" b="1">
                <a:solidFill>
                  <a:schemeClr val="tx2"/>
                </a:solidFill>
              </a:rPr>
              <a:t>digraph</a:t>
            </a:r>
            <a:r>
              <a:rPr lang="en-US" altLang="en-US"/>
              <a:t> is a graph whose edges are all directed</a:t>
            </a:r>
          </a:p>
          <a:p>
            <a:pPr lvl="1"/>
            <a:r>
              <a:rPr lang="en-US" altLang="en-US"/>
              <a:t>Short for “directed graph”</a:t>
            </a:r>
          </a:p>
        </p:txBody>
      </p:sp>
      <p:grpSp>
        <p:nvGrpSpPr>
          <p:cNvPr id="17411" name="Group 17">
            <a:extLst>
              <a:ext uri="{FF2B5EF4-FFF2-40B4-BE49-F238E27FC236}">
                <a16:creationId xmlns:a16="http://schemas.microsoft.com/office/drawing/2014/main" id="{6CD02EAB-D1AC-9091-F856-DBB3263CAF0E}"/>
              </a:ext>
            </a:extLst>
          </p:cNvPr>
          <p:cNvGrpSpPr>
            <a:grpSpLocks/>
          </p:cNvGrpSpPr>
          <p:nvPr/>
        </p:nvGrpSpPr>
        <p:grpSpPr bwMode="auto">
          <a:xfrm>
            <a:off x="7534276" y="914400"/>
            <a:ext cx="2828925" cy="3352800"/>
            <a:chOff x="3600" y="1320"/>
            <a:chExt cx="1782" cy="2112"/>
          </a:xfrm>
        </p:grpSpPr>
        <p:sp>
          <p:nvSpPr>
            <p:cNvPr id="17413" name="Oval 4">
              <a:extLst>
                <a:ext uri="{FF2B5EF4-FFF2-40B4-BE49-F238E27FC236}">
                  <a16:creationId xmlns:a16="http://schemas.microsoft.com/office/drawing/2014/main" id="{14779681-74D5-C032-733D-FFBF49D414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8" y="3144"/>
              <a:ext cx="288" cy="288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A</a:t>
              </a:r>
            </a:p>
          </p:txBody>
        </p:sp>
        <p:sp>
          <p:nvSpPr>
            <p:cNvPr id="17414" name="Oval 5">
              <a:extLst>
                <a:ext uri="{FF2B5EF4-FFF2-40B4-BE49-F238E27FC236}">
                  <a16:creationId xmlns:a16="http://schemas.microsoft.com/office/drawing/2014/main" id="{23DD327C-4962-E04E-3C83-2C404F6B18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2280"/>
              <a:ext cx="288" cy="288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C</a:t>
              </a:r>
            </a:p>
          </p:txBody>
        </p:sp>
        <p:sp>
          <p:nvSpPr>
            <p:cNvPr id="17415" name="Oval 6">
              <a:extLst>
                <a:ext uri="{FF2B5EF4-FFF2-40B4-BE49-F238E27FC236}">
                  <a16:creationId xmlns:a16="http://schemas.microsoft.com/office/drawing/2014/main" id="{FB85002B-2860-B490-365F-24A0127BF1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6" y="1320"/>
              <a:ext cx="288" cy="288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E</a:t>
              </a:r>
            </a:p>
          </p:txBody>
        </p:sp>
        <p:sp>
          <p:nvSpPr>
            <p:cNvPr id="17416" name="Oval 7">
              <a:extLst>
                <a:ext uri="{FF2B5EF4-FFF2-40B4-BE49-F238E27FC236}">
                  <a16:creationId xmlns:a16="http://schemas.microsoft.com/office/drawing/2014/main" id="{25E338E8-1EA0-AD75-65DD-BCC3A0809B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94" y="2676"/>
              <a:ext cx="288" cy="288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B</a:t>
              </a:r>
            </a:p>
          </p:txBody>
        </p:sp>
        <p:sp>
          <p:nvSpPr>
            <p:cNvPr id="17417" name="Oval 8">
              <a:extLst>
                <a:ext uri="{FF2B5EF4-FFF2-40B4-BE49-F238E27FC236}">
                  <a16:creationId xmlns:a16="http://schemas.microsoft.com/office/drawing/2014/main" id="{5EFE6686-4F8F-AA0B-8231-C7AE216AF6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6" y="1800"/>
              <a:ext cx="288" cy="288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D</a:t>
              </a:r>
            </a:p>
          </p:txBody>
        </p:sp>
        <p:cxnSp>
          <p:nvCxnSpPr>
            <p:cNvPr id="17418" name="AutoShape 9">
              <a:extLst>
                <a:ext uri="{FF2B5EF4-FFF2-40B4-BE49-F238E27FC236}">
                  <a16:creationId xmlns:a16="http://schemas.microsoft.com/office/drawing/2014/main" id="{6301F5F8-E412-E031-BE68-00DB4AD3914D}"/>
                </a:ext>
              </a:extLst>
            </p:cNvPr>
            <p:cNvCxnSpPr>
              <a:cxnSpLocks noChangeShapeType="1"/>
              <a:stCxn id="17413" idx="1"/>
              <a:endCxn id="17414" idx="4"/>
            </p:cNvCxnSpPr>
            <p:nvPr/>
          </p:nvCxnSpPr>
          <p:spPr bwMode="auto">
            <a:xfrm flipH="1" flipV="1">
              <a:off x="3744" y="2574"/>
              <a:ext cx="336" cy="606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19" name="AutoShape 10">
              <a:extLst>
                <a:ext uri="{FF2B5EF4-FFF2-40B4-BE49-F238E27FC236}">
                  <a16:creationId xmlns:a16="http://schemas.microsoft.com/office/drawing/2014/main" id="{1FA78E0A-8AB1-2864-233C-49EC80C60A26}"/>
                </a:ext>
              </a:extLst>
            </p:cNvPr>
            <p:cNvCxnSpPr>
              <a:cxnSpLocks noChangeShapeType="1"/>
              <a:stCxn id="17413" idx="7"/>
              <a:endCxn id="17416" idx="3"/>
            </p:cNvCxnSpPr>
            <p:nvPr/>
          </p:nvCxnSpPr>
          <p:spPr bwMode="auto">
            <a:xfrm flipV="1">
              <a:off x="4284" y="2928"/>
              <a:ext cx="852" cy="25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20" name="AutoShape 11">
              <a:extLst>
                <a:ext uri="{FF2B5EF4-FFF2-40B4-BE49-F238E27FC236}">
                  <a16:creationId xmlns:a16="http://schemas.microsoft.com/office/drawing/2014/main" id="{94F8AF85-DB90-8A25-1BB5-9331310C9B79}"/>
                </a:ext>
              </a:extLst>
            </p:cNvPr>
            <p:cNvCxnSpPr>
              <a:cxnSpLocks noChangeShapeType="1"/>
              <a:stCxn id="17414" idx="0"/>
              <a:endCxn id="17415" idx="3"/>
            </p:cNvCxnSpPr>
            <p:nvPr/>
          </p:nvCxnSpPr>
          <p:spPr bwMode="auto">
            <a:xfrm flipV="1">
              <a:off x="3744" y="1572"/>
              <a:ext cx="144" cy="70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21" name="AutoShape 12">
              <a:extLst>
                <a:ext uri="{FF2B5EF4-FFF2-40B4-BE49-F238E27FC236}">
                  <a16:creationId xmlns:a16="http://schemas.microsoft.com/office/drawing/2014/main" id="{9281D5E1-591D-E97B-23E7-C479F68AFA0C}"/>
                </a:ext>
              </a:extLst>
            </p:cNvPr>
            <p:cNvCxnSpPr>
              <a:cxnSpLocks noChangeShapeType="1"/>
              <a:stCxn id="17417" idx="1"/>
              <a:endCxn id="17415" idx="6"/>
            </p:cNvCxnSpPr>
            <p:nvPr/>
          </p:nvCxnSpPr>
          <p:spPr bwMode="auto">
            <a:xfrm flipH="1" flipV="1">
              <a:off x="4140" y="1464"/>
              <a:ext cx="708" cy="37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22" name="AutoShape 13">
              <a:extLst>
                <a:ext uri="{FF2B5EF4-FFF2-40B4-BE49-F238E27FC236}">
                  <a16:creationId xmlns:a16="http://schemas.microsoft.com/office/drawing/2014/main" id="{296F7E4E-F43A-AC6E-BEE1-2AC1F40B9DD7}"/>
                </a:ext>
              </a:extLst>
            </p:cNvPr>
            <p:cNvCxnSpPr>
              <a:cxnSpLocks noChangeShapeType="1"/>
              <a:stCxn id="17416" idx="0"/>
              <a:endCxn id="17417" idx="4"/>
            </p:cNvCxnSpPr>
            <p:nvPr/>
          </p:nvCxnSpPr>
          <p:spPr bwMode="auto">
            <a:xfrm flipH="1" flipV="1">
              <a:off x="4950" y="2094"/>
              <a:ext cx="288" cy="576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23" name="AutoShape 14">
              <a:extLst>
                <a:ext uri="{FF2B5EF4-FFF2-40B4-BE49-F238E27FC236}">
                  <a16:creationId xmlns:a16="http://schemas.microsoft.com/office/drawing/2014/main" id="{6E0B682F-5293-0F77-30BF-D3F0EB7F96EE}"/>
                </a:ext>
              </a:extLst>
            </p:cNvPr>
            <p:cNvCxnSpPr>
              <a:cxnSpLocks noChangeShapeType="1"/>
              <a:stCxn id="17413" idx="0"/>
              <a:endCxn id="17417" idx="3"/>
            </p:cNvCxnSpPr>
            <p:nvPr/>
          </p:nvCxnSpPr>
          <p:spPr bwMode="auto">
            <a:xfrm flipV="1">
              <a:off x="4182" y="2052"/>
              <a:ext cx="666" cy="1086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24" name="AutoShape 15">
              <a:extLst>
                <a:ext uri="{FF2B5EF4-FFF2-40B4-BE49-F238E27FC236}">
                  <a16:creationId xmlns:a16="http://schemas.microsoft.com/office/drawing/2014/main" id="{DD4E0D83-49E7-E96E-4A66-BB54A58F2F13}"/>
                </a:ext>
              </a:extLst>
            </p:cNvPr>
            <p:cNvCxnSpPr>
              <a:cxnSpLocks noChangeShapeType="1"/>
              <a:stCxn id="17414" idx="7"/>
              <a:endCxn id="17417" idx="2"/>
            </p:cNvCxnSpPr>
            <p:nvPr/>
          </p:nvCxnSpPr>
          <p:spPr bwMode="auto">
            <a:xfrm flipV="1">
              <a:off x="3846" y="1944"/>
              <a:ext cx="954" cy="37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25" name="AutoShape 16">
              <a:extLst>
                <a:ext uri="{FF2B5EF4-FFF2-40B4-BE49-F238E27FC236}">
                  <a16:creationId xmlns:a16="http://schemas.microsoft.com/office/drawing/2014/main" id="{6042E2FF-5E8A-D39D-B584-64E7DC6A684A}"/>
                </a:ext>
              </a:extLst>
            </p:cNvPr>
            <p:cNvCxnSpPr>
              <a:cxnSpLocks noChangeShapeType="1"/>
              <a:stCxn id="17413" idx="2"/>
              <a:endCxn id="17415" idx="2"/>
            </p:cNvCxnSpPr>
            <p:nvPr/>
          </p:nvCxnSpPr>
          <p:spPr bwMode="auto">
            <a:xfrm rot="10800000">
              <a:off x="3840" y="1464"/>
              <a:ext cx="192" cy="1824"/>
            </a:xfrm>
            <a:prstGeom prst="curvedConnector3">
              <a:avLst>
                <a:gd name="adj1" fmla="val 358278"/>
              </a:avLst>
            </a:prstGeom>
            <a:noFill/>
            <a:ln w="19050">
              <a:solidFill>
                <a:schemeClr val="tx1"/>
              </a:solidFill>
              <a:round/>
              <a:headEnd type="triangle" w="med" len="lg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8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44FB016B-0559-4973-9E55-60E6EFDEAB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6614" y="2590800"/>
            <a:ext cx="7875587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en-US" altLang="en-US" sz="2400" kern="0" dirty="0"/>
              <a:t>A graph G=(V,E) such that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  <a:defRPr/>
            </a:pPr>
            <a:r>
              <a:rPr lang="en-US" altLang="en-US" sz="2000" kern="0" dirty="0"/>
              <a:t>Each edge goes in one direction:</a:t>
            </a:r>
          </a:p>
          <a:p>
            <a:pPr marL="742950" lvl="1" indent="-285750">
              <a:spcBef>
                <a:spcPct val="20000"/>
              </a:spcBef>
              <a:defRPr/>
            </a:pPr>
            <a:r>
              <a:rPr lang="en-US" altLang="en-US" sz="2000" kern="0" dirty="0"/>
              <a:t>	</a:t>
            </a:r>
            <a:r>
              <a:rPr lang="en-US" altLang="en-US" kern="0" dirty="0"/>
              <a:t>Edge </a:t>
            </a:r>
            <a:r>
              <a:rPr lang="en-US" altLang="en-US" kern="0" dirty="0">
                <a:solidFill>
                  <a:srgbClr val="EB3BEE"/>
                </a:solidFill>
              </a:rPr>
              <a:t>(</a:t>
            </a:r>
            <a:r>
              <a:rPr lang="en-US" altLang="en-US" kern="0" dirty="0" err="1">
                <a:solidFill>
                  <a:srgbClr val="EB3BEE"/>
                </a:solidFill>
              </a:rPr>
              <a:t>a,b</a:t>
            </a:r>
            <a:r>
              <a:rPr lang="en-US" altLang="en-US" kern="0" dirty="0"/>
              <a:t>) goes </a:t>
            </a:r>
            <a:r>
              <a:rPr lang="en-US" altLang="en-US" kern="0" dirty="0">
                <a:solidFill>
                  <a:srgbClr val="EB3BEE"/>
                </a:solidFill>
              </a:rPr>
              <a:t>from a to b</a:t>
            </a:r>
            <a:r>
              <a:rPr lang="en-US" altLang="en-US" kern="0" dirty="0"/>
              <a:t>, but </a:t>
            </a:r>
            <a:r>
              <a:rPr lang="en-US" altLang="en-US" kern="0" dirty="0">
                <a:solidFill>
                  <a:srgbClr val="EB3BEE"/>
                </a:solidFill>
              </a:rPr>
              <a:t>not b to a.</a:t>
            </a:r>
          </a:p>
          <a:p>
            <a:pPr marL="1143000" lvl="2" indent="-228600">
              <a:spcBef>
                <a:spcPct val="20000"/>
              </a:spcBef>
              <a:buFontTx/>
              <a:buChar char="•"/>
              <a:defRPr/>
            </a:pPr>
            <a:endParaRPr lang="en-US" altLang="en-US" sz="1400" kern="0" dirty="0">
              <a:solidFill>
                <a:srgbClr val="EB3BEE"/>
              </a:solidFill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en-US" altLang="en-US" sz="2400" kern="0" dirty="0"/>
              <a:t>If G is simple, m </a:t>
            </a:r>
            <a:r>
              <a:rPr lang="en-US" altLang="en-US" sz="2400" u="sng" kern="0" dirty="0"/>
              <a:t>&lt;</a:t>
            </a:r>
            <a:r>
              <a:rPr lang="en-US" altLang="en-US" sz="2400" kern="0" dirty="0"/>
              <a:t> n(n-1).</a:t>
            </a: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endParaRPr lang="en-US" altLang="en-US" sz="1600" kern="0" dirty="0"/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en-US" altLang="en-US" sz="2400" kern="0" dirty="0"/>
              <a:t>If we keep in-edges and out-edges in separate adjacency lists, we can perform listing of the sets of in-edges and out-edges in time proportional to their size.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3FCE3C3D-FC6B-8A62-4457-54AEBA904A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0" y="304800"/>
            <a:ext cx="7772400" cy="914400"/>
          </a:xfrm>
        </p:spPr>
        <p:txBody>
          <a:bodyPr/>
          <a:lstStyle/>
          <a:p>
            <a:r>
              <a:rPr lang="en-US" altLang="en-US"/>
              <a:t>Digraph Applications</a:t>
            </a:r>
          </a:p>
        </p:txBody>
      </p:sp>
      <p:sp>
        <p:nvSpPr>
          <p:cNvPr id="18434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509FB978-51F2-E62F-84BA-F0B9A65ED65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81200" y="1981200"/>
            <a:ext cx="8108950" cy="1143000"/>
          </a:xfrm>
        </p:spPr>
        <p:txBody>
          <a:bodyPr/>
          <a:lstStyle/>
          <a:p>
            <a:r>
              <a:rPr lang="en-US" altLang="en-US" sz="2000">
                <a:solidFill>
                  <a:srgbClr val="5249EE"/>
                </a:solidFill>
              </a:rPr>
              <a:t>Scheduling:</a:t>
            </a:r>
            <a:r>
              <a:rPr lang="en-US" altLang="en-US" sz="2000"/>
              <a:t> edge </a:t>
            </a:r>
            <a:r>
              <a:rPr lang="en-US" altLang="en-US" sz="2000">
                <a:solidFill>
                  <a:srgbClr val="F5313E"/>
                </a:solidFill>
              </a:rPr>
              <a:t>(a, b</a:t>
            </a:r>
            <a:r>
              <a:rPr lang="en-US" altLang="en-US" sz="2000"/>
              <a:t>) means task</a:t>
            </a:r>
            <a:r>
              <a:rPr lang="en-US" altLang="en-US" sz="2000" i="1"/>
              <a:t> </a:t>
            </a:r>
            <a:r>
              <a:rPr lang="en-US" altLang="en-US" sz="2000" i="1">
                <a:solidFill>
                  <a:srgbClr val="F5313E"/>
                </a:solidFill>
              </a:rPr>
              <a:t>a </a:t>
            </a:r>
            <a:r>
              <a:rPr lang="en-US" altLang="en-US" sz="2000">
                <a:solidFill>
                  <a:srgbClr val="F5313E"/>
                </a:solidFill>
              </a:rPr>
              <a:t>must be completed before </a:t>
            </a:r>
            <a:r>
              <a:rPr lang="en-US" altLang="en-US" sz="2000" i="1">
                <a:solidFill>
                  <a:srgbClr val="F5313E"/>
                </a:solidFill>
              </a:rPr>
              <a:t>b</a:t>
            </a:r>
            <a:r>
              <a:rPr lang="en-US" altLang="en-US" sz="2000">
                <a:solidFill>
                  <a:srgbClr val="F5313E"/>
                </a:solidFill>
              </a:rPr>
              <a:t> can be started</a:t>
            </a:r>
          </a:p>
        </p:txBody>
      </p:sp>
      <p:sp>
        <p:nvSpPr>
          <p:cNvPr id="18435" name="Oval 153">
            <a:extLst>
              <a:ext uri="{FF2B5EF4-FFF2-40B4-BE49-F238E27FC236}">
                <a16:creationId xmlns:a16="http://schemas.microsoft.com/office/drawing/2014/main" id="{7D4382C9-C6C6-B41C-C1E4-15144EF99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8200" y="5572126"/>
            <a:ext cx="1371600" cy="676275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The good life</a:t>
            </a:r>
          </a:p>
        </p:txBody>
      </p:sp>
      <p:sp>
        <p:nvSpPr>
          <p:cNvPr id="18436" name="Oval 155">
            <a:extLst>
              <a:ext uri="{FF2B5EF4-FFF2-40B4-BE49-F238E27FC236}">
                <a16:creationId xmlns:a16="http://schemas.microsoft.com/office/drawing/2014/main" id="{399097BB-DF89-22FD-409B-B31FCD65B6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0088" y="4994276"/>
            <a:ext cx="1066800" cy="492125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ics141</a:t>
            </a:r>
          </a:p>
        </p:txBody>
      </p:sp>
      <p:sp>
        <p:nvSpPr>
          <p:cNvPr id="18437" name="Oval 156">
            <a:extLst>
              <a:ext uri="{FF2B5EF4-FFF2-40B4-BE49-F238E27FC236}">
                <a16:creationId xmlns:a16="http://schemas.microsoft.com/office/drawing/2014/main" id="{35AC0F97-E103-27B7-AFB4-C9F7DA2B20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1175" y="4979989"/>
            <a:ext cx="1066800" cy="492125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ics131</a:t>
            </a:r>
          </a:p>
        </p:txBody>
      </p:sp>
      <p:sp>
        <p:nvSpPr>
          <p:cNvPr id="18438" name="Oval 157">
            <a:extLst>
              <a:ext uri="{FF2B5EF4-FFF2-40B4-BE49-F238E27FC236}">
                <a16:creationId xmlns:a16="http://schemas.microsoft.com/office/drawing/2014/main" id="{061226AE-EA70-E89D-01EF-99EE48E73A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9313" y="4994276"/>
            <a:ext cx="1066800" cy="492125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ics121</a:t>
            </a:r>
          </a:p>
        </p:txBody>
      </p:sp>
      <p:sp>
        <p:nvSpPr>
          <p:cNvPr id="18439" name="Oval 158">
            <a:extLst>
              <a:ext uri="{FF2B5EF4-FFF2-40B4-BE49-F238E27FC236}">
                <a16:creationId xmlns:a16="http://schemas.microsoft.com/office/drawing/2014/main" id="{50A18E1F-E6DA-D165-9BEC-699706FFE3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1513" y="4021139"/>
            <a:ext cx="1066800" cy="492125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ics53</a:t>
            </a:r>
          </a:p>
        </p:txBody>
      </p:sp>
      <p:sp>
        <p:nvSpPr>
          <p:cNvPr id="18440" name="Oval 159">
            <a:extLst>
              <a:ext uri="{FF2B5EF4-FFF2-40B4-BE49-F238E27FC236}">
                <a16:creationId xmlns:a16="http://schemas.microsoft.com/office/drawing/2014/main" id="{55949048-82A7-ACF5-ED7E-9AFEEC3C8D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9313" y="4078289"/>
            <a:ext cx="1066800" cy="492125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ics52</a:t>
            </a:r>
          </a:p>
        </p:txBody>
      </p:sp>
      <p:sp>
        <p:nvSpPr>
          <p:cNvPr id="18441" name="Oval 160">
            <a:extLst>
              <a:ext uri="{FF2B5EF4-FFF2-40B4-BE49-F238E27FC236}">
                <a16:creationId xmlns:a16="http://schemas.microsoft.com/office/drawing/2014/main" id="{EC90CA81-ECC9-0070-6C8E-DA335694A3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1175" y="4021139"/>
            <a:ext cx="1066800" cy="492125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ics51</a:t>
            </a:r>
          </a:p>
        </p:txBody>
      </p:sp>
      <p:sp>
        <p:nvSpPr>
          <p:cNvPr id="18442" name="Oval 161">
            <a:extLst>
              <a:ext uri="{FF2B5EF4-FFF2-40B4-BE49-F238E27FC236}">
                <a16:creationId xmlns:a16="http://schemas.microsoft.com/office/drawing/2014/main" id="{94026B4C-9E3B-0A04-80CD-EE673CC3DC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2978151"/>
            <a:ext cx="1066800" cy="492125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ics23</a:t>
            </a:r>
          </a:p>
        </p:txBody>
      </p:sp>
      <p:sp>
        <p:nvSpPr>
          <p:cNvPr id="18443" name="Oval 162">
            <a:extLst>
              <a:ext uri="{FF2B5EF4-FFF2-40B4-BE49-F238E27FC236}">
                <a16:creationId xmlns:a16="http://schemas.microsoft.com/office/drawing/2014/main" id="{8654759D-06CF-FF4E-4CA1-648C36A56A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2978151"/>
            <a:ext cx="1066800" cy="492125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ics22</a:t>
            </a:r>
          </a:p>
        </p:txBody>
      </p:sp>
      <p:sp>
        <p:nvSpPr>
          <p:cNvPr id="18444" name="Oval 163">
            <a:extLst>
              <a:ext uri="{FF2B5EF4-FFF2-40B4-BE49-F238E27FC236}">
                <a16:creationId xmlns:a16="http://schemas.microsoft.com/office/drawing/2014/main" id="{9A57D2D4-4DA6-4102-2109-D9BE0B38B0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1175" y="2978151"/>
            <a:ext cx="1066800" cy="492125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ics21</a:t>
            </a:r>
          </a:p>
        </p:txBody>
      </p:sp>
      <p:cxnSp>
        <p:nvCxnSpPr>
          <p:cNvPr id="18445" name="AutoShape 164">
            <a:extLst>
              <a:ext uri="{FF2B5EF4-FFF2-40B4-BE49-F238E27FC236}">
                <a16:creationId xmlns:a16="http://schemas.microsoft.com/office/drawing/2014/main" id="{3134CF86-395D-41CD-D007-8F886CFA7C09}"/>
              </a:ext>
            </a:extLst>
          </p:cNvPr>
          <p:cNvCxnSpPr>
            <a:cxnSpLocks noChangeShapeType="1"/>
            <a:stCxn id="18444" idx="6"/>
            <a:endCxn id="18443" idx="2"/>
          </p:cNvCxnSpPr>
          <p:nvPr/>
        </p:nvCxnSpPr>
        <p:spPr bwMode="auto">
          <a:xfrm>
            <a:off x="4132263" y="3224213"/>
            <a:ext cx="349250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46" name="AutoShape 165">
            <a:extLst>
              <a:ext uri="{FF2B5EF4-FFF2-40B4-BE49-F238E27FC236}">
                <a16:creationId xmlns:a16="http://schemas.microsoft.com/office/drawing/2014/main" id="{3456CB52-3962-B295-1930-7D09536ABFF3}"/>
              </a:ext>
            </a:extLst>
          </p:cNvPr>
          <p:cNvCxnSpPr>
            <a:cxnSpLocks noChangeShapeType="1"/>
            <a:stCxn id="18443" idx="6"/>
            <a:endCxn id="18442" idx="2"/>
          </p:cNvCxnSpPr>
          <p:nvPr/>
        </p:nvCxnSpPr>
        <p:spPr bwMode="auto">
          <a:xfrm>
            <a:off x="5576889" y="3224213"/>
            <a:ext cx="3524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47" name="AutoShape 166">
            <a:extLst>
              <a:ext uri="{FF2B5EF4-FFF2-40B4-BE49-F238E27FC236}">
                <a16:creationId xmlns:a16="http://schemas.microsoft.com/office/drawing/2014/main" id="{F8FE2EFC-799F-0636-10CF-790DC69729B4}"/>
              </a:ext>
            </a:extLst>
          </p:cNvPr>
          <p:cNvCxnSpPr>
            <a:cxnSpLocks noChangeShapeType="1"/>
            <a:stCxn id="18444" idx="4"/>
            <a:endCxn id="18441" idx="0"/>
          </p:cNvCxnSpPr>
          <p:nvPr/>
        </p:nvCxnSpPr>
        <p:spPr bwMode="auto">
          <a:xfrm>
            <a:off x="3584575" y="3484564"/>
            <a:ext cx="0" cy="52228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48" name="AutoShape 167">
            <a:extLst>
              <a:ext uri="{FF2B5EF4-FFF2-40B4-BE49-F238E27FC236}">
                <a16:creationId xmlns:a16="http://schemas.microsoft.com/office/drawing/2014/main" id="{C932A074-3878-C7A6-9EB0-2638B1FB148C}"/>
              </a:ext>
            </a:extLst>
          </p:cNvPr>
          <p:cNvCxnSpPr>
            <a:cxnSpLocks noChangeShapeType="1"/>
            <a:stCxn id="18442" idx="4"/>
            <a:endCxn id="18440" idx="0"/>
          </p:cNvCxnSpPr>
          <p:nvPr/>
        </p:nvCxnSpPr>
        <p:spPr bwMode="auto">
          <a:xfrm flipH="1">
            <a:off x="6462714" y="3484564"/>
            <a:ext cx="14287" cy="57943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49" name="AutoShape 168">
            <a:extLst>
              <a:ext uri="{FF2B5EF4-FFF2-40B4-BE49-F238E27FC236}">
                <a16:creationId xmlns:a16="http://schemas.microsoft.com/office/drawing/2014/main" id="{1EA46C00-4FF7-8AFA-2F78-7C2B3F35A620}"/>
              </a:ext>
            </a:extLst>
          </p:cNvPr>
          <p:cNvCxnSpPr>
            <a:cxnSpLocks noChangeShapeType="1"/>
            <a:stCxn id="18441" idx="6"/>
            <a:endCxn id="18439" idx="2"/>
          </p:cNvCxnSpPr>
          <p:nvPr/>
        </p:nvCxnSpPr>
        <p:spPr bwMode="auto">
          <a:xfrm>
            <a:off x="4132263" y="4267200"/>
            <a:ext cx="334962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50" name="AutoShape 169">
            <a:extLst>
              <a:ext uri="{FF2B5EF4-FFF2-40B4-BE49-F238E27FC236}">
                <a16:creationId xmlns:a16="http://schemas.microsoft.com/office/drawing/2014/main" id="{A9F30A8F-94A0-E07D-4C2E-48C889B1B5F2}"/>
              </a:ext>
            </a:extLst>
          </p:cNvPr>
          <p:cNvCxnSpPr>
            <a:cxnSpLocks noChangeShapeType="1"/>
            <a:stCxn id="18444" idx="5"/>
            <a:endCxn id="18439" idx="1"/>
          </p:cNvCxnSpPr>
          <p:nvPr/>
        </p:nvCxnSpPr>
        <p:spPr bwMode="auto">
          <a:xfrm>
            <a:off x="3962400" y="3413126"/>
            <a:ext cx="674688" cy="665163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51" name="AutoShape 170">
            <a:extLst>
              <a:ext uri="{FF2B5EF4-FFF2-40B4-BE49-F238E27FC236}">
                <a16:creationId xmlns:a16="http://schemas.microsoft.com/office/drawing/2014/main" id="{F6B7D2CB-C95F-4340-C8F3-26ED75301A61}"/>
              </a:ext>
            </a:extLst>
          </p:cNvPr>
          <p:cNvCxnSpPr>
            <a:cxnSpLocks noChangeShapeType="1"/>
            <a:stCxn id="18443" idx="4"/>
            <a:endCxn id="18439" idx="0"/>
          </p:cNvCxnSpPr>
          <p:nvPr/>
        </p:nvCxnSpPr>
        <p:spPr bwMode="auto">
          <a:xfrm flipH="1">
            <a:off x="5014914" y="3484564"/>
            <a:ext cx="14287" cy="52228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52" name="AutoShape 171">
            <a:extLst>
              <a:ext uri="{FF2B5EF4-FFF2-40B4-BE49-F238E27FC236}">
                <a16:creationId xmlns:a16="http://schemas.microsoft.com/office/drawing/2014/main" id="{19023F0B-447B-58D2-FC24-56E24DBB8C0B}"/>
              </a:ext>
            </a:extLst>
          </p:cNvPr>
          <p:cNvCxnSpPr>
            <a:cxnSpLocks noChangeShapeType="1"/>
            <a:stCxn id="18442" idx="3"/>
            <a:endCxn id="18439" idx="7"/>
          </p:cNvCxnSpPr>
          <p:nvPr/>
        </p:nvCxnSpPr>
        <p:spPr bwMode="auto">
          <a:xfrm flipH="1">
            <a:off x="5392739" y="3413126"/>
            <a:ext cx="706437" cy="665163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53" name="AutoShape 172">
            <a:extLst>
              <a:ext uri="{FF2B5EF4-FFF2-40B4-BE49-F238E27FC236}">
                <a16:creationId xmlns:a16="http://schemas.microsoft.com/office/drawing/2014/main" id="{39EDBE7B-119F-2B76-997D-CFBC3B1412D4}"/>
              </a:ext>
            </a:extLst>
          </p:cNvPr>
          <p:cNvCxnSpPr>
            <a:cxnSpLocks noChangeShapeType="1"/>
            <a:stCxn id="18440" idx="4"/>
            <a:endCxn id="18438" idx="0"/>
          </p:cNvCxnSpPr>
          <p:nvPr/>
        </p:nvCxnSpPr>
        <p:spPr bwMode="auto">
          <a:xfrm>
            <a:off x="6462713" y="4584700"/>
            <a:ext cx="0" cy="395288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54" name="AutoShape 173">
            <a:extLst>
              <a:ext uri="{FF2B5EF4-FFF2-40B4-BE49-F238E27FC236}">
                <a16:creationId xmlns:a16="http://schemas.microsoft.com/office/drawing/2014/main" id="{5F975A1D-7274-AED9-54A6-B4EB7A76DEC5}"/>
              </a:ext>
            </a:extLst>
          </p:cNvPr>
          <p:cNvCxnSpPr>
            <a:cxnSpLocks noChangeShapeType="1"/>
            <a:stCxn id="18444" idx="2"/>
            <a:endCxn id="18437" idx="2"/>
          </p:cNvCxnSpPr>
          <p:nvPr/>
        </p:nvCxnSpPr>
        <p:spPr bwMode="auto">
          <a:xfrm rot="10800000" flipH="1" flipV="1">
            <a:off x="3036889" y="3224214"/>
            <a:ext cx="1587" cy="2001837"/>
          </a:xfrm>
          <a:prstGeom prst="curvedConnector3">
            <a:avLst>
              <a:gd name="adj1" fmla="val -13500005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55" name="AutoShape 174">
            <a:extLst>
              <a:ext uri="{FF2B5EF4-FFF2-40B4-BE49-F238E27FC236}">
                <a16:creationId xmlns:a16="http://schemas.microsoft.com/office/drawing/2014/main" id="{66EC4B2C-DBC3-5D5B-7208-3CF4C89501A5}"/>
              </a:ext>
            </a:extLst>
          </p:cNvPr>
          <p:cNvCxnSpPr>
            <a:cxnSpLocks noChangeShapeType="1"/>
            <a:stCxn id="18441" idx="5"/>
            <a:endCxn id="18436" idx="1"/>
          </p:cNvCxnSpPr>
          <p:nvPr/>
        </p:nvCxnSpPr>
        <p:spPr bwMode="auto">
          <a:xfrm>
            <a:off x="3962401" y="4456113"/>
            <a:ext cx="703263" cy="595312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456" name="Oval 175">
            <a:extLst>
              <a:ext uri="{FF2B5EF4-FFF2-40B4-BE49-F238E27FC236}">
                <a16:creationId xmlns:a16="http://schemas.microsoft.com/office/drawing/2014/main" id="{71D4879B-8698-47F9-364A-29A2BA45A8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0600" y="4402139"/>
            <a:ext cx="1066800" cy="492125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ics161</a:t>
            </a:r>
          </a:p>
        </p:txBody>
      </p:sp>
      <p:sp>
        <p:nvSpPr>
          <p:cNvPr id="18457" name="Oval 176">
            <a:extLst>
              <a:ext uri="{FF2B5EF4-FFF2-40B4-BE49-F238E27FC236}">
                <a16:creationId xmlns:a16="http://schemas.microsoft.com/office/drawing/2014/main" id="{58A1538E-2496-A6D4-CDEC-02DD664EA6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5908676"/>
            <a:ext cx="1066800" cy="492125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ics151</a:t>
            </a:r>
          </a:p>
        </p:txBody>
      </p:sp>
      <p:cxnSp>
        <p:nvCxnSpPr>
          <p:cNvPr id="18458" name="AutoShape 177">
            <a:extLst>
              <a:ext uri="{FF2B5EF4-FFF2-40B4-BE49-F238E27FC236}">
                <a16:creationId xmlns:a16="http://schemas.microsoft.com/office/drawing/2014/main" id="{6F3DF3C2-D274-A441-8609-B4A5E1F954E8}"/>
              </a:ext>
            </a:extLst>
          </p:cNvPr>
          <p:cNvCxnSpPr>
            <a:cxnSpLocks noChangeShapeType="1"/>
            <a:stCxn id="18441" idx="4"/>
            <a:endCxn id="18457" idx="0"/>
          </p:cNvCxnSpPr>
          <p:nvPr/>
        </p:nvCxnSpPr>
        <p:spPr bwMode="auto">
          <a:xfrm rot="16200000" flipH="1">
            <a:off x="3394869" y="4717257"/>
            <a:ext cx="1366838" cy="987425"/>
          </a:xfrm>
          <a:prstGeom prst="curvedConnector3">
            <a:avLst>
              <a:gd name="adj1" fmla="val 34028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59" name="AutoShape 178">
            <a:extLst>
              <a:ext uri="{FF2B5EF4-FFF2-40B4-BE49-F238E27FC236}">
                <a16:creationId xmlns:a16="http://schemas.microsoft.com/office/drawing/2014/main" id="{674C32A4-351A-5CBE-B1CC-C963CED91083}"/>
              </a:ext>
            </a:extLst>
          </p:cNvPr>
          <p:cNvCxnSpPr>
            <a:cxnSpLocks noChangeShapeType="1"/>
            <a:stCxn id="18442" idx="6"/>
            <a:endCxn id="18457" idx="6"/>
          </p:cNvCxnSpPr>
          <p:nvPr/>
        </p:nvCxnSpPr>
        <p:spPr bwMode="auto">
          <a:xfrm flipH="1">
            <a:off x="5119688" y="3224214"/>
            <a:ext cx="1905000" cy="2930525"/>
          </a:xfrm>
          <a:prstGeom prst="curvedConnector3">
            <a:avLst>
              <a:gd name="adj1" fmla="val -25167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60" name="AutoShape 179">
            <a:extLst>
              <a:ext uri="{FF2B5EF4-FFF2-40B4-BE49-F238E27FC236}">
                <a16:creationId xmlns:a16="http://schemas.microsoft.com/office/drawing/2014/main" id="{E4379740-3185-1820-3C99-8A3A33051BD4}"/>
              </a:ext>
            </a:extLst>
          </p:cNvPr>
          <p:cNvCxnSpPr>
            <a:cxnSpLocks noChangeShapeType="1"/>
            <a:stCxn id="18442" idx="6"/>
            <a:endCxn id="18456" idx="0"/>
          </p:cNvCxnSpPr>
          <p:nvPr/>
        </p:nvCxnSpPr>
        <p:spPr bwMode="auto">
          <a:xfrm>
            <a:off x="7024688" y="3224214"/>
            <a:ext cx="2119312" cy="1163637"/>
          </a:xfrm>
          <a:prstGeom prst="curvedConnector2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61" name="AutoShape 180">
            <a:extLst>
              <a:ext uri="{FF2B5EF4-FFF2-40B4-BE49-F238E27FC236}">
                <a16:creationId xmlns:a16="http://schemas.microsoft.com/office/drawing/2014/main" id="{51D41D51-71F8-5E65-735E-124EDF919274}"/>
              </a:ext>
            </a:extLst>
          </p:cNvPr>
          <p:cNvCxnSpPr>
            <a:cxnSpLocks noChangeShapeType="1"/>
            <a:stCxn id="18456" idx="4"/>
            <a:endCxn id="18435" idx="0"/>
          </p:cNvCxnSpPr>
          <p:nvPr/>
        </p:nvCxnSpPr>
        <p:spPr bwMode="auto">
          <a:xfrm rot="5400000">
            <a:off x="8805863" y="5232400"/>
            <a:ext cx="677862" cy="1588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462" name="Oval 181">
            <a:extLst>
              <a:ext uri="{FF2B5EF4-FFF2-40B4-BE49-F238E27FC236}">
                <a16:creationId xmlns:a16="http://schemas.microsoft.com/office/drawing/2014/main" id="{2548667A-A632-4BDE-5206-0F8B7A288A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5003801"/>
            <a:ext cx="1066800" cy="492125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ics171</a:t>
            </a:r>
          </a:p>
        </p:txBody>
      </p:sp>
      <p:cxnSp>
        <p:nvCxnSpPr>
          <p:cNvPr id="18463" name="AutoShape 182">
            <a:extLst>
              <a:ext uri="{FF2B5EF4-FFF2-40B4-BE49-F238E27FC236}">
                <a16:creationId xmlns:a16="http://schemas.microsoft.com/office/drawing/2014/main" id="{1151D9C4-A037-0640-825D-DEBC89C84413}"/>
              </a:ext>
            </a:extLst>
          </p:cNvPr>
          <p:cNvCxnSpPr>
            <a:cxnSpLocks noChangeShapeType="1"/>
            <a:stCxn id="18440" idx="6"/>
            <a:endCxn id="18462" idx="0"/>
          </p:cNvCxnSpPr>
          <p:nvPr/>
        </p:nvCxnSpPr>
        <p:spPr bwMode="auto">
          <a:xfrm>
            <a:off x="7010400" y="4324351"/>
            <a:ext cx="914400" cy="665163"/>
          </a:xfrm>
          <a:prstGeom prst="curvedConnector2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464" name="Rectangle 32">
            <a:extLst>
              <a:ext uri="{FF2B5EF4-FFF2-40B4-BE49-F238E27FC236}">
                <a16:creationId xmlns:a16="http://schemas.microsoft.com/office/drawing/2014/main" id="{1FAAC9E8-F106-6551-08B0-E73EC71F29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1290638"/>
            <a:ext cx="8382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Examples: </a:t>
            </a:r>
            <a:r>
              <a:rPr lang="en-US" altLang="en-US"/>
              <a:t>one-way streets, flights, task scheduling, course-taking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5AB620EE-FD38-9E56-4FC6-376BF2BB96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Directed DFS/BFS</a:t>
            </a:r>
          </a:p>
        </p:txBody>
      </p:sp>
      <p:sp>
        <p:nvSpPr>
          <p:cNvPr id="19458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56018C74-4A2B-052E-A284-6498D8CA23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81200" y="1219200"/>
            <a:ext cx="4191000" cy="50292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US" altLang="en-US" sz="2000"/>
              <a:t>We can specialize the traversal algorithms (DFS and BFS) to digraphs by traversing edges only along their direction</a:t>
            </a:r>
          </a:p>
          <a:p>
            <a:pPr>
              <a:lnSpc>
                <a:spcPct val="90000"/>
              </a:lnSpc>
            </a:pPr>
            <a:endParaRPr lang="en-US" altLang="en-US" sz="1400"/>
          </a:p>
          <a:p>
            <a:pPr>
              <a:lnSpc>
                <a:spcPct val="90000"/>
              </a:lnSpc>
            </a:pPr>
            <a:r>
              <a:rPr lang="en-US" altLang="en-US" sz="2000"/>
              <a:t>In the directed DFS algorithm, we have four types of edges</a:t>
            </a:r>
          </a:p>
          <a:p>
            <a:pPr lvl="1">
              <a:lnSpc>
                <a:spcPct val="90000"/>
              </a:lnSpc>
            </a:pPr>
            <a:r>
              <a:rPr lang="en-US" altLang="en-US" sz="1800"/>
              <a:t>discovery edges</a:t>
            </a:r>
          </a:p>
          <a:p>
            <a:pPr lvl="1">
              <a:lnSpc>
                <a:spcPct val="90000"/>
              </a:lnSpc>
            </a:pPr>
            <a:r>
              <a:rPr lang="en-US" altLang="en-US" sz="1800"/>
              <a:t>back edges</a:t>
            </a:r>
          </a:p>
          <a:p>
            <a:pPr lvl="1">
              <a:lnSpc>
                <a:spcPct val="90000"/>
              </a:lnSpc>
            </a:pPr>
            <a:r>
              <a:rPr lang="en-US" altLang="en-US" sz="1800"/>
              <a:t>forward edges</a:t>
            </a:r>
          </a:p>
          <a:p>
            <a:pPr lvl="1">
              <a:lnSpc>
                <a:spcPct val="90000"/>
              </a:lnSpc>
            </a:pPr>
            <a:r>
              <a:rPr lang="en-US" altLang="en-US" sz="1800"/>
              <a:t>cross edges</a:t>
            </a:r>
          </a:p>
          <a:p>
            <a:pPr lvl="1">
              <a:lnSpc>
                <a:spcPct val="90000"/>
              </a:lnSpc>
            </a:pPr>
            <a:endParaRPr lang="en-US" altLang="en-US" sz="1400"/>
          </a:p>
          <a:p>
            <a:pPr>
              <a:lnSpc>
                <a:spcPct val="90000"/>
              </a:lnSpc>
            </a:pPr>
            <a:r>
              <a:rPr lang="en-US" altLang="en-US" sz="2000"/>
              <a:t>The directed BFS algorithm has three types of edges:</a:t>
            </a:r>
          </a:p>
          <a:p>
            <a:pPr lvl="1">
              <a:lnSpc>
                <a:spcPct val="90000"/>
              </a:lnSpc>
            </a:pPr>
            <a:r>
              <a:rPr lang="en-US" altLang="en-US" sz="1800"/>
              <a:t>discovery edges</a:t>
            </a:r>
          </a:p>
          <a:p>
            <a:pPr lvl="1">
              <a:lnSpc>
                <a:spcPct val="90000"/>
              </a:lnSpc>
            </a:pPr>
            <a:r>
              <a:rPr lang="en-US" altLang="en-US" sz="1800"/>
              <a:t>back edges</a:t>
            </a:r>
          </a:p>
          <a:p>
            <a:pPr lvl="1">
              <a:lnSpc>
                <a:spcPct val="90000"/>
              </a:lnSpc>
            </a:pPr>
            <a:r>
              <a:rPr lang="en-US" altLang="en-US" sz="1800"/>
              <a:t>cross edges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en-US" sz="2000" b="1" i="1">
              <a:latin typeface="Times New Roman" panose="02020603050405020304" pitchFamily="18" charset="0"/>
            </a:endParaRPr>
          </a:p>
        </p:txBody>
      </p:sp>
      <p:sp>
        <p:nvSpPr>
          <p:cNvPr id="19459" name="Oval 4">
            <a:extLst>
              <a:ext uri="{FF2B5EF4-FFF2-40B4-BE49-F238E27FC236}">
                <a16:creationId xmlns:a16="http://schemas.microsoft.com/office/drawing/2014/main" id="{2F8C322F-889C-11A0-16E5-A3B14DEAFA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4325" y="4991100"/>
            <a:ext cx="457200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A</a:t>
            </a:r>
          </a:p>
        </p:txBody>
      </p:sp>
      <p:sp>
        <p:nvSpPr>
          <p:cNvPr id="19460" name="Oval 5">
            <a:extLst>
              <a:ext uri="{FF2B5EF4-FFF2-40B4-BE49-F238E27FC236}">
                <a16:creationId xmlns:a16="http://schemas.microsoft.com/office/drawing/2014/main" id="{F2097E30-9978-4AC4-BBBB-BE09F84A8A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3619500"/>
            <a:ext cx="457200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</a:t>
            </a:r>
          </a:p>
        </p:txBody>
      </p:sp>
      <p:sp>
        <p:nvSpPr>
          <p:cNvPr id="19461" name="Oval 6">
            <a:extLst>
              <a:ext uri="{FF2B5EF4-FFF2-40B4-BE49-F238E27FC236}">
                <a16:creationId xmlns:a16="http://schemas.microsoft.com/office/drawing/2014/main" id="{5CB1E94B-20AA-6D97-9546-7558DB2640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9525" y="2095500"/>
            <a:ext cx="457200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E</a:t>
            </a:r>
          </a:p>
        </p:txBody>
      </p:sp>
      <p:sp>
        <p:nvSpPr>
          <p:cNvPr id="19462" name="Oval 7">
            <a:extLst>
              <a:ext uri="{FF2B5EF4-FFF2-40B4-BE49-F238E27FC236}">
                <a16:creationId xmlns:a16="http://schemas.microsoft.com/office/drawing/2014/main" id="{13384341-8FD2-0042-3340-985C7EC7FE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10725" y="4248150"/>
            <a:ext cx="457200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B</a:t>
            </a:r>
          </a:p>
        </p:txBody>
      </p:sp>
      <p:sp>
        <p:nvSpPr>
          <p:cNvPr id="19463" name="Oval 8">
            <a:extLst>
              <a:ext uri="{FF2B5EF4-FFF2-40B4-BE49-F238E27FC236}">
                <a16:creationId xmlns:a16="http://schemas.microsoft.com/office/drawing/2014/main" id="{F4308D20-A39E-CB64-3B23-371077D1DC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53525" y="2857500"/>
            <a:ext cx="457200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D</a:t>
            </a:r>
          </a:p>
        </p:txBody>
      </p:sp>
      <p:cxnSp>
        <p:nvCxnSpPr>
          <p:cNvPr id="19464" name="AutoShape 9">
            <a:extLst>
              <a:ext uri="{FF2B5EF4-FFF2-40B4-BE49-F238E27FC236}">
                <a16:creationId xmlns:a16="http://schemas.microsoft.com/office/drawing/2014/main" id="{E876DF9A-A4D2-9FC4-F73E-B5DD0FF84F16}"/>
              </a:ext>
            </a:extLst>
          </p:cNvPr>
          <p:cNvCxnSpPr>
            <a:cxnSpLocks noChangeShapeType="1"/>
            <a:stCxn id="19459" idx="1"/>
            <a:endCxn id="19460" idx="4"/>
          </p:cNvCxnSpPr>
          <p:nvPr/>
        </p:nvCxnSpPr>
        <p:spPr bwMode="auto">
          <a:xfrm flipH="1" flipV="1">
            <a:off x="7467600" y="4086226"/>
            <a:ext cx="533400" cy="962025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65" name="AutoShape 10">
            <a:extLst>
              <a:ext uri="{FF2B5EF4-FFF2-40B4-BE49-F238E27FC236}">
                <a16:creationId xmlns:a16="http://schemas.microsoft.com/office/drawing/2014/main" id="{C520D6B2-E6FF-5DA6-0CD8-13F376EBD854}"/>
              </a:ext>
            </a:extLst>
          </p:cNvPr>
          <p:cNvCxnSpPr>
            <a:cxnSpLocks noChangeShapeType="1"/>
            <a:stCxn id="19459" idx="7"/>
            <a:endCxn id="19462" idx="3"/>
          </p:cNvCxnSpPr>
          <p:nvPr/>
        </p:nvCxnSpPr>
        <p:spPr bwMode="auto">
          <a:xfrm flipV="1">
            <a:off x="8324850" y="4648200"/>
            <a:ext cx="1352550" cy="40005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66" name="AutoShape 11">
            <a:extLst>
              <a:ext uri="{FF2B5EF4-FFF2-40B4-BE49-F238E27FC236}">
                <a16:creationId xmlns:a16="http://schemas.microsoft.com/office/drawing/2014/main" id="{FD80D153-8722-46FC-9D35-425A55B0F401}"/>
              </a:ext>
            </a:extLst>
          </p:cNvPr>
          <p:cNvCxnSpPr>
            <a:cxnSpLocks noChangeShapeType="1"/>
            <a:stCxn id="19460" idx="0"/>
            <a:endCxn id="19461" idx="3"/>
          </p:cNvCxnSpPr>
          <p:nvPr/>
        </p:nvCxnSpPr>
        <p:spPr bwMode="auto">
          <a:xfrm flipV="1">
            <a:off x="7467600" y="2495551"/>
            <a:ext cx="228600" cy="1114425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67" name="AutoShape 12">
            <a:extLst>
              <a:ext uri="{FF2B5EF4-FFF2-40B4-BE49-F238E27FC236}">
                <a16:creationId xmlns:a16="http://schemas.microsoft.com/office/drawing/2014/main" id="{318CCC63-55FA-7CF4-DC78-7C0716F1B9F1}"/>
              </a:ext>
            </a:extLst>
          </p:cNvPr>
          <p:cNvCxnSpPr>
            <a:cxnSpLocks noChangeShapeType="1"/>
            <a:stCxn id="19463" idx="1"/>
            <a:endCxn id="19461" idx="6"/>
          </p:cNvCxnSpPr>
          <p:nvPr/>
        </p:nvCxnSpPr>
        <p:spPr bwMode="auto">
          <a:xfrm flipH="1" flipV="1">
            <a:off x="8096250" y="2324100"/>
            <a:ext cx="1123950" cy="590550"/>
          </a:xfrm>
          <a:prstGeom prst="straightConnector1">
            <a:avLst/>
          </a:prstGeom>
          <a:noFill/>
          <a:ln w="38100" cap="rnd">
            <a:solidFill>
              <a:schemeClr val="accent2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68" name="AutoShape 13">
            <a:extLst>
              <a:ext uri="{FF2B5EF4-FFF2-40B4-BE49-F238E27FC236}">
                <a16:creationId xmlns:a16="http://schemas.microsoft.com/office/drawing/2014/main" id="{A7C5398F-321D-9C7B-E219-3E159577A7EB}"/>
              </a:ext>
            </a:extLst>
          </p:cNvPr>
          <p:cNvCxnSpPr>
            <a:cxnSpLocks noChangeShapeType="1"/>
            <a:stCxn id="19462" idx="0"/>
            <a:endCxn id="19463" idx="4"/>
          </p:cNvCxnSpPr>
          <p:nvPr/>
        </p:nvCxnSpPr>
        <p:spPr bwMode="auto">
          <a:xfrm flipH="1" flipV="1">
            <a:off x="9382125" y="3324225"/>
            <a:ext cx="457200" cy="914400"/>
          </a:xfrm>
          <a:prstGeom prst="straightConnector1">
            <a:avLst/>
          </a:prstGeom>
          <a:noFill/>
          <a:ln w="38100" cap="rnd">
            <a:solidFill>
              <a:schemeClr val="accent2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69" name="AutoShape 14">
            <a:extLst>
              <a:ext uri="{FF2B5EF4-FFF2-40B4-BE49-F238E27FC236}">
                <a16:creationId xmlns:a16="http://schemas.microsoft.com/office/drawing/2014/main" id="{B97F1B89-8F33-565F-FC66-4E64C9573C73}"/>
              </a:ext>
            </a:extLst>
          </p:cNvPr>
          <p:cNvCxnSpPr>
            <a:cxnSpLocks noChangeShapeType="1"/>
            <a:stCxn id="19459" idx="0"/>
            <a:endCxn id="19463" idx="3"/>
          </p:cNvCxnSpPr>
          <p:nvPr/>
        </p:nvCxnSpPr>
        <p:spPr bwMode="auto">
          <a:xfrm flipV="1">
            <a:off x="8162926" y="3257551"/>
            <a:ext cx="1057275" cy="1724025"/>
          </a:xfrm>
          <a:prstGeom prst="straightConnector1">
            <a:avLst/>
          </a:prstGeom>
          <a:noFill/>
          <a:ln w="38100">
            <a:solidFill>
              <a:schemeClr val="accent2"/>
            </a:solidFill>
            <a:prstDash val="dash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70" name="AutoShape 15">
            <a:extLst>
              <a:ext uri="{FF2B5EF4-FFF2-40B4-BE49-F238E27FC236}">
                <a16:creationId xmlns:a16="http://schemas.microsoft.com/office/drawing/2014/main" id="{673B738B-0EF0-627E-1EE4-2D6E08E995DE}"/>
              </a:ext>
            </a:extLst>
          </p:cNvPr>
          <p:cNvCxnSpPr>
            <a:cxnSpLocks noChangeShapeType="1"/>
            <a:stCxn id="19460" idx="7"/>
            <a:endCxn id="19463" idx="2"/>
          </p:cNvCxnSpPr>
          <p:nvPr/>
        </p:nvCxnSpPr>
        <p:spPr bwMode="auto">
          <a:xfrm flipV="1">
            <a:off x="7629526" y="3086100"/>
            <a:ext cx="1514475" cy="59055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71" name="AutoShape 16">
            <a:extLst>
              <a:ext uri="{FF2B5EF4-FFF2-40B4-BE49-F238E27FC236}">
                <a16:creationId xmlns:a16="http://schemas.microsoft.com/office/drawing/2014/main" id="{941A3DEC-FD8D-7720-3D2D-7C2B490C94FE}"/>
              </a:ext>
            </a:extLst>
          </p:cNvPr>
          <p:cNvCxnSpPr>
            <a:cxnSpLocks noChangeShapeType="1"/>
            <a:stCxn id="19459" idx="2"/>
            <a:endCxn id="19461" idx="2"/>
          </p:cNvCxnSpPr>
          <p:nvPr/>
        </p:nvCxnSpPr>
        <p:spPr bwMode="auto">
          <a:xfrm rot="10800000">
            <a:off x="7620000" y="2324100"/>
            <a:ext cx="304800" cy="2895600"/>
          </a:xfrm>
          <a:prstGeom prst="curvedConnector3">
            <a:avLst>
              <a:gd name="adj1" fmla="val 501560"/>
            </a:avLst>
          </a:prstGeom>
          <a:noFill/>
          <a:ln w="38100">
            <a:solidFill>
              <a:schemeClr val="accent2"/>
            </a:solidFill>
            <a:prstDash val="dash"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472" name="TextBox 16">
            <a:extLst>
              <a:ext uri="{FF2B5EF4-FFF2-40B4-BE49-F238E27FC236}">
                <a16:creationId xmlns:a16="http://schemas.microsoft.com/office/drawing/2014/main" id="{387BB1A1-7B36-92AA-89B7-4A83763FAA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4400" y="4067176"/>
            <a:ext cx="9144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 b="1"/>
              <a:t>forward</a:t>
            </a:r>
          </a:p>
        </p:txBody>
      </p:sp>
      <p:sp>
        <p:nvSpPr>
          <p:cNvPr id="19473" name="TextBox 17">
            <a:extLst>
              <a:ext uri="{FF2B5EF4-FFF2-40B4-BE49-F238E27FC236}">
                <a16:creationId xmlns:a16="http://schemas.microsoft.com/office/drawing/2014/main" id="{54A1409A-2E97-14F9-81AD-F5FB005813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6800" y="4876801"/>
            <a:ext cx="9144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 b="1"/>
              <a:t>discovery</a:t>
            </a:r>
          </a:p>
        </p:txBody>
      </p:sp>
      <p:sp>
        <p:nvSpPr>
          <p:cNvPr id="19474" name="TextBox 18">
            <a:extLst>
              <a:ext uri="{FF2B5EF4-FFF2-40B4-BE49-F238E27FC236}">
                <a16:creationId xmlns:a16="http://schemas.microsoft.com/office/drawing/2014/main" id="{61BDBA71-E5B0-F2C0-DDFF-91088FF9A6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5800" y="2362201"/>
            <a:ext cx="9144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 b="1"/>
              <a:t>cross</a:t>
            </a:r>
          </a:p>
        </p:txBody>
      </p:sp>
      <p:sp>
        <p:nvSpPr>
          <p:cNvPr id="19475" name="TextBox 19">
            <a:extLst>
              <a:ext uri="{FF2B5EF4-FFF2-40B4-BE49-F238E27FC236}">
                <a16:creationId xmlns:a16="http://schemas.microsoft.com/office/drawing/2014/main" id="{BF9A5C87-F888-488A-2911-86DCA5A948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2238376"/>
            <a:ext cx="9144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 b="1"/>
              <a:t>backward</a:t>
            </a:r>
          </a:p>
        </p:txBody>
      </p:sp>
      <p:sp>
        <p:nvSpPr>
          <p:cNvPr id="19476" name="TextBox 20">
            <a:extLst>
              <a:ext uri="{FF2B5EF4-FFF2-40B4-BE49-F238E27FC236}">
                <a16:creationId xmlns:a16="http://schemas.microsoft.com/office/drawing/2014/main" id="{8D56447A-9D7E-C921-1B0A-7A86014A63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5715000"/>
            <a:ext cx="914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/>
              <a:t>DFS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1D2C3ED2-DF1A-DB80-7921-308772BE26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62401" y="228600"/>
            <a:ext cx="4759325" cy="53340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Reachability</a:t>
            </a:r>
          </a:p>
        </p:txBody>
      </p:sp>
      <p:sp>
        <p:nvSpPr>
          <p:cNvPr id="20482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07A22454-6D0F-3E97-3143-55FF4DE6604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133600" y="990600"/>
            <a:ext cx="8229600" cy="1676400"/>
          </a:xfrm>
        </p:spPr>
        <p:txBody>
          <a:bodyPr>
            <a:normAutofit/>
          </a:bodyPr>
          <a:lstStyle/>
          <a:p>
            <a:r>
              <a:rPr lang="en-US" altLang="en-US"/>
              <a:t>u can reach v in a directed G (or v is reachable from u): </a:t>
            </a:r>
          </a:p>
          <a:p>
            <a:pPr>
              <a:buFontTx/>
              <a:buNone/>
            </a:pPr>
            <a:r>
              <a:rPr lang="en-US" altLang="en-US"/>
              <a:t>	if there is a directed </a:t>
            </a:r>
            <a:r>
              <a:rPr lang="en-US" altLang="en-US">
                <a:solidFill>
                  <a:srgbClr val="C00000"/>
                </a:solidFill>
              </a:rPr>
              <a:t>path</a:t>
            </a:r>
            <a:r>
              <a:rPr lang="en-US" altLang="en-US"/>
              <a:t> from u to v. </a:t>
            </a:r>
          </a:p>
          <a:p>
            <a:r>
              <a:rPr lang="en-US" altLang="en-US"/>
              <a:t>DFS </a:t>
            </a:r>
            <a:r>
              <a:rPr lang="en-US" altLang="en-US">
                <a:solidFill>
                  <a:srgbClr val="C00000"/>
                </a:solidFill>
              </a:rPr>
              <a:t>tree</a:t>
            </a:r>
            <a:r>
              <a:rPr lang="en-US" altLang="en-US"/>
              <a:t> rooted at v: contains all vertices reachable from v via directed paths. Running time O(n+m).</a:t>
            </a:r>
          </a:p>
        </p:txBody>
      </p:sp>
      <p:sp>
        <p:nvSpPr>
          <p:cNvPr id="20483" name="Oval 167">
            <a:extLst>
              <a:ext uri="{FF2B5EF4-FFF2-40B4-BE49-F238E27FC236}">
                <a16:creationId xmlns:a16="http://schemas.microsoft.com/office/drawing/2014/main" id="{27D746D3-A989-8FDF-854C-87F8D28BE9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1388" y="5100638"/>
            <a:ext cx="360362" cy="385762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A</a:t>
            </a:r>
          </a:p>
        </p:txBody>
      </p:sp>
      <p:sp>
        <p:nvSpPr>
          <p:cNvPr id="20484" name="Oval 168">
            <a:extLst>
              <a:ext uri="{FF2B5EF4-FFF2-40B4-BE49-F238E27FC236}">
                <a16:creationId xmlns:a16="http://schemas.microsoft.com/office/drawing/2014/main" id="{97BAB8A9-039C-9DC0-4CDD-2943FFD95D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1351" y="4338639"/>
            <a:ext cx="360363" cy="384175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</a:t>
            </a:r>
          </a:p>
        </p:txBody>
      </p:sp>
      <p:sp>
        <p:nvSpPr>
          <p:cNvPr id="20485" name="Oval 169">
            <a:extLst>
              <a:ext uri="{FF2B5EF4-FFF2-40B4-BE49-F238E27FC236}">
                <a16:creationId xmlns:a16="http://schemas.microsoft.com/office/drawing/2014/main" id="{4D35A50D-9181-4AE6-D9C0-590F9F14DA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3500438"/>
            <a:ext cx="361950" cy="385762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E</a:t>
            </a:r>
          </a:p>
        </p:txBody>
      </p:sp>
      <p:sp>
        <p:nvSpPr>
          <p:cNvPr id="20486" name="Oval 170">
            <a:extLst>
              <a:ext uri="{FF2B5EF4-FFF2-40B4-BE49-F238E27FC236}">
                <a16:creationId xmlns:a16="http://schemas.microsoft.com/office/drawing/2014/main" id="{E0F3A98B-51C4-CF09-45AD-69C70B70AE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1951" y="5100638"/>
            <a:ext cx="360363" cy="385762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B</a:t>
            </a:r>
          </a:p>
        </p:txBody>
      </p:sp>
      <p:sp>
        <p:nvSpPr>
          <p:cNvPr id="20487" name="Oval 171">
            <a:extLst>
              <a:ext uri="{FF2B5EF4-FFF2-40B4-BE49-F238E27FC236}">
                <a16:creationId xmlns:a16="http://schemas.microsoft.com/office/drawing/2014/main" id="{4EA351AA-4BDC-E57F-3C57-A0E39EE259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1950" y="3500438"/>
            <a:ext cx="361950" cy="385762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D</a:t>
            </a:r>
          </a:p>
        </p:txBody>
      </p:sp>
      <p:cxnSp>
        <p:nvCxnSpPr>
          <p:cNvPr id="20488" name="AutoShape 172">
            <a:extLst>
              <a:ext uri="{FF2B5EF4-FFF2-40B4-BE49-F238E27FC236}">
                <a16:creationId xmlns:a16="http://schemas.microsoft.com/office/drawing/2014/main" id="{50045C23-9C3B-766F-E1FC-E35CFFA8A0C7}"/>
              </a:ext>
            </a:extLst>
          </p:cNvPr>
          <p:cNvCxnSpPr>
            <a:cxnSpLocks noChangeShapeType="1"/>
            <a:stCxn id="20495" idx="1"/>
            <a:endCxn id="20487" idx="5"/>
          </p:cNvCxnSpPr>
          <p:nvPr/>
        </p:nvCxnSpPr>
        <p:spPr bwMode="auto">
          <a:xfrm flipH="1" flipV="1">
            <a:off x="4481514" y="3843339"/>
            <a:ext cx="981075" cy="58737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89" name="AutoShape 173">
            <a:extLst>
              <a:ext uri="{FF2B5EF4-FFF2-40B4-BE49-F238E27FC236}">
                <a16:creationId xmlns:a16="http://schemas.microsoft.com/office/drawing/2014/main" id="{DAD0114E-0020-FFF2-6983-6F40683879EC}"/>
              </a:ext>
            </a:extLst>
          </p:cNvPr>
          <p:cNvCxnSpPr>
            <a:cxnSpLocks noChangeShapeType="1"/>
            <a:stCxn id="20483" idx="6"/>
            <a:endCxn id="20486" idx="2"/>
          </p:cNvCxnSpPr>
          <p:nvPr/>
        </p:nvCxnSpPr>
        <p:spPr bwMode="auto">
          <a:xfrm>
            <a:off x="2586039" y="5294313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0" name="AutoShape 174">
            <a:extLst>
              <a:ext uri="{FF2B5EF4-FFF2-40B4-BE49-F238E27FC236}">
                <a16:creationId xmlns:a16="http://schemas.microsoft.com/office/drawing/2014/main" id="{ED2D14EB-FF82-0458-1BF4-9A5335FFE1F0}"/>
              </a:ext>
            </a:extLst>
          </p:cNvPr>
          <p:cNvCxnSpPr>
            <a:cxnSpLocks noChangeShapeType="1"/>
            <a:stCxn id="20484" idx="1"/>
            <a:endCxn id="20485" idx="5"/>
          </p:cNvCxnSpPr>
          <p:nvPr/>
        </p:nvCxnSpPr>
        <p:spPr bwMode="auto">
          <a:xfrm flipH="1" flipV="1">
            <a:off x="2519364" y="3843339"/>
            <a:ext cx="714375" cy="53657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1" name="AutoShape 175">
            <a:extLst>
              <a:ext uri="{FF2B5EF4-FFF2-40B4-BE49-F238E27FC236}">
                <a16:creationId xmlns:a16="http://schemas.microsoft.com/office/drawing/2014/main" id="{F44FC776-51E5-2EDA-D253-15A8ADC62BDA}"/>
              </a:ext>
            </a:extLst>
          </p:cNvPr>
          <p:cNvCxnSpPr>
            <a:cxnSpLocks noChangeShapeType="1"/>
            <a:stCxn id="20487" idx="2"/>
            <a:endCxn id="20485" idx="6"/>
          </p:cNvCxnSpPr>
          <p:nvPr/>
        </p:nvCxnSpPr>
        <p:spPr bwMode="auto">
          <a:xfrm flipH="1">
            <a:off x="2586039" y="3694113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2" name="AutoShape 176">
            <a:extLst>
              <a:ext uri="{FF2B5EF4-FFF2-40B4-BE49-F238E27FC236}">
                <a16:creationId xmlns:a16="http://schemas.microsoft.com/office/drawing/2014/main" id="{C6053A13-4D8F-3F68-9B56-00FE73D06F9F}"/>
              </a:ext>
            </a:extLst>
          </p:cNvPr>
          <p:cNvCxnSpPr>
            <a:cxnSpLocks noChangeShapeType="1"/>
            <a:stCxn id="20486" idx="0"/>
            <a:endCxn id="20487" idx="4"/>
          </p:cNvCxnSpPr>
          <p:nvPr/>
        </p:nvCxnSpPr>
        <p:spPr bwMode="auto">
          <a:xfrm flipV="1">
            <a:off x="4352925" y="3900488"/>
            <a:ext cx="0" cy="1185862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3" name="AutoShape 177">
            <a:extLst>
              <a:ext uri="{FF2B5EF4-FFF2-40B4-BE49-F238E27FC236}">
                <a16:creationId xmlns:a16="http://schemas.microsoft.com/office/drawing/2014/main" id="{2CE0C4D3-11B4-21EF-9323-4B907ECC3142}"/>
              </a:ext>
            </a:extLst>
          </p:cNvPr>
          <p:cNvCxnSpPr>
            <a:cxnSpLocks noChangeShapeType="1"/>
            <a:stCxn id="20483" idx="7"/>
            <a:endCxn id="20484" idx="3"/>
          </p:cNvCxnSpPr>
          <p:nvPr/>
        </p:nvCxnSpPr>
        <p:spPr bwMode="auto">
          <a:xfrm flipV="1">
            <a:off x="2519364" y="4681538"/>
            <a:ext cx="714375" cy="461962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4" name="AutoShape 178">
            <a:extLst>
              <a:ext uri="{FF2B5EF4-FFF2-40B4-BE49-F238E27FC236}">
                <a16:creationId xmlns:a16="http://schemas.microsoft.com/office/drawing/2014/main" id="{C43DD20A-222E-373A-71D7-1F7B9DCE0B4A}"/>
              </a:ext>
            </a:extLst>
          </p:cNvPr>
          <p:cNvCxnSpPr>
            <a:cxnSpLocks noChangeShapeType="1"/>
            <a:stCxn id="20484" idx="7"/>
            <a:endCxn id="20487" idx="3"/>
          </p:cNvCxnSpPr>
          <p:nvPr/>
        </p:nvCxnSpPr>
        <p:spPr bwMode="auto">
          <a:xfrm flipV="1">
            <a:off x="3489326" y="3843339"/>
            <a:ext cx="735013" cy="53657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495" name="Oval 180">
            <a:extLst>
              <a:ext uri="{FF2B5EF4-FFF2-40B4-BE49-F238E27FC236}">
                <a16:creationId xmlns:a16="http://schemas.microsoft.com/office/drawing/2014/main" id="{608E01E3-3FE4-E975-BC11-3B4843AC5A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4387851"/>
            <a:ext cx="361950" cy="385763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F</a:t>
            </a:r>
          </a:p>
        </p:txBody>
      </p:sp>
      <p:cxnSp>
        <p:nvCxnSpPr>
          <p:cNvPr id="20496" name="AutoShape 181">
            <a:extLst>
              <a:ext uri="{FF2B5EF4-FFF2-40B4-BE49-F238E27FC236}">
                <a16:creationId xmlns:a16="http://schemas.microsoft.com/office/drawing/2014/main" id="{AB9643C1-28DA-BF73-DC77-A506E28F44E1}"/>
              </a:ext>
            </a:extLst>
          </p:cNvPr>
          <p:cNvCxnSpPr>
            <a:cxnSpLocks noChangeShapeType="1"/>
            <a:stCxn id="20485" idx="4"/>
            <a:endCxn id="20483" idx="0"/>
          </p:cNvCxnSpPr>
          <p:nvPr/>
        </p:nvCxnSpPr>
        <p:spPr bwMode="auto">
          <a:xfrm>
            <a:off x="2390775" y="3900488"/>
            <a:ext cx="1588" cy="1185862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7" name="AutoShape 182">
            <a:extLst>
              <a:ext uri="{FF2B5EF4-FFF2-40B4-BE49-F238E27FC236}">
                <a16:creationId xmlns:a16="http://schemas.microsoft.com/office/drawing/2014/main" id="{5FC7C2F3-2E66-0CF4-8E3C-EDC326688272}"/>
              </a:ext>
            </a:extLst>
          </p:cNvPr>
          <p:cNvCxnSpPr>
            <a:cxnSpLocks noChangeShapeType="1"/>
            <a:stCxn id="20486" idx="7"/>
            <a:endCxn id="20495" idx="3"/>
          </p:cNvCxnSpPr>
          <p:nvPr/>
        </p:nvCxnSpPr>
        <p:spPr bwMode="auto">
          <a:xfrm flipV="1">
            <a:off x="4479926" y="4730750"/>
            <a:ext cx="982663" cy="4127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8" name="AutoShape 184">
            <a:extLst>
              <a:ext uri="{FF2B5EF4-FFF2-40B4-BE49-F238E27FC236}">
                <a16:creationId xmlns:a16="http://schemas.microsoft.com/office/drawing/2014/main" id="{046AD70E-12CF-0233-C3E5-66590A95A8ED}"/>
              </a:ext>
            </a:extLst>
          </p:cNvPr>
          <p:cNvCxnSpPr>
            <a:cxnSpLocks noChangeShapeType="1"/>
            <a:stCxn id="20486" idx="1"/>
            <a:endCxn id="20484" idx="5"/>
          </p:cNvCxnSpPr>
          <p:nvPr/>
        </p:nvCxnSpPr>
        <p:spPr bwMode="auto">
          <a:xfrm flipH="1" flipV="1">
            <a:off x="3489326" y="4681538"/>
            <a:ext cx="735013" cy="461962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499" name="Oval 205">
            <a:extLst>
              <a:ext uri="{FF2B5EF4-FFF2-40B4-BE49-F238E27FC236}">
                <a16:creationId xmlns:a16="http://schemas.microsoft.com/office/drawing/2014/main" id="{A4CA1F69-06AE-C0B6-5DF7-F2BE487735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9313" y="4176714"/>
            <a:ext cx="296862" cy="319087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/>
              <a:t>A</a:t>
            </a:r>
          </a:p>
        </p:txBody>
      </p:sp>
      <p:sp>
        <p:nvSpPr>
          <p:cNvPr id="20500" name="Oval 206">
            <a:extLst>
              <a:ext uri="{FF2B5EF4-FFF2-40B4-BE49-F238E27FC236}">
                <a16:creationId xmlns:a16="http://schemas.microsoft.com/office/drawing/2014/main" id="{12E17D80-BF76-A0F0-AD49-22F0B5F5A7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9413" y="3546475"/>
            <a:ext cx="296862" cy="317500"/>
          </a:xfrm>
          <a:prstGeom prst="ellipse">
            <a:avLst/>
          </a:prstGeom>
          <a:solidFill>
            <a:schemeClr val="accent1"/>
          </a:solidFill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/>
              <a:t>C</a:t>
            </a:r>
          </a:p>
        </p:txBody>
      </p:sp>
      <p:sp>
        <p:nvSpPr>
          <p:cNvPr id="20501" name="Oval 207">
            <a:extLst>
              <a:ext uri="{FF2B5EF4-FFF2-40B4-BE49-F238E27FC236}">
                <a16:creationId xmlns:a16="http://schemas.microsoft.com/office/drawing/2014/main" id="{39CB6383-18CB-6354-DFAD-7491EF4ABB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7725" y="2852739"/>
            <a:ext cx="298450" cy="319087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/>
              <a:t>E</a:t>
            </a:r>
          </a:p>
        </p:txBody>
      </p:sp>
      <p:sp>
        <p:nvSpPr>
          <p:cNvPr id="20502" name="Oval 209">
            <a:extLst>
              <a:ext uri="{FF2B5EF4-FFF2-40B4-BE49-F238E27FC236}">
                <a16:creationId xmlns:a16="http://schemas.microsoft.com/office/drawing/2014/main" id="{A8C5ECCB-A651-387A-D354-03AF82A8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5388" y="2852739"/>
            <a:ext cx="298450" cy="319087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/>
              <a:t>D</a:t>
            </a:r>
          </a:p>
        </p:txBody>
      </p:sp>
      <p:cxnSp>
        <p:nvCxnSpPr>
          <p:cNvPr id="20503" name="AutoShape 212">
            <a:extLst>
              <a:ext uri="{FF2B5EF4-FFF2-40B4-BE49-F238E27FC236}">
                <a16:creationId xmlns:a16="http://schemas.microsoft.com/office/drawing/2014/main" id="{9E526761-0AFA-811D-4C83-F1F76BD6260A}"/>
              </a:ext>
            </a:extLst>
          </p:cNvPr>
          <p:cNvCxnSpPr>
            <a:cxnSpLocks noChangeShapeType="1"/>
            <a:stCxn id="20500" idx="1"/>
            <a:endCxn id="20501" idx="5"/>
          </p:cNvCxnSpPr>
          <p:nvPr/>
        </p:nvCxnSpPr>
        <p:spPr bwMode="auto">
          <a:xfrm flipH="1" flipV="1">
            <a:off x="7453313" y="3136901"/>
            <a:ext cx="588962" cy="442913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504" name="AutoShape 213">
            <a:extLst>
              <a:ext uri="{FF2B5EF4-FFF2-40B4-BE49-F238E27FC236}">
                <a16:creationId xmlns:a16="http://schemas.microsoft.com/office/drawing/2014/main" id="{AF5DD8AB-A55F-0A97-A5A5-4F241C7EB067}"/>
              </a:ext>
            </a:extLst>
          </p:cNvPr>
          <p:cNvCxnSpPr>
            <a:cxnSpLocks noChangeShapeType="1"/>
            <a:stCxn id="20502" idx="2"/>
            <a:endCxn id="20501" idx="6"/>
          </p:cNvCxnSpPr>
          <p:nvPr/>
        </p:nvCxnSpPr>
        <p:spPr bwMode="auto">
          <a:xfrm flipH="1">
            <a:off x="7507289" y="3013075"/>
            <a:ext cx="129698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505" name="AutoShape 218">
            <a:extLst>
              <a:ext uri="{FF2B5EF4-FFF2-40B4-BE49-F238E27FC236}">
                <a16:creationId xmlns:a16="http://schemas.microsoft.com/office/drawing/2014/main" id="{501E8739-4661-4517-1B16-0E681619D5C0}"/>
              </a:ext>
            </a:extLst>
          </p:cNvPr>
          <p:cNvCxnSpPr>
            <a:cxnSpLocks noChangeShapeType="1"/>
            <a:stCxn id="20501" idx="4"/>
            <a:endCxn id="20499" idx="0"/>
          </p:cNvCxnSpPr>
          <p:nvPr/>
        </p:nvCxnSpPr>
        <p:spPr bwMode="auto">
          <a:xfrm>
            <a:off x="7346950" y="3182938"/>
            <a:ext cx="1588" cy="982662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506" name="Oval 240">
            <a:extLst>
              <a:ext uri="{FF2B5EF4-FFF2-40B4-BE49-F238E27FC236}">
                <a16:creationId xmlns:a16="http://schemas.microsoft.com/office/drawing/2014/main" id="{DF7B3F6C-DC2A-6476-5399-3E9913B8B7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9313" y="6081714"/>
            <a:ext cx="296862" cy="319087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/>
              <a:t>A</a:t>
            </a:r>
          </a:p>
        </p:txBody>
      </p:sp>
      <p:sp>
        <p:nvSpPr>
          <p:cNvPr id="20507" name="Oval 241">
            <a:extLst>
              <a:ext uri="{FF2B5EF4-FFF2-40B4-BE49-F238E27FC236}">
                <a16:creationId xmlns:a16="http://schemas.microsoft.com/office/drawing/2014/main" id="{5E19DF9B-F387-0B05-276C-9DD54231A7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9413" y="5451475"/>
            <a:ext cx="296862" cy="3175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/>
              <a:t>C</a:t>
            </a:r>
          </a:p>
        </p:txBody>
      </p:sp>
      <p:sp>
        <p:nvSpPr>
          <p:cNvPr id="20508" name="Oval 242">
            <a:extLst>
              <a:ext uri="{FF2B5EF4-FFF2-40B4-BE49-F238E27FC236}">
                <a16:creationId xmlns:a16="http://schemas.microsoft.com/office/drawing/2014/main" id="{58A6EA81-DA03-9847-32EB-4FA515A5B2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7725" y="4757739"/>
            <a:ext cx="298450" cy="319087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/>
              <a:t>E</a:t>
            </a:r>
          </a:p>
        </p:txBody>
      </p:sp>
      <p:sp>
        <p:nvSpPr>
          <p:cNvPr id="20509" name="Oval 243">
            <a:extLst>
              <a:ext uri="{FF2B5EF4-FFF2-40B4-BE49-F238E27FC236}">
                <a16:creationId xmlns:a16="http://schemas.microsoft.com/office/drawing/2014/main" id="{35E08FDF-DFD0-AABB-CF35-6CE8B31353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5388" y="6081714"/>
            <a:ext cx="296862" cy="319087"/>
          </a:xfrm>
          <a:prstGeom prst="ellipse">
            <a:avLst/>
          </a:prstGeom>
          <a:solidFill>
            <a:schemeClr val="accent1"/>
          </a:solidFill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/>
              <a:t>B</a:t>
            </a:r>
          </a:p>
        </p:txBody>
      </p:sp>
      <p:sp>
        <p:nvSpPr>
          <p:cNvPr id="20510" name="Oval 244">
            <a:extLst>
              <a:ext uri="{FF2B5EF4-FFF2-40B4-BE49-F238E27FC236}">
                <a16:creationId xmlns:a16="http://schemas.microsoft.com/office/drawing/2014/main" id="{77F95537-63CE-16F4-94DE-19DE4FA5A4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5388" y="4757739"/>
            <a:ext cx="298450" cy="319087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/>
              <a:t>D</a:t>
            </a:r>
          </a:p>
        </p:txBody>
      </p:sp>
      <p:cxnSp>
        <p:nvCxnSpPr>
          <p:cNvPr id="20511" name="AutoShape 246">
            <a:extLst>
              <a:ext uri="{FF2B5EF4-FFF2-40B4-BE49-F238E27FC236}">
                <a16:creationId xmlns:a16="http://schemas.microsoft.com/office/drawing/2014/main" id="{6973E0B9-2FD7-06A5-74E7-F406935943D8}"/>
              </a:ext>
            </a:extLst>
          </p:cNvPr>
          <p:cNvCxnSpPr>
            <a:cxnSpLocks noChangeShapeType="1"/>
            <a:stCxn id="20506" idx="6"/>
            <a:endCxn id="20509" idx="2"/>
          </p:cNvCxnSpPr>
          <p:nvPr/>
        </p:nvCxnSpPr>
        <p:spPr bwMode="auto">
          <a:xfrm>
            <a:off x="7507289" y="6242050"/>
            <a:ext cx="129698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512" name="AutoShape 247">
            <a:extLst>
              <a:ext uri="{FF2B5EF4-FFF2-40B4-BE49-F238E27FC236}">
                <a16:creationId xmlns:a16="http://schemas.microsoft.com/office/drawing/2014/main" id="{DFEAD5D7-4AE5-4D92-6683-811ED431DCA0}"/>
              </a:ext>
            </a:extLst>
          </p:cNvPr>
          <p:cNvCxnSpPr>
            <a:cxnSpLocks noChangeShapeType="1"/>
            <a:stCxn id="20507" idx="1"/>
            <a:endCxn id="20508" idx="5"/>
          </p:cNvCxnSpPr>
          <p:nvPr/>
        </p:nvCxnSpPr>
        <p:spPr bwMode="auto">
          <a:xfrm flipH="1" flipV="1">
            <a:off x="7453313" y="5041901"/>
            <a:ext cx="588962" cy="442913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513" name="AutoShape 249">
            <a:extLst>
              <a:ext uri="{FF2B5EF4-FFF2-40B4-BE49-F238E27FC236}">
                <a16:creationId xmlns:a16="http://schemas.microsoft.com/office/drawing/2014/main" id="{887CA45E-4260-EEBD-27E5-0F2D7F0B9447}"/>
              </a:ext>
            </a:extLst>
          </p:cNvPr>
          <p:cNvCxnSpPr>
            <a:cxnSpLocks noChangeShapeType="1"/>
            <a:stCxn id="20508" idx="6"/>
            <a:endCxn id="20510" idx="2"/>
          </p:cNvCxnSpPr>
          <p:nvPr/>
        </p:nvCxnSpPr>
        <p:spPr bwMode="auto">
          <a:xfrm>
            <a:off x="7510464" y="4918075"/>
            <a:ext cx="129063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514" name="Oval 252">
            <a:extLst>
              <a:ext uri="{FF2B5EF4-FFF2-40B4-BE49-F238E27FC236}">
                <a16:creationId xmlns:a16="http://schemas.microsoft.com/office/drawing/2014/main" id="{57B155BE-A82A-0C9C-C316-B8943F970E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36150" y="5491164"/>
            <a:ext cx="298450" cy="320675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/>
              <a:t>F</a:t>
            </a:r>
          </a:p>
        </p:txBody>
      </p:sp>
      <p:cxnSp>
        <p:nvCxnSpPr>
          <p:cNvPr id="20515" name="AutoShape 254">
            <a:extLst>
              <a:ext uri="{FF2B5EF4-FFF2-40B4-BE49-F238E27FC236}">
                <a16:creationId xmlns:a16="http://schemas.microsoft.com/office/drawing/2014/main" id="{1BEBDD53-BA41-08AE-A282-A75D4F520B24}"/>
              </a:ext>
            </a:extLst>
          </p:cNvPr>
          <p:cNvCxnSpPr>
            <a:cxnSpLocks noChangeShapeType="1"/>
            <a:stCxn id="20509" idx="7"/>
            <a:endCxn id="20514" idx="3"/>
          </p:cNvCxnSpPr>
          <p:nvPr/>
        </p:nvCxnSpPr>
        <p:spPr bwMode="auto">
          <a:xfrm flipV="1">
            <a:off x="9069389" y="5775326"/>
            <a:ext cx="809625" cy="341313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516" name="AutoShape 255">
            <a:extLst>
              <a:ext uri="{FF2B5EF4-FFF2-40B4-BE49-F238E27FC236}">
                <a16:creationId xmlns:a16="http://schemas.microsoft.com/office/drawing/2014/main" id="{668DB5E3-FE46-7C9D-8782-15E0FA4F4A26}"/>
              </a:ext>
            </a:extLst>
          </p:cNvPr>
          <p:cNvCxnSpPr>
            <a:cxnSpLocks noChangeShapeType="1"/>
            <a:stCxn id="20506" idx="7"/>
            <a:endCxn id="20507" idx="3"/>
          </p:cNvCxnSpPr>
          <p:nvPr/>
        </p:nvCxnSpPr>
        <p:spPr bwMode="auto">
          <a:xfrm flipV="1">
            <a:off x="7453313" y="5737225"/>
            <a:ext cx="588962" cy="376238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517" name="Right Arrow 37">
            <a:extLst>
              <a:ext uri="{FF2B5EF4-FFF2-40B4-BE49-F238E27FC236}">
                <a16:creationId xmlns:a16="http://schemas.microsoft.com/office/drawing/2014/main" id="{1D3FCB6F-981C-64C0-2E86-411593D1FBE8}"/>
              </a:ext>
            </a:extLst>
          </p:cNvPr>
          <p:cNvSpPr>
            <a:spLocks noChangeArrowheads="1"/>
          </p:cNvSpPr>
          <p:nvPr/>
        </p:nvSpPr>
        <p:spPr bwMode="auto">
          <a:xfrm rot="19967192">
            <a:off x="5988050" y="3619500"/>
            <a:ext cx="6858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8575" algn="ctr">
            <a:solidFill>
              <a:srgbClr val="FF0066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0518" name="Right Arrow 38">
            <a:extLst>
              <a:ext uri="{FF2B5EF4-FFF2-40B4-BE49-F238E27FC236}">
                <a16:creationId xmlns:a16="http://schemas.microsoft.com/office/drawing/2014/main" id="{4C7D65D5-E42E-34D9-709A-D70A1506B702}"/>
              </a:ext>
            </a:extLst>
          </p:cNvPr>
          <p:cNvSpPr>
            <a:spLocks noChangeArrowheads="1"/>
          </p:cNvSpPr>
          <p:nvPr/>
        </p:nvSpPr>
        <p:spPr bwMode="auto">
          <a:xfrm rot="1493838">
            <a:off x="6003925" y="5200650"/>
            <a:ext cx="6858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8575" algn="ctr">
            <a:solidFill>
              <a:srgbClr val="FF0066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A94816F5-88AB-2571-1014-93736A8EAC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0" y="152400"/>
            <a:ext cx="7772400" cy="762000"/>
          </a:xfrm>
        </p:spPr>
        <p:txBody>
          <a:bodyPr/>
          <a:lstStyle/>
          <a:p>
            <a:r>
              <a:rPr lang="en-US" altLang="en-US"/>
              <a:t>Strong Connectivity</a:t>
            </a:r>
          </a:p>
        </p:txBody>
      </p:sp>
      <p:sp>
        <p:nvSpPr>
          <p:cNvPr id="21506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E569B892-4F22-9938-1DEC-B858D43034D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286000" y="990600"/>
            <a:ext cx="7772400" cy="1524000"/>
          </a:xfrm>
        </p:spPr>
        <p:txBody>
          <a:bodyPr>
            <a:normAutofit fontScale="92500"/>
          </a:bodyPr>
          <a:lstStyle/>
          <a:p>
            <a:r>
              <a:rPr lang="en-US" altLang="en-US" sz="2200"/>
              <a:t>Each vertex can reach all other vertices </a:t>
            </a:r>
            <a:r>
              <a:rPr lang="en-US" altLang="en-US" sz="2000"/>
              <a:t>(for example, </a:t>
            </a:r>
            <a:r>
              <a:rPr lang="en-US" altLang="en-US" sz="2000" i="1"/>
              <a:t>a</a:t>
            </a:r>
            <a:r>
              <a:rPr lang="en-US" altLang="en-US" sz="2000"/>
              <a:t> &amp; </a:t>
            </a:r>
            <a:r>
              <a:rPr lang="en-US" altLang="en-US" sz="2000" i="1"/>
              <a:t>b</a:t>
            </a:r>
            <a:r>
              <a:rPr lang="en-US" altLang="en-US" sz="2000"/>
              <a:t>)</a:t>
            </a:r>
          </a:p>
          <a:p>
            <a:endParaRPr lang="en-US" altLang="en-US" sz="1200"/>
          </a:p>
          <a:p>
            <a:r>
              <a:rPr lang="en-US" altLang="en-US" sz="2000"/>
              <a:t>BFS/DFS can be used to test if G is strongly connected or not. </a:t>
            </a:r>
          </a:p>
          <a:p>
            <a:pPr>
              <a:buFontTx/>
              <a:buNone/>
            </a:pPr>
            <a:r>
              <a:rPr lang="en-US" altLang="en-US" sz="2000"/>
              <a:t>	Total time: O(n(n+m)).</a:t>
            </a:r>
          </a:p>
        </p:txBody>
      </p:sp>
      <p:grpSp>
        <p:nvGrpSpPr>
          <p:cNvPr id="21507" name="Group 112">
            <a:extLst>
              <a:ext uri="{FF2B5EF4-FFF2-40B4-BE49-F238E27FC236}">
                <a16:creationId xmlns:a16="http://schemas.microsoft.com/office/drawing/2014/main" id="{1270B99D-F15F-C555-EB8D-13C726A7C412}"/>
              </a:ext>
            </a:extLst>
          </p:cNvPr>
          <p:cNvGrpSpPr>
            <a:grpSpLocks/>
          </p:cNvGrpSpPr>
          <p:nvPr/>
        </p:nvGrpSpPr>
        <p:grpSpPr bwMode="auto">
          <a:xfrm>
            <a:off x="4038600" y="2754314"/>
            <a:ext cx="4953000" cy="3646487"/>
            <a:chOff x="1584" y="1591"/>
            <a:chExt cx="3120" cy="2297"/>
          </a:xfrm>
        </p:grpSpPr>
        <p:sp>
          <p:nvSpPr>
            <p:cNvPr id="21508" name="Oval 92">
              <a:extLst>
                <a:ext uri="{FF2B5EF4-FFF2-40B4-BE49-F238E27FC236}">
                  <a16:creationId xmlns:a16="http://schemas.microsoft.com/office/drawing/2014/main" id="{CCE1DB5B-1545-06EC-3333-33F75A2FAF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1591"/>
              <a:ext cx="386" cy="379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a</a:t>
              </a:r>
            </a:p>
          </p:txBody>
        </p:sp>
        <p:sp>
          <p:nvSpPr>
            <p:cNvPr id="21509" name="Oval 93">
              <a:extLst>
                <a:ext uri="{FF2B5EF4-FFF2-40B4-BE49-F238E27FC236}">
                  <a16:creationId xmlns:a16="http://schemas.microsoft.com/office/drawing/2014/main" id="{107961EB-49DD-DD7B-9327-D2E15C2180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2" y="2681"/>
              <a:ext cx="386" cy="379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d</a:t>
              </a:r>
            </a:p>
          </p:txBody>
        </p:sp>
        <p:sp>
          <p:nvSpPr>
            <p:cNvPr id="21510" name="Oval 94">
              <a:extLst>
                <a:ext uri="{FF2B5EF4-FFF2-40B4-BE49-F238E27FC236}">
                  <a16:creationId xmlns:a16="http://schemas.microsoft.com/office/drawing/2014/main" id="{CFB67921-13AA-7A5D-B036-89CC68C75F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3" y="2000"/>
              <a:ext cx="386" cy="379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c</a:t>
              </a:r>
            </a:p>
          </p:txBody>
        </p:sp>
        <p:sp>
          <p:nvSpPr>
            <p:cNvPr id="21511" name="Oval 95">
              <a:extLst>
                <a:ext uri="{FF2B5EF4-FFF2-40B4-BE49-F238E27FC236}">
                  <a16:creationId xmlns:a16="http://schemas.microsoft.com/office/drawing/2014/main" id="{BECFEB33-A51A-3EA8-A44A-146E2B24C1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8" y="3400"/>
              <a:ext cx="386" cy="379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b</a:t>
              </a:r>
            </a:p>
          </p:txBody>
        </p:sp>
        <p:sp>
          <p:nvSpPr>
            <p:cNvPr id="21512" name="Oval 96">
              <a:extLst>
                <a:ext uri="{FF2B5EF4-FFF2-40B4-BE49-F238E27FC236}">
                  <a16:creationId xmlns:a16="http://schemas.microsoft.com/office/drawing/2014/main" id="{56A2E190-87F7-7A53-F58C-7221D548C2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0" y="2933"/>
              <a:ext cx="385" cy="379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e</a:t>
              </a:r>
            </a:p>
          </p:txBody>
        </p:sp>
        <p:sp>
          <p:nvSpPr>
            <p:cNvPr id="21513" name="Oval 97">
              <a:extLst>
                <a:ext uri="{FF2B5EF4-FFF2-40B4-BE49-F238E27FC236}">
                  <a16:creationId xmlns:a16="http://schemas.microsoft.com/office/drawing/2014/main" id="{345E8E1D-62EA-FF99-960D-32110DA9BE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3509"/>
              <a:ext cx="386" cy="379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f</a:t>
              </a:r>
            </a:p>
          </p:txBody>
        </p:sp>
        <p:sp>
          <p:nvSpPr>
            <p:cNvPr id="21514" name="Oval 98">
              <a:extLst>
                <a:ext uri="{FF2B5EF4-FFF2-40B4-BE49-F238E27FC236}">
                  <a16:creationId xmlns:a16="http://schemas.microsoft.com/office/drawing/2014/main" id="{5C3F8CAF-3956-8042-B7C7-A42A22F6B5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6" y="1855"/>
              <a:ext cx="386" cy="379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g</a:t>
              </a:r>
            </a:p>
          </p:txBody>
        </p:sp>
        <p:cxnSp>
          <p:nvCxnSpPr>
            <p:cNvPr id="21515" name="AutoShape 99">
              <a:extLst>
                <a:ext uri="{FF2B5EF4-FFF2-40B4-BE49-F238E27FC236}">
                  <a16:creationId xmlns:a16="http://schemas.microsoft.com/office/drawing/2014/main" id="{9EFC7D5F-753B-38EB-068E-10AD6A427460}"/>
                </a:ext>
              </a:extLst>
            </p:cNvPr>
            <p:cNvCxnSpPr>
              <a:cxnSpLocks noChangeShapeType="1"/>
              <a:stCxn id="21508" idx="4"/>
              <a:endCxn id="21513" idx="0"/>
            </p:cNvCxnSpPr>
            <p:nvPr/>
          </p:nvCxnSpPr>
          <p:spPr bwMode="auto">
            <a:xfrm flipH="1">
              <a:off x="1777" y="1994"/>
              <a:ext cx="96" cy="1491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16" name="AutoShape 100">
              <a:extLst>
                <a:ext uri="{FF2B5EF4-FFF2-40B4-BE49-F238E27FC236}">
                  <a16:creationId xmlns:a16="http://schemas.microsoft.com/office/drawing/2014/main" id="{EB2EC94C-5BEB-61B5-F80A-05692AE4CA4D}"/>
                </a:ext>
              </a:extLst>
            </p:cNvPr>
            <p:cNvCxnSpPr>
              <a:cxnSpLocks noChangeShapeType="1"/>
              <a:stCxn id="21508" idx="5"/>
              <a:endCxn id="21509" idx="1"/>
            </p:cNvCxnSpPr>
            <p:nvPr/>
          </p:nvCxnSpPr>
          <p:spPr bwMode="auto">
            <a:xfrm>
              <a:off x="2009" y="1938"/>
              <a:ext cx="600" cy="775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17" name="AutoShape 101">
              <a:extLst>
                <a:ext uri="{FF2B5EF4-FFF2-40B4-BE49-F238E27FC236}">
                  <a16:creationId xmlns:a16="http://schemas.microsoft.com/office/drawing/2014/main" id="{581374A2-1C32-9F2F-AB8B-C2098C1CBD10}"/>
                </a:ext>
              </a:extLst>
            </p:cNvPr>
            <p:cNvCxnSpPr>
              <a:cxnSpLocks noChangeShapeType="1"/>
              <a:stCxn id="21508" idx="6"/>
              <a:endCxn id="21510" idx="2"/>
            </p:cNvCxnSpPr>
            <p:nvPr/>
          </p:nvCxnSpPr>
          <p:spPr bwMode="auto">
            <a:xfrm>
              <a:off x="2089" y="1782"/>
              <a:ext cx="1042" cy="409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18" name="AutoShape 102">
              <a:extLst>
                <a:ext uri="{FF2B5EF4-FFF2-40B4-BE49-F238E27FC236}">
                  <a16:creationId xmlns:a16="http://schemas.microsoft.com/office/drawing/2014/main" id="{56DEFA66-EFD0-3F7F-4F62-7E62E6E04A23}"/>
                </a:ext>
              </a:extLst>
            </p:cNvPr>
            <p:cNvCxnSpPr>
              <a:cxnSpLocks noChangeShapeType="1"/>
              <a:stCxn id="21514" idx="1"/>
              <a:endCxn id="21508" idx="7"/>
            </p:cNvCxnSpPr>
            <p:nvPr/>
          </p:nvCxnSpPr>
          <p:spPr bwMode="auto">
            <a:xfrm flipH="1" flipV="1">
              <a:off x="2009" y="1623"/>
              <a:ext cx="2334" cy="264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19" name="AutoShape 103">
              <a:extLst>
                <a:ext uri="{FF2B5EF4-FFF2-40B4-BE49-F238E27FC236}">
                  <a16:creationId xmlns:a16="http://schemas.microsoft.com/office/drawing/2014/main" id="{20146AA8-0EB7-DC13-DE70-AC28317C0F16}"/>
                </a:ext>
              </a:extLst>
            </p:cNvPr>
            <p:cNvCxnSpPr>
              <a:cxnSpLocks noChangeShapeType="1"/>
              <a:stCxn id="21510" idx="6"/>
              <a:endCxn id="21514" idx="2"/>
            </p:cNvCxnSpPr>
            <p:nvPr/>
          </p:nvCxnSpPr>
          <p:spPr bwMode="auto">
            <a:xfrm flipV="1">
              <a:off x="3562" y="2046"/>
              <a:ext cx="701" cy="145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20" name="AutoShape 104">
              <a:extLst>
                <a:ext uri="{FF2B5EF4-FFF2-40B4-BE49-F238E27FC236}">
                  <a16:creationId xmlns:a16="http://schemas.microsoft.com/office/drawing/2014/main" id="{DF134BAD-F8A6-67F6-9763-14DDCDD24E24}"/>
                </a:ext>
              </a:extLst>
            </p:cNvPr>
            <p:cNvCxnSpPr>
              <a:cxnSpLocks noChangeShapeType="1"/>
              <a:stCxn id="21514" idx="4"/>
              <a:endCxn id="21511" idx="0"/>
            </p:cNvCxnSpPr>
            <p:nvPr/>
          </p:nvCxnSpPr>
          <p:spPr bwMode="auto">
            <a:xfrm>
              <a:off x="4479" y="2258"/>
              <a:ext cx="32" cy="1118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21" name="AutoShape 105">
              <a:extLst>
                <a:ext uri="{FF2B5EF4-FFF2-40B4-BE49-F238E27FC236}">
                  <a16:creationId xmlns:a16="http://schemas.microsoft.com/office/drawing/2014/main" id="{C90FD3CC-AAFE-9B5F-08B4-A0C294C81695}"/>
                </a:ext>
              </a:extLst>
            </p:cNvPr>
            <p:cNvCxnSpPr>
              <a:cxnSpLocks noChangeShapeType="1"/>
              <a:stCxn id="21509" idx="6"/>
              <a:endCxn id="21512" idx="2"/>
            </p:cNvCxnSpPr>
            <p:nvPr/>
          </p:nvCxnSpPr>
          <p:spPr bwMode="auto">
            <a:xfrm>
              <a:off x="2961" y="2872"/>
              <a:ext cx="546" cy="252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22" name="AutoShape 106">
              <a:extLst>
                <a:ext uri="{FF2B5EF4-FFF2-40B4-BE49-F238E27FC236}">
                  <a16:creationId xmlns:a16="http://schemas.microsoft.com/office/drawing/2014/main" id="{B27D502C-0DC9-0435-EAB7-93EDA442F068}"/>
                </a:ext>
              </a:extLst>
            </p:cNvPr>
            <p:cNvCxnSpPr>
              <a:cxnSpLocks noChangeShapeType="1"/>
              <a:stCxn id="21512" idx="5"/>
              <a:endCxn id="21511" idx="1"/>
            </p:cNvCxnSpPr>
            <p:nvPr/>
          </p:nvCxnSpPr>
          <p:spPr bwMode="auto">
            <a:xfrm>
              <a:off x="3859" y="3280"/>
              <a:ext cx="516" cy="151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23" name="AutoShape 107">
              <a:extLst>
                <a:ext uri="{FF2B5EF4-FFF2-40B4-BE49-F238E27FC236}">
                  <a16:creationId xmlns:a16="http://schemas.microsoft.com/office/drawing/2014/main" id="{6797753D-0602-3335-805E-43B3F8CCC2F7}"/>
                </a:ext>
              </a:extLst>
            </p:cNvPr>
            <p:cNvCxnSpPr>
              <a:cxnSpLocks noChangeShapeType="1"/>
              <a:stCxn id="21513" idx="7"/>
              <a:endCxn id="21509" idx="3"/>
            </p:cNvCxnSpPr>
            <p:nvPr/>
          </p:nvCxnSpPr>
          <p:spPr bwMode="auto">
            <a:xfrm flipV="1">
              <a:off x="1913" y="3028"/>
              <a:ext cx="696" cy="513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24" name="AutoShape 108">
              <a:extLst>
                <a:ext uri="{FF2B5EF4-FFF2-40B4-BE49-F238E27FC236}">
                  <a16:creationId xmlns:a16="http://schemas.microsoft.com/office/drawing/2014/main" id="{1CC248F0-E45E-9824-EBAB-427B5D9A5D5A}"/>
                </a:ext>
              </a:extLst>
            </p:cNvPr>
            <p:cNvCxnSpPr>
              <a:cxnSpLocks noChangeShapeType="1"/>
              <a:stCxn id="21513" idx="6"/>
              <a:endCxn id="21512" idx="3"/>
            </p:cNvCxnSpPr>
            <p:nvPr/>
          </p:nvCxnSpPr>
          <p:spPr bwMode="auto">
            <a:xfrm flipV="1">
              <a:off x="1992" y="3280"/>
              <a:ext cx="1594" cy="419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25" name="AutoShape 109">
              <a:extLst>
                <a:ext uri="{FF2B5EF4-FFF2-40B4-BE49-F238E27FC236}">
                  <a16:creationId xmlns:a16="http://schemas.microsoft.com/office/drawing/2014/main" id="{B2B19F52-6726-C50A-2C16-67E4065EA76A}"/>
                </a:ext>
              </a:extLst>
            </p:cNvPr>
            <p:cNvCxnSpPr>
              <a:cxnSpLocks noChangeShapeType="1"/>
              <a:stCxn id="21511" idx="2"/>
              <a:endCxn id="21513" idx="5"/>
            </p:cNvCxnSpPr>
            <p:nvPr/>
          </p:nvCxnSpPr>
          <p:spPr bwMode="auto">
            <a:xfrm flipH="1">
              <a:off x="1913" y="3590"/>
              <a:ext cx="2383" cy="266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26" name="AutoShape 110">
              <a:extLst>
                <a:ext uri="{FF2B5EF4-FFF2-40B4-BE49-F238E27FC236}">
                  <a16:creationId xmlns:a16="http://schemas.microsoft.com/office/drawing/2014/main" id="{431DD2E5-6316-87D1-8720-F606866044E9}"/>
                </a:ext>
              </a:extLst>
            </p:cNvPr>
            <p:cNvCxnSpPr>
              <a:cxnSpLocks noChangeShapeType="1"/>
              <a:stCxn id="21509" idx="7"/>
              <a:endCxn id="21514" idx="3"/>
            </p:cNvCxnSpPr>
            <p:nvPr/>
          </p:nvCxnSpPr>
          <p:spPr bwMode="auto">
            <a:xfrm flipV="1">
              <a:off x="2881" y="2202"/>
              <a:ext cx="1462" cy="511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1026">
            <a:extLst>
              <a:ext uri="{FF2B5EF4-FFF2-40B4-BE49-F238E27FC236}">
                <a16:creationId xmlns:a16="http://schemas.microsoft.com/office/drawing/2014/main" id="{056A385B-F1AD-744A-DA2B-260B52E2BC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0" y="152400"/>
            <a:ext cx="7772400" cy="1066800"/>
          </a:xfrm>
        </p:spPr>
        <p:txBody>
          <a:bodyPr/>
          <a:lstStyle/>
          <a:p>
            <a:r>
              <a:rPr lang="en-US" altLang="en-US" sz="2400"/>
              <a:t>More Efficient Algorithm for Strong Connectivity</a:t>
            </a:r>
          </a:p>
        </p:txBody>
      </p:sp>
      <p:sp>
        <p:nvSpPr>
          <p:cNvPr id="22529" name="Rectangle 1027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BCD783A4-369B-C901-DF9D-D7B2AA6DCA4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133600" y="1630364"/>
            <a:ext cx="5029200" cy="4465637"/>
          </a:xfrm>
        </p:spPr>
        <p:txBody>
          <a:bodyPr>
            <a:normAutofit/>
          </a:bodyPr>
          <a:lstStyle/>
          <a:p>
            <a:r>
              <a:rPr lang="en-US" altLang="en-US"/>
              <a:t>Pick a vertex v in G.</a:t>
            </a:r>
          </a:p>
          <a:p>
            <a:r>
              <a:rPr lang="en-US" altLang="en-US"/>
              <a:t>Perform a DFS from v in G.</a:t>
            </a:r>
          </a:p>
          <a:p>
            <a:pPr lvl="1"/>
            <a:r>
              <a:rPr lang="en-US" altLang="en-US"/>
              <a:t>If there’s a w not visited, print “no”.</a:t>
            </a:r>
          </a:p>
          <a:p>
            <a:r>
              <a:rPr lang="en-US" altLang="en-US"/>
              <a:t>Let G’ be G with edges reversed.</a:t>
            </a:r>
          </a:p>
          <a:p>
            <a:r>
              <a:rPr lang="en-US" altLang="en-US"/>
              <a:t>Perform a DFS from v in G’.</a:t>
            </a:r>
          </a:p>
          <a:p>
            <a:pPr lvl="1"/>
            <a:r>
              <a:rPr lang="en-US" altLang="en-US"/>
              <a:t>If there’s a w not visited, print “no”.</a:t>
            </a:r>
          </a:p>
          <a:p>
            <a:pPr lvl="1"/>
            <a:r>
              <a:rPr lang="en-US" altLang="en-US"/>
              <a:t>Else, print “yes”.</a:t>
            </a:r>
          </a:p>
          <a:p>
            <a:pPr lvl="1"/>
            <a:endParaRPr lang="en-US" altLang="en-US"/>
          </a:p>
          <a:p>
            <a:pPr lvl="1"/>
            <a:endParaRPr lang="en-US" altLang="en-US"/>
          </a:p>
          <a:p>
            <a:r>
              <a:rPr lang="en-US" altLang="en-US"/>
              <a:t>Running time: O(n+m).</a:t>
            </a:r>
          </a:p>
          <a:p>
            <a:endParaRPr lang="en-US" altLang="en-US"/>
          </a:p>
        </p:txBody>
      </p:sp>
      <p:sp>
        <p:nvSpPr>
          <p:cNvPr id="22531" name="Text Box 1205">
            <a:extLst>
              <a:ext uri="{FF2B5EF4-FFF2-40B4-BE49-F238E27FC236}">
                <a16:creationId xmlns:a16="http://schemas.microsoft.com/office/drawing/2014/main" id="{7D95CB89-3D48-2A85-B028-AD5CCBCD6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3752" y="2071688"/>
            <a:ext cx="42832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G:</a:t>
            </a:r>
          </a:p>
        </p:txBody>
      </p:sp>
      <p:sp>
        <p:nvSpPr>
          <p:cNvPr id="22532" name="Text Box 1206">
            <a:extLst>
              <a:ext uri="{FF2B5EF4-FFF2-40B4-BE49-F238E27FC236}">
                <a16:creationId xmlns:a16="http://schemas.microsoft.com/office/drawing/2014/main" id="{3433AFD7-333C-E31D-39B5-7D2D5F254A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3185" y="4495800"/>
            <a:ext cx="47961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G’:</a:t>
            </a:r>
          </a:p>
        </p:txBody>
      </p:sp>
      <p:sp>
        <p:nvSpPr>
          <p:cNvPr id="22533" name="Oval 1207">
            <a:extLst>
              <a:ext uri="{FF2B5EF4-FFF2-40B4-BE49-F238E27FC236}">
                <a16:creationId xmlns:a16="http://schemas.microsoft.com/office/drawing/2014/main" id="{7BE20EAD-27ED-865D-5E49-6899E9D5DE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6525" y="1973263"/>
            <a:ext cx="323850" cy="303212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/>
              <a:t>a</a:t>
            </a:r>
          </a:p>
        </p:txBody>
      </p:sp>
      <p:sp>
        <p:nvSpPr>
          <p:cNvPr id="22534" name="Oval 1209">
            <a:extLst>
              <a:ext uri="{FF2B5EF4-FFF2-40B4-BE49-F238E27FC236}">
                <a16:creationId xmlns:a16="http://schemas.microsoft.com/office/drawing/2014/main" id="{CAE067EA-C134-7C56-D443-FDA915BF04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88363" y="2844801"/>
            <a:ext cx="323850" cy="303213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/>
              <a:t>d</a:t>
            </a:r>
          </a:p>
        </p:txBody>
      </p:sp>
      <p:sp>
        <p:nvSpPr>
          <p:cNvPr id="22535" name="Oval 1210">
            <a:extLst>
              <a:ext uri="{FF2B5EF4-FFF2-40B4-BE49-F238E27FC236}">
                <a16:creationId xmlns:a16="http://schemas.microsoft.com/office/drawing/2014/main" id="{55FEC65D-34E6-D890-A831-F6560335EF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3188" y="2300288"/>
            <a:ext cx="323850" cy="303212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/>
              <a:t>c</a:t>
            </a:r>
          </a:p>
        </p:txBody>
      </p:sp>
      <p:sp>
        <p:nvSpPr>
          <p:cNvPr id="22536" name="Oval 1211">
            <a:extLst>
              <a:ext uri="{FF2B5EF4-FFF2-40B4-BE49-F238E27FC236}">
                <a16:creationId xmlns:a16="http://schemas.microsoft.com/office/drawing/2014/main" id="{79A0E184-9100-FE75-F15E-334EA5D585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71088" y="3419476"/>
            <a:ext cx="323850" cy="303213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/>
              <a:t>b</a:t>
            </a:r>
          </a:p>
        </p:txBody>
      </p:sp>
      <p:sp>
        <p:nvSpPr>
          <p:cNvPr id="22537" name="Oval 1212">
            <a:extLst>
              <a:ext uri="{FF2B5EF4-FFF2-40B4-BE49-F238E27FC236}">
                <a16:creationId xmlns:a16="http://schemas.microsoft.com/office/drawing/2014/main" id="{70D46D30-F65C-F19F-6256-81FC9A0699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09100" y="3046413"/>
            <a:ext cx="323850" cy="303212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/>
              <a:t>e</a:t>
            </a:r>
          </a:p>
        </p:txBody>
      </p:sp>
      <p:sp>
        <p:nvSpPr>
          <p:cNvPr id="22538" name="Oval 1213">
            <a:extLst>
              <a:ext uri="{FF2B5EF4-FFF2-40B4-BE49-F238E27FC236}">
                <a16:creationId xmlns:a16="http://schemas.microsoft.com/office/drawing/2014/main" id="{BD399766-F157-35FE-3E52-EC78F84D5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75563" y="3506788"/>
            <a:ext cx="323850" cy="303212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/>
              <a:t>f</a:t>
            </a:r>
          </a:p>
        </p:txBody>
      </p:sp>
      <p:sp>
        <p:nvSpPr>
          <p:cNvPr id="22539" name="Oval 1214">
            <a:extLst>
              <a:ext uri="{FF2B5EF4-FFF2-40B4-BE49-F238E27FC236}">
                <a16:creationId xmlns:a16="http://schemas.microsoft.com/office/drawing/2014/main" id="{8AFB2223-5C6A-9162-44C6-6AD5A08F67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44100" y="2184401"/>
            <a:ext cx="323850" cy="303213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/>
              <a:t>g</a:t>
            </a:r>
          </a:p>
        </p:txBody>
      </p:sp>
      <p:cxnSp>
        <p:nvCxnSpPr>
          <p:cNvPr id="22540" name="AutoShape 1215">
            <a:extLst>
              <a:ext uri="{FF2B5EF4-FFF2-40B4-BE49-F238E27FC236}">
                <a16:creationId xmlns:a16="http://schemas.microsoft.com/office/drawing/2014/main" id="{7EA449FA-9D69-B35D-2D06-D6B0B3AA8454}"/>
              </a:ext>
            </a:extLst>
          </p:cNvPr>
          <p:cNvCxnSpPr>
            <a:cxnSpLocks noChangeShapeType="1"/>
            <a:stCxn id="22533" idx="4"/>
            <a:endCxn id="22538" idx="0"/>
          </p:cNvCxnSpPr>
          <p:nvPr/>
        </p:nvCxnSpPr>
        <p:spPr bwMode="auto">
          <a:xfrm flipH="1">
            <a:off x="7837488" y="2295526"/>
            <a:ext cx="80962" cy="1192213"/>
          </a:xfrm>
          <a:prstGeom prst="straightConnector1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41" name="AutoShape 1216">
            <a:extLst>
              <a:ext uri="{FF2B5EF4-FFF2-40B4-BE49-F238E27FC236}">
                <a16:creationId xmlns:a16="http://schemas.microsoft.com/office/drawing/2014/main" id="{31010400-5A64-25E9-D1CD-FABD3DCFFCA5}"/>
              </a:ext>
            </a:extLst>
          </p:cNvPr>
          <p:cNvCxnSpPr>
            <a:cxnSpLocks noChangeShapeType="1"/>
            <a:stCxn id="22533" idx="5"/>
            <a:endCxn id="22534" idx="1"/>
          </p:cNvCxnSpPr>
          <p:nvPr/>
        </p:nvCxnSpPr>
        <p:spPr bwMode="auto">
          <a:xfrm>
            <a:off x="8032750" y="2251076"/>
            <a:ext cx="503238" cy="619125"/>
          </a:xfrm>
          <a:prstGeom prst="straightConnector1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42" name="AutoShape 1217">
            <a:extLst>
              <a:ext uri="{FF2B5EF4-FFF2-40B4-BE49-F238E27FC236}">
                <a16:creationId xmlns:a16="http://schemas.microsoft.com/office/drawing/2014/main" id="{EC131151-8542-8C3A-4523-2505DA07F892}"/>
              </a:ext>
            </a:extLst>
          </p:cNvPr>
          <p:cNvCxnSpPr>
            <a:cxnSpLocks noChangeShapeType="1"/>
            <a:stCxn id="22533" idx="6"/>
            <a:endCxn id="22535" idx="2"/>
          </p:cNvCxnSpPr>
          <p:nvPr/>
        </p:nvCxnSpPr>
        <p:spPr bwMode="auto">
          <a:xfrm>
            <a:off x="8099426" y="2125664"/>
            <a:ext cx="874713" cy="327025"/>
          </a:xfrm>
          <a:prstGeom prst="straightConnector1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43" name="AutoShape 1218">
            <a:extLst>
              <a:ext uri="{FF2B5EF4-FFF2-40B4-BE49-F238E27FC236}">
                <a16:creationId xmlns:a16="http://schemas.microsoft.com/office/drawing/2014/main" id="{BD078FB3-F8F5-91C4-C74A-0D85C84C2DB3}"/>
              </a:ext>
            </a:extLst>
          </p:cNvPr>
          <p:cNvCxnSpPr>
            <a:cxnSpLocks noChangeShapeType="1"/>
            <a:stCxn id="22539" idx="1"/>
            <a:endCxn id="22533" idx="7"/>
          </p:cNvCxnSpPr>
          <p:nvPr/>
        </p:nvCxnSpPr>
        <p:spPr bwMode="auto">
          <a:xfrm flipH="1" flipV="1">
            <a:off x="8032751" y="1998664"/>
            <a:ext cx="1958975" cy="2111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44" name="AutoShape 1219">
            <a:extLst>
              <a:ext uri="{FF2B5EF4-FFF2-40B4-BE49-F238E27FC236}">
                <a16:creationId xmlns:a16="http://schemas.microsoft.com/office/drawing/2014/main" id="{BBF593C4-BF7D-2037-8D92-CA9B4D308CA4}"/>
              </a:ext>
            </a:extLst>
          </p:cNvPr>
          <p:cNvCxnSpPr>
            <a:cxnSpLocks noChangeShapeType="1"/>
            <a:stCxn id="22535" idx="6"/>
            <a:endCxn id="22539" idx="2"/>
          </p:cNvCxnSpPr>
          <p:nvPr/>
        </p:nvCxnSpPr>
        <p:spPr bwMode="auto">
          <a:xfrm flipV="1">
            <a:off x="9336088" y="2336800"/>
            <a:ext cx="588962" cy="115888"/>
          </a:xfrm>
          <a:prstGeom prst="straightConnector1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45" name="AutoShape 1220">
            <a:extLst>
              <a:ext uri="{FF2B5EF4-FFF2-40B4-BE49-F238E27FC236}">
                <a16:creationId xmlns:a16="http://schemas.microsoft.com/office/drawing/2014/main" id="{3336C214-23D0-9F97-79C8-007122DA45D0}"/>
              </a:ext>
            </a:extLst>
          </p:cNvPr>
          <p:cNvCxnSpPr>
            <a:cxnSpLocks noChangeShapeType="1"/>
            <a:stCxn id="22539" idx="4"/>
            <a:endCxn id="22536" idx="0"/>
          </p:cNvCxnSpPr>
          <p:nvPr/>
        </p:nvCxnSpPr>
        <p:spPr bwMode="auto">
          <a:xfrm>
            <a:off x="10106025" y="2506663"/>
            <a:ext cx="26988" cy="893762"/>
          </a:xfrm>
          <a:prstGeom prst="straightConnector1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46" name="AutoShape 1221">
            <a:extLst>
              <a:ext uri="{FF2B5EF4-FFF2-40B4-BE49-F238E27FC236}">
                <a16:creationId xmlns:a16="http://schemas.microsoft.com/office/drawing/2014/main" id="{B5FFDBFF-0BE2-EA2F-BA5B-7445E0E00006}"/>
              </a:ext>
            </a:extLst>
          </p:cNvPr>
          <p:cNvCxnSpPr>
            <a:cxnSpLocks noChangeShapeType="1"/>
            <a:stCxn id="22534" idx="6"/>
            <a:endCxn id="22537" idx="2"/>
          </p:cNvCxnSpPr>
          <p:nvPr/>
        </p:nvCxnSpPr>
        <p:spPr bwMode="auto">
          <a:xfrm>
            <a:off x="8831264" y="2997201"/>
            <a:ext cx="458787" cy="2016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47" name="AutoShape 1222">
            <a:extLst>
              <a:ext uri="{FF2B5EF4-FFF2-40B4-BE49-F238E27FC236}">
                <a16:creationId xmlns:a16="http://schemas.microsoft.com/office/drawing/2014/main" id="{9E6892BD-20B0-5C61-D8CF-9D5050DB876D}"/>
              </a:ext>
            </a:extLst>
          </p:cNvPr>
          <p:cNvCxnSpPr>
            <a:cxnSpLocks noChangeShapeType="1"/>
            <a:stCxn id="22537" idx="5"/>
            <a:endCxn id="22536" idx="1"/>
          </p:cNvCxnSpPr>
          <p:nvPr/>
        </p:nvCxnSpPr>
        <p:spPr bwMode="auto">
          <a:xfrm>
            <a:off x="9585325" y="3324225"/>
            <a:ext cx="433388" cy="1206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48" name="AutoShape 1223">
            <a:extLst>
              <a:ext uri="{FF2B5EF4-FFF2-40B4-BE49-F238E27FC236}">
                <a16:creationId xmlns:a16="http://schemas.microsoft.com/office/drawing/2014/main" id="{C99C9D1C-5163-940E-859F-FDD759758D25}"/>
              </a:ext>
            </a:extLst>
          </p:cNvPr>
          <p:cNvCxnSpPr>
            <a:cxnSpLocks noChangeShapeType="1"/>
            <a:stCxn id="22538" idx="7"/>
            <a:endCxn id="22534" idx="3"/>
          </p:cNvCxnSpPr>
          <p:nvPr/>
        </p:nvCxnSpPr>
        <p:spPr bwMode="auto">
          <a:xfrm flipV="1">
            <a:off x="7951788" y="3122614"/>
            <a:ext cx="584200" cy="4095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49" name="AutoShape 1224">
            <a:extLst>
              <a:ext uri="{FF2B5EF4-FFF2-40B4-BE49-F238E27FC236}">
                <a16:creationId xmlns:a16="http://schemas.microsoft.com/office/drawing/2014/main" id="{66CC8F7E-3177-C27A-CD59-80DBDB4CB1E4}"/>
              </a:ext>
            </a:extLst>
          </p:cNvPr>
          <p:cNvCxnSpPr>
            <a:cxnSpLocks noChangeShapeType="1"/>
            <a:stCxn id="22538" idx="6"/>
            <a:endCxn id="22537" idx="3"/>
          </p:cNvCxnSpPr>
          <p:nvPr/>
        </p:nvCxnSpPr>
        <p:spPr bwMode="auto">
          <a:xfrm flipV="1">
            <a:off x="8018463" y="3324226"/>
            <a:ext cx="1338262" cy="334963"/>
          </a:xfrm>
          <a:prstGeom prst="straightConnector1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50" name="AutoShape 1225">
            <a:extLst>
              <a:ext uri="{FF2B5EF4-FFF2-40B4-BE49-F238E27FC236}">
                <a16:creationId xmlns:a16="http://schemas.microsoft.com/office/drawing/2014/main" id="{C510FDC7-98DC-2919-8069-D55DA07FD07D}"/>
              </a:ext>
            </a:extLst>
          </p:cNvPr>
          <p:cNvCxnSpPr>
            <a:cxnSpLocks noChangeShapeType="1"/>
            <a:stCxn id="22536" idx="2"/>
            <a:endCxn id="22538" idx="5"/>
          </p:cNvCxnSpPr>
          <p:nvPr/>
        </p:nvCxnSpPr>
        <p:spPr bwMode="auto">
          <a:xfrm flipH="1">
            <a:off x="7951788" y="3571876"/>
            <a:ext cx="2000250" cy="2127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551" name="Oval 1228">
            <a:extLst>
              <a:ext uri="{FF2B5EF4-FFF2-40B4-BE49-F238E27FC236}">
                <a16:creationId xmlns:a16="http://schemas.microsoft.com/office/drawing/2014/main" id="{83C56528-9B32-97B4-B2FC-4BFEAF55BC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5413" y="4259263"/>
            <a:ext cx="323850" cy="303212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/>
              <a:t>a</a:t>
            </a:r>
          </a:p>
        </p:txBody>
      </p:sp>
      <p:sp>
        <p:nvSpPr>
          <p:cNvPr id="22552" name="Oval 1229">
            <a:extLst>
              <a:ext uri="{FF2B5EF4-FFF2-40B4-BE49-F238E27FC236}">
                <a16:creationId xmlns:a16="http://schemas.microsoft.com/office/drawing/2014/main" id="{F9271193-C6B6-775B-434C-6A393CB787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77250" y="5130801"/>
            <a:ext cx="323850" cy="303213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/>
              <a:t>d</a:t>
            </a:r>
          </a:p>
        </p:txBody>
      </p:sp>
      <p:sp>
        <p:nvSpPr>
          <p:cNvPr id="22553" name="Oval 1230">
            <a:extLst>
              <a:ext uri="{FF2B5EF4-FFF2-40B4-BE49-F238E27FC236}">
                <a16:creationId xmlns:a16="http://schemas.microsoft.com/office/drawing/2014/main" id="{27E97C69-CF4F-D275-8C92-118CF9BC2E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2075" y="4586288"/>
            <a:ext cx="323850" cy="303212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/>
              <a:t>c</a:t>
            </a:r>
          </a:p>
        </p:txBody>
      </p:sp>
      <p:sp>
        <p:nvSpPr>
          <p:cNvPr id="22554" name="Oval 1231">
            <a:extLst>
              <a:ext uri="{FF2B5EF4-FFF2-40B4-BE49-F238E27FC236}">
                <a16:creationId xmlns:a16="http://schemas.microsoft.com/office/drawing/2014/main" id="{1D545CD6-70D0-0B7D-49A8-FE54DC141A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59975" y="5705476"/>
            <a:ext cx="323850" cy="303213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/>
              <a:t>b</a:t>
            </a:r>
          </a:p>
        </p:txBody>
      </p:sp>
      <p:sp>
        <p:nvSpPr>
          <p:cNvPr id="22555" name="Oval 1232">
            <a:extLst>
              <a:ext uri="{FF2B5EF4-FFF2-40B4-BE49-F238E27FC236}">
                <a16:creationId xmlns:a16="http://schemas.microsoft.com/office/drawing/2014/main" id="{78CC629B-EA5D-BEAD-BD16-09842B3093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97988" y="5332413"/>
            <a:ext cx="323850" cy="303212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/>
              <a:t>e</a:t>
            </a:r>
          </a:p>
        </p:txBody>
      </p:sp>
      <p:sp>
        <p:nvSpPr>
          <p:cNvPr id="22556" name="Oval 1233">
            <a:extLst>
              <a:ext uri="{FF2B5EF4-FFF2-40B4-BE49-F238E27FC236}">
                <a16:creationId xmlns:a16="http://schemas.microsoft.com/office/drawing/2014/main" id="{12CA95BE-17D8-C8F2-672A-33C5605BDC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4450" y="5792788"/>
            <a:ext cx="323850" cy="303212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/>
              <a:t>f</a:t>
            </a:r>
          </a:p>
        </p:txBody>
      </p:sp>
      <p:sp>
        <p:nvSpPr>
          <p:cNvPr id="22557" name="Oval 1234">
            <a:extLst>
              <a:ext uri="{FF2B5EF4-FFF2-40B4-BE49-F238E27FC236}">
                <a16:creationId xmlns:a16="http://schemas.microsoft.com/office/drawing/2014/main" id="{40CF0368-4FBC-5A3C-72AD-ACEAF197E9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32988" y="4470401"/>
            <a:ext cx="323850" cy="303213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/>
              <a:t>g</a:t>
            </a:r>
          </a:p>
        </p:txBody>
      </p:sp>
      <p:cxnSp>
        <p:nvCxnSpPr>
          <p:cNvPr id="22558" name="AutoShape 1235">
            <a:extLst>
              <a:ext uri="{FF2B5EF4-FFF2-40B4-BE49-F238E27FC236}">
                <a16:creationId xmlns:a16="http://schemas.microsoft.com/office/drawing/2014/main" id="{ADF30D41-F44C-0926-B45A-159A14A629DE}"/>
              </a:ext>
            </a:extLst>
          </p:cNvPr>
          <p:cNvCxnSpPr>
            <a:cxnSpLocks noChangeShapeType="1"/>
            <a:stCxn id="22551" idx="4"/>
            <a:endCxn id="22556" idx="0"/>
          </p:cNvCxnSpPr>
          <p:nvPr/>
        </p:nvCxnSpPr>
        <p:spPr bwMode="auto">
          <a:xfrm flipH="1">
            <a:off x="7826376" y="4581526"/>
            <a:ext cx="80963" cy="11922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59" name="AutoShape 1236">
            <a:extLst>
              <a:ext uri="{FF2B5EF4-FFF2-40B4-BE49-F238E27FC236}">
                <a16:creationId xmlns:a16="http://schemas.microsoft.com/office/drawing/2014/main" id="{CD6F8CEA-5159-9EBF-3E78-43FF2A077008}"/>
              </a:ext>
            </a:extLst>
          </p:cNvPr>
          <p:cNvCxnSpPr>
            <a:cxnSpLocks noChangeShapeType="1"/>
            <a:stCxn id="22551" idx="5"/>
            <a:endCxn id="22552" idx="1"/>
          </p:cNvCxnSpPr>
          <p:nvPr/>
        </p:nvCxnSpPr>
        <p:spPr bwMode="auto">
          <a:xfrm>
            <a:off x="8021639" y="4537076"/>
            <a:ext cx="503237" cy="6191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60" name="AutoShape 1237">
            <a:extLst>
              <a:ext uri="{FF2B5EF4-FFF2-40B4-BE49-F238E27FC236}">
                <a16:creationId xmlns:a16="http://schemas.microsoft.com/office/drawing/2014/main" id="{93F857AD-B7C7-42AE-CD6A-1689A0A3CEED}"/>
              </a:ext>
            </a:extLst>
          </p:cNvPr>
          <p:cNvCxnSpPr>
            <a:cxnSpLocks noChangeShapeType="1"/>
            <a:stCxn id="22551" idx="6"/>
            <a:endCxn id="22553" idx="2"/>
          </p:cNvCxnSpPr>
          <p:nvPr/>
        </p:nvCxnSpPr>
        <p:spPr bwMode="auto">
          <a:xfrm>
            <a:off x="8088313" y="4411664"/>
            <a:ext cx="874712" cy="3270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61" name="AutoShape 1238">
            <a:extLst>
              <a:ext uri="{FF2B5EF4-FFF2-40B4-BE49-F238E27FC236}">
                <a16:creationId xmlns:a16="http://schemas.microsoft.com/office/drawing/2014/main" id="{82582D00-0095-9765-7381-18B4D4CB360C}"/>
              </a:ext>
            </a:extLst>
          </p:cNvPr>
          <p:cNvCxnSpPr>
            <a:cxnSpLocks noChangeShapeType="1"/>
            <a:stCxn id="22557" idx="1"/>
            <a:endCxn id="22551" idx="7"/>
          </p:cNvCxnSpPr>
          <p:nvPr/>
        </p:nvCxnSpPr>
        <p:spPr bwMode="auto">
          <a:xfrm flipH="1" flipV="1">
            <a:off x="8021639" y="4284664"/>
            <a:ext cx="1958975" cy="211137"/>
          </a:xfrm>
          <a:prstGeom prst="straightConnector1">
            <a:avLst/>
          </a:prstGeom>
          <a:noFill/>
          <a:ln w="571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62" name="AutoShape 1239">
            <a:extLst>
              <a:ext uri="{FF2B5EF4-FFF2-40B4-BE49-F238E27FC236}">
                <a16:creationId xmlns:a16="http://schemas.microsoft.com/office/drawing/2014/main" id="{F825EECA-F642-B95A-CF09-90B243452B45}"/>
              </a:ext>
            </a:extLst>
          </p:cNvPr>
          <p:cNvCxnSpPr>
            <a:cxnSpLocks noChangeShapeType="1"/>
            <a:stCxn id="22553" idx="6"/>
            <a:endCxn id="22557" idx="2"/>
          </p:cNvCxnSpPr>
          <p:nvPr/>
        </p:nvCxnSpPr>
        <p:spPr bwMode="auto">
          <a:xfrm flipV="1">
            <a:off x="9324976" y="4622800"/>
            <a:ext cx="588963" cy="115888"/>
          </a:xfrm>
          <a:prstGeom prst="straightConnector1">
            <a:avLst/>
          </a:prstGeom>
          <a:noFill/>
          <a:ln w="571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63" name="AutoShape 1240">
            <a:extLst>
              <a:ext uri="{FF2B5EF4-FFF2-40B4-BE49-F238E27FC236}">
                <a16:creationId xmlns:a16="http://schemas.microsoft.com/office/drawing/2014/main" id="{1E2FB8C4-3990-611C-A905-492007E7ECEB}"/>
              </a:ext>
            </a:extLst>
          </p:cNvPr>
          <p:cNvCxnSpPr>
            <a:cxnSpLocks noChangeShapeType="1"/>
            <a:stCxn id="22557" idx="4"/>
            <a:endCxn id="22554" idx="0"/>
          </p:cNvCxnSpPr>
          <p:nvPr/>
        </p:nvCxnSpPr>
        <p:spPr bwMode="auto">
          <a:xfrm>
            <a:off x="10094914" y="4792663"/>
            <a:ext cx="26987" cy="8937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64" name="AutoShape 1241">
            <a:extLst>
              <a:ext uri="{FF2B5EF4-FFF2-40B4-BE49-F238E27FC236}">
                <a16:creationId xmlns:a16="http://schemas.microsoft.com/office/drawing/2014/main" id="{0873FFAC-F0AB-6FCB-724D-34742041565C}"/>
              </a:ext>
            </a:extLst>
          </p:cNvPr>
          <p:cNvCxnSpPr>
            <a:cxnSpLocks noChangeShapeType="1"/>
            <a:stCxn id="22552" idx="6"/>
            <a:endCxn id="22555" idx="2"/>
          </p:cNvCxnSpPr>
          <p:nvPr/>
        </p:nvCxnSpPr>
        <p:spPr bwMode="auto">
          <a:xfrm>
            <a:off x="8820150" y="5283201"/>
            <a:ext cx="458788" cy="2016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65" name="AutoShape 1242">
            <a:extLst>
              <a:ext uri="{FF2B5EF4-FFF2-40B4-BE49-F238E27FC236}">
                <a16:creationId xmlns:a16="http://schemas.microsoft.com/office/drawing/2014/main" id="{D238BA61-3FDA-BD54-00BC-A1FFC9F5033B}"/>
              </a:ext>
            </a:extLst>
          </p:cNvPr>
          <p:cNvCxnSpPr>
            <a:cxnSpLocks noChangeShapeType="1"/>
            <a:stCxn id="22555" idx="5"/>
            <a:endCxn id="22554" idx="1"/>
          </p:cNvCxnSpPr>
          <p:nvPr/>
        </p:nvCxnSpPr>
        <p:spPr bwMode="auto">
          <a:xfrm>
            <a:off x="9574214" y="5610225"/>
            <a:ext cx="433387" cy="120650"/>
          </a:xfrm>
          <a:prstGeom prst="straightConnector1">
            <a:avLst/>
          </a:prstGeom>
          <a:noFill/>
          <a:ln w="571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66" name="AutoShape 1243">
            <a:extLst>
              <a:ext uri="{FF2B5EF4-FFF2-40B4-BE49-F238E27FC236}">
                <a16:creationId xmlns:a16="http://schemas.microsoft.com/office/drawing/2014/main" id="{20444333-A875-C3DD-9DC9-C96228CD2A7B}"/>
              </a:ext>
            </a:extLst>
          </p:cNvPr>
          <p:cNvCxnSpPr>
            <a:cxnSpLocks noChangeShapeType="1"/>
            <a:stCxn id="22556" idx="7"/>
            <a:endCxn id="22552" idx="3"/>
          </p:cNvCxnSpPr>
          <p:nvPr/>
        </p:nvCxnSpPr>
        <p:spPr bwMode="auto">
          <a:xfrm flipV="1">
            <a:off x="7940675" y="5408614"/>
            <a:ext cx="584200" cy="409575"/>
          </a:xfrm>
          <a:prstGeom prst="straightConnector1">
            <a:avLst/>
          </a:prstGeom>
          <a:noFill/>
          <a:ln w="571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67" name="AutoShape 1244">
            <a:extLst>
              <a:ext uri="{FF2B5EF4-FFF2-40B4-BE49-F238E27FC236}">
                <a16:creationId xmlns:a16="http://schemas.microsoft.com/office/drawing/2014/main" id="{B86D0B50-46B1-1F41-4277-CE2896CB07B7}"/>
              </a:ext>
            </a:extLst>
          </p:cNvPr>
          <p:cNvCxnSpPr>
            <a:cxnSpLocks noChangeShapeType="1"/>
            <a:stCxn id="22556" idx="6"/>
            <a:endCxn id="22555" idx="3"/>
          </p:cNvCxnSpPr>
          <p:nvPr/>
        </p:nvCxnSpPr>
        <p:spPr bwMode="auto">
          <a:xfrm flipV="1">
            <a:off x="8007351" y="5610226"/>
            <a:ext cx="1338263" cy="3349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68" name="AutoShape 1245">
            <a:extLst>
              <a:ext uri="{FF2B5EF4-FFF2-40B4-BE49-F238E27FC236}">
                <a16:creationId xmlns:a16="http://schemas.microsoft.com/office/drawing/2014/main" id="{2982C4AB-6C31-B644-9BD4-33B87A852DED}"/>
              </a:ext>
            </a:extLst>
          </p:cNvPr>
          <p:cNvCxnSpPr>
            <a:cxnSpLocks noChangeShapeType="1"/>
            <a:stCxn id="22554" idx="2"/>
            <a:endCxn id="22556" idx="5"/>
          </p:cNvCxnSpPr>
          <p:nvPr/>
        </p:nvCxnSpPr>
        <p:spPr bwMode="auto">
          <a:xfrm flipH="1">
            <a:off x="7940675" y="5857876"/>
            <a:ext cx="2000250" cy="212725"/>
          </a:xfrm>
          <a:prstGeom prst="straightConnector1">
            <a:avLst/>
          </a:prstGeom>
          <a:noFill/>
          <a:ln w="571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69" name="AutoShape 1246">
            <a:extLst>
              <a:ext uri="{FF2B5EF4-FFF2-40B4-BE49-F238E27FC236}">
                <a16:creationId xmlns:a16="http://schemas.microsoft.com/office/drawing/2014/main" id="{2FE0B359-18FA-89AE-E9B3-ED98AFEBBB73}"/>
              </a:ext>
            </a:extLst>
          </p:cNvPr>
          <p:cNvCxnSpPr>
            <a:cxnSpLocks noChangeShapeType="1"/>
            <a:stCxn id="22534" idx="7"/>
            <a:endCxn id="22539" idx="3"/>
          </p:cNvCxnSpPr>
          <p:nvPr/>
        </p:nvCxnSpPr>
        <p:spPr bwMode="auto">
          <a:xfrm flipV="1">
            <a:off x="8764589" y="2462214"/>
            <a:ext cx="1227137" cy="4079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70" name="AutoShape 1247">
            <a:extLst>
              <a:ext uri="{FF2B5EF4-FFF2-40B4-BE49-F238E27FC236}">
                <a16:creationId xmlns:a16="http://schemas.microsoft.com/office/drawing/2014/main" id="{3C2D05E7-4043-04C6-78E4-0DB0E00D95C4}"/>
              </a:ext>
            </a:extLst>
          </p:cNvPr>
          <p:cNvCxnSpPr>
            <a:cxnSpLocks noChangeShapeType="1"/>
            <a:stCxn id="22557" idx="3"/>
            <a:endCxn id="22552" idx="7"/>
          </p:cNvCxnSpPr>
          <p:nvPr/>
        </p:nvCxnSpPr>
        <p:spPr bwMode="auto">
          <a:xfrm flipH="1">
            <a:off x="8753475" y="4748214"/>
            <a:ext cx="1227138" cy="407987"/>
          </a:xfrm>
          <a:prstGeom prst="straightConnector1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468266CD-1F4F-0095-A70D-E9E4FAC6B0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1" y="152400"/>
            <a:ext cx="7396163" cy="914400"/>
          </a:xfrm>
        </p:spPr>
        <p:txBody>
          <a:bodyPr>
            <a:normAutofit/>
          </a:bodyPr>
          <a:lstStyle/>
          <a:p>
            <a:r>
              <a:rPr lang="en-US" altLang="en-US"/>
              <a:t>Strongly Connected Components</a:t>
            </a:r>
          </a:p>
        </p:txBody>
      </p:sp>
      <p:sp>
        <p:nvSpPr>
          <p:cNvPr id="23553" name="Rectangle 80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C6E6FFCA-CAC4-BE15-716E-B8A92BEFB27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209801" y="1143000"/>
            <a:ext cx="7777163" cy="1828800"/>
          </a:xfrm>
          <a:noFill/>
        </p:spPr>
        <p:txBody>
          <a:bodyPr/>
          <a:lstStyle/>
          <a:p>
            <a:r>
              <a:rPr lang="en-US" altLang="en-US"/>
              <a:t>Maximal subgraphs such that each vertex can reach all other vertices in the subgraph</a:t>
            </a:r>
          </a:p>
          <a:p>
            <a:r>
              <a:rPr lang="en-US" altLang="en-US"/>
              <a:t>Can also be done in O(n+m) time using DFS, but is more complicated</a:t>
            </a:r>
          </a:p>
        </p:txBody>
      </p:sp>
      <p:sp>
        <p:nvSpPr>
          <p:cNvPr id="23555" name="Rectangle 78">
            <a:extLst>
              <a:ext uri="{FF2B5EF4-FFF2-40B4-BE49-F238E27FC236}">
                <a16:creationId xmlns:a16="http://schemas.microsoft.com/office/drawing/2014/main" id="{D9956A6A-7934-4DC8-44B1-F11CFC1EB2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3413" y="3657601"/>
            <a:ext cx="103874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{ a , c , g }</a:t>
            </a:r>
          </a:p>
        </p:txBody>
      </p:sp>
      <p:sp>
        <p:nvSpPr>
          <p:cNvPr id="23556" name="Rectangle 79">
            <a:extLst>
              <a:ext uri="{FF2B5EF4-FFF2-40B4-BE49-F238E27FC236}">
                <a16:creationId xmlns:a16="http://schemas.microsoft.com/office/drawing/2014/main" id="{71692294-10D9-C7DE-9D32-179CFB1F77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7200" y="5029201"/>
            <a:ext cx="130805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{ f , d , e , b }</a:t>
            </a:r>
          </a:p>
        </p:txBody>
      </p:sp>
      <p:grpSp>
        <p:nvGrpSpPr>
          <p:cNvPr id="23557" name="Group 101">
            <a:extLst>
              <a:ext uri="{FF2B5EF4-FFF2-40B4-BE49-F238E27FC236}">
                <a16:creationId xmlns:a16="http://schemas.microsoft.com/office/drawing/2014/main" id="{8B28072D-2469-82CB-024A-9509549E8B26}"/>
              </a:ext>
            </a:extLst>
          </p:cNvPr>
          <p:cNvGrpSpPr>
            <a:grpSpLocks/>
          </p:cNvGrpSpPr>
          <p:nvPr/>
        </p:nvGrpSpPr>
        <p:grpSpPr bwMode="auto">
          <a:xfrm>
            <a:off x="4217988" y="3429001"/>
            <a:ext cx="3554412" cy="2536825"/>
            <a:chOff x="751" y="1719"/>
            <a:chExt cx="2832" cy="2162"/>
          </a:xfrm>
        </p:grpSpPr>
        <p:sp>
          <p:nvSpPr>
            <p:cNvPr id="23560" name="Oval 81">
              <a:extLst>
                <a:ext uri="{FF2B5EF4-FFF2-40B4-BE49-F238E27FC236}">
                  <a16:creationId xmlns:a16="http://schemas.microsoft.com/office/drawing/2014/main" id="{192F9920-E2AF-D27A-DE30-070277700E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9" y="1719"/>
              <a:ext cx="350" cy="35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a</a:t>
              </a:r>
            </a:p>
          </p:txBody>
        </p:sp>
        <p:sp>
          <p:nvSpPr>
            <p:cNvPr id="23561" name="Oval 82">
              <a:extLst>
                <a:ext uri="{FF2B5EF4-FFF2-40B4-BE49-F238E27FC236}">
                  <a16:creationId xmlns:a16="http://schemas.microsoft.com/office/drawing/2014/main" id="{5179CD5D-669E-06EE-F03F-BDBDBEA169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0" y="2745"/>
              <a:ext cx="350" cy="35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d</a:t>
              </a:r>
            </a:p>
          </p:txBody>
        </p:sp>
        <p:sp>
          <p:nvSpPr>
            <p:cNvPr id="23562" name="Oval 83">
              <a:extLst>
                <a:ext uri="{FF2B5EF4-FFF2-40B4-BE49-F238E27FC236}">
                  <a16:creationId xmlns:a16="http://schemas.microsoft.com/office/drawing/2014/main" id="{38189D1F-BC02-9539-6281-D8A0FA1DED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6" y="2104"/>
              <a:ext cx="350" cy="35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c</a:t>
              </a:r>
            </a:p>
          </p:txBody>
        </p:sp>
        <p:sp>
          <p:nvSpPr>
            <p:cNvPr id="23563" name="Oval 84">
              <a:extLst>
                <a:ext uri="{FF2B5EF4-FFF2-40B4-BE49-F238E27FC236}">
                  <a16:creationId xmlns:a16="http://schemas.microsoft.com/office/drawing/2014/main" id="{D66567A4-607C-8FB1-E376-983E429079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3" y="3421"/>
              <a:ext cx="350" cy="35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b</a:t>
              </a:r>
            </a:p>
          </p:txBody>
        </p:sp>
        <p:sp>
          <p:nvSpPr>
            <p:cNvPr id="23564" name="Oval 85">
              <a:extLst>
                <a:ext uri="{FF2B5EF4-FFF2-40B4-BE49-F238E27FC236}">
                  <a16:creationId xmlns:a16="http://schemas.microsoft.com/office/drawing/2014/main" id="{AF505469-BFF3-D36C-5CC0-21FAC365D3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7" y="2982"/>
              <a:ext cx="350" cy="35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e</a:t>
              </a:r>
            </a:p>
          </p:txBody>
        </p:sp>
        <p:sp>
          <p:nvSpPr>
            <p:cNvPr id="23565" name="Oval 86">
              <a:extLst>
                <a:ext uri="{FF2B5EF4-FFF2-40B4-BE49-F238E27FC236}">
                  <a16:creationId xmlns:a16="http://schemas.microsoft.com/office/drawing/2014/main" id="{DEE056BE-094B-8515-9A7E-9791C71356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1" y="3524"/>
              <a:ext cx="350" cy="35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f</a:t>
              </a:r>
            </a:p>
          </p:txBody>
        </p:sp>
        <p:sp>
          <p:nvSpPr>
            <p:cNvPr id="23566" name="Oval 87">
              <a:extLst>
                <a:ext uri="{FF2B5EF4-FFF2-40B4-BE49-F238E27FC236}">
                  <a16:creationId xmlns:a16="http://schemas.microsoft.com/office/drawing/2014/main" id="{DBE80F32-67BA-32E9-80F4-0F78B633BB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4" y="1968"/>
              <a:ext cx="350" cy="356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g</a:t>
              </a:r>
            </a:p>
          </p:txBody>
        </p:sp>
        <p:cxnSp>
          <p:nvCxnSpPr>
            <p:cNvPr id="23567" name="AutoShape 88">
              <a:extLst>
                <a:ext uri="{FF2B5EF4-FFF2-40B4-BE49-F238E27FC236}">
                  <a16:creationId xmlns:a16="http://schemas.microsoft.com/office/drawing/2014/main" id="{6258C8DC-59E9-1E49-A1EE-96EA52F6DCC8}"/>
                </a:ext>
              </a:extLst>
            </p:cNvPr>
            <p:cNvCxnSpPr>
              <a:cxnSpLocks noChangeShapeType="1"/>
              <a:stCxn id="23560" idx="4"/>
              <a:endCxn id="23565" idx="0"/>
            </p:cNvCxnSpPr>
            <p:nvPr/>
          </p:nvCxnSpPr>
          <p:spPr bwMode="auto">
            <a:xfrm flipH="1">
              <a:off x="926" y="2098"/>
              <a:ext cx="88" cy="1404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568" name="AutoShape 90">
              <a:extLst>
                <a:ext uri="{FF2B5EF4-FFF2-40B4-BE49-F238E27FC236}">
                  <a16:creationId xmlns:a16="http://schemas.microsoft.com/office/drawing/2014/main" id="{F166BCE4-FEB5-FFC9-29A4-64BF4B4F14F1}"/>
                </a:ext>
              </a:extLst>
            </p:cNvPr>
            <p:cNvCxnSpPr>
              <a:cxnSpLocks noChangeShapeType="1"/>
              <a:stCxn id="23560" idx="6"/>
              <a:endCxn id="23562" idx="2"/>
            </p:cNvCxnSpPr>
            <p:nvPr/>
          </p:nvCxnSpPr>
          <p:spPr bwMode="auto">
            <a:xfrm>
              <a:off x="1209" y="1898"/>
              <a:ext cx="946" cy="385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569" name="AutoShape 91">
              <a:extLst>
                <a:ext uri="{FF2B5EF4-FFF2-40B4-BE49-F238E27FC236}">
                  <a16:creationId xmlns:a16="http://schemas.microsoft.com/office/drawing/2014/main" id="{0F8F0C22-951F-EC3E-56FE-4FB2F1506C87}"/>
                </a:ext>
              </a:extLst>
            </p:cNvPr>
            <p:cNvCxnSpPr>
              <a:cxnSpLocks noChangeShapeType="1"/>
              <a:stCxn id="23566" idx="1"/>
              <a:endCxn id="23560" idx="7"/>
            </p:cNvCxnSpPr>
            <p:nvPr/>
          </p:nvCxnSpPr>
          <p:spPr bwMode="auto">
            <a:xfrm flipH="1" flipV="1">
              <a:off x="1137" y="1749"/>
              <a:ext cx="2118" cy="248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570" name="AutoShape 92">
              <a:extLst>
                <a:ext uri="{FF2B5EF4-FFF2-40B4-BE49-F238E27FC236}">
                  <a16:creationId xmlns:a16="http://schemas.microsoft.com/office/drawing/2014/main" id="{6F5A699B-71FA-1B06-FB41-74579C37AB65}"/>
                </a:ext>
              </a:extLst>
            </p:cNvPr>
            <p:cNvCxnSpPr>
              <a:cxnSpLocks noChangeShapeType="1"/>
              <a:stCxn id="23562" idx="6"/>
              <a:endCxn id="23566" idx="2"/>
            </p:cNvCxnSpPr>
            <p:nvPr/>
          </p:nvCxnSpPr>
          <p:spPr bwMode="auto">
            <a:xfrm flipV="1">
              <a:off x="2546" y="2147"/>
              <a:ext cx="637" cy="136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571" name="AutoShape 93">
              <a:extLst>
                <a:ext uri="{FF2B5EF4-FFF2-40B4-BE49-F238E27FC236}">
                  <a16:creationId xmlns:a16="http://schemas.microsoft.com/office/drawing/2014/main" id="{C3F2C3D6-EA2B-0A64-637E-D05FCBF581C7}"/>
                </a:ext>
              </a:extLst>
            </p:cNvPr>
            <p:cNvCxnSpPr>
              <a:cxnSpLocks noChangeShapeType="1"/>
              <a:stCxn id="23566" idx="4"/>
              <a:endCxn id="23563" idx="0"/>
            </p:cNvCxnSpPr>
            <p:nvPr/>
          </p:nvCxnSpPr>
          <p:spPr bwMode="auto">
            <a:xfrm>
              <a:off x="3379" y="2347"/>
              <a:ext cx="29" cy="1052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572" name="AutoShape 94">
              <a:extLst>
                <a:ext uri="{FF2B5EF4-FFF2-40B4-BE49-F238E27FC236}">
                  <a16:creationId xmlns:a16="http://schemas.microsoft.com/office/drawing/2014/main" id="{0A93D71F-4E14-279A-EF88-AA0B420D69BA}"/>
                </a:ext>
              </a:extLst>
            </p:cNvPr>
            <p:cNvCxnSpPr>
              <a:cxnSpLocks noChangeShapeType="1"/>
              <a:stCxn id="23561" idx="6"/>
              <a:endCxn id="23564" idx="2"/>
            </p:cNvCxnSpPr>
            <p:nvPr/>
          </p:nvCxnSpPr>
          <p:spPr bwMode="auto">
            <a:xfrm>
              <a:off x="2001" y="2924"/>
              <a:ext cx="496" cy="238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573" name="AutoShape 95">
              <a:extLst>
                <a:ext uri="{FF2B5EF4-FFF2-40B4-BE49-F238E27FC236}">
                  <a16:creationId xmlns:a16="http://schemas.microsoft.com/office/drawing/2014/main" id="{49FDA09F-019D-349B-EE26-49EDDFABE4CA}"/>
                </a:ext>
              </a:extLst>
            </p:cNvPr>
            <p:cNvCxnSpPr>
              <a:cxnSpLocks noChangeShapeType="1"/>
              <a:stCxn id="23564" idx="5"/>
              <a:endCxn id="23563" idx="1"/>
            </p:cNvCxnSpPr>
            <p:nvPr/>
          </p:nvCxnSpPr>
          <p:spPr bwMode="auto">
            <a:xfrm>
              <a:off x="2816" y="3309"/>
              <a:ext cx="468" cy="142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574" name="AutoShape 96">
              <a:extLst>
                <a:ext uri="{FF2B5EF4-FFF2-40B4-BE49-F238E27FC236}">
                  <a16:creationId xmlns:a16="http://schemas.microsoft.com/office/drawing/2014/main" id="{BB45BA3F-B4F7-D280-9FA5-3F3A032DC1B5}"/>
                </a:ext>
              </a:extLst>
            </p:cNvPr>
            <p:cNvCxnSpPr>
              <a:cxnSpLocks noChangeShapeType="1"/>
              <a:stCxn id="23565" idx="7"/>
              <a:endCxn id="23561" idx="3"/>
            </p:cNvCxnSpPr>
            <p:nvPr/>
          </p:nvCxnSpPr>
          <p:spPr bwMode="auto">
            <a:xfrm flipV="1">
              <a:off x="1050" y="3072"/>
              <a:ext cx="631" cy="482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575" name="AutoShape 97">
              <a:extLst>
                <a:ext uri="{FF2B5EF4-FFF2-40B4-BE49-F238E27FC236}">
                  <a16:creationId xmlns:a16="http://schemas.microsoft.com/office/drawing/2014/main" id="{8CF0FEF2-CB6F-5D62-DBCF-9A0D6C3882CE}"/>
                </a:ext>
              </a:extLst>
            </p:cNvPr>
            <p:cNvCxnSpPr>
              <a:cxnSpLocks noChangeShapeType="1"/>
              <a:stCxn id="23565" idx="6"/>
              <a:endCxn id="23564" idx="3"/>
            </p:cNvCxnSpPr>
            <p:nvPr/>
          </p:nvCxnSpPr>
          <p:spPr bwMode="auto">
            <a:xfrm flipV="1">
              <a:off x="1122" y="3309"/>
              <a:ext cx="1447" cy="394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576" name="AutoShape 98">
              <a:extLst>
                <a:ext uri="{FF2B5EF4-FFF2-40B4-BE49-F238E27FC236}">
                  <a16:creationId xmlns:a16="http://schemas.microsoft.com/office/drawing/2014/main" id="{21261F98-5452-6A92-5D46-E3E0A8AF69F0}"/>
                </a:ext>
              </a:extLst>
            </p:cNvPr>
            <p:cNvCxnSpPr>
              <a:cxnSpLocks noChangeShapeType="1"/>
              <a:stCxn id="23563" idx="2"/>
              <a:endCxn id="23565" idx="5"/>
            </p:cNvCxnSpPr>
            <p:nvPr/>
          </p:nvCxnSpPr>
          <p:spPr bwMode="auto">
            <a:xfrm flipH="1">
              <a:off x="1050" y="3601"/>
              <a:ext cx="2162" cy="25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3558" name="AutoShape 104">
            <a:extLst>
              <a:ext uri="{FF2B5EF4-FFF2-40B4-BE49-F238E27FC236}">
                <a16:creationId xmlns:a16="http://schemas.microsoft.com/office/drawing/2014/main" id="{88DE4D1F-8446-429B-7789-6004269B38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7988" y="3276600"/>
            <a:ext cx="3706812" cy="114300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tx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3559" name="AutoShape 105">
            <a:extLst>
              <a:ext uri="{FF2B5EF4-FFF2-40B4-BE49-F238E27FC236}">
                <a16:creationId xmlns:a16="http://schemas.microsoft.com/office/drawing/2014/main" id="{77863FC9-BCD2-A02F-AE1C-3A1D4EB78A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1788" y="4572000"/>
            <a:ext cx="3706812" cy="160020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tx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Freeform 2">
            <a:extLst>
              <a:ext uri="{FF2B5EF4-FFF2-40B4-BE49-F238E27FC236}">
                <a16:creationId xmlns:a16="http://schemas.microsoft.com/office/drawing/2014/main" id="{A1DE318A-73A9-ADDD-6EEA-D114073BE605}"/>
              </a:ext>
            </a:extLst>
          </p:cNvPr>
          <p:cNvSpPr>
            <a:spLocks/>
          </p:cNvSpPr>
          <p:nvPr/>
        </p:nvSpPr>
        <p:spPr bwMode="auto">
          <a:xfrm>
            <a:off x="7315200" y="4343400"/>
            <a:ext cx="1854200" cy="1714500"/>
          </a:xfrm>
          <a:custGeom>
            <a:avLst/>
            <a:gdLst>
              <a:gd name="T0" fmla="*/ 0 w 1168"/>
              <a:gd name="T1" fmla="*/ 2147483646 h 1080"/>
              <a:gd name="T2" fmla="*/ 2147483646 w 1168"/>
              <a:gd name="T3" fmla="*/ 2147483646 h 1080"/>
              <a:gd name="T4" fmla="*/ 2147483646 w 1168"/>
              <a:gd name="T5" fmla="*/ 2147483646 h 1080"/>
              <a:gd name="T6" fmla="*/ 2147483646 w 1168"/>
              <a:gd name="T7" fmla="*/ 0 h 1080"/>
              <a:gd name="T8" fmla="*/ 0 60000 65536"/>
              <a:gd name="T9" fmla="*/ 0 60000 65536"/>
              <a:gd name="T10" fmla="*/ 0 60000 65536"/>
              <a:gd name="T11" fmla="*/ 0 60000 65536"/>
              <a:gd name="T12" fmla="*/ 0 w 1168"/>
              <a:gd name="T13" fmla="*/ 0 h 1080"/>
              <a:gd name="T14" fmla="*/ 1168 w 1168"/>
              <a:gd name="T15" fmla="*/ 1080 h 108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168" h="1080">
                <a:moveTo>
                  <a:pt x="0" y="1008"/>
                </a:moveTo>
                <a:cubicBezTo>
                  <a:pt x="288" y="1044"/>
                  <a:pt x="576" y="1080"/>
                  <a:pt x="768" y="1008"/>
                </a:cubicBezTo>
                <a:cubicBezTo>
                  <a:pt x="960" y="936"/>
                  <a:pt x="1136" y="744"/>
                  <a:pt x="1152" y="576"/>
                </a:cubicBezTo>
                <a:cubicBezTo>
                  <a:pt x="1168" y="408"/>
                  <a:pt x="1016" y="204"/>
                  <a:pt x="864" y="0"/>
                </a:cubicBezTo>
              </a:path>
            </a:pathLst>
          </a:custGeom>
          <a:noFill/>
          <a:ln w="19050">
            <a:solidFill>
              <a:schemeClr val="tx2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78" name="Rectangle 3">
            <a:extLst>
              <a:ext uri="{FF2B5EF4-FFF2-40B4-BE49-F238E27FC236}">
                <a16:creationId xmlns:a16="http://schemas.microsoft.com/office/drawing/2014/main" id="{7CF30575-8F4A-FC0A-4A67-5175F7DD07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Transitive Closure</a:t>
            </a:r>
          </a:p>
        </p:txBody>
      </p:sp>
      <p:sp>
        <p:nvSpPr>
          <p:cNvPr id="24579" name="Rectangle 4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E23A645E-4E95-D45D-44F2-E587DCC586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81200" y="1676400"/>
            <a:ext cx="4419600" cy="43434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/>
              <a:t>Given a digraph </a:t>
            </a:r>
            <a:r>
              <a:rPr lang="en-US" altLang="en-US" b="1" i="1">
                <a:latin typeface="Times New Roman" panose="02020603050405020304" pitchFamily="18" charset="0"/>
              </a:rPr>
              <a:t>G</a:t>
            </a:r>
            <a:r>
              <a:rPr lang="en-US" altLang="en-US"/>
              <a:t>, the transitive closure of </a:t>
            </a:r>
            <a:r>
              <a:rPr lang="en-US" altLang="en-US" b="1" i="1">
                <a:latin typeface="Times New Roman" panose="02020603050405020304" pitchFamily="18" charset="0"/>
              </a:rPr>
              <a:t>G</a:t>
            </a:r>
            <a:r>
              <a:rPr lang="en-US" altLang="en-US"/>
              <a:t> is the digraph </a:t>
            </a:r>
            <a:r>
              <a:rPr lang="en-US" altLang="en-US" b="1" i="1">
                <a:latin typeface="Times New Roman" panose="02020603050405020304" pitchFamily="18" charset="0"/>
              </a:rPr>
              <a:t>G*</a:t>
            </a:r>
            <a:r>
              <a:rPr lang="en-US" altLang="en-US"/>
              <a:t> such that</a:t>
            </a:r>
          </a:p>
          <a:p>
            <a:pPr lvl="1">
              <a:lnSpc>
                <a:spcPct val="90000"/>
              </a:lnSpc>
            </a:pPr>
            <a:r>
              <a:rPr lang="en-US" altLang="en-US" b="1" i="1">
                <a:latin typeface="Times New Roman" panose="02020603050405020304" pitchFamily="18" charset="0"/>
              </a:rPr>
              <a:t>G*</a:t>
            </a:r>
            <a:r>
              <a:rPr lang="en-US" altLang="en-US"/>
              <a:t> has the same vertices as </a:t>
            </a:r>
            <a:r>
              <a:rPr lang="en-US" altLang="en-US" b="1" i="1">
                <a:latin typeface="Times New Roman" panose="02020603050405020304" pitchFamily="18" charset="0"/>
              </a:rPr>
              <a:t>G</a:t>
            </a:r>
            <a:endParaRPr lang="en-US" altLang="en-US"/>
          </a:p>
          <a:p>
            <a:pPr lvl="1">
              <a:lnSpc>
                <a:spcPct val="90000"/>
              </a:lnSpc>
            </a:pPr>
            <a:r>
              <a:rPr lang="en-US" altLang="en-US"/>
              <a:t>if </a:t>
            </a:r>
            <a:r>
              <a:rPr lang="en-US" altLang="en-US" b="1" i="1">
                <a:latin typeface="Times New Roman" panose="02020603050405020304" pitchFamily="18" charset="0"/>
              </a:rPr>
              <a:t>G</a:t>
            </a:r>
            <a:r>
              <a:rPr lang="en-US" altLang="en-US"/>
              <a:t> has a directed path from </a:t>
            </a:r>
            <a:r>
              <a:rPr lang="en-US" altLang="en-US" b="1" i="1">
                <a:latin typeface="Times New Roman" panose="02020603050405020304" pitchFamily="18" charset="0"/>
              </a:rPr>
              <a:t>u</a:t>
            </a:r>
            <a:r>
              <a:rPr lang="en-US" altLang="en-US"/>
              <a:t> to </a:t>
            </a:r>
            <a:r>
              <a:rPr lang="en-US" altLang="en-US" b="1" i="1">
                <a:latin typeface="Times New Roman" panose="02020603050405020304" pitchFamily="18" charset="0"/>
              </a:rPr>
              <a:t>v </a:t>
            </a:r>
            <a:r>
              <a:rPr lang="en-US" altLang="en-US"/>
              <a:t>(</a:t>
            </a:r>
            <a:r>
              <a:rPr lang="en-US" altLang="en-US" b="1" i="1">
                <a:latin typeface="Times New Roman" panose="02020603050405020304" pitchFamily="18" charset="0"/>
              </a:rPr>
              <a:t>u </a:t>
            </a:r>
            <a:r>
              <a:rPr lang="en-US" altLang="en-US" b="1" i="1">
                <a:latin typeface="Times New Roman" panose="02020603050405020304" pitchFamily="18" charset="0"/>
                <a:sym typeface="Symbol" panose="05050102010706020507" pitchFamily="18" charset="2"/>
              </a:rPr>
              <a:t> </a:t>
            </a:r>
            <a:r>
              <a:rPr lang="en-US" altLang="en-US" b="1" i="1">
                <a:latin typeface="Times New Roman" panose="02020603050405020304" pitchFamily="18" charset="0"/>
              </a:rPr>
              <a:t>v</a:t>
            </a:r>
            <a:r>
              <a:rPr lang="en-US" altLang="en-US"/>
              <a:t>), </a:t>
            </a:r>
            <a:r>
              <a:rPr lang="en-US" altLang="en-US" b="1" i="1">
                <a:latin typeface="Times New Roman" panose="02020603050405020304" pitchFamily="18" charset="0"/>
              </a:rPr>
              <a:t>G*</a:t>
            </a:r>
            <a:r>
              <a:rPr lang="en-US" altLang="en-US"/>
              <a:t> has a directed edge from </a:t>
            </a:r>
            <a:r>
              <a:rPr lang="en-US" altLang="en-US" b="1" i="1">
                <a:latin typeface="Times New Roman" panose="02020603050405020304" pitchFamily="18" charset="0"/>
              </a:rPr>
              <a:t>u</a:t>
            </a:r>
            <a:r>
              <a:rPr lang="en-US" altLang="en-US"/>
              <a:t> to </a:t>
            </a:r>
            <a:r>
              <a:rPr lang="en-US" altLang="en-US" b="1" i="1">
                <a:latin typeface="Times New Roman" panose="02020603050405020304" pitchFamily="18" charset="0"/>
              </a:rPr>
              <a:t>v</a:t>
            </a:r>
          </a:p>
          <a:p>
            <a:pPr>
              <a:lnSpc>
                <a:spcPct val="90000"/>
              </a:lnSpc>
            </a:pPr>
            <a:r>
              <a:rPr lang="en-US" altLang="en-US"/>
              <a:t>The transitive closure provides reachability information about a digraph</a:t>
            </a:r>
          </a:p>
        </p:txBody>
      </p:sp>
      <p:sp>
        <p:nvSpPr>
          <p:cNvPr id="24580" name="Oval 5">
            <a:extLst>
              <a:ext uri="{FF2B5EF4-FFF2-40B4-BE49-F238E27FC236}">
                <a16:creationId xmlns:a16="http://schemas.microsoft.com/office/drawing/2014/main" id="{CEBF7CBC-6307-253D-DEF7-1490465734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2057400"/>
            <a:ext cx="457200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B</a:t>
            </a:r>
          </a:p>
        </p:txBody>
      </p:sp>
      <p:sp>
        <p:nvSpPr>
          <p:cNvPr id="24581" name="Oval 6">
            <a:extLst>
              <a:ext uri="{FF2B5EF4-FFF2-40B4-BE49-F238E27FC236}">
                <a16:creationId xmlns:a16="http://schemas.microsoft.com/office/drawing/2014/main" id="{62DE3E56-395A-718F-CFB0-E9E4D5F0A1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3048000"/>
            <a:ext cx="457200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A</a:t>
            </a:r>
          </a:p>
        </p:txBody>
      </p:sp>
      <p:sp>
        <p:nvSpPr>
          <p:cNvPr id="24582" name="Oval 7">
            <a:extLst>
              <a:ext uri="{FF2B5EF4-FFF2-40B4-BE49-F238E27FC236}">
                <a16:creationId xmlns:a16="http://schemas.microsoft.com/office/drawing/2014/main" id="{58994D7A-08B0-A012-B4F9-6801CE4B80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0" y="1447800"/>
            <a:ext cx="457200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D</a:t>
            </a:r>
          </a:p>
        </p:txBody>
      </p:sp>
      <p:sp>
        <p:nvSpPr>
          <p:cNvPr id="24583" name="Oval 8">
            <a:extLst>
              <a:ext uri="{FF2B5EF4-FFF2-40B4-BE49-F238E27FC236}">
                <a16:creationId xmlns:a16="http://schemas.microsoft.com/office/drawing/2014/main" id="{3C82FC5E-A57C-D8E2-5CD3-71284FFB42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0" y="2590800"/>
            <a:ext cx="457200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</a:t>
            </a:r>
          </a:p>
        </p:txBody>
      </p:sp>
      <p:sp>
        <p:nvSpPr>
          <p:cNvPr id="24584" name="Oval 9">
            <a:extLst>
              <a:ext uri="{FF2B5EF4-FFF2-40B4-BE49-F238E27FC236}">
                <a16:creationId xmlns:a16="http://schemas.microsoft.com/office/drawing/2014/main" id="{37093F11-9BB6-270C-8002-89DA27146C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15475" y="1447800"/>
            <a:ext cx="457200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E</a:t>
            </a:r>
          </a:p>
        </p:txBody>
      </p:sp>
      <p:cxnSp>
        <p:nvCxnSpPr>
          <p:cNvPr id="24585" name="AutoShape 10">
            <a:extLst>
              <a:ext uri="{FF2B5EF4-FFF2-40B4-BE49-F238E27FC236}">
                <a16:creationId xmlns:a16="http://schemas.microsoft.com/office/drawing/2014/main" id="{CFC2675B-6DB6-B19D-1E5D-C445EE1B74DF}"/>
              </a:ext>
            </a:extLst>
          </p:cNvPr>
          <p:cNvCxnSpPr>
            <a:cxnSpLocks noChangeShapeType="1"/>
            <a:stCxn id="24580" idx="7"/>
            <a:endCxn id="24582" idx="2"/>
          </p:cNvCxnSpPr>
          <p:nvPr/>
        </p:nvCxnSpPr>
        <p:spPr bwMode="auto">
          <a:xfrm flipV="1">
            <a:off x="7324725" y="1676400"/>
            <a:ext cx="895350" cy="438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86" name="AutoShape 11">
            <a:extLst>
              <a:ext uri="{FF2B5EF4-FFF2-40B4-BE49-F238E27FC236}">
                <a16:creationId xmlns:a16="http://schemas.microsoft.com/office/drawing/2014/main" id="{80E0C312-61BB-19C1-7372-052870162A82}"/>
              </a:ext>
            </a:extLst>
          </p:cNvPr>
          <p:cNvCxnSpPr>
            <a:cxnSpLocks noChangeShapeType="1"/>
            <a:stCxn id="24580" idx="5"/>
            <a:endCxn id="24583" idx="2"/>
          </p:cNvCxnSpPr>
          <p:nvPr/>
        </p:nvCxnSpPr>
        <p:spPr bwMode="auto">
          <a:xfrm>
            <a:off x="7324725" y="2457450"/>
            <a:ext cx="895350" cy="3619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87" name="AutoShape 12">
            <a:extLst>
              <a:ext uri="{FF2B5EF4-FFF2-40B4-BE49-F238E27FC236}">
                <a16:creationId xmlns:a16="http://schemas.microsoft.com/office/drawing/2014/main" id="{40522D23-06F5-AFE5-DB73-53476FD67DCF}"/>
              </a:ext>
            </a:extLst>
          </p:cNvPr>
          <p:cNvCxnSpPr>
            <a:cxnSpLocks noChangeShapeType="1"/>
            <a:stCxn id="24582" idx="6"/>
            <a:endCxn id="24584" idx="2"/>
          </p:cNvCxnSpPr>
          <p:nvPr/>
        </p:nvCxnSpPr>
        <p:spPr bwMode="auto">
          <a:xfrm>
            <a:off x="8696326" y="1676400"/>
            <a:ext cx="8096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88" name="AutoShape 13">
            <a:extLst>
              <a:ext uri="{FF2B5EF4-FFF2-40B4-BE49-F238E27FC236}">
                <a16:creationId xmlns:a16="http://schemas.microsoft.com/office/drawing/2014/main" id="{41E9257B-DA4B-BC09-74F7-F50DA58628A4}"/>
              </a:ext>
            </a:extLst>
          </p:cNvPr>
          <p:cNvCxnSpPr>
            <a:cxnSpLocks noChangeShapeType="1"/>
            <a:stCxn id="24583" idx="0"/>
            <a:endCxn id="24582" idx="4"/>
          </p:cNvCxnSpPr>
          <p:nvPr/>
        </p:nvCxnSpPr>
        <p:spPr bwMode="auto">
          <a:xfrm flipV="1">
            <a:off x="8458200" y="1914525"/>
            <a:ext cx="0" cy="6667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89" name="AutoShape 14">
            <a:extLst>
              <a:ext uri="{FF2B5EF4-FFF2-40B4-BE49-F238E27FC236}">
                <a16:creationId xmlns:a16="http://schemas.microsoft.com/office/drawing/2014/main" id="{4E5B3AF2-EEFC-A242-3134-5F5590D755B2}"/>
              </a:ext>
            </a:extLst>
          </p:cNvPr>
          <p:cNvCxnSpPr>
            <a:cxnSpLocks noChangeShapeType="1"/>
            <a:stCxn id="24581" idx="6"/>
            <a:endCxn id="24583" idx="3"/>
          </p:cNvCxnSpPr>
          <p:nvPr/>
        </p:nvCxnSpPr>
        <p:spPr bwMode="auto">
          <a:xfrm flipV="1">
            <a:off x="7400925" y="2990850"/>
            <a:ext cx="895350" cy="2857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590" name="Oval 15">
            <a:extLst>
              <a:ext uri="{FF2B5EF4-FFF2-40B4-BE49-F238E27FC236}">
                <a16:creationId xmlns:a16="http://schemas.microsoft.com/office/drawing/2014/main" id="{02E11C84-8441-224C-8BB7-9B22C1B167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4648200"/>
            <a:ext cx="457200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B</a:t>
            </a:r>
          </a:p>
        </p:txBody>
      </p:sp>
      <p:sp>
        <p:nvSpPr>
          <p:cNvPr id="24591" name="Oval 16">
            <a:extLst>
              <a:ext uri="{FF2B5EF4-FFF2-40B4-BE49-F238E27FC236}">
                <a16:creationId xmlns:a16="http://schemas.microsoft.com/office/drawing/2014/main" id="{5EA6CD9E-C896-D0AD-EDAA-DA403ED60B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5638800"/>
            <a:ext cx="457200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A</a:t>
            </a:r>
          </a:p>
        </p:txBody>
      </p:sp>
      <p:sp>
        <p:nvSpPr>
          <p:cNvPr id="24592" name="Oval 17">
            <a:extLst>
              <a:ext uri="{FF2B5EF4-FFF2-40B4-BE49-F238E27FC236}">
                <a16:creationId xmlns:a16="http://schemas.microsoft.com/office/drawing/2014/main" id="{1B1507DC-E478-9E43-48FA-3358DD80B3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0" y="4038600"/>
            <a:ext cx="457200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D</a:t>
            </a:r>
          </a:p>
        </p:txBody>
      </p:sp>
      <p:sp>
        <p:nvSpPr>
          <p:cNvPr id="24593" name="Oval 18">
            <a:extLst>
              <a:ext uri="{FF2B5EF4-FFF2-40B4-BE49-F238E27FC236}">
                <a16:creationId xmlns:a16="http://schemas.microsoft.com/office/drawing/2014/main" id="{C138FA5D-27C0-1D16-B2B6-530EECDD18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0" y="5181600"/>
            <a:ext cx="457200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</a:t>
            </a:r>
          </a:p>
        </p:txBody>
      </p:sp>
      <p:sp>
        <p:nvSpPr>
          <p:cNvPr id="24594" name="Oval 19">
            <a:extLst>
              <a:ext uri="{FF2B5EF4-FFF2-40B4-BE49-F238E27FC236}">
                <a16:creationId xmlns:a16="http://schemas.microsoft.com/office/drawing/2014/main" id="{C9BB681B-420D-72F7-F1A6-07F8A9F419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15475" y="4038600"/>
            <a:ext cx="457200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E</a:t>
            </a:r>
          </a:p>
        </p:txBody>
      </p:sp>
      <p:cxnSp>
        <p:nvCxnSpPr>
          <p:cNvPr id="24595" name="AutoShape 20">
            <a:extLst>
              <a:ext uri="{FF2B5EF4-FFF2-40B4-BE49-F238E27FC236}">
                <a16:creationId xmlns:a16="http://schemas.microsoft.com/office/drawing/2014/main" id="{DDFC98CE-0290-6FD0-AD55-4DB9B726C5CD}"/>
              </a:ext>
            </a:extLst>
          </p:cNvPr>
          <p:cNvCxnSpPr>
            <a:cxnSpLocks noChangeShapeType="1"/>
            <a:stCxn id="24590" idx="7"/>
            <a:endCxn id="24592" idx="2"/>
          </p:cNvCxnSpPr>
          <p:nvPr/>
        </p:nvCxnSpPr>
        <p:spPr bwMode="auto">
          <a:xfrm flipV="1">
            <a:off x="7324725" y="4267200"/>
            <a:ext cx="895350" cy="438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96" name="AutoShape 21">
            <a:extLst>
              <a:ext uri="{FF2B5EF4-FFF2-40B4-BE49-F238E27FC236}">
                <a16:creationId xmlns:a16="http://schemas.microsoft.com/office/drawing/2014/main" id="{A34CA9A6-E4F7-E484-72CF-1C4E4D56E7AA}"/>
              </a:ext>
            </a:extLst>
          </p:cNvPr>
          <p:cNvCxnSpPr>
            <a:cxnSpLocks noChangeShapeType="1"/>
            <a:stCxn id="24590" idx="5"/>
            <a:endCxn id="24593" idx="2"/>
          </p:cNvCxnSpPr>
          <p:nvPr/>
        </p:nvCxnSpPr>
        <p:spPr bwMode="auto">
          <a:xfrm>
            <a:off x="7324725" y="5048250"/>
            <a:ext cx="895350" cy="3619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97" name="AutoShape 22">
            <a:extLst>
              <a:ext uri="{FF2B5EF4-FFF2-40B4-BE49-F238E27FC236}">
                <a16:creationId xmlns:a16="http://schemas.microsoft.com/office/drawing/2014/main" id="{A630269F-3762-A305-5452-4F4B6A4F05F1}"/>
              </a:ext>
            </a:extLst>
          </p:cNvPr>
          <p:cNvCxnSpPr>
            <a:cxnSpLocks noChangeShapeType="1"/>
            <a:stCxn id="24592" idx="6"/>
            <a:endCxn id="24594" idx="2"/>
          </p:cNvCxnSpPr>
          <p:nvPr/>
        </p:nvCxnSpPr>
        <p:spPr bwMode="auto">
          <a:xfrm>
            <a:off x="8696326" y="4267200"/>
            <a:ext cx="8096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98" name="AutoShape 23">
            <a:extLst>
              <a:ext uri="{FF2B5EF4-FFF2-40B4-BE49-F238E27FC236}">
                <a16:creationId xmlns:a16="http://schemas.microsoft.com/office/drawing/2014/main" id="{D01170AB-7236-0F44-44D6-CC2CE9166700}"/>
              </a:ext>
            </a:extLst>
          </p:cNvPr>
          <p:cNvCxnSpPr>
            <a:cxnSpLocks noChangeShapeType="1"/>
            <a:stCxn id="24593" idx="0"/>
            <a:endCxn id="24592" idx="4"/>
          </p:cNvCxnSpPr>
          <p:nvPr/>
        </p:nvCxnSpPr>
        <p:spPr bwMode="auto">
          <a:xfrm flipV="1">
            <a:off x="8458200" y="4505325"/>
            <a:ext cx="0" cy="6667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99" name="AutoShape 24">
            <a:extLst>
              <a:ext uri="{FF2B5EF4-FFF2-40B4-BE49-F238E27FC236}">
                <a16:creationId xmlns:a16="http://schemas.microsoft.com/office/drawing/2014/main" id="{046DA054-1955-1800-16A5-B556C2780E2D}"/>
              </a:ext>
            </a:extLst>
          </p:cNvPr>
          <p:cNvCxnSpPr>
            <a:cxnSpLocks noChangeShapeType="1"/>
            <a:stCxn id="24591" idx="6"/>
            <a:endCxn id="24593" idx="3"/>
          </p:cNvCxnSpPr>
          <p:nvPr/>
        </p:nvCxnSpPr>
        <p:spPr bwMode="auto">
          <a:xfrm flipV="1">
            <a:off x="7400925" y="5581650"/>
            <a:ext cx="895350" cy="2857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600" name="AutoShape 25">
            <a:extLst>
              <a:ext uri="{FF2B5EF4-FFF2-40B4-BE49-F238E27FC236}">
                <a16:creationId xmlns:a16="http://schemas.microsoft.com/office/drawing/2014/main" id="{C326D7F9-E80A-31F0-D742-1A6BE31EAFA3}"/>
              </a:ext>
            </a:extLst>
          </p:cNvPr>
          <p:cNvCxnSpPr>
            <a:cxnSpLocks noChangeShapeType="1"/>
            <a:stCxn id="24590" idx="0"/>
            <a:endCxn id="24594" idx="1"/>
          </p:cNvCxnSpPr>
          <p:nvPr/>
        </p:nvCxnSpPr>
        <p:spPr bwMode="auto">
          <a:xfrm rot="16200000">
            <a:off x="8101013" y="3157538"/>
            <a:ext cx="542925" cy="2419350"/>
          </a:xfrm>
          <a:prstGeom prst="curvedConnector3">
            <a:avLst>
              <a:gd name="adj1" fmla="val 180699"/>
            </a:avLst>
          </a:prstGeom>
          <a:noFill/>
          <a:ln w="19050">
            <a:solidFill>
              <a:schemeClr val="tx2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601" name="AutoShape 26">
            <a:extLst>
              <a:ext uri="{FF2B5EF4-FFF2-40B4-BE49-F238E27FC236}">
                <a16:creationId xmlns:a16="http://schemas.microsoft.com/office/drawing/2014/main" id="{C410283C-248A-3856-A702-AD6D91580F8E}"/>
              </a:ext>
            </a:extLst>
          </p:cNvPr>
          <p:cNvCxnSpPr>
            <a:cxnSpLocks noChangeShapeType="1"/>
            <a:stCxn id="24591" idx="5"/>
            <a:endCxn id="24594" idx="4"/>
          </p:cNvCxnSpPr>
          <p:nvPr/>
        </p:nvCxnSpPr>
        <p:spPr bwMode="auto">
          <a:xfrm rot="5400000" flipH="1" flipV="1">
            <a:off x="7767638" y="4062413"/>
            <a:ext cx="1533525" cy="2419350"/>
          </a:xfrm>
          <a:prstGeom prst="curvedConnector3">
            <a:avLst>
              <a:gd name="adj1" fmla="val -18634"/>
            </a:avLst>
          </a:prstGeom>
          <a:noFill/>
          <a:ln w="19050">
            <a:solidFill>
              <a:schemeClr val="tx2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602" name="AutoShape 27">
            <a:extLst>
              <a:ext uri="{FF2B5EF4-FFF2-40B4-BE49-F238E27FC236}">
                <a16:creationId xmlns:a16="http://schemas.microsoft.com/office/drawing/2014/main" id="{45DF152F-A423-E76D-8F86-9F8DB5E50B28}"/>
              </a:ext>
            </a:extLst>
          </p:cNvPr>
          <p:cNvCxnSpPr>
            <a:cxnSpLocks noChangeShapeType="1"/>
            <a:stCxn id="24593" idx="7"/>
            <a:endCxn id="24594" idx="3"/>
          </p:cNvCxnSpPr>
          <p:nvPr/>
        </p:nvCxnSpPr>
        <p:spPr bwMode="auto">
          <a:xfrm flipV="1">
            <a:off x="8620126" y="4438650"/>
            <a:ext cx="962025" cy="800100"/>
          </a:xfrm>
          <a:prstGeom prst="straightConnector1">
            <a:avLst/>
          </a:prstGeom>
          <a:noFill/>
          <a:ln w="19050">
            <a:solidFill>
              <a:schemeClr val="tx2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603" name="Text Box 28">
            <a:extLst>
              <a:ext uri="{FF2B5EF4-FFF2-40B4-BE49-F238E27FC236}">
                <a16:creationId xmlns:a16="http://schemas.microsoft.com/office/drawing/2014/main" id="{0ED9075A-8AF6-AE26-1D63-EF22F3FA49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26305" y="2403475"/>
            <a:ext cx="3513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G</a:t>
            </a:r>
          </a:p>
        </p:txBody>
      </p:sp>
      <p:sp>
        <p:nvSpPr>
          <p:cNvPr id="24604" name="Text Box 29">
            <a:extLst>
              <a:ext uri="{FF2B5EF4-FFF2-40B4-BE49-F238E27FC236}">
                <a16:creationId xmlns:a16="http://schemas.microsoft.com/office/drawing/2014/main" id="{FC2B78B4-D0AF-1CDD-7FE8-40E643710F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70197" y="5715000"/>
            <a:ext cx="4667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G*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026">
            <a:extLst>
              <a:ext uri="{FF2B5EF4-FFF2-40B4-BE49-F238E27FC236}">
                <a16:creationId xmlns:a16="http://schemas.microsoft.com/office/drawing/2014/main" id="{FD7A7F25-5CC6-AB90-0AE0-8C4C3B926E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07008" y="304800"/>
            <a:ext cx="8317992" cy="1066800"/>
          </a:xfrm>
        </p:spPr>
        <p:txBody>
          <a:bodyPr>
            <a:normAutofit/>
          </a:bodyPr>
          <a:lstStyle/>
          <a:p>
            <a:r>
              <a:rPr lang="en-US" altLang="en-US" dirty="0"/>
              <a:t>Computing the Transitive Closure</a:t>
            </a:r>
          </a:p>
        </p:txBody>
      </p:sp>
      <p:sp>
        <p:nvSpPr>
          <p:cNvPr id="25602" name="Rectangle 1027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8364BC9E-B6F8-DF4A-134C-BEA781C385F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590800" y="2286000"/>
            <a:ext cx="6324600" cy="914400"/>
          </a:xfrm>
        </p:spPr>
        <p:txBody>
          <a:bodyPr/>
          <a:lstStyle/>
          <a:p>
            <a:r>
              <a:rPr lang="en-US" altLang="en-US" sz="2000"/>
              <a:t>We can perform DFS starting at each vertex</a:t>
            </a:r>
          </a:p>
          <a:p>
            <a:pPr lvl="1"/>
            <a:r>
              <a:rPr lang="en-US" altLang="en-US"/>
              <a:t>O(n(n+m))</a:t>
            </a:r>
          </a:p>
        </p:txBody>
      </p:sp>
      <p:sp>
        <p:nvSpPr>
          <p:cNvPr id="25603" name="Text Box 1092">
            <a:extLst>
              <a:ext uri="{FF2B5EF4-FFF2-40B4-BE49-F238E27FC236}">
                <a16:creationId xmlns:a16="http://schemas.microsoft.com/office/drawing/2014/main" id="{60C8DDDB-D095-B1FF-68A4-F2E2032BA4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4267201"/>
            <a:ext cx="6248400" cy="1046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Clr>
                <a:schemeClr val="hlink"/>
              </a:buClr>
              <a:buSzPct val="110000"/>
            </a:pPr>
            <a:r>
              <a:rPr lang="en-US" altLang="en-US" sz="2000"/>
              <a:t>    Alternatively, Use dynamic programming: </a:t>
            </a:r>
          </a:p>
          <a:p>
            <a:pPr lvl="1" eaLnBrk="1" hangingPunct="1">
              <a:buClr>
                <a:schemeClr val="hlink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altLang="en-US"/>
              <a:t> Floyd-Warshall Algorithm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>
            <a:extLst>
              <a:ext uri="{FF2B5EF4-FFF2-40B4-BE49-F238E27FC236}">
                <a16:creationId xmlns:a16="http://schemas.microsoft.com/office/drawing/2014/main" id="{D2E812E1-C006-69D3-5EA2-B85498484B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46150" y="90706"/>
            <a:ext cx="7960105" cy="1066800"/>
          </a:xfrm>
        </p:spPr>
        <p:txBody>
          <a:bodyPr>
            <a:normAutofit/>
          </a:bodyPr>
          <a:lstStyle/>
          <a:p>
            <a:r>
              <a:rPr lang="en-US" altLang="en-US" dirty="0"/>
              <a:t>Floyd-</a:t>
            </a:r>
            <a:r>
              <a:rPr lang="en-US" altLang="en-US" dirty="0" err="1"/>
              <a:t>Warshall</a:t>
            </a:r>
            <a:r>
              <a:rPr lang="en-US" altLang="en-US" dirty="0"/>
              <a:t> Transitive Closure</a:t>
            </a:r>
          </a:p>
        </p:txBody>
      </p:sp>
      <p:sp>
        <p:nvSpPr>
          <p:cNvPr id="26626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60306461-2F3C-3677-9BC0-67430147274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220914" y="1295400"/>
            <a:ext cx="7837487" cy="1676400"/>
          </a:xfrm>
        </p:spPr>
        <p:txBody>
          <a:bodyPr/>
          <a:lstStyle/>
          <a:p>
            <a:r>
              <a:rPr lang="en-US" altLang="en-US"/>
              <a:t>Idea #1: Number the vertices 1, 2, …, n.</a:t>
            </a:r>
          </a:p>
          <a:p>
            <a:r>
              <a:rPr lang="en-US" altLang="en-US"/>
              <a:t>Idea #2: Consider paths that use only vertices numbered 1, 2, …, k, as </a:t>
            </a:r>
            <a:r>
              <a:rPr lang="en-US" altLang="en-US">
                <a:solidFill>
                  <a:srgbClr val="C00000"/>
                </a:solidFill>
              </a:rPr>
              <a:t>intermediate</a:t>
            </a:r>
            <a:r>
              <a:rPr lang="en-US" altLang="en-US"/>
              <a:t> vertices:</a:t>
            </a:r>
          </a:p>
        </p:txBody>
      </p:sp>
      <p:sp>
        <p:nvSpPr>
          <p:cNvPr id="26627" name="Rectangle 9">
            <a:extLst>
              <a:ext uri="{FF2B5EF4-FFF2-40B4-BE49-F238E27FC236}">
                <a16:creationId xmlns:a16="http://schemas.microsoft.com/office/drawing/2014/main" id="{10060DD8-F12C-4184-6F82-8B2AA743CF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9326" y="3448050"/>
            <a:ext cx="23813" cy="7938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628" name="Rectangle 10">
            <a:extLst>
              <a:ext uri="{FF2B5EF4-FFF2-40B4-BE49-F238E27FC236}">
                <a16:creationId xmlns:a16="http://schemas.microsoft.com/office/drawing/2014/main" id="{A01F6BDA-512D-7C6F-A77F-4F6103EF66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5501" y="4402139"/>
            <a:ext cx="23813" cy="7937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629" name="Rectangle 11">
            <a:extLst>
              <a:ext uri="{FF2B5EF4-FFF2-40B4-BE49-F238E27FC236}">
                <a16:creationId xmlns:a16="http://schemas.microsoft.com/office/drawing/2014/main" id="{E9959207-9624-1D51-574F-39B702A250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8001" y="4402139"/>
            <a:ext cx="22225" cy="7937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630" name="Oval 12">
            <a:extLst>
              <a:ext uri="{FF2B5EF4-FFF2-40B4-BE49-F238E27FC236}">
                <a16:creationId xmlns:a16="http://schemas.microsoft.com/office/drawing/2014/main" id="{33A108AD-B001-C552-65FE-581996B217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1651" y="5224464"/>
            <a:ext cx="555625" cy="56673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k</a:t>
            </a:r>
          </a:p>
        </p:txBody>
      </p:sp>
      <p:sp>
        <p:nvSpPr>
          <p:cNvPr id="26631" name="Oval 14">
            <a:extLst>
              <a:ext uri="{FF2B5EF4-FFF2-40B4-BE49-F238E27FC236}">
                <a16:creationId xmlns:a16="http://schemas.microsoft.com/office/drawing/2014/main" id="{DA8EB667-EB5E-A2CC-21C4-F4E6BAB1BD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5214" y="4351339"/>
            <a:ext cx="555625" cy="56673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j</a:t>
            </a:r>
          </a:p>
        </p:txBody>
      </p:sp>
      <p:sp>
        <p:nvSpPr>
          <p:cNvPr id="26632" name="Oval 16">
            <a:extLst>
              <a:ext uri="{FF2B5EF4-FFF2-40B4-BE49-F238E27FC236}">
                <a16:creationId xmlns:a16="http://schemas.microsoft.com/office/drawing/2014/main" id="{97223451-383F-A275-73EB-D11C172485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7589" y="3395664"/>
            <a:ext cx="555625" cy="56673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i</a:t>
            </a:r>
          </a:p>
        </p:txBody>
      </p:sp>
      <p:cxnSp>
        <p:nvCxnSpPr>
          <p:cNvPr id="26633" name="AutoShape 28">
            <a:extLst>
              <a:ext uri="{FF2B5EF4-FFF2-40B4-BE49-F238E27FC236}">
                <a16:creationId xmlns:a16="http://schemas.microsoft.com/office/drawing/2014/main" id="{5D165F90-54F4-F32D-017E-ED0C367A87E9}"/>
              </a:ext>
            </a:extLst>
          </p:cNvPr>
          <p:cNvCxnSpPr>
            <a:cxnSpLocks noChangeShapeType="1"/>
            <a:stCxn id="26632" idx="5"/>
            <a:endCxn id="26630" idx="1"/>
          </p:cNvCxnSpPr>
          <p:nvPr/>
        </p:nvCxnSpPr>
        <p:spPr bwMode="auto">
          <a:xfrm rot="16200000" flipH="1">
            <a:off x="4152901" y="3778251"/>
            <a:ext cx="1389063" cy="1630363"/>
          </a:xfrm>
          <a:prstGeom prst="curvedConnector3">
            <a:avLst>
              <a:gd name="adj1" fmla="val 49944"/>
            </a:avLst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34" name="AutoShape 29">
            <a:extLst>
              <a:ext uri="{FF2B5EF4-FFF2-40B4-BE49-F238E27FC236}">
                <a16:creationId xmlns:a16="http://schemas.microsoft.com/office/drawing/2014/main" id="{B6875B57-9B85-30FE-5B6D-A6BDAF697345}"/>
              </a:ext>
            </a:extLst>
          </p:cNvPr>
          <p:cNvCxnSpPr>
            <a:cxnSpLocks noChangeShapeType="1"/>
            <a:stCxn id="26630" idx="7"/>
            <a:endCxn id="26631" idx="3"/>
          </p:cNvCxnSpPr>
          <p:nvPr/>
        </p:nvCxnSpPr>
        <p:spPr bwMode="auto">
          <a:xfrm rot="16200000">
            <a:off x="6559550" y="4351338"/>
            <a:ext cx="433388" cy="1439862"/>
          </a:xfrm>
          <a:prstGeom prst="curvedConnector3">
            <a:avLst>
              <a:gd name="adj1" fmla="val 49815"/>
            </a:avLst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635" name="Text Box 30">
            <a:extLst>
              <a:ext uri="{FF2B5EF4-FFF2-40B4-BE49-F238E27FC236}">
                <a16:creationId xmlns:a16="http://schemas.microsoft.com/office/drawing/2014/main" id="{5CDC0A73-10FF-D87B-2473-296F47C360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1760" y="4529139"/>
            <a:ext cx="209544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Uses only vertices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numbered 1,…,k-1</a:t>
            </a:r>
          </a:p>
        </p:txBody>
      </p:sp>
      <p:sp>
        <p:nvSpPr>
          <p:cNvPr id="26636" name="Text Box 31">
            <a:extLst>
              <a:ext uri="{FF2B5EF4-FFF2-40B4-BE49-F238E27FC236}">
                <a16:creationId xmlns:a16="http://schemas.microsoft.com/office/drawing/2014/main" id="{01AADA11-AAEA-79D8-306B-CC26CC0FBB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7060" y="5045076"/>
            <a:ext cx="209544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Uses only vertices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numbered 1,…,k-1</a:t>
            </a:r>
          </a:p>
        </p:txBody>
      </p:sp>
      <p:cxnSp>
        <p:nvCxnSpPr>
          <p:cNvPr id="26637" name="AutoShape 32">
            <a:extLst>
              <a:ext uri="{FF2B5EF4-FFF2-40B4-BE49-F238E27FC236}">
                <a16:creationId xmlns:a16="http://schemas.microsoft.com/office/drawing/2014/main" id="{E31186C6-D018-3A12-5179-57E89F0FD1F4}"/>
              </a:ext>
            </a:extLst>
          </p:cNvPr>
          <p:cNvCxnSpPr>
            <a:cxnSpLocks noChangeShapeType="1"/>
            <a:stCxn id="26632" idx="6"/>
            <a:endCxn id="26631" idx="1"/>
          </p:cNvCxnSpPr>
          <p:nvPr/>
        </p:nvCxnSpPr>
        <p:spPr bwMode="auto">
          <a:xfrm>
            <a:off x="4132263" y="3679826"/>
            <a:ext cx="3363912" cy="735013"/>
          </a:xfrm>
          <a:prstGeom prst="curvedConnector2">
            <a:avLst/>
          </a:prstGeom>
          <a:noFill/>
          <a:ln w="38100">
            <a:solidFill>
              <a:schemeClr val="tx2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638" name="Text Box 33">
            <a:extLst>
              <a:ext uri="{FF2B5EF4-FFF2-40B4-BE49-F238E27FC236}">
                <a16:creationId xmlns:a16="http://schemas.microsoft.com/office/drawing/2014/main" id="{96B144C8-9E18-2282-8C70-2E367C8E00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4631" y="2895601"/>
            <a:ext cx="382668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Uses only vertices numbered 1,…,k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(add this edge if it’s not already in)</a:t>
            </a:r>
          </a:p>
        </p:txBody>
      </p:sp>
      <p:sp>
        <p:nvSpPr>
          <p:cNvPr id="26639" name="Text Box 31">
            <a:extLst>
              <a:ext uri="{FF2B5EF4-FFF2-40B4-BE49-F238E27FC236}">
                <a16:creationId xmlns:a16="http://schemas.microsoft.com/office/drawing/2014/main" id="{05FCE251-81A4-4480-A474-41E96EE21F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6035675"/>
            <a:ext cx="6477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However, i and j can be any vertices (other than k)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>
            <a:extLst>
              <a:ext uri="{FF2B5EF4-FFF2-40B4-BE49-F238E27FC236}">
                <a16:creationId xmlns:a16="http://schemas.microsoft.com/office/drawing/2014/main" id="{57BB0C7B-D9EB-84BF-F5AA-D7219B5FBB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7334" y="225552"/>
            <a:ext cx="8596668" cy="1320800"/>
          </a:xfrm>
        </p:spPr>
        <p:txBody>
          <a:bodyPr/>
          <a:lstStyle/>
          <a:p>
            <a:r>
              <a:rPr lang="en-US" altLang="en-US" dirty="0"/>
              <a:t>Floyd-</a:t>
            </a:r>
            <a:r>
              <a:rPr lang="en-US" altLang="en-US" dirty="0" err="1"/>
              <a:t>Warshall’s</a:t>
            </a:r>
            <a:r>
              <a:rPr lang="en-US" altLang="en-US" dirty="0"/>
              <a:t> Algorithm</a:t>
            </a:r>
          </a:p>
        </p:txBody>
      </p:sp>
      <p:sp>
        <p:nvSpPr>
          <p:cNvPr id="27650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A2110171-190A-60EB-5FAF-496278ECC0D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676400" y="990600"/>
            <a:ext cx="4419600" cy="5562600"/>
          </a:xfrm>
        </p:spPr>
        <p:txBody>
          <a:bodyPr>
            <a:normAutofit lnSpcReduction="10000"/>
          </a:bodyPr>
          <a:lstStyle/>
          <a:p>
            <a:pPr>
              <a:lnSpc>
                <a:spcPct val="95000"/>
              </a:lnSpc>
            </a:pPr>
            <a:r>
              <a:rPr lang="en-US" altLang="en-US" sz="2000"/>
              <a:t>Floyd-Warshall’s algorithm numbers the vertices of </a:t>
            </a:r>
            <a:r>
              <a:rPr lang="en-US" altLang="en-US" sz="2000" b="1" i="1">
                <a:latin typeface="Times New Roman" panose="02020603050405020304" pitchFamily="18" charset="0"/>
              </a:rPr>
              <a:t>G</a:t>
            </a:r>
            <a:r>
              <a:rPr lang="en-US" altLang="en-US" sz="2000"/>
              <a:t> as </a:t>
            </a:r>
            <a:r>
              <a:rPr lang="en-US" altLang="en-US" sz="2000" b="1" i="1">
                <a:latin typeface="Times New Roman" panose="02020603050405020304" pitchFamily="18" charset="0"/>
              </a:rPr>
              <a:t>v</a:t>
            </a:r>
            <a:r>
              <a:rPr lang="en-US" altLang="en-US" sz="2000" baseline="-25000">
                <a:latin typeface="Times New Roman" panose="02020603050405020304" pitchFamily="18" charset="0"/>
              </a:rPr>
              <a:t>1 </a:t>
            </a:r>
            <a:r>
              <a:rPr lang="en-US" altLang="en-US" sz="2000" b="1" i="1">
                <a:latin typeface="Times New Roman" panose="02020603050405020304" pitchFamily="18" charset="0"/>
              </a:rPr>
              <a:t>, …, v</a:t>
            </a:r>
            <a:r>
              <a:rPr lang="en-US" altLang="en-US" sz="2000" b="1" i="1" baseline="-25000">
                <a:latin typeface="Times New Roman" panose="02020603050405020304" pitchFamily="18" charset="0"/>
              </a:rPr>
              <a:t>n</a:t>
            </a:r>
            <a:r>
              <a:rPr lang="en-US" altLang="en-US" sz="2000"/>
              <a:t> and computes a series of digraphs </a:t>
            </a:r>
            <a:r>
              <a:rPr lang="en-US" altLang="en-US" sz="2000" b="1" i="1">
                <a:latin typeface="Times New Roman" panose="02020603050405020304" pitchFamily="18" charset="0"/>
              </a:rPr>
              <a:t>G</a:t>
            </a:r>
            <a:r>
              <a:rPr lang="en-US" altLang="en-US" sz="2000" baseline="-25000">
                <a:latin typeface="Times New Roman" panose="02020603050405020304" pitchFamily="18" charset="0"/>
              </a:rPr>
              <a:t>0</a:t>
            </a:r>
            <a:r>
              <a:rPr lang="en-US" altLang="en-US" sz="2000" b="1" i="1">
                <a:latin typeface="Times New Roman" panose="02020603050405020304" pitchFamily="18" charset="0"/>
              </a:rPr>
              <a:t>, …, G</a:t>
            </a:r>
            <a:r>
              <a:rPr lang="en-US" altLang="en-US" sz="2000" b="1" i="1" baseline="-25000">
                <a:latin typeface="Times New Roman" panose="02020603050405020304" pitchFamily="18" charset="0"/>
              </a:rPr>
              <a:t>n</a:t>
            </a:r>
          </a:p>
          <a:p>
            <a:pPr lvl="1">
              <a:lnSpc>
                <a:spcPct val="95000"/>
              </a:lnSpc>
            </a:pPr>
            <a:r>
              <a:rPr lang="en-US" altLang="en-US" sz="1800" b="1" i="1">
                <a:latin typeface="Times New Roman" panose="02020603050405020304" pitchFamily="18" charset="0"/>
              </a:rPr>
              <a:t>G</a:t>
            </a:r>
            <a:r>
              <a:rPr lang="en-US" altLang="en-US" sz="1800" baseline="-25000">
                <a:latin typeface="Times New Roman" panose="02020603050405020304" pitchFamily="18" charset="0"/>
              </a:rPr>
              <a:t>0</a:t>
            </a:r>
            <a:r>
              <a:rPr lang="en-US" altLang="en-US" sz="1800">
                <a:latin typeface="Times New Roman" panose="02020603050405020304" pitchFamily="18" charset="0"/>
              </a:rPr>
              <a:t>=</a:t>
            </a:r>
            <a:r>
              <a:rPr lang="en-US" altLang="en-US" sz="1800" b="1" i="1">
                <a:latin typeface="Times New Roman" panose="02020603050405020304" pitchFamily="18" charset="0"/>
              </a:rPr>
              <a:t>G</a:t>
            </a:r>
            <a:r>
              <a:rPr lang="en-US" altLang="en-US" sz="1800">
                <a:latin typeface="Times New Roman" panose="02020603050405020304" pitchFamily="18" charset="0"/>
              </a:rPr>
              <a:t> </a:t>
            </a:r>
            <a:endParaRPr lang="en-US" altLang="en-US" sz="1800" baseline="-25000"/>
          </a:p>
          <a:p>
            <a:pPr lvl="1">
              <a:lnSpc>
                <a:spcPct val="95000"/>
              </a:lnSpc>
            </a:pPr>
            <a:r>
              <a:rPr lang="en-US" altLang="en-US" sz="1800" b="1" i="1">
                <a:latin typeface="Times New Roman" panose="02020603050405020304" pitchFamily="18" charset="0"/>
              </a:rPr>
              <a:t>G</a:t>
            </a:r>
            <a:r>
              <a:rPr lang="en-US" altLang="en-US" sz="1800" b="1" i="1" baseline="-25000">
                <a:latin typeface="Times New Roman" panose="02020603050405020304" pitchFamily="18" charset="0"/>
              </a:rPr>
              <a:t>k</a:t>
            </a:r>
            <a:r>
              <a:rPr lang="en-US" altLang="en-US" sz="1800" b="1" i="1">
                <a:latin typeface="Times New Roman" panose="02020603050405020304" pitchFamily="18" charset="0"/>
              </a:rPr>
              <a:t> </a:t>
            </a:r>
            <a:r>
              <a:rPr lang="en-US" altLang="en-US" sz="1800"/>
              <a:t>has a directed edge </a:t>
            </a:r>
            <a:r>
              <a:rPr lang="en-US" altLang="en-US" sz="1800"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  <a:r>
              <a:rPr lang="en-US" altLang="en-US" sz="1800" b="1" i="1" baseline="-25000">
                <a:latin typeface="Times New Roman" panose="02020603050405020304" pitchFamily="18" charset="0"/>
              </a:rPr>
              <a:t>i</a:t>
            </a:r>
            <a:r>
              <a:rPr lang="en-US" altLang="en-US" sz="1800" b="1" i="1">
                <a:latin typeface="Times New Roman" panose="02020603050405020304" pitchFamily="18" charset="0"/>
              </a:rPr>
              <a:t>, v</a:t>
            </a:r>
            <a:r>
              <a:rPr lang="en-US" altLang="en-US" sz="1800" b="1" i="1" baseline="-25000">
                <a:latin typeface="Times New Roman" panose="02020603050405020304" pitchFamily="18" charset="0"/>
              </a:rPr>
              <a:t>j</a:t>
            </a:r>
            <a:r>
              <a:rPr lang="en-US" altLang="en-US" sz="1800">
                <a:latin typeface="Times New Roman" panose="02020603050405020304" pitchFamily="18" charset="0"/>
              </a:rPr>
              <a:t>) </a:t>
            </a:r>
            <a:r>
              <a:rPr lang="en-US" altLang="en-US" sz="1800"/>
              <a:t>if </a:t>
            </a:r>
            <a:r>
              <a:rPr lang="en-US" altLang="en-US" sz="1800" b="1" i="1">
                <a:latin typeface="Times New Roman" panose="02020603050405020304" pitchFamily="18" charset="0"/>
              </a:rPr>
              <a:t>G</a:t>
            </a:r>
            <a:r>
              <a:rPr lang="en-US" altLang="en-US" sz="1800" b="1" i="1" baseline="-25000">
                <a:latin typeface="Times New Roman" panose="02020603050405020304" pitchFamily="18" charset="0"/>
              </a:rPr>
              <a:t>k-1</a:t>
            </a:r>
            <a:r>
              <a:rPr lang="en-US" altLang="en-US" sz="1800" b="1" i="1">
                <a:latin typeface="Times New Roman" panose="02020603050405020304" pitchFamily="18" charset="0"/>
              </a:rPr>
              <a:t> </a:t>
            </a:r>
            <a:r>
              <a:rPr lang="en-US" altLang="en-US" sz="1800"/>
              <a:t>has a directed path from </a:t>
            </a: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  <a:r>
              <a:rPr lang="en-US" altLang="en-US" sz="1800" b="1" i="1" baseline="-25000">
                <a:latin typeface="Times New Roman" panose="02020603050405020304" pitchFamily="18" charset="0"/>
              </a:rPr>
              <a:t>i</a:t>
            </a:r>
            <a:r>
              <a:rPr lang="en-US" altLang="en-US" sz="1800"/>
              <a:t> to </a:t>
            </a: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  <a:r>
              <a:rPr lang="en-US" altLang="en-US" sz="1800" b="1" i="1" baseline="-25000">
                <a:latin typeface="Times New Roman" panose="02020603050405020304" pitchFamily="18" charset="0"/>
              </a:rPr>
              <a:t>j</a:t>
            </a:r>
            <a:r>
              <a:rPr lang="en-US" altLang="en-US" sz="1800" b="1" i="1"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latin typeface="Times New Roman" panose="02020603050405020304" pitchFamily="18" charset="0"/>
              </a:rPr>
              <a:t>through</a:t>
            </a:r>
            <a:r>
              <a:rPr lang="en-US" altLang="en-US" sz="1800"/>
              <a:t> </a:t>
            </a: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  <a:r>
              <a:rPr lang="en-US" altLang="en-US" sz="1800" b="1" i="1" baseline="-25000">
                <a:latin typeface="Times New Roman" panose="02020603050405020304" pitchFamily="18" charset="0"/>
              </a:rPr>
              <a:t>k</a:t>
            </a:r>
            <a:r>
              <a:rPr lang="en-US" altLang="en-US" sz="1800"/>
              <a:t> .</a:t>
            </a:r>
          </a:p>
          <a:p>
            <a:pPr>
              <a:lnSpc>
                <a:spcPct val="95000"/>
              </a:lnSpc>
            </a:pPr>
            <a:r>
              <a:rPr lang="en-US" altLang="en-US" sz="2000"/>
              <a:t>We have that </a:t>
            </a:r>
            <a:r>
              <a:rPr lang="en-US" altLang="en-US" sz="2000" b="1" i="1">
                <a:latin typeface="Times New Roman" panose="02020603050405020304" pitchFamily="18" charset="0"/>
              </a:rPr>
              <a:t>G</a:t>
            </a:r>
            <a:r>
              <a:rPr lang="en-US" altLang="en-US" sz="2000" b="1" i="1" baseline="-25000">
                <a:latin typeface="Times New Roman" panose="02020603050405020304" pitchFamily="18" charset="0"/>
              </a:rPr>
              <a:t>n </a:t>
            </a:r>
            <a:r>
              <a:rPr lang="en-US" altLang="en-US" sz="2000">
                <a:latin typeface="Times New Roman" panose="02020603050405020304" pitchFamily="18" charset="0"/>
              </a:rPr>
              <a:t>= </a:t>
            </a:r>
            <a:r>
              <a:rPr lang="en-US" altLang="en-US" sz="2000" b="1" i="1">
                <a:latin typeface="Times New Roman" panose="02020603050405020304" pitchFamily="18" charset="0"/>
              </a:rPr>
              <a:t>G*</a:t>
            </a:r>
            <a:endParaRPr lang="en-US" altLang="en-US" sz="2000"/>
          </a:p>
          <a:p>
            <a:pPr>
              <a:lnSpc>
                <a:spcPct val="95000"/>
              </a:lnSpc>
            </a:pPr>
            <a:r>
              <a:rPr lang="en-US" altLang="en-US" sz="2000"/>
              <a:t>In phase </a:t>
            </a:r>
            <a:r>
              <a:rPr lang="en-US" altLang="en-US" sz="2000" b="1" i="1">
                <a:latin typeface="Times New Roman" panose="02020603050405020304" pitchFamily="18" charset="0"/>
              </a:rPr>
              <a:t>k</a:t>
            </a:r>
            <a:r>
              <a:rPr lang="en-US" altLang="en-US" sz="2000"/>
              <a:t>, digraph </a:t>
            </a:r>
            <a:r>
              <a:rPr lang="en-US" altLang="en-US" sz="2000" b="1" i="1">
                <a:latin typeface="Times New Roman" panose="02020603050405020304" pitchFamily="18" charset="0"/>
              </a:rPr>
              <a:t>G</a:t>
            </a:r>
            <a:r>
              <a:rPr lang="en-US" altLang="en-US" sz="2000" b="1" i="1" baseline="-25000">
                <a:latin typeface="Times New Roman" panose="02020603050405020304" pitchFamily="18" charset="0"/>
              </a:rPr>
              <a:t>k</a:t>
            </a:r>
            <a:r>
              <a:rPr lang="en-US" altLang="en-US" sz="2000"/>
              <a:t> is computed from </a:t>
            </a:r>
            <a:r>
              <a:rPr lang="en-US" altLang="en-US" sz="2000" b="1" i="1">
                <a:latin typeface="Times New Roman" panose="02020603050405020304" pitchFamily="18" charset="0"/>
              </a:rPr>
              <a:t>G</a:t>
            </a:r>
            <a:r>
              <a:rPr lang="en-US" altLang="en-US" sz="2000" b="1" i="1" baseline="-25000">
                <a:latin typeface="Times New Roman" panose="02020603050405020304" pitchFamily="18" charset="0"/>
              </a:rPr>
              <a:t>k </a:t>
            </a:r>
            <a:r>
              <a:rPr lang="en-US" altLang="en-US" sz="2000" b="1" i="1" baseline="-25000">
                <a:latin typeface="Symbol" panose="05050102010706020507" pitchFamily="18" charset="2"/>
              </a:rPr>
              <a:t>-</a:t>
            </a:r>
            <a:r>
              <a:rPr lang="en-US" altLang="en-US" sz="2000" b="1" i="1" baseline="-25000">
                <a:latin typeface="Times New Roman" panose="02020603050405020304" pitchFamily="18" charset="0"/>
              </a:rPr>
              <a:t> </a:t>
            </a:r>
            <a:r>
              <a:rPr lang="en-US" altLang="en-US" sz="2000" baseline="-25000">
                <a:latin typeface="Times New Roman" panose="02020603050405020304" pitchFamily="18" charset="0"/>
              </a:rPr>
              <a:t>1</a:t>
            </a:r>
            <a:endParaRPr lang="en-US" altLang="en-US" sz="2000">
              <a:latin typeface="Times New Roman" panose="02020603050405020304" pitchFamily="18" charset="0"/>
            </a:endParaRPr>
          </a:p>
          <a:p>
            <a:pPr>
              <a:lnSpc>
                <a:spcPct val="95000"/>
              </a:lnSpc>
            </a:pPr>
            <a:r>
              <a:rPr lang="en-US" altLang="en-US" sz="2000"/>
              <a:t>Running time: O(n</a:t>
            </a:r>
            <a:r>
              <a:rPr lang="en-US" altLang="en-US" sz="2000" baseline="30000"/>
              <a:t>3</a:t>
            </a:r>
            <a:r>
              <a:rPr lang="en-US" altLang="en-US" sz="2000"/>
              <a:t>), assuming areAdjacent is O(1) (e.g., adjacency matrix)</a:t>
            </a:r>
          </a:p>
          <a:p>
            <a:pPr>
              <a:lnSpc>
                <a:spcPct val="95000"/>
              </a:lnSpc>
            </a:pPr>
            <a:r>
              <a:rPr lang="en-US" altLang="en-US" sz="2000"/>
              <a:t>However, the running time can be significantly improved</a:t>
            </a:r>
          </a:p>
          <a:p>
            <a:pPr>
              <a:lnSpc>
                <a:spcPct val="95000"/>
              </a:lnSpc>
              <a:buFontTx/>
              <a:buNone/>
            </a:pPr>
            <a:r>
              <a:rPr lang="en-US" altLang="en-US" sz="2000"/>
              <a:t>	(only consider the combination of in- and out-edges of v</a:t>
            </a:r>
            <a:r>
              <a:rPr lang="en-US" altLang="en-US" sz="2000" baseline="-25000"/>
              <a:t>k</a:t>
            </a:r>
            <a:r>
              <a:rPr lang="en-US" altLang="en-US" sz="2000"/>
              <a:t>)</a:t>
            </a:r>
          </a:p>
        </p:txBody>
      </p:sp>
      <p:sp>
        <p:nvSpPr>
          <p:cNvPr id="27651" name="Text Box 4">
            <a:extLst>
              <a:ext uri="{FF2B5EF4-FFF2-40B4-BE49-F238E27FC236}">
                <a16:creationId xmlns:a16="http://schemas.microsoft.com/office/drawing/2014/main" id="{67882BDD-A07E-1BEE-30C7-8F692B11C4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1447800"/>
            <a:ext cx="4572000" cy="4775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 sz="1800"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FloydWarshall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G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8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	Input</a:t>
            </a:r>
            <a:r>
              <a:rPr lang="en-US" altLang="en-US" sz="1800"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digraph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G</a:t>
            </a:r>
            <a:endParaRPr lang="en-US" altLang="en-US" sz="180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	Output</a:t>
            </a:r>
            <a:r>
              <a:rPr lang="en-US" altLang="en-US" sz="1800"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transitive closure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G*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 of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G</a:t>
            </a:r>
            <a:endParaRPr lang="en-US" altLang="en-US" sz="180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i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1</a:t>
            </a:r>
            <a:endParaRPr lang="en-US" altLang="en-US" sz="180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	for all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v </a:t>
            </a:r>
            <a:r>
              <a:rPr lang="en-US" altLang="en-US" sz="180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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G.vertices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()</a:t>
            </a:r>
          </a:p>
          <a:p>
            <a:pPr eaLnBrk="1" hangingPunct="1">
              <a:lnSpc>
                <a:spcPct val="8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		denote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 as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1800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i</a:t>
            </a:r>
          </a:p>
          <a:p>
            <a:pPr eaLnBrk="1" hangingPunct="1">
              <a:lnSpc>
                <a:spcPct val="8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i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1</a:t>
            </a:r>
          </a:p>
          <a:p>
            <a:pPr eaLnBrk="1" hangingPunct="1">
              <a:lnSpc>
                <a:spcPct val="8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G</a:t>
            </a:r>
            <a:r>
              <a:rPr lang="en-US" altLang="en-US" sz="1800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0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G</a:t>
            </a:r>
          </a:p>
          <a:p>
            <a:pPr eaLnBrk="1" hangingPunct="1">
              <a:lnSpc>
                <a:spcPct val="8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for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k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1 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to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n 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do</a:t>
            </a:r>
          </a:p>
          <a:p>
            <a:pPr eaLnBrk="1" hangingPunct="1">
              <a:lnSpc>
                <a:spcPct val="8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G</a:t>
            </a:r>
            <a:r>
              <a:rPr lang="en-US" altLang="en-US" sz="1800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G</a:t>
            </a:r>
            <a:r>
              <a:rPr lang="en-US" altLang="en-US" sz="1800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k </a:t>
            </a:r>
            <a:r>
              <a:rPr lang="en-US" altLang="en-US" sz="1800" b="1" i="1" baseline="-25000">
                <a:solidFill>
                  <a:schemeClr val="accent2"/>
                </a:solidFill>
                <a:latin typeface="Symbol" panose="05050102010706020507" pitchFamily="18" charset="2"/>
              </a:rPr>
              <a:t>-</a:t>
            </a:r>
            <a:r>
              <a:rPr lang="en-US" altLang="en-US" sz="1800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1</a:t>
            </a:r>
            <a:endParaRPr lang="en-US" altLang="en-US" sz="180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		 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for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i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1 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to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n 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i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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k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do</a:t>
            </a:r>
          </a:p>
          <a:p>
            <a:pPr eaLnBrk="1" hangingPunct="1">
              <a:lnSpc>
                <a:spcPct val="8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			for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j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1 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to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n 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j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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i, k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do</a:t>
            </a:r>
          </a:p>
          <a:p>
            <a:pPr eaLnBrk="1" hangingPunct="1">
              <a:lnSpc>
                <a:spcPct val="8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				if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G</a:t>
            </a:r>
            <a:r>
              <a:rPr lang="en-US" altLang="en-US" sz="1800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k </a:t>
            </a:r>
            <a:r>
              <a:rPr lang="en-US" altLang="en-US" sz="1800" b="1" i="1" baseline="-25000">
                <a:solidFill>
                  <a:schemeClr val="accent2"/>
                </a:solidFill>
                <a:latin typeface="Symbol" panose="05050102010706020507" pitchFamily="18" charset="2"/>
              </a:rPr>
              <a:t>-</a:t>
            </a:r>
            <a:r>
              <a:rPr lang="en-US" altLang="en-US" sz="1800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.areAdjacent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1800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, v</a:t>
            </a:r>
            <a:r>
              <a:rPr lang="en-US" altLang="en-US" sz="1800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 </a:t>
            </a:r>
            <a:r>
              <a:rPr lang="en-US" altLang="en-US" sz="20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endParaRPr lang="en-US" altLang="en-US" sz="20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						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G</a:t>
            </a:r>
            <a:r>
              <a:rPr lang="en-US" altLang="en-US" sz="1800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k </a:t>
            </a:r>
            <a:r>
              <a:rPr lang="en-US" altLang="en-US" sz="1800" b="1" i="1" baseline="-25000">
                <a:solidFill>
                  <a:schemeClr val="accent2"/>
                </a:solidFill>
                <a:latin typeface="Symbol" panose="05050102010706020507" pitchFamily="18" charset="2"/>
              </a:rPr>
              <a:t>-</a:t>
            </a:r>
            <a:r>
              <a:rPr lang="en-US" altLang="en-US" sz="1800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.areAdjacent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1800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, v</a:t>
            </a:r>
            <a:r>
              <a:rPr lang="en-US" altLang="en-US" sz="1800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j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8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					 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if </a:t>
            </a:r>
            <a:r>
              <a:rPr lang="en-US" altLang="en-US" sz="20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G</a:t>
            </a:r>
            <a:r>
              <a:rPr lang="en-US" altLang="en-US" sz="1800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.areAdjacent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1800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, v</a:t>
            </a:r>
            <a:r>
              <a:rPr lang="en-US" altLang="en-US" sz="1800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j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8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						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G</a:t>
            </a:r>
            <a:r>
              <a:rPr lang="en-US" altLang="en-US" sz="1800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.insertDirectedEdge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1800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, v</a:t>
            </a:r>
            <a:r>
              <a:rPr lang="en-US" altLang="en-US" sz="1800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j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, k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8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	return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G</a:t>
            </a:r>
            <a:r>
              <a:rPr lang="en-US" altLang="en-US" sz="1800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02816616-FB22-124A-916A-D318AB81EE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57400" y="381000"/>
            <a:ext cx="7772400" cy="838200"/>
          </a:xfrm>
        </p:spPr>
        <p:txBody>
          <a:bodyPr/>
          <a:lstStyle/>
          <a:p>
            <a:r>
              <a:rPr lang="en-US" altLang="en-US"/>
              <a:t>Floyd-Warshall Example</a:t>
            </a:r>
          </a:p>
        </p:txBody>
      </p:sp>
      <p:sp>
        <p:nvSpPr>
          <p:cNvPr id="28674" name="Freeform 4">
            <a:extLst>
              <a:ext uri="{FF2B5EF4-FFF2-40B4-BE49-F238E27FC236}">
                <a16:creationId xmlns:a16="http://schemas.microsoft.com/office/drawing/2014/main" id="{1BC5A016-E90F-2670-7D71-791CE099C598}"/>
              </a:ext>
            </a:extLst>
          </p:cNvPr>
          <p:cNvSpPr>
            <a:spLocks/>
          </p:cNvSpPr>
          <p:nvPr/>
        </p:nvSpPr>
        <p:spPr bwMode="auto">
          <a:xfrm>
            <a:off x="5834064" y="2384425"/>
            <a:ext cx="28575" cy="25400"/>
          </a:xfrm>
          <a:custGeom>
            <a:avLst/>
            <a:gdLst>
              <a:gd name="T0" fmla="*/ 2147483646 w 18"/>
              <a:gd name="T1" fmla="*/ 0 h 16"/>
              <a:gd name="T2" fmla="*/ 2147483646 w 18"/>
              <a:gd name="T3" fmla="*/ 0 h 16"/>
              <a:gd name="T4" fmla="*/ 0 w 18"/>
              <a:gd name="T5" fmla="*/ 0 h 16"/>
              <a:gd name="T6" fmla="*/ 0 w 18"/>
              <a:gd name="T7" fmla="*/ 0 h 16"/>
              <a:gd name="T8" fmla="*/ 0 w 18"/>
              <a:gd name="T9" fmla="*/ 2147483646 h 16"/>
              <a:gd name="T10" fmla="*/ 0 w 18"/>
              <a:gd name="T11" fmla="*/ 2147483646 h 16"/>
              <a:gd name="T12" fmla="*/ 2147483646 w 18"/>
              <a:gd name="T13" fmla="*/ 2147483646 h 16"/>
              <a:gd name="T14" fmla="*/ 2147483646 w 18"/>
              <a:gd name="T15" fmla="*/ 2147483646 h 16"/>
              <a:gd name="T16" fmla="*/ 2147483646 w 18"/>
              <a:gd name="T17" fmla="*/ 0 h 16"/>
              <a:gd name="T18" fmla="*/ 2147483646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18" y="0"/>
                </a:move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lnTo>
                  <a:pt x="0" y="16"/>
                </a:lnTo>
                <a:lnTo>
                  <a:pt x="9" y="16"/>
                </a:lnTo>
                <a:lnTo>
                  <a:pt x="18" y="8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75" name="Freeform 5">
            <a:extLst>
              <a:ext uri="{FF2B5EF4-FFF2-40B4-BE49-F238E27FC236}">
                <a16:creationId xmlns:a16="http://schemas.microsoft.com/office/drawing/2014/main" id="{BBF3CB15-C921-B3F0-8CEB-92E669C4AC31}"/>
              </a:ext>
            </a:extLst>
          </p:cNvPr>
          <p:cNvSpPr>
            <a:spLocks/>
          </p:cNvSpPr>
          <p:nvPr/>
        </p:nvSpPr>
        <p:spPr bwMode="auto">
          <a:xfrm>
            <a:off x="5834063" y="2319339"/>
            <a:ext cx="214312" cy="130175"/>
          </a:xfrm>
          <a:custGeom>
            <a:avLst/>
            <a:gdLst>
              <a:gd name="T0" fmla="*/ 2147483646 w 135"/>
              <a:gd name="T1" fmla="*/ 2147483646 h 82"/>
              <a:gd name="T2" fmla="*/ 0 w 135"/>
              <a:gd name="T3" fmla="*/ 2147483646 h 82"/>
              <a:gd name="T4" fmla="*/ 2147483646 w 135"/>
              <a:gd name="T5" fmla="*/ 0 h 82"/>
              <a:gd name="T6" fmla="*/ 2147483646 w 135"/>
              <a:gd name="T7" fmla="*/ 2147483646 h 82"/>
              <a:gd name="T8" fmla="*/ 2147483646 w 135"/>
              <a:gd name="T9" fmla="*/ 2147483646 h 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5"/>
              <a:gd name="T16" fmla="*/ 0 h 82"/>
              <a:gd name="T17" fmla="*/ 135 w 135"/>
              <a:gd name="T18" fmla="*/ 82 h 8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5" h="82">
                <a:moveTo>
                  <a:pt x="9" y="49"/>
                </a:moveTo>
                <a:lnTo>
                  <a:pt x="0" y="17"/>
                </a:lnTo>
                <a:lnTo>
                  <a:pt x="135" y="0"/>
                </a:lnTo>
                <a:lnTo>
                  <a:pt x="27" y="82"/>
                </a:lnTo>
                <a:lnTo>
                  <a:pt x="9" y="49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76" name="Freeform 6">
            <a:extLst>
              <a:ext uri="{FF2B5EF4-FFF2-40B4-BE49-F238E27FC236}">
                <a16:creationId xmlns:a16="http://schemas.microsoft.com/office/drawing/2014/main" id="{D5334E6E-8716-622E-AC14-31B99AC095F6}"/>
              </a:ext>
            </a:extLst>
          </p:cNvPr>
          <p:cNvSpPr>
            <a:spLocks/>
          </p:cNvSpPr>
          <p:nvPr/>
        </p:nvSpPr>
        <p:spPr bwMode="auto">
          <a:xfrm>
            <a:off x="5834063" y="2319339"/>
            <a:ext cx="214312" cy="130175"/>
          </a:xfrm>
          <a:custGeom>
            <a:avLst/>
            <a:gdLst>
              <a:gd name="T0" fmla="*/ 2147483646 w 135"/>
              <a:gd name="T1" fmla="*/ 2147483646 h 82"/>
              <a:gd name="T2" fmla="*/ 0 w 135"/>
              <a:gd name="T3" fmla="*/ 2147483646 h 82"/>
              <a:gd name="T4" fmla="*/ 2147483646 w 135"/>
              <a:gd name="T5" fmla="*/ 0 h 82"/>
              <a:gd name="T6" fmla="*/ 2147483646 w 135"/>
              <a:gd name="T7" fmla="*/ 2147483646 h 82"/>
              <a:gd name="T8" fmla="*/ 2147483646 w 135"/>
              <a:gd name="T9" fmla="*/ 2147483646 h 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5"/>
              <a:gd name="T16" fmla="*/ 0 h 82"/>
              <a:gd name="T17" fmla="*/ 135 w 135"/>
              <a:gd name="T18" fmla="*/ 82 h 8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5" h="82">
                <a:moveTo>
                  <a:pt x="9" y="49"/>
                </a:moveTo>
                <a:lnTo>
                  <a:pt x="0" y="17"/>
                </a:lnTo>
                <a:lnTo>
                  <a:pt x="135" y="0"/>
                </a:lnTo>
                <a:lnTo>
                  <a:pt x="27" y="82"/>
                </a:lnTo>
                <a:lnTo>
                  <a:pt x="9" y="4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77" name="Freeform 7">
            <a:extLst>
              <a:ext uri="{FF2B5EF4-FFF2-40B4-BE49-F238E27FC236}">
                <a16:creationId xmlns:a16="http://schemas.microsoft.com/office/drawing/2014/main" id="{F030870E-D9F1-B219-9A32-78981D432061}"/>
              </a:ext>
            </a:extLst>
          </p:cNvPr>
          <p:cNvSpPr>
            <a:spLocks/>
          </p:cNvSpPr>
          <p:nvPr/>
        </p:nvSpPr>
        <p:spPr bwMode="auto">
          <a:xfrm>
            <a:off x="3033714" y="4549775"/>
            <a:ext cx="242887" cy="363538"/>
          </a:xfrm>
          <a:custGeom>
            <a:avLst/>
            <a:gdLst>
              <a:gd name="T0" fmla="*/ 0 w 153"/>
              <a:gd name="T1" fmla="*/ 2147483646 h 229"/>
              <a:gd name="T2" fmla="*/ 2147483646 w 153"/>
              <a:gd name="T3" fmla="*/ 2147483646 h 229"/>
              <a:gd name="T4" fmla="*/ 2147483646 w 153"/>
              <a:gd name="T5" fmla="*/ 2147483646 h 229"/>
              <a:gd name="T6" fmla="*/ 2147483646 w 153"/>
              <a:gd name="T7" fmla="*/ 2147483646 h 229"/>
              <a:gd name="T8" fmla="*/ 2147483646 w 153"/>
              <a:gd name="T9" fmla="*/ 0 h 229"/>
              <a:gd name="T10" fmla="*/ 2147483646 w 153"/>
              <a:gd name="T11" fmla="*/ 0 h 229"/>
              <a:gd name="T12" fmla="*/ 0 w 153"/>
              <a:gd name="T13" fmla="*/ 2147483646 h 2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53"/>
              <a:gd name="T22" fmla="*/ 0 h 229"/>
              <a:gd name="T23" fmla="*/ 153 w 153"/>
              <a:gd name="T24" fmla="*/ 229 h 22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53" h="229">
                <a:moveTo>
                  <a:pt x="0" y="221"/>
                </a:moveTo>
                <a:lnTo>
                  <a:pt x="18" y="229"/>
                </a:lnTo>
                <a:lnTo>
                  <a:pt x="153" y="8"/>
                </a:lnTo>
                <a:lnTo>
                  <a:pt x="135" y="0"/>
                </a:lnTo>
                <a:lnTo>
                  <a:pt x="0" y="22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78" name="Freeform 8">
            <a:extLst>
              <a:ext uri="{FF2B5EF4-FFF2-40B4-BE49-F238E27FC236}">
                <a16:creationId xmlns:a16="http://schemas.microsoft.com/office/drawing/2014/main" id="{92287BD3-8840-D7B2-DD37-7F9AA0BD71D2}"/>
              </a:ext>
            </a:extLst>
          </p:cNvPr>
          <p:cNvSpPr>
            <a:spLocks/>
          </p:cNvSpPr>
          <p:nvPr/>
        </p:nvSpPr>
        <p:spPr bwMode="auto">
          <a:xfrm>
            <a:off x="3248025" y="4186239"/>
            <a:ext cx="285750" cy="376237"/>
          </a:xfrm>
          <a:custGeom>
            <a:avLst/>
            <a:gdLst>
              <a:gd name="T0" fmla="*/ 0 w 180"/>
              <a:gd name="T1" fmla="*/ 2147483646 h 237"/>
              <a:gd name="T2" fmla="*/ 2147483646 w 180"/>
              <a:gd name="T3" fmla="*/ 2147483646 h 237"/>
              <a:gd name="T4" fmla="*/ 2147483646 w 180"/>
              <a:gd name="T5" fmla="*/ 2147483646 h 237"/>
              <a:gd name="T6" fmla="*/ 2147483646 w 180"/>
              <a:gd name="T7" fmla="*/ 2147483646 h 237"/>
              <a:gd name="T8" fmla="*/ 2147483646 w 180"/>
              <a:gd name="T9" fmla="*/ 0 h 237"/>
              <a:gd name="T10" fmla="*/ 2147483646 w 180"/>
              <a:gd name="T11" fmla="*/ 0 h 237"/>
              <a:gd name="T12" fmla="*/ 0 w 180"/>
              <a:gd name="T13" fmla="*/ 2147483646 h 23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0"/>
              <a:gd name="T22" fmla="*/ 0 h 237"/>
              <a:gd name="T23" fmla="*/ 180 w 180"/>
              <a:gd name="T24" fmla="*/ 237 h 23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0" h="237">
                <a:moveTo>
                  <a:pt x="0" y="229"/>
                </a:moveTo>
                <a:lnTo>
                  <a:pt x="18" y="237"/>
                </a:lnTo>
                <a:lnTo>
                  <a:pt x="180" y="9"/>
                </a:lnTo>
                <a:lnTo>
                  <a:pt x="162" y="0"/>
                </a:lnTo>
                <a:lnTo>
                  <a:pt x="0" y="22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79" name="Freeform 9">
            <a:extLst>
              <a:ext uri="{FF2B5EF4-FFF2-40B4-BE49-F238E27FC236}">
                <a16:creationId xmlns:a16="http://schemas.microsoft.com/office/drawing/2014/main" id="{92A50516-794E-A9EC-1405-DD361806614C}"/>
              </a:ext>
            </a:extLst>
          </p:cNvPr>
          <p:cNvSpPr>
            <a:spLocks/>
          </p:cNvSpPr>
          <p:nvPr/>
        </p:nvSpPr>
        <p:spPr bwMode="auto">
          <a:xfrm>
            <a:off x="3505200" y="3824289"/>
            <a:ext cx="342900" cy="376237"/>
          </a:xfrm>
          <a:custGeom>
            <a:avLst/>
            <a:gdLst>
              <a:gd name="T0" fmla="*/ 0 w 216"/>
              <a:gd name="T1" fmla="*/ 2147483646 h 237"/>
              <a:gd name="T2" fmla="*/ 2147483646 w 216"/>
              <a:gd name="T3" fmla="*/ 2147483646 h 237"/>
              <a:gd name="T4" fmla="*/ 2147483646 w 216"/>
              <a:gd name="T5" fmla="*/ 2147483646 h 237"/>
              <a:gd name="T6" fmla="*/ 2147483646 w 216"/>
              <a:gd name="T7" fmla="*/ 2147483646 h 237"/>
              <a:gd name="T8" fmla="*/ 2147483646 w 216"/>
              <a:gd name="T9" fmla="*/ 0 h 237"/>
              <a:gd name="T10" fmla="*/ 2147483646 w 216"/>
              <a:gd name="T11" fmla="*/ 0 h 237"/>
              <a:gd name="T12" fmla="*/ 0 w 216"/>
              <a:gd name="T13" fmla="*/ 2147483646 h 23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237"/>
              <a:gd name="T23" fmla="*/ 216 w 216"/>
              <a:gd name="T24" fmla="*/ 237 h 23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237">
                <a:moveTo>
                  <a:pt x="0" y="228"/>
                </a:moveTo>
                <a:lnTo>
                  <a:pt x="18" y="237"/>
                </a:lnTo>
                <a:lnTo>
                  <a:pt x="216" y="8"/>
                </a:lnTo>
                <a:lnTo>
                  <a:pt x="198" y="0"/>
                </a:lnTo>
                <a:lnTo>
                  <a:pt x="0" y="22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80" name="Freeform 10">
            <a:extLst>
              <a:ext uri="{FF2B5EF4-FFF2-40B4-BE49-F238E27FC236}">
                <a16:creationId xmlns:a16="http://schemas.microsoft.com/office/drawing/2014/main" id="{13C67850-97A7-66DC-00E4-80D43A4BBEC2}"/>
              </a:ext>
            </a:extLst>
          </p:cNvPr>
          <p:cNvSpPr>
            <a:spLocks/>
          </p:cNvSpPr>
          <p:nvPr/>
        </p:nvSpPr>
        <p:spPr bwMode="auto">
          <a:xfrm>
            <a:off x="3819526" y="3448050"/>
            <a:ext cx="385763" cy="388938"/>
          </a:xfrm>
          <a:custGeom>
            <a:avLst/>
            <a:gdLst>
              <a:gd name="T0" fmla="*/ 0 w 243"/>
              <a:gd name="T1" fmla="*/ 2147483646 h 245"/>
              <a:gd name="T2" fmla="*/ 2147483646 w 243"/>
              <a:gd name="T3" fmla="*/ 2147483646 h 245"/>
              <a:gd name="T4" fmla="*/ 2147483646 w 243"/>
              <a:gd name="T5" fmla="*/ 2147483646 h 245"/>
              <a:gd name="T6" fmla="*/ 2147483646 w 243"/>
              <a:gd name="T7" fmla="*/ 2147483646 h 245"/>
              <a:gd name="T8" fmla="*/ 2147483646 w 243"/>
              <a:gd name="T9" fmla="*/ 0 h 245"/>
              <a:gd name="T10" fmla="*/ 2147483646 w 243"/>
              <a:gd name="T11" fmla="*/ 2147483646 h 245"/>
              <a:gd name="T12" fmla="*/ 0 w 243"/>
              <a:gd name="T13" fmla="*/ 2147483646 h 24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3"/>
              <a:gd name="T22" fmla="*/ 0 h 245"/>
              <a:gd name="T23" fmla="*/ 243 w 243"/>
              <a:gd name="T24" fmla="*/ 245 h 24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3" h="245">
                <a:moveTo>
                  <a:pt x="0" y="237"/>
                </a:moveTo>
                <a:lnTo>
                  <a:pt x="18" y="245"/>
                </a:lnTo>
                <a:lnTo>
                  <a:pt x="243" y="16"/>
                </a:lnTo>
                <a:lnTo>
                  <a:pt x="234" y="0"/>
                </a:lnTo>
                <a:lnTo>
                  <a:pt x="225" y="8"/>
                </a:lnTo>
                <a:lnTo>
                  <a:pt x="0" y="23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81" name="Freeform 11">
            <a:extLst>
              <a:ext uri="{FF2B5EF4-FFF2-40B4-BE49-F238E27FC236}">
                <a16:creationId xmlns:a16="http://schemas.microsoft.com/office/drawing/2014/main" id="{38BEAAA3-3DC3-4E66-3FDA-A2C0B8AD62AE}"/>
              </a:ext>
            </a:extLst>
          </p:cNvPr>
          <p:cNvSpPr>
            <a:spLocks/>
          </p:cNvSpPr>
          <p:nvPr/>
        </p:nvSpPr>
        <p:spPr bwMode="auto">
          <a:xfrm>
            <a:off x="4191001" y="3124200"/>
            <a:ext cx="385763" cy="349250"/>
          </a:xfrm>
          <a:custGeom>
            <a:avLst/>
            <a:gdLst>
              <a:gd name="T0" fmla="*/ 0 w 243"/>
              <a:gd name="T1" fmla="*/ 2147483646 h 220"/>
              <a:gd name="T2" fmla="*/ 2147483646 w 243"/>
              <a:gd name="T3" fmla="*/ 2147483646 h 220"/>
              <a:gd name="T4" fmla="*/ 2147483646 w 243"/>
              <a:gd name="T5" fmla="*/ 2147483646 h 220"/>
              <a:gd name="T6" fmla="*/ 2147483646 w 243"/>
              <a:gd name="T7" fmla="*/ 2147483646 h 220"/>
              <a:gd name="T8" fmla="*/ 2147483646 w 243"/>
              <a:gd name="T9" fmla="*/ 0 h 220"/>
              <a:gd name="T10" fmla="*/ 2147483646 w 243"/>
              <a:gd name="T11" fmla="*/ 0 h 220"/>
              <a:gd name="T12" fmla="*/ 0 w 243"/>
              <a:gd name="T13" fmla="*/ 2147483646 h 22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3"/>
              <a:gd name="T22" fmla="*/ 0 h 220"/>
              <a:gd name="T23" fmla="*/ 243 w 243"/>
              <a:gd name="T24" fmla="*/ 220 h 22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3" h="220">
                <a:moveTo>
                  <a:pt x="0" y="204"/>
                </a:moveTo>
                <a:lnTo>
                  <a:pt x="9" y="220"/>
                </a:lnTo>
                <a:lnTo>
                  <a:pt x="243" y="16"/>
                </a:lnTo>
                <a:lnTo>
                  <a:pt x="234" y="0"/>
                </a:lnTo>
                <a:lnTo>
                  <a:pt x="0" y="20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82" name="Freeform 12">
            <a:extLst>
              <a:ext uri="{FF2B5EF4-FFF2-40B4-BE49-F238E27FC236}">
                <a16:creationId xmlns:a16="http://schemas.microsoft.com/office/drawing/2014/main" id="{026118D2-ABBC-6DED-CCF5-D0B6159154AA}"/>
              </a:ext>
            </a:extLst>
          </p:cNvPr>
          <p:cNvSpPr>
            <a:spLocks/>
          </p:cNvSpPr>
          <p:nvPr/>
        </p:nvSpPr>
        <p:spPr bwMode="auto">
          <a:xfrm>
            <a:off x="4562476" y="2825750"/>
            <a:ext cx="428625" cy="323850"/>
          </a:xfrm>
          <a:custGeom>
            <a:avLst/>
            <a:gdLst>
              <a:gd name="T0" fmla="*/ 0 w 270"/>
              <a:gd name="T1" fmla="*/ 2147483646 h 204"/>
              <a:gd name="T2" fmla="*/ 2147483646 w 270"/>
              <a:gd name="T3" fmla="*/ 2147483646 h 204"/>
              <a:gd name="T4" fmla="*/ 2147483646 w 270"/>
              <a:gd name="T5" fmla="*/ 2147483646 h 204"/>
              <a:gd name="T6" fmla="*/ 2147483646 w 270"/>
              <a:gd name="T7" fmla="*/ 2147483646 h 204"/>
              <a:gd name="T8" fmla="*/ 2147483646 w 270"/>
              <a:gd name="T9" fmla="*/ 0 h 204"/>
              <a:gd name="T10" fmla="*/ 2147483646 w 270"/>
              <a:gd name="T11" fmla="*/ 0 h 204"/>
              <a:gd name="T12" fmla="*/ 0 w 270"/>
              <a:gd name="T13" fmla="*/ 2147483646 h 20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70"/>
              <a:gd name="T22" fmla="*/ 0 h 204"/>
              <a:gd name="T23" fmla="*/ 270 w 270"/>
              <a:gd name="T24" fmla="*/ 204 h 20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70" h="204">
                <a:moveTo>
                  <a:pt x="0" y="188"/>
                </a:moveTo>
                <a:lnTo>
                  <a:pt x="9" y="204"/>
                </a:lnTo>
                <a:lnTo>
                  <a:pt x="270" y="16"/>
                </a:lnTo>
                <a:lnTo>
                  <a:pt x="261" y="0"/>
                </a:lnTo>
                <a:lnTo>
                  <a:pt x="0" y="18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83" name="Freeform 13">
            <a:extLst>
              <a:ext uri="{FF2B5EF4-FFF2-40B4-BE49-F238E27FC236}">
                <a16:creationId xmlns:a16="http://schemas.microsoft.com/office/drawing/2014/main" id="{9A144A68-2BEB-2F9E-3B0E-F7507C90764D}"/>
              </a:ext>
            </a:extLst>
          </p:cNvPr>
          <p:cNvSpPr>
            <a:spLocks/>
          </p:cNvSpPr>
          <p:nvPr/>
        </p:nvSpPr>
        <p:spPr bwMode="auto">
          <a:xfrm>
            <a:off x="4976813" y="2579688"/>
            <a:ext cx="442912" cy="271462"/>
          </a:xfrm>
          <a:custGeom>
            <a:avLst/>
            <a:gdLst>
              <a:gd name="T0" fmla="*/ 0 w 279"/>
              <a:gd name="T1" fmla="*/ 2147483646 h 171"/>
              <a:gd name="T2" fmla="*/ 2147483646 w 279"/>
              <a:gd name="T3" fmla="*/ 2147483646 h 171"/>
              <a:gd name="T4" fmla="*/ 2147483646 w 279"/>
              <a:gd name="T5" fmla="*/ 2147483646 h 171"/>
              <a:gd name="T6" fmla="*/ 2147483646 w 279"/>
              <a:gd name="T7" fmla="*/ 2147483646 h 171"/>
              <a:gd name="T8" fmla="*/ 2147483646 w 279"/>
              <a:gd name="T9" fmla="*/ 0 h 171"/>
              <a:gd name="T10" fmla="*/ 2147483646 w 279"/>
              <a:gd name="T11" fmla="*/ 0 h 171"/>
              <a:gd name="T12" fmla="*/ 0 w 279"/>
              <a:gd name="T13" fmla="*/ 2147483646 h 17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79"/>
              <a:gd name="T22" fmla="*/ 0 h 171"/>
              <a:gd name="T23" fmla="*/ 279 w 279"/>
              <a:gd name="T24" fmla="*/ 171 h 17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79" h="171">
                <a:moveTo>
                  <a:pt x="0" y="155"/>
                </a:moveTo>
                <a:lnTo>
                  <a:pt x="9" y="171"/>
                </a:lnTo>
                <a:lnTo>
                  <a:pt x="279" y="16"/>
                </a:lnTo>
                <a:lnTo>
                  <a:pt x="270" y="0"/>
                </a:lnTo>
                <a:lnTo>
                  <a:pt x="0" y="15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84" name="Freeform 14">
            <a:extLst>
              <a:ext uri="{FF2B5EF4-FFF2-40B4-BE49-F238E27FC236}">
                <a16:creationId xmlns:a16="http://schemas.microsoft.com/office/drawing/2014/main" id="{C12EFB66-342E-ADF7-E7B2-E69F1D5AAFC3}"/>
              </a:ext>
            </a:extLst>
          </p:cNvPr>
          <p:cNvSpPr>
            <a:spLocks/>
          </p:cNvSpPr>
          <p:nvPr/>
        </p:nvSpPr>
        <p:spPr bwMode="auto">
          <a:xfrm>
            <a:off x="5405438" y="2371726"/>
            <a:ext cx="457200" cy="233363"/>
          </a:xfrm>
          <a:custGeom>
            <a:avLst/>
            <a:gdLst>
              <a:gd name="T0" fmla="*/ 0 w 288"/>
              <a:gd name="T1" fmla="*/ 2147483646 h 147"/>
              <a:gd name="T2" fmla="*/ 2147483646 w 288"/>
              <a:gd name="T3" fmla="*/ 2147483646 h 147"/>
              <a:gd name="T4" fmla="*/ 2147483646 w 288"/>
              <a:gd name="T5" fmla="*/ 2147483646 h 147"/>
              <a:gd name="T6" fmla="*/ 2147483646 w 288"/>
              <a:gd name="T7" fmla="*/ 0 h 147"/>
              <a:gd name="T8" fmla="*/ 0 w 288"/>
              <a:gd name="T9" fmla="*/ 2147483646 h 14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88"/>
              <a:gd name="T16" fmla="*/ 0 h 147"/>
              <a:gd name="T17" fmla="*/ 288 w 288"/>
              <a:gd name="T18" fmla="*/ 147 h 14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88" h="147">
                <a:moveTo>
                  <a:pt x="0" y="131"/>
                </a:moveTo>
                <a:lnTo>
                  <a:pt x="9" y="147"/>
                </a:lnTo>
                <a:lnTo>
                  <a:pt x="288" y="16"/>
                </a:lnTo>
                <a:lnTo>
                  <a:pt x="279" y="0"/>
                </a:lnTo>
                <a:lnTo>
                  <a:pt x="0" y="13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85" name="Freeform 15">
            <a:extLst>
              <a:ext uri="{FF2B5EF4-FFF2-40B4-BE49-F238E27FC236}">
                <a16:creationId xmlns:a16="http://schemas.microsoft.com/office/drawing/2014/main" id="{542F7795-7A79-3F0C-3CC7-EB3D7967BCAC}"/>
              </a:ext>
            </a:extLst>
          </p:cNvPr>
          <p:cNvSpPr>
            <a:spLocks/>
          </p:cNvSpPr>
          <p:nvPr/>
        </p:nvSpPr>
        <p:spPr bwMode="auto">
          <a:xfrm>
            <a:off x="3162301" y="5289550"/>
            <a:ext cx="28575" cy="25400"/>
          </a:xfrm>
          <a:custGeom>
            <a:avLst/>
            <a:gdLst>
              <a:gd name="T0" fmla="*/ 2147483646 w 18"/>
              <a:gd name="T1" fmla="*/ 0 h 16"/>
              <a:gd name="T2" fmla="*/ 0 w 18"/>
              <a:gd name="T3" fmla="*/ 2147483646 h 16"/>
              <a:gd name="T4" fmla="*/ 2147483646 w 18"/>
              <a:gd name="T5" fmla="*/ 2147483646 h 16"/>
              <a:gd name="T6" fmla="*/ 2147483646 w 18"/>
              <a:gd name="T7" fmla="*/ 2147483646 h 16"/>
              <a:gd name="T8" fmla="*/ 2147483646 w 18"/>
              <a:gd name="T9" fmla="*/ 2147483646 h 16"/>
              <a:gd name="T10" fmla="*/ 2147483646 w 18"/>
              <a:gd name="T11" fmla="*/ 2147483646 h 16"/>
              <a:gd name="T12" fmla="*/ 2147483646 w 18"/>
              <a:gd name="T13" fmla="*/ 0 h 16"/>
              <a:gd name="T14" fmla="*/ 2147483646 w 18"/>
              <a:gd name="T15" fmla="*/ 0 h 16"/>
              <a:gd name="T16" fmla="*/ 2147483646 w 18"/>
              <a:gd name="T17" fmla="*/ 0 h 16"/>
              <a:gd name="T18" fmla="*/ 2147483646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9" y="0"/>
                </a:moveTo>
                <a:lnTo>
                  <a:pt x="0" y="8"/>
                </a:lnTo>
                <a:lnTo>
                  <a:pt x="9" y="8"/>
                </a:lnTo>
                <a:lnTo>
                  <a:pt x="9" y="16"/>
                </a:lnTo>
                <a:lnTo>
                  <a:pt x="18" y="16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86" name="Freeform 16">
            <a:extLst>
              <a:ext uri="{FF2B5EF4-FFF2-40B4-BE49-F238E27FC236}">
                <a16:creationId xmlns:a16="http://schemas.microsoft.com/office/drawing/2014/main" id="{459C0C0A-04CB-ADD4-9333-11D7F2A4812C}"/>
              </a:ext>
            </a:extLst>
          </p:cNvPr>
          <p:cNvSpPr>
            <a:spLocks/>
          </p:cNvSpPr>
          <p:nvPr/>
        </p:nvSpPr>
        <p:spPr bwMode="auto">
          <a:xfrm>
            <a:off x="3062288" y="5133976"/>
            <a:ext cx="171450" cy="193675"/>
          </a:xfrm>
          <a:custGeom>
            <a:avLst/>
            <a:gdLst>
              <a:gd name="T0" fmla="*/ 2147483646 w 108"/>
              <a:gd name="T1" fmla="*/ 2147483646 h 122"/>
              <a:gd name="T2" fmla="*/ 2147483646 w 108"/>
              <a:gd name="T3" fmla="*/ 2147483646 h 122"/>
              <a:gd name="T4" fmla="*/ 0 w 108"/>
              <a:gd name="T5" fmla="*/ 0 h 122"/>
              <a:gd name="T6" fmla="*/ 2147483646 w 108"/>
              <a:gd name="T7" fmla="*/ 2147483646 h 122"/>
              <a:gd name="T8" fmla="*/ 2147483646 w 108"/>
              <a:gd name="T9" fmla="*/ 2147483646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8"/>
              <a:gd name="T16" fmla="*/ 0 h 122"/>
              <a:gd name="T17" fmla="*/ 108 w 108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8" h="122">
                <a:moveTo>
                  <a:pt x="72" y="98"/>
                </a:moveTo>
                <a:lnTo>
                  <a:pt x="36" y="122"/>
                </a:lnTo>
                <a:lnTo>
                  <a:pt x="0" y="0"/>
                </a:lnTo>
                <a:lnTo>
                  <a:pt x="108" y="81"/>
                </a:lnTo>
                <a:lnTo>
                  <a:pt x="72" y="98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87" name="Freeform 17">
            <a:extLst>
              <a:ext uri="{FF2B5EF4-FFF2-40B4-BE49-F238E27FC236}">
                <a16:creationId xmlns:a16="http://schemas.microsoft.com/office/drawing/2014/main" id="{FA654F6D-67E8-8EFC-616D-02341BBB7C25}"/>
              </a:ext>
            </a:extLst>
          </p:cNvPr>
          <p:cNvSpPr>
            <a:spLocks/>
          </p:cNvSpPr>
          <p:nvPr/>
        </p:nvSpPr>
        <p:spPr bwMode="auto">
          <a:xfrm>
            <a:off x="3062288" y="5133976"/>
            <a:ext cx="171450" cy="193675"/>
          </a:xfrm>
          <a:custGeom>
            <a:avLst/>
            <a:gdLst>
              <a:gd name="T0" fmla="*/ 2147483646 w 108"/>
              <a:gd name="T1" fmla="*/ 2147483646 h 122"/>
              <a:gd name="T2" fmla="*/ 2147483646 w 108"/>
              <a:gd name="T3" fmla="*/ 2147483646 h 122"/>
              <a:gd name="T4" fmla="*/ 0 w 108"/>
              <a:gd name="T5" fmla="*/ 0 h 122"/>
              <a:gd name="T6" fmla="*/ 2147483646 w 108"/>
              <a:gd name="T7" fmla="*/ 2147483646 h 122"/>
              <a:gd name="T8" fmla="*/ 2147483646 w 108"/>
              <a:gd name="T9" fmla="*/ 2147483646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8"/>
              <a:gd name="T16" fmla="*/ 0 h 122"/>
              <a:gd name="T17" fmla="*/ 108 w 108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8" h="122">
                <a:moveTo>
                  <a:pt x="72" y="98"/>
                </a:moveTo>
                <a:lnTo>
                  <a:pt x="36" y="122"/>
                </a:lnTo>
                <a:lnTo>
                  <a:pt x="0" y="0"/>
                </a:lnTo>
                <a:lnTo>
                  <a:pt x="108" y="81"/>
                </a:lnTo>
                <a:lnTo>
                  <a:pt x="72" y="9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88" name="Freeform 18">
            <a:extLst>
              <a:ext uri="{FF2B5EF4-FFF2-40B4-BE49-F238E27FC236}">
                <a16:creationId xmlns:a16="http://schemas.microsoft.com/office/drawing/2014/main" id="{789CB27B-FE2A-1768-FD6E-25B022A11694}"/>
              </a:ext>
            </a:extLst>
          </p:cNvPr>
          <p:cNvSpPr>
            <a:spLocks/>
          </p:cNvSpPr>
          <p:nvPr/>
        </p:nvSpPr>
        <p:spPr bwMode="auto">
          <a:xfrm>
            <a:off x="8105775" y="5626101"/>
            <a:ext cx="300038" cy="180975"/>
          </a:xfrm>
          <a:custGeom>
            <a:avLst/>
            <a:gdLst>
              <a:gd name="T0" fmla="*/ 2147483646 w 189"/>
              <a:gd name="T1" fmla="*/ 2147483646 h 114"/>
              <a:gd name="T2" fmla="*/ 2147483646 w 189"/>
              <a:gd name="T3" fmla="*/ 0 h 114"/>
              <a:gd name="T4" fmla="*/ 0 w 189"/>
              <a:gd name="T5" fmla="*/ 2147483646 h 114"/>
              <a:gd name="T6" fmla="*/ 0 w 189"/>
              <a:gd name="T7" fmla="*/ 2147483646 h 114"/>
              <a:gd name="T8" fmla="*/ 2147483646 w 189"/>
              <a:gd name="T9" fmla="*/ 2147483646 h 114"/>
              <a:gd name="T10" fmla="*/ 2147483646 w 189"/>
              <a:gd name="T11" fmla="*/ 2147483646 h 114"/>
              <a:gd name="T12" fmla="*/ 2147483646 w 189"/>
              <a:gd name="T13" fmla="*/ 2147483646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114"/>
              <a:gd name="T23" fmla="*/ 189 w 189"/>
              <a:gd name="T24" fmla="*/ 114 h 11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114">
                <a:moveTo>
                  <a:pt x="189" y="16"/>
                </a:moveTo>
                <a:lnTo>
                  <a:pt x="180" y="0"/>
                </a:lnTo>
                <a:lnTo>
                  <a:pt x="0" y="98"/>
                </a:lnTo>
                <a:lnTo>
                  <a:pt x="9" y="114"/>
                </a:lnTo>
                <a:lnTo>
                  <a:pt x="18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89" name="Freeform 19">
            <a:extLst>
              <a:ext uri="{FF2B5EF4-FFF2-40B4-BE49-F238E27FC236}">
                <a16:creationId xmlns:a16="http://schemas.microsoft.com/office/drawing/2014/main" id="{A7CD7F03-53F5-FF5F-A7E1-EB1C0534EB85}"/>
              </a:ext>
            </a:extLst>
          </p:cNvPr>
          <p:cNvSpPr>
            <a:spLocks/>
          </p:cNvSpPr>
          <p:nvPr/>
        </p:nvSpPr>
        <p:spPr bwMode="auto">
          <a:xfrm>
            <a:off x="7777163" y="5781676"/>
            <a:ext cx="342900" cy="155575"/>
          </a:xfrm>
          <a:custGeom>
            <a:avLst/>
            <a:gdLst>
              <a:gd name="T0" fmla="*/ 2147483646 w 216"/>
              <a:gd name="T1" fmla="*/ 2147483646 h 98"/>
              <a:gd name="T2" fmla="*/ 2147483646 w 216"/>
              <a:gd name="T3" fmla="*/ 0 h 98"/>
              <a:gd name="T4" fmla="*/ 0 w 216"/>
              <a:gd name="T5" fmla="*/ 2147483646 h 98"/>
              <a:gd name="T6" fmla="*/ 0 w 216"/>
              <a:gd name="T7" fmla="*/ 2147483646 h 98"/>
              <a:gd name="T8" fmla="*/ 2147483646 w 216"/>
              <a:gd name="T9" fmla="*/ 2147483646 h 98"/>
              <a:gd name="T10" fmla="*/ 2147483646 w 216"/>
              <a:gd name="T11" fmla="*/ 2147483646 h 98"/>
              <a:gd name="T12" fmla="*/ 2147483646 w 216"/>
              <a:gd name="T13" fmla="*/ 2147483646 h 9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98"/>
              <a:gd name="T23" fmla="*/ 216 w 216"/>
              <a:gd name="T24" fmla="*/ 98 h 9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98">
                <a:moveTo>
                  <a:pt x="216" y="16"/>
                </a:moveTo>
                <a:lnTo>
                  <a:pt x="207" y="0"/>
                </a:lnTo>
                <a:lnTo>
                  <a:pt x="0" y="82"/>
                </a:lnTo>
                <a:lnTo>
                  <a:pt x="9" y="98"/>
                </a:lnTo>
                <a:lnTo>
                  <a:pt x="216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90" name="Freeform 20">
            <a:extLst>
              <a:ext uri="{FF2B5EF4-FFF2-40B4-BE49-F238E27FC236}">
                <a16:creationId xmlns:a16="http://schemas.microsoft.com/office/drawing/2014/main" id="{516D93DF-06E2-ED32-A577-054B3319332E}"/>
              </a:ext>
            </a:extLst>
          </p:cNvPr>
          <p:cNvSpPr>
            <a:spLocks/>
          </p:cNvSpPr>
          <p:nvPr/>
        </p:nvSpPr>
        <p:spPr bwMode="auto">
          <a:xfrm>
            <a:off x="7434264" y="5911850"/>
            <a:ext cx="357187" cy="128588"/>
          </a:xfrm>
          <a:custGeom>
            <a:avLst/>
            <a:gdLst>
              <a:gd name="T0" fmla="*/ 2147483646 w 225"/>
              <a:gd name="T1" fmla="*/ 2147483646 h 81"/>
              <a:gd name="T2" fmla="*/ 2147483646 w 225"/>
              <a:gd name="T3" fmla="*/ 0 h 81"/>
              <a:gd name="T4" fmla="*/ 0 w 225"/>
              <a:gd name="T5" fmla="*/ 2147483646 h 81"/>
              <a:gd name="T6" fmla="*/ 0 w 225"/>
              <a:gd name="T7" fmla="*/ 2147483646 h 81"/>
              <a:gd name="T8" fmla="*/ 0 w 225"/>
              <a:gd name="T9" fmla="*/ 2147483646 h 81"/>
              <a:gd name="T10" fmla="*/ 2147483646 w 225"/>
              <a:gd name="T11" fmla="*/ 2147483646 h 81"/>
              <a:gd name="T12" fmla="*/ 2147483646 w 225"/>
              <a:gd name="T13" fmla="*/ 2147483646 h 8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81"/>
              <a:gd name="T23" fmla="*/ 225 w 225"/>
              <a:gd name="T24" fmla="*/ 81 h 8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81">
                <a:moveTo>
                  <a:pt x="225" y="16"/>
                </a:moveTo>
                <a:lnTo>
                  <a:pt x="216" y="0"/>
                </a:lnTo>
                <a:lnTo>
                  <a:pt x="0" y="65"/>
                </a:lnTo>
                <a:lnTo>
                  <a:pt x="0" y="81"/>
                </a:lnTo>
                <a:lnTo>
                  <a:pt x="9" y="81"/>
                </a:lnTo>
                <a:lnTo>
                  <a:pt x="22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91" name="Freeform 21">
            <a:extLst>
              <a:ext uri="{FF2B5EF4-FFF2-40B4-BE49-F238E27FC236}">
                <a16:creationId xmlns:a16="http://schemas.microsoft.com/office/drawing/2014/main" id="{946E073D-C855-66C8-48C2-32719C108A2F}"/>
              </a:ext>
            </a:extLst>
          </p:cNvPr>
          <p:cNvSpPr>
            <a:spLocks/>
          </p:cNvSpPr>
          <p:nvPr/>
        </p:nvSpPr>
        <p:spPr bwMode="auto">
          <a:xfrm>
            <a:off x="7062789" y="6015039"/>
            <a:ext cx="371475" cy="103187"/>
          </a:xfrm>
          <a:custGeom>
            <a:avLst/>
            <a:gdLst>
              <a:gd name="T0" fmla="*/ 2147483646 w 234"/>
              <a:gd name="T1" fmla="*/ 2147483646 h 65"/>
              <a:gd name="T2" fmla="*/ 2147483646 w 234"/>
              <a:gd name="T3" fmla="*/ 0 h 65"/>
              <a:gd name="T4" fmla="*/ 0 w 234"/>
              <a:gd name="T5" fmla="*/ 2147483646 h 65"/>
              <a:gd name="T6" fmla="*/ 0 w 234"/>
              <a:gd name="T7" fmla="*/ 2147483646 h 65"/>
              <a:gd name="T8" fmla="*/ 0 w 234"/>
              <a:gd name="T9" fmla="*/ 2147483646 h 65"/>
              <a:gd name="T10" fmla="*/ 0 w 234"/>
              <a:gd name="T11" fmla="*/ 2147483646 h 65"/>
              <a:gd name="T12" fmla="*/ 2147483646 w 234"/>
              <a:gd name="T13" fmla="*/ 2147483646 h 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34"/>
              <a:gd name="T22" fmla="*/ 0 h 65"/>
              <a:gd name="T23" fmla="*/ 234 w 234"/>
              <a:gd name="T24" fmla="*/ 65 h 6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34" h="65">
                <a:moveTo>
                  <a:pt x="234" y="16"/>
                </a:moveTo>
                <a:lnTo>
                  <a:pt x="234" y="0"/>
                </a:lnTo>
                <a:lnTo>
                  <a:pt x="0" y="49"/>
                </a:lnTo>
                <a:lnTo>
                  <a:pt x="0" y="65"/>
                </a:lnTo>
                <a:lnTo>
                  <a:pt x="234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92" name="Freeform 22">
            <a:extLst>
              <a:ext uri="{FF2B5EF4-FFF2-40B4-BE49-F238E27FC236}">
                <a16:creationId xmlns:a16="http://schemas.microsoft.com/office/drawing/2014/main" id="{42A40E98-AAC1-D4CD-16ED-9193734FC708}"/>
              </a:ext>
            </a:extLst>
          </p:cNvPr>
          <p:cNvSpPr>
            <a:spLocks/>
          </p:cNvSpPr>
          <p:nvPr/>
        </p:nvSpPr>
        <p:spPr bwMode="auto">
          <a:xfrm>
            <a:off x="6276976" y="6092825"/>
            <a:ext cx="785813" cy="90488"/>
          </a:xfrm>
          <a:custGeom>
            <a:avLst/>
            <a:gdLst>
              <a:gd name="T0" fmla="*/ 2147483646 w 495"/>
              <a:gd name="T1" fmla="*/ 2147483646 h 57"/>
              <a:gd name="T2" fmla="*/ 2147483646 w 495"/>
              <a:gd name="T3" fmla="*/ 0 h 57"/>
              <a:gd name="T4" fmla="*/ 0 w 495"/>
              <a:gd name="T5" fmla="*/ 2147483646 h 57"/>
              <a:gd name="T6" fmla="*/ 0 w 495"/>
              <a:gd name="T7" fmla="*/ 2147483646 h 57"/>
              <a:gd name="T8" fmla="*/ 0 w 495"/>
              <a:gd name="T9" fmla="*/ 2147483646 h 57"/>
              <a:gd name="T10" fmla="*/ 0 w 495"/>
              <a:gd name="T11" fmla="*/ 2147483646 h 57"/>
              <a:gd name="T12" fmla="*/ 2147483646 w 495"/>
              <a:gd name="T13" fmla="*/ 2147483646 h 5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95"/>
              <a:gd name="T22" fmla="*/ 0 h 57"/>
              <a:gd name="T23" fmla="*/ 495 w 495"/>
              <a:gd name="T24" fmla="*/ 57 h 5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95" h="57">
                <a:moveTo>
                  <a:pt x="495" y="16"/>
                </a:moveTo>
                <a:lnTo>
                  <a:pt x="495" y="0"/>
                </a:lnTo>
                <a:lnTo>
                  <a:pt x="0" y="41"/>
                </a:lnTo>
                <a:lnTo>
                  <a:pt x="0" y="57"/>
                </a:lnTo>
                <a:lnTo>
                  <a:pt x="49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93" name="Freeform 23">
            <a:extLst>
              <a:ext uri="{FF2B5EF4-FFF2-40B4-BE49-F238E27FC236}">
                <a16:creationId xmlns:a16="http://schemas.microsoft.com/office/drawing/2014/main" id="{D4F8FDFF-763D-DECF-4B90-D749A2B88E2A}"/>
              </a:ext>
            </a:extLst>
          </p:cNvPr>
          <p:cNvSpPr>
            <a:spLocks/>
          </p:cNvSpPr>
          <p:nvPr/>
        </p:nvSpPr>
        <p:spPr bwMode="auto">
          <a:xfrm>
            <a:off x="5491163" y="6145213"/>
            <a:ext cx="785812" cy="38100"/>
          </a:xfrm>
          <a:custGeom>
            <a:avLst/>
            <a:gdLst>
              <a:gd name="T0" fmla="*/ 2147483646 w 495"/>
              <a:gd name="T1" fmla="*/ 2147483646 h 24"/>
              <a:gd name="T2" fmla="*/ 2147483646 w 495"/>
              <a:gd name="T3" fmla="*/ 2147483646 h 24"/>
              <a:gd name="T4" fmla="*/ 0 w 495"/>
              <a:gd name="T5" fmla="*/ 0 h 24"/>
              <a:gd name="T6" fmla="*/ 0 w 495"/>
              <a:gd name="T7" fmla="*/ 0 h 24"/>
              <a:gd name="T8" fmla="*/ 0 w 495"/>
              <a:gd name="T9" fmla="*/ 2147483646 h 24"/>
              <a:gd name="T10" fmla="*/ 0 w 495"/>
              <a:gd name="T11" fmla="*/ 2147483646 h 24"/>
              <a:gd name="T12" fmla="*/ 2147483646 w 495"/>
              <a:gd name="T13" fmla="*/ 2147483646 h 2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95"/>
              <a:gd name="T22" fmla="*/ 0 h 24"/>
              <a:gd name="T23" fmla="*/ 495 w 495"/>
              <a:gd name="T24" fmla="*/ 24 h 2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95" h="24">
                <a:moveTo>
                  <a:pt x="495" y="24"/>
                </a:moveTo>
                <a:lnTo>
                  <a:pt x="495" y="8"/>
                </a:lnTo>
                <a:lnTo>
                  <a:pt x="0" y="0"/>
                </a:lnTo>
                <a:lnTo>
                  <a:pt x="0" y="16"/>
                </a:lnTo>
                <a:lnTo>
                  <a:pt x="495" y="2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94" name="Freeform 24">
            <a:extLst>
              <a:ext uri="{FF2B5EF4-FFF2-40B4-BE49-F238E27FC236}">
                <a16:creationId xmlns:a16="http://schemas.microsoft.com/office/drawing/2014/main" id="{5CA94957-8951-FFFF-F76E-4ACB554688E8}"/>
              </a:ext>
            </a:extLst>
          </p:cNvPr>
          <p:cNvSpPr>
            <a:spLocks/>
          </p:cNvSpPr>
          <p:nvPr/>
        </p:nvSpPr>
        <p:spPr bwMode="auto">
          <a:xfrm>
            <a:off x="4733925" y="6027739"/>
            <a:ext cx="757238" cy="142875"/>
          </a:xfrm>
          <a:custGeom>
            <a:avLst/>
            <a:gdLst>
              <a:gd name="T0" fmla="*/ 2147483646 w 477"/>
              <a:gd name="T1" fmla="*/ 2147483646 h 90"/>
              <a:gd name="T2" fmla="*/ 2147483646 w 477"/>
              <a:gd name="T3" fmla="*/ 2147483646 h 90"/>
              <a:gd name="T4" fmla="*/ 0 w 477"/>
              <a:gd name="T5" fmla="*/ 0 h 90"/>
              <a:gd name="T6" fmla="*/ 0 w 477"/>
              <a:gd name="T7" fmla="*/ 0 h 90"/>
              <a:gd name="T8" fmla="*/ 0 w 477"/>
              <a:gd name="T9" fmla="*/ 2147483646 h 90"/>
              <a:gd name="T10" fmla="*/ 0 w 477"/>
              <a:gd name="T11" fmla="*/ 2147483646 h 90"/>
              <a:gd name="T12" fmla="*/ 2147483646 w 477"/>
              <a:gd name="T13" fmla="*/ 2147483646 h 9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77"/>
              <a:gd name="T22" fmla="*/ 0 h 90"/>
              <a:gd name="T23" fmla="*/ 477 w 477"/>
              <a:gd name="T24" fmla="*/ 90 h 9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77" h="90">
                <a:moveTo>
                  <a:pt x="477" y="90"/>
                </a:moveTo>
                <a:lnTo>
                  <a:pt x="477" y="74"/>
                </a:lnTo>
                <a:lnTo>
                  <a:pt x="0" y="0"/>
                </a:lnTo>
                <a:lnTo>
                  <a:pt x="0" y="17"/>
                </a:lnTo>
                <a:lnTo>
                  <a:pt x="477" y="9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95" name="Freeform 25">
            <a:extLst>
              <a:ext uri="{FF2B5EF4-FFF2-40B4-BE49-F238E27FC236}">
                <a16:creationId xmlns:a16="http://schemas.microsoft.com/office/drawing/2014/main" id="{64DE6081-9694-3BE3-15AC-92768C970B8C}"/>
              </a:ext>
            </a:extLst>
          </p:cNvPr>
          <p:cNvSpPr>
            <a:spLocks/>
          </p:cNvSpPr>
          <p:nvPr/>
        </p:nvSpPr>
        <p:spPr bwMode="auto">
          <a:xfrm>
            <a:off x="4376739" y="5949951"/>
            <a:ext cx="357187" cy="104775"/>
          </a:xfrm>
          <a:custGeom>
            <a:avLst/>
            <a:gdLst>
              <a:gd name="T0" fmla="*/ 2147483646 w 225"/>
              <a:gd name="T1" fmla="*/ 2147483646 h 66"/>
              <a:gd name="T2" fmla="*/ 2147483646 w 225"/>
              <a:gd name="T3" fmla="*/ 2147483646 h 66"/>
              <a:gd name="T4" fmla="*/ 0 w 225"/>
              <a:gd name="T5" fmla="*/ 0 h 66"/>
              <a:gd name="T6" fmla="*/ 2147483646 w 225"/>
              <a:gd name="T7" fmla="*/ 0 h 66"/>
              <a:gd name="T8" fmla="*/ 0 w 225"/>
              <a:gd name="T9" fmla="*/ 2147483646 h 66"/>
              <a:gd name="T10" fmla="*/ 0 w 225"/>
              <a:gd name="T11" fmla="*/ 2147483646 h 66"/>
              <a:gd name="T12" fmla="*/ 2147483646 w 225"/>
              <a:gd name="T13" fmla="*/ 2147483646 h 6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66"/>
              <a:gd name="T23" fmla="*/ 225 w 225"/>
              <a:gd name="T24" fmla="*/ 66 h 6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66">
                <a:moveTo>
                  <a:pt x="225" y="66"/>
                </a:moveTo>
                <a:lnTo>
                  <a:pt x="225" y="49"/>
                </a:lnTo>
                <a:lnTo>
                  <a:pt x="0" y="0"/>
                </a:lnTo>
                <a:lnTo>
                  <a:pt x="9" y="0"/>
                </a:lnTo>
                <a:lnTo>
                  <a:pt x="0" y="17"/>
                </a:lnTo>
                <a:lnTo>
                  <a:pt x="225" y="6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96" name="Freeform 26">
            <a:extLst>
              <a:ext uri="{FF2B5EF4-FFF2-40B4-BE49-F238E27FC236}">
                <a16:creationId xmlns:a16="http://schemas.microsoft.com/office/drawing/2014/main" id="{A690E2AC-EB2C-4569-ACDE-CD0F3B198A28}"/>
              </a:ext>
            </a:extLst>
          </p:cNvPr>
          <p:cNvSpPr>
            <a:spLocks/>
          </p:cNvSpPr>
          <p:nvPr/>
        </p:nvSpPr>
        <p:spPr bwMode="auto">
          <a:xfrm>
            <a:off x="4062413" y="5846764"/>
            <a:ext cx="328612" cy="130175"/>
          </a:xfrm>
          <a:custGeom>
            <a:avLst/>
            <a:gdLst>
              <a:gd name="T0" fmla="*/ 2147483646 w 207"/>
              <a:gd name="T1" fmla="*/ 2147483646 h 82"/>
              <a:gd name="T2" fmla="*/ 2147483646 w 207"/>
              <a:gd name="T3" fmla="*/ 2147483646 h 82"/>
              <a:gd name="T4" fmla="*/ 2147483646 w 207"/>
              <a:gd name="T5" fmla="*/ 0 h 82"/>
              <a:gd name="T6" fmla="*/ 2147483646 w 207"/>
              <a:gd name="T7" fmla="*/ 0 h 82"/>
              <a:gd name="T8" fmla="*/ 0 w 207"/>
              <a:gd name="T9" fmla="*/ 2147483646 h 82"/>
              <a:gd name="T10" fmla="*/ 0 w 207"/>
              <a:gd name="T11" fmla="*/ 2147483646 h 82"/>
              <a:gd name="T12" fmla="*/ 2147483646 w 207"/>
              <a:gd name="T13" fmla="*/ 2147483646 h 8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07"/>
              <a:gd name="T22" fmla="*/ 0 h 82"/>
              <a:gd name="T23" fmla="*/ 207 w 207"/>
              <a:gd name="T24" fmla="*/ 82 h 8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07" h="82">
                <a:moveTo>
                  <a:pt x="198" y="82"/>
                </a:moveTo>
                <a:lnTo>
                  <a:pt x="207" y="65"/>
                </a:lnTo>
                <a:lnTo>
                  <a:pt x="9" y="0"/>
                </a:lnTo>
                <a:lnTo>
                  <a:pt x="0" y="16"/>
                </a:lnTo>
                <a:lnTo>
                  <a:pt x="198" y="8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97" name="Freeform 27">
            <a:extLst>
              <a:ext uri="{FF2B5EF4-FFF2-40B4-BE49-F238E27FC236}">
                <a16:creationId xmlns:a16="http://schemas.microsoft.com/office/drawing/2014/main" id="{4C269DF9-05A1-720A-56A0-4AEEB2873CFF}"/>
              </a:ext>
            </a:extLst>
          </p:cNvPr>
          <p:cNvSpPr>
            <a:spLocks/>
          </p:cNvSpPr>
          <p:nvPr/>
        </p:nvSpPr>
        <p:spPr bwMode="auto">
          <a:xfrm>
            <a:off x="3776664" y="5729289"/>
            <a:ext cx="300037" cy="142875"/>
          </a:xfrm>
          <a:custGeom>
            <a:avLst/>
            <a:gdLst>
              <a:gd name="T0" fmla="*/ 2147483646 w 189"/>
              <a:gd name="T1" fmla="*/ 2147483646 h 90"/>
              <a:gd name="T2" fmla="*/ 2147483646 w 189"/>
              <a:gd name="T3" fmla="*/ 2147483646 h 90"/>
              <a:gd name="T4" fmla="*/ 2147483646 w 189"/>
              <a:gd name="T5" fmla="*/ 0 h 90"/>
              <a:gd name="T6" fmla="*/ 2147483646 w 189"/>
              <a:gd name="T7" fmla="*/ 0 h 90"/>
              <a:gd name="T8" fmla="*/ 0 w 189"/>
              <a:gd name="T9" fmla="*/ 2147483646 h 90"/>
              <a:gd name="T10" fmla="*/ 0 w 189"/>
              <a:gd name="T11" fmla="*/ 2147483646 h 90"/>
              <a:gd name="T12" fmla="*/ 2147483646 w 189"/>
              <a:gd name="T13" fmla="*/ 2147483646 h 9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90"/>
              <a:gd name="T23" fmla="*/ 189 w 189"/>
              <a:gd name="T24" fmla="*/ 90 h 9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90">
                <a:moveTo>
                  <a:pt x="180" y="90"/>
                </a:moveTo>
                <a:lnTo>
                  <a:pt x="189" y="74"/>
                </a:lnTo>
                <a:lnTo>
                  <a:pt x="9" y="0"/>
                </a:lnTo>
                <a:lnTo>
                  <a:pt x="0" y="17"/>
                </a:lnTo>
                <a:lnTo>
                  <a:pt x="180" y="9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98" name="Freeform 28">
            <a:extLst>
              <a:ext uri="{FF2B5EF4-FFF2-40B4-BE49-F238E27FC236}">
                <a16:creationId xmlns:a16="http://schemas.microsoft.com/office/drawing/2014/main" id="{F7005F4E-DDE7-4127-2CA9-689F0373F113}"/>
              </a:ext>
            </a:extLst>
          </p:cNvPr>
          <p:cNvSpPr>
            <a:spLocks/>
          </p:cNvSpPr>
          <p:nvPr/>
        </p:nvSpPr>
        <p:spPr bwMode="auto">
          <a:xfrm>
            <a:off x="3519488" y="5600701"/>
            <a:ext cx="271462" cy="155575"/>
          </a:xfrm>
          <a:custGeom>
            <a:avLst/>
            <a:gdLst>
              <a:gd name="T0" fmla="*/ 2147483646 w 171"/>
              <a:gd name="T1" fmla="*/ 2147483646 h 98"/>
              <a:gd name="T2" fmla="*/ 2147483646 w 171"/>
              <a:gd name="T3" fmla="*/ 2147483646 h 98"/>
              <a:gd name="T4" fmla="*/ 2147483646 w 171"/>
              <a:gd name="T5" fmla="*/ 0 h 98"/>
              <a:gd name="T6" fmla="*/ 2147483646 w 171"/>
              <a:gd name="T7" fmla="*/ 0 h 98"/>
              <a:gd name="T8" fmla="*/ 0 w 171"/>
              <a:gd name="T9" fmla="*/ 2147483646 h 98"/>
              <a:gd name="T10" fmla="*/ 0 w 171"/>
              <a:gd name="T11" fmla="*/ 2147483646 h 98"/>
              <a:gd name="T12" fmla="*/ 2147483646 w 171"/>
              <a:gd name="T13" fmla="*/ 2147483646 h 9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71"/>
              <a:gd name="T22" fmla="*/ 0 h 98"/>
              <a:gd name="T23" fmla="*/ 171 w 171"/>
              <a:gd name="T24" fmla="*/ 98 h 9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71" h="98">
                <a:moveTo>
                  <a:pt x="162" y="98"/>
                </a:moveTo>
                <a:lnTo>
                  <a:pt x="171" y="81"/>
                </a:lnTo>
                <a:lnTo>
                  <a:pt x="9" y="0"/>
                </a:lnTo>
                <a:lnTo>
                  <a:pt x="0" y="16"/>
                </a:lnTo>
                <a:lnTo>
                  <a:pt x="162" y="9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99" name="Freeform 29">
            <a:extLst>
              <a:ext uri="{FF2B5EF4-FFF2-40B4-BE49-F238E27FC236}">
                <a16:creationId xmlns:a16="http://schemas.microsoft.com/office/drawing/2014/main" id="{225EBA71-442B-227A-949B-3D4A76A1D7EB}"/>
              </a:ext>
            </a:extLst>
          </p:cNvPr>
          <p:cNvSpPr>
            <a:spLocks/>
          </p:cNvSpPr>
          <p:nvPr/>
        </p:nvSpPr>
        <p:spPr bwMode="auto">
          <a:xfrm>
            <a:off x="3319463" y="5445126"/>
            <a:ext cx="214312" cy="180975"/>
          </a:xfrm>
          <a:custGeom>
            <a:avLst/>
            <a:gdLst>
              <a:gd name="T0" fmla="*/ 2147483646 w 135"/>
              <a:gd name="T1" fmla="*/ 2147483646 h 114"/>
              <a:gd name="T2" fmla="*/ 2147483646 w 135"/>
              <a:gd name="T3" fmla="*/ 2147483646 h 114"/>
              <a:gd name="T4" fmla="*/ 2147483646 w 135"/>
              <a:gd name="T5" fmla="*/ 0 h 114"/>
              <a:gd name="T6" fmla="*/ 2147483646 w 135"/>
              <a:gd name="T7" fmla="*/ 2147483646 h 114"/>
              <a:gd name="T8" fmla="*/ 0 w 135"/>
              <a:gd name="T9" fmla="*/ 2147483646 h 114"/>
              <a:gd name="T10" fmla="*/ 2147483646 w 135"/>
              <a:gd name="T11" fmla="*/ 2147483646 h 114"/>
              <a:gd name="T12" fmla="*/ 2147483646 w 135"/>
              <a:gd name="T13" fmla="*/ 2147483646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35"/>
              <a:gd name="T22" fmla="*/ 0 h 114"/>
              <a:gd name="T23" fmla="*/ 135 w 135"/>
              <a:gd name="T24" fmla="*/ 114 h 11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35" h="114">
                <a:moveTo>
                  <a:pt x="126" y="114"/>
                </a:moveTo>
                <a:lnTo>
                  <a:pt x="135" y="98"/>
                </a:lnTo>
                <a:lnTo>
                  <a:pt x="18" y="0"/>
                </a:lnTo>
                <a:lnTo>
                  <a:pt x="18" y="8"/>
                </a:lnTo>
                <a:lnTo>
                  <a:pt x="0" y="16"/>
                </a:lnTo>
                <a:lnTo>
                  <a:pt x="9" y="16"/>
                </a:lnTo>
                <a:lnTo>
                  <a:pt x="126" y="1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00" name="Freeform 30">
            <a:extLst>
              <a:ext uri="{FF2B5EF4-FFF2-40B4-BE49-F238E27FC236}">
                <a16:creationId xmlns:a16="http://schemas.microsoft.com/office/drawing/2014/main" id="{3F656E7B-A5BC-6D39-9277-E83EE2B4362F}"/>
              </a:ext>
            </a:extLst>
          </p:cNvPr>
          <p:cNvSpPr>
            <a:spLocks/>
          </p:cNvSpPr>
          <p:nvPr/>
        </p:nvSpPr>
        <p:spPr bwMode="auto">
          <a:xfrm>
            <a:off x="3162300" y="5302251"/>
            <a:ext cx="185738" cy="168275"/>
          </a:xfrm>
          <a:custGeom>
            <a:avLst/>
            <a:gdLst>
              <a:gd name="T0" fmla="*/ 2147483646 w 117"/>
              <a:gd name="T1" fmla="*/ 2147483646 h 106"/>
              <a:gd name="T2" fmla="*/ 2147483646 w 117"/>
              <a:gd name="T3" fmla="*/ 2147483646 h 106"/>
              <a:gd name="T4" fmla="*/ 2147483646 w 117"/>
              <a:gd name="T5" fmla="*/ 0 h 106"/>
              <a:gd name="T6" fmla="*/ 0 w 117"/>
              <a:gd name="T7" fmla="*/ 2147483646 h 106"/>
              <a:gd name="T8" fmla="*/ 2147483646 w 117"/>
              <a:gd name="T9" fmla="*/ 2147483646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"/>
              <a:gd name="T16" fmla="*/ 0 h 106"/>
              <a:gd name="T17" fmla="*/ 117 w 117"/>
              <a:gd name="T18" fmla="*/ 106 h 1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" h="106">
                <a:moveTo>
                  <a:pt x="99" y="106"/>
                </a:moveTo>
                <a:lnTo>
                  <a:pt x="117" y="98"/>
                </a:lnTo>
                <a:lnTo>
                  <a:pt x="18" y="0"/>
                </a:lnTo>
                <a:lnTo>
                  <a:pt x="0" y="8"/>
                </a:lnTo>
                <a:lnTo>
                  <a:pt x="99" y="10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01" name="Freeform 31">
            <a:extLst>
              <a:ext uri="{FF2B5EF4-FFF2-40B4-BE49-F238E27FC236}">
                <a16:creationId xmlns:a16="http://schemas.microsoft.com/office/drawing/2014/main" id="{619AA70F-874E-F808-EEDF-B89B8A62D488}"/>
              </a:ext>
            </a:extLst>
          </p:cNvPr>
          <p:cNvSpPr>
            <a:spLocks/>
          </p:cNvSpPr>
          <p:nvPr/>
        </p:nvSpPr>
        <p:spPr bwMode="auto">
          <a:xfrm>
            <a:off x="8834439" y="5302250"/>
            <a:ext cx="28575" cy="25400"/>
          </a:xfrm>
          <a:custGeom>
            <a:avLst/>
            <a:gdLst>
              <a:gd name="T0" fmla="*/ 0 w 18"/>
              <a:gd name="T1" fmla="*/ 2147483646 h 16"/>
              <a:gd name="T2" fmla="*/ 2147483646 w 18"/>
              <a:gd name="T3" fmla="*/ 2147483646 h 16"/>
              <a:gd name="T4" fmla="*/ 2147483646 w 18"/>
              <a:gd name="T5" fmla="*/ 2147483646 h 16"/>
              <a:gd name="T6" fmla="*/ 2147483646 w 18"/>
              <a:gd name="T7" fmla="*/ 2147483646 h 16"/>
              <a:gd name="T8" fmla="*/ 2147483646 w 18"/>
              <a:gd name="T9" fmla="*/ 0 h 16"/>
              <a:gd name="T10" fmla="*/ 2147483646 w 18"/>
              <a:gd name="T11" fmla="*/ 0 h 16"/>
              <a:gd name="T12" fmla="*/ 0 w 18"/>
              <a:gd name="T13" fmla="*/ 0 h 16"/>
              <a:gd name="T14" fmla="*/ 0 w 18"/>
              <a:gd name="T15" fmla="*/ 2147483646 h 16"/>
              <a:gd name="T16" fmla="*/ 0 w 18"/>
              <a:gd name="T17" fmla="*/ 2147483646 h 16"/>
              <a:gd name="T18" fmla="*/ 0 w 18"/>
              <a:gd name="T19" fmla="*/ 2147483646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0" y="16"/>
                </a:moveTo>
                <a:lnTo>
                  <a:pt x="9" y="16"/>
                </a:lnTo>
                <a:lnTo>
                  <a:pt x="18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lnTo>
                  <a:pt x="0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02" name="Freeform 32">
            <a:extLst>
              <a:ext uri="{FF2B5EF4-FFF2-40B4-BE49-F238E27FC236}">
                <a16:creationId xmlns:a16="http://schemas.microsoft.com/office/drawing/2014/main" id="{86B34954-E056-EA1D-221B-060903934377}"/>
              </a:ext>
            </a:extLst>
          </p:cNvPr>
          <p:cNvSpPr>
            <a:spLocks/>
          </p:cNvSpPr>
          <p:nvPr/>
        </p:nvSpPr>
        <p:spPr bwMode="auto">
          <a:xfrm>
            <a:off x="8691564" y="5289551"/>
            <a:ext cx="200025" cy="168275"/>
          </a:xfrm>
          <a:custGeom>
            <a:avLst/>
            <a:gdLst>
              <a:gd name="T0" fmla="*/ 2147483646 w 126"/>
              <a:gd name="T1" fmla="*/ 2147483646 h 106"/>
              <a:gd name="T2" fmla="*/ 2147483646 w 126"/>
              <a:gd name="T3" fmla="*/ 2147483646 h 106"/>
              <a:gd name="T4" fmla="*/ 0 w 126"/>
              <a:gd name="T5" fmla="*/ 2147483646 h 106"/>
              <a:gd name="T6" fmla="*/ 2147483646 w 126"/>
              <a:gd name="T7" fmla="*/ 0 h 106"/>
              <a:gd name="T8" fmla="*/ 2147483646 w 126"/>
              <a:gd name="T9" fmla="*/ 2147483646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6"/>
              <a:gd name="T16" fmla="*/ 0 h 106"/>
              <a:gd name="T17" fmla="*/ 126 w 126"/>
              <a:gd name="T18" fmla="*/ 106 h 1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6" h="106">
                <a:moveTo>
                  <a:pt x="90" y="24"/>
                </a:moveTo>
                <a:lnTo>
                  <a:pt x="126" y="41"/>
                </a:lnTo>
                <a:lnTo>
                  <a:pt x="0" y="106"/>
                </a:lnTo>
                <a:lnTo>
                  <a:pt x="63" y="0"/>
                </a:lnTo>
                <a:lnTo>
                  <a:pt x="90" y="24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03" name="Freeform 33">
            <a:extLst>
              <a:ext uri="{FF2B5EF4-FFF2-40B4-BE49-F238E27FC236}">
                <a16:creationId xmlns:a16="http://schemas.microsoft.com/office/drawing/2014/main" id="{5B5C5485-8291-9D47-5125-09999E7EE0BF}"/>
              </a:ext>
            </a:extLst>
          </p:cNvPr>
          <p:cNvSpPr>
            <a:spLocks/>
          </p:cNvSpPr>
          <p:nvPr/>
        </p:nvSpPr>
        <p:spPr bwMode="auto">
          <a:xfrm>
            <a:off x="8691564" y="5289551"/>
            <a:ext cx="200025" cy="168275"/>
          </a:xfrm>
          <a:custGeom>
            <a:avLst/>
            <a:gdLst>
              <a:gd name="T0" fmla="*/ 2147483646 w 126"/>
              <a:gd name="T1" fmla="*/ 2147483646 h 106"/>
              <a:gd name="T2" fmla="*/ 2147483646 w 126"/>
              <a:gd name="T3" fmla="*/ 2147483646 h 106"/>
              <a:gd name="T4" fmla="*/ 0 w 126"/>
              <a:gd name="T5" fmla="*/ 2147483646 h 106"/>
              <a:gd name="T6" fmla="*/ 2147483646 w 126"/>
              <a:gd name="T7" fmla="*/ 0 h 106"/>
              <a:gd name="T8" fmla="*/ 2147483646 w 126"/>
              <a:gd name="T9" fmla="*/ 2147483646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6"/>
              <a:gd name="T16" fmla="*/ 0 h 106"/>
              <a:gd name="T17" fmla="*/ 126 w 126"/>
              <a:gd name="T18" fmla="*/ 106 h 1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6" h="106">
                <a:moveTo>
                  <a:pt x="90" y="24"/>
                </a:moveTo>
                <a:lnTo>
                  <a:pt x="126" y="41"/>
                </a:lnTo>
                <a:lnTo>
                  <a:pt x="0" y="106"/>
                </a:lnTo>
                <a:lnTo>
                  <a:pt x="63" y="0"/>
                </a:lnTo>
                <a:lnTo>
                  <a:pt x="90" y="2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04" name="Freeform 34">
            <a:extLst>
              <a:ext uri="{FF2B5EF4-FFF2-40B4-BE49-F238E27FC236}">
                <a16:creationId xmlns:a16="http://schemas.microsoft.com/office/drawing/2014/main" id="{48FA874D-A8B7-E88F-32DA-9B7F52A26933}"/>
              </a:ext>
            </a:extLst>
          </p:cNvPr>
          <p:cNvSpPr>
            <a:spLocks/>
          </p:cNvSpPr>
          <p:nvPr/>
        </p:nvSpPr>
        <p:spPr bwMode="auto">
          <a:xfrm>
            <a:off x="9120188" y="1697038"/>
            <a:ext cx="228600" cy="246062"/>
          </a:xfrm>
          <a:custGeom>
            <a:avLst/>
            <a:gdLst>
              <a:gd name="T0" fmla="*/ 2147483646 w 144"/>
              <a:gd name="T1" fmla="*/ 0 h 155"/>
              <a:gd name="T2" fmla="*/ 0 w 144"/>
              <a:gd name="T3" fmla="*/ 2147483646 h 155"/>
              <a:gd name="T4" fmla="*/ 2147483646 w 144"/>
              <a:gd name="T5" fmla="*/ 2147483646 h 155"/>
              <a:gd name="T6" fmla="*/ 2147483646 w 144"/>
              <a:gd name="T7" fmla="*/ 2147483646 h 155"/>
              <a:gd name="T8" fmla="*/ 2147483646 w 144"/>
              <a:gd name="T9" fmla="*/ 2147483646 h 155"/>
              <a:gd name="T10" fmla="*/ 2147483646 w 144"/>
              <a:gd name="T11" fmla="*/ 2147483646 h 155"/>
              <a:gd name="T12" fmla="*/ 2147483646 w 144"/>
              <a:gd name="T13" fmla="*/ 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44"/>
              <a:gd name="T22" fmla="*/ 0 h 155"/>
              <a:gd name="T23" fmla="*/ 144 w 144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44" h="155">
                <a:moveTo>
                  <a:pt x="18" y="0"/>
                </a:moveTo>
                <a:lnTo>
                  <a:pt x="0" y="8"/>
                </a:lnTo>
                <a:lnTo>
                  <a:pt x="126" y="155"/>
                </a:lnTo>
                <a:lnTo>
                  <a:pt x="144" y="147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05" name="Freeform 35">
            <a:extLst>
              <a:ext uri="{FF2B5EF4-FFF2-40B4-BE49-F238E27FC236}">
                <a16:creationId xmlns:a16="http://schemas.microsoft.com/office/drawing/2014/main" id="{D494DFA8-57A0-F12C-7379-0E53E55CC196}"/>
              </a:ext>
            </a:extLst>
          </p:cNvPr>
          <p:cNvSpPr>
            <a:spLocks/>
          </p:cNvSpPr>
          <p:nvPr/>
        </p:nvSpPr>
        <p:spPr bwMode="auto">
          <a:xfrm>
            <a:off x="9320214" y="1930400"/>
            <a:ext cx="185737" cy="260350"/>
          </a:xfrm>
          <a:custGeom>
            <a:avLst/>
            <a:gdLst>
              <a:gd name="T0" fmla="*/ 2147483646 w 117"/>
              <a:gd name="T1" fmla="*/ 0 h 164"/>
              <a:gd name="T2" fmla="*/ 0 w 117"/>
              <a:gd name="T3" fmla="*/ 2147483646 h 164"/>
              <a:gd name="T4" fmla="*/ 2147483646 w 117"/>
              <a:gd name="T5" fmla="*/ 2147483646 h 164"/>
              <a:gd name="T6" fmla="*/ 2147483646 w 117"/>
              <a:gd name="T7" fmla="*/ 2147483646 h 164"/>
              <a:gd name="T8" fmla="*/ 2147483646 w 117"/>
              <a:gd name="T9" fmla="*/ 2147483646 h 164"/>
              <a:gd name="T10" fmla="*/ 2147483646 w 117"/>
              <a:gd name="T11" fmla="*/ 2147483646 h 164"/>
              <a:gd name="T12" fmla="*/ 2147483646 w 117"/>
              <a:gd name="T13" fmla="*/ 0 h 16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17"/>
              <a:gd name="T22" fmla="*/ 0 h 164"/>
              <a:gd name="T23" fmla="*/ 117 w 117"/>
              <a:gd name="T24" fmla="*/ 164 h 16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17" h="164">
                <a:moveTo>
                  <a:pt x="18" y="0"/>
                </a:moveTo>
                <a:lnTo>
                  <a:pt x="0" y="8"/>
                </a:lnTo>
                <a:lnTo>
                  <a:pt x="99" y="164"/>
                </a:lnTo>
                <a:lnTo>
                  <a:pt x="117" y="155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06" name="Freeform 36">
            <a:extLst>
              <a:ext uri="{FF2B5EF4-FFF2-40B4-BE49-F238E27FC236}">
                <a16:creationId xmlns:a16="http://schemas.microsoft.com/office/drawing/2014/main" id="{BAD6E7D8-4954-2ACC-E2F3-D8C36601E6A7}"/>
              </a:ext>
            </a:extLst>
          </p:cNvPr>
          <p:cNvSpPr>
            <a:spLocks/>
          </p:cNvSpPr>
          <p:nvPr/>
        </p:nvSpPr>
        <p:spPr bwMode="auto">
          <a:xfrm>
            <a:off x="9477376" y="2176463"/>
            <a:ext cx="142875" cy="247650"/>
          </a:xfrm>
          <a:custGeom>
            <a:avLst/>
            <a:gdLst>
              <a:gd name="T0" fmla="*/ 2147483646 w 90"/>
              <a:gd name="T1" fmla="*/ 0 h 156"/>
              <a:gd name="T2" fmla="*/ 0 w 90"/>
              <a:gd name="T3" fmla="*/ 2147483646 h 156"/>
              <a:gd name="T4" fmla="*/ 2147483646 w 90"/>
              <a:gd name="T5" fmla="*/ 2147483646 h 156"/>
              <a:gd name="T6" fmla="*/ 2147483646 w 90"/>
              <a:gd name="T7" fmla="*/ 2147483646 h 156"/>
              <a:gd name="T8" fmla="*/ 2147483646 w 90"/>
              <a:gd name="T9" fmla="*/ 2147483646 h 156"/>
              <a:gd name="T10" fmla="*/ 2147483646 w 90"/>
              <a:gd name="T11" fmla="*/ 2147483646 h 156"/>
              <a:gd name="T12" fmla="*/ 2147483646 w 90"/>
              <a:gd name="T13" fmla="*/ 0 h 15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90"/>
              <a:gd name="T22" fmla="*/ 0 h 156"/>
              <a:gd name="T23" fmla="*/ 90 w 90"/>
              <a:gd name="T24" fmla="*/ 156 h 15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90" h="156">
                <a:moveTo>
                  <a:pt x="18" y="0"/>
                </a:moveTo>
                <a:lnTo>
                  <a:pt x="0" y="9"/>
                </a:lnTo>
                <a:lnTo>
                  <a:pt x="72" y="156"/>
                </a:lnTo>
                <a:lnTo>
                  <a:pt x="90" y="147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07" name="Freeform 37">
            <a:extLst>
              <a:ext uri="{FF2B5EF4-FFF2-40B4-BE49-F238E27FC236}">
                <a16:creationId xmlns:a16="http://schemas.microsoft.com/office/drawing/2014/main" id="{EF13402A-FCE0-6F6E-5F9C-8CA9C807CFC2}"/>
              </a:ext>
            </a:extLst>
          </p:cNvPr>
          <p:cNvSpPr>
            <a:spLocks/>
          </p:cNvSpPr>
          <p:nvPr/>
        </p:nvSpPr>
        <p:spPr bwMode="auto">
          <a:xfrm>
            <a:off x="9591675" y="2409825"/>
            <a:ext cx="114300" cy="260350"/>
          </a:xfrm>
          <a:custGeom>
            <a:avLst/>
            <a:gdLst>
              <a:gd name="T0" fmla="*/ 2147483646 w 72"/>
              <a:gd name="T1" fmla="*/ 0 h 164"/>
              <a:gd name="T2" fmla="*/ 0 w 72"/>
              <a:gd name="T3" fmla="*/ 2147483646 h 164"/>
              <a:gd name="T4" fmla="*/ 2147483646 w 72"/>
              <a:gd name="T5" fmla="*/ 2147483646 h 164"/>
              <a:gd name="T6" fmla="*/ 2147483646 w 72"/>
              <a:gd name="T7" fmla="*/ 2147483646 h 164"/>
              <a:gd name="T8" fmla="*/ 2147483646 w 72"/>
              <a:gd name="T9" fmla="*/ 2147483646 h 164"/>
              <a:gd name="T10" fmla="*/ 2147483646 w 72"/>
              <a:gd name="T11" fmla="*/ 2147483646 h 164"/>
              <a:gd name="T12" fmla="*/ 2147483646 w 72"/>
              <a:gd name="T13" fmla="*/ 0 h 16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2"/>
              <a:gd name="T22" fmla="*/ 0 h 164"/>
              <a:gd name="T23" fmla="*/ 72 w 72"/>
              <a:gd name="T24" fmla="*/ 164 h 16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2" h="164">
                <a:moveTo>
                  <a:pt x="18" y="0"/>
                </a:moveTo>
                <a:lnTo>
                  <a:pt x="0" y="9"/>
                </a:lnTo>
                <a:lnTo>
                  <a:pt x="54" y="164"/>
                </a:lnTo>
                <a:lnTo>
                  <a:pt x="54" y="156"/>
                </a:lnTo>
                <a:lnTo>
                  <a:pt x="72" y="156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08" name="Freeform 38">
            <a:extLst>
              <a:ext uri="{FF2B5EF4-FFF2-40B4-BE49-F238E27FC236}">
                <a16:creationId xmlns:a16="http://schemas.microsoft.com/office/drawing/2014/main" id="{D52159AA-019E-06D8-154B-0E67467DE7FD}"/>
              </a:ext>
            </a:extLst>
          </p:cNvPr>
          <p:cNvSpPr>
            <a:spLocks/>
          </p:cNvSpPr>
          <p:nvPr/>
        </p:nvSpPr>
        <p:spPr bwMode="auto">
          <a:xfrm>
            <a:off x="9677401" y="2657476"/>
            <a:ext cx="85725" cy="233363"/>
          </a:xfrm>
          <a:custGeom>
            <a:avLst/>
            <a:gdLst>
              <a:gd name="T0" fmla="*/ 2147483646 w 54"/>
              <a:gd name="T1" fmla="*/ 0 h 147"/>
              <a:gd name="T2" fmla="*/ 0 w 54"/>
              <a:gd name="T3" fmla="*/ 0 h 147"/>
              <a:gd name="T4" fmla="*/ 2147483646 w 54"/>
              <a:gd name="T5" fmla="*/ 2147483646 h 147"/>
              <a:gd name="T6" fmla="*/ 2147483646 w 54"/>
              <a:gd name="T7" fmla="*/ 2147483646 h 147"/>
              <a:gd name="T8" fmla="*/ 2147483646 w 54"/>
              <a:gd name="T9" fmla="*/ 2147483646 h 147"/>
              <a:gd name="T10" fmla="*/ 2147483646 w 54"/>
              <a:gd name="T11" fmla="*/ 2147483646 h 147"/>
              <a:gd name="T12" fmla="*/ 2147483646 w 54"/>
              <a:gd name="T13" fmla="*/ 0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54"/>
              <a:gd name="T22" fmla="*/ 0 h 147"/>
              <a:gd name="T23" fmla="*/ 54 w 54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54" h="147">
                <a:moveTo>
                  <a:pt x="18" y="0"/>
                </a:moveTo>
                <a:lnTo>
                  <a:pt x="0" y="0"/>
                </a:lnTo>
                <a:lnTo>
                  <a:pt x="36" y="147"/>
                </a:lnTo>
                <a:lnTo>
                  <a:pt x="54" y="147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09" name="Freeform 39">
            <a:extLst>
              <a:ext uri="{FF2B5EF4-FFF2-40B4-BE49-F238E27FC236}">
                <a16:creationId xmlns:a16="http://schemas.microsoft.com/office/drawing/2014/main" id="{654DDEDE-BA33-B8FF-20C3-9D36B92CFA0C}"/>
              </a:ext>
            </a:extLst>
          </p:cNvPr>
          <p:cNvSpPr>
            <a:spLocks/>
          </p:cNvSpPr>
          <p:nvPr/>
        </p:nvSpPr>
        <p:spPr bwMode="auto">
          <a:xfrm>
            <a:off x="9734550" y="2890838"/>
            <a:ext cx="57150" cy="246062"/>
          </a:xfrm>
          <a:custGeom>
            <a:avLst/>
            <a:gdLst>
              <a:gd name="T0" fmla="*/ 2147483646 w 36"/>
              <a:gd name="T1" fmla="*/ 0 h 155"/>
              <a:gd name="T2" fmla="*/ 0 w 36"/>
              <a:gd name="T3" fmla="*/ 0 h 155"/>
              <a:gd name="T4" fmla="*/ 2147483646 w 36"/>
              <a:gd name="T5" fmla="*/ 2147483646 h 155"/>
              <a:gd name="T6" fmla="*/ 2147483646 w 36"/>
              <a:gd name="T7" fmla="*/ 2147483646 h 155"/>
              <a:gd name="T8" fmla="*/ 2147483646 w 36"/>
              <a:gd name="T9" fmla="*/ 2147483646 h 155"/>
              <a:gd name="T10" fmla="*/ 2147483646 w 36"/>
              <a:gd name="T11" fmla="*/ 2147483646 h 155"/>
              <a:gd name="T12" fmla="*/ 2147483646 w 36"/>
              <a:gd name="T13" fmla="*/ 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6"/>
              <a:gd name="T22" fmla="*/ 0 h 155"/>
              <a:gd name="T23" fmla="*/ 36 w 36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6" h="155">
                <a:moveTo>
                  <a:pt x="18" y="0"/>
                </a:moveTo>
                <a:lnTo>
                  <a:pt x="0" y="0"/>
                </a:lnTo>
                <a:lnTo>
                  <a:pt x="18" y="155"/>
                </a:lnTo>
                <a:lnTo>
                  <a:pt x="36" y="155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10" name="Freeform 40">
            <a:extLst>
              <a:ext uri="{FF2B5EF4-FFF2-40B4-BE49-F238E27FC236}">
                <a16:creationId xmlns:a16="http://schemas.microsoft.com/office/drawing/2014/main" id="{EA3E9700-1F3D-E171-25AD-F2FEB63BAF00}"/>
              </a:ext>
            </a:extLst>
          </p:cNvPr>
          <p:cNvSpPr>
            <a:spLocks/>
          </p:cNvSpPr>
          <p:nvPr/>
        </p:nvSpPr>
        <p:spPr bwMode="auto">
          <a:xfrm>
            <a:off x="9720264" y="3136901"/>
            <a:ext cx="71437" cy="479425"/>
          </a:xfrm>
          <a:custGeom>
            <a:avLst/>
            <a:gdLst>
              <a:gd name="T0" fmla="*/ 2147483646 w 45"/>
              <a:gd name="T1" fmla="*/ 0 h 302"/>
              <a:gd name="T2" fmla="*/ 2147483646 w 45"/>
              <a:gd name="T3" fmla="*/ 0 h 302"/>
              <a:gd name="T4" fmla="*/ 0 w 45"/>
              <a:gd name="T5" fmla="*/ 2147483646 h 302"/>
              <a:gd name="T6" fmla="*/ 0 w 45"/>
              <a:gd name="T7" fmla="*/ 2147483646 h 302"/>
              <a:gd name="T8" fmla="*/ 2147483646 w 45"/>
              <a:gd name="T9" fmla="*/ 2147483646 h 302"/>
              <a:gd name="T10" fmla="*/ 2147483646 w 45"/>
              <a:gd name="T11" fmla="*/ 2147483646 h 302"/>
              <a:gd name="T12" fmla="*/ 2147483646 w 45"/>
              <a:gd name="T13" fmla="*/ 0 h 30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5"/>
              <a:gd name="T22" fmla="*/ 0 h 302"/>
              <a:gd name="T23" fmla="*/ 45 w 45"/>
              <a:gd name="T24" fmla="*/ 302 h 30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5" h="302">
                <a:moveTo>
                  <a:pt x="45" y="0"/>
                </a:moveTo>
                <a:lnTo>
                  <a:pt x="27" y="0"/>
                </a:lnTo>
                <a:lnTo>
                  <a:pt x="0" y="294"/>
                </a:lnTo>
                <a:lnTo>
                  <a:pt x="18" y="302"/>
                </a:lnTo>
                <a:lnTo>
                  <a:pt x="18" y="294"/>
                </a:lnTo>
                <a:lnTo>
                  <a:pt x="4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11" name="Freeform 41">
            <a:extLst>
              <a:ext uri="{FF2B5EF4-FFF2-40B4-BE49-F238E27FC236}">
                <a16:creationId xmlns:a16="http://schemas.microsoft.com/office/drawing/2014/main" id="{5A0BDC09-A39A-2512-EEE7-105D74678723}"/>
              </a:ext>
            </a:extLst>
          </p:cNvPr>
          <p:cNvSpPr>
            <a:spLocks/>
          </p:cNvSpPr>
          <p:nvPr/>
        </p:nvSpPr>
        <p:spPr bwMode="auto">
          <a:xfrm>
            <a:off x="9605964" y="3603625"/>
            <a:ext cx="142875" cy="427038"/>
          </a:xfrm>
          <a:custGeom>
            <a:avLst/>
            <a:gdLst>
              <a:gd name="T0" fmla="*/ 2147483646 w 90"/>
              <a:gd name="T1" fmla="*/ 2147483646 h 269"/>
              <a:gd name="T2" fmla="*/ 2147483646 w 90"/>
              <a:gd name="T3" fmla="*/ 0 h 269"/>
              <a:gd name="T4" fmla="*/ 0 w 90"/>
              <a:gd name="T5" fmla="*/ 2147483646 h 269"/>
              <a:gd name="T6" fmla="*/ 0 w 90"/>
              <a:gd name="T7" fmla="*/ 2147483646 h 269"/>
              <a:gd name="T8" fmla="*/ 2147483646 w 90"/>
              <a:gd name="T9" fmla="*/ 2147483646 h 269"/>
              <a:gd name="T10" fmla="*/ 2147483646 w 90"/>
              <a:gd name="T11" fmla="*/ 2147483646 h 269"/>
              <a:gd name="T12" fmla="*/ 2147483646 w 90"/>
              <a:gd name="T13" fmla="*/ 2147483646 h 26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90"/>
              <a:gd name="T22" fmla="*/ 0 h 269"/>
              <a:gd name="T23" fmla="*/ 90 w 90"/>
              <a:gd name="T24" fmla="*/ 269 h 26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90" h="269">
                <a:moveTo>
                  <a:pt x="90" y="8"/>
                </a:moveTo>
                <a:lnTo>
                  <a:pt x="72" y="0"/>
                </a:lnTo>
                <a:lnTo>
                  <a:pt x="0" y="261"/>
                </a:lnTo>
                <a:lnTo>
                  <a:pt x="18" y="269"/>
                </a:lnTo>
                <a:lnTo>
                  <a:pt x="9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12" name="Freeform 42">
            <a:extLst>
              <a:ext uri="{FF2B5EF4-FFF2-40B4-BE49-F238E27FC236}">
                <a16:creationId xmlns:a16="http://schemas.microsoft.com/office/drawing/2014/main" id="{207A03B1-4173-F6E9-42BB-CBC9D1AE40B2}"/>
              </a:ext>
            </a:extLst>
          </p:cNvPr>
          <p:cNvSpPr>
            <a:spLocks/>
          </p:cNvSpPr>
          <p:nvPr/>
        </p:nvSpPr>
        <p:spPr bwMode="auto">
          <a:xfrm>
            <a:off x="9420226" y="4017964"/>
            <a:ext cx="214313" cy="466725"/>
          </a:xfrm>
          <a:custGeom>
            <a:avLst/>
            <a:gdLst>
              <a:gd name="T0" fmla="*/ 2147483646 w 135"/>
              <a:gd name="T1" fmla="*/ 2147483646 h 294"/>
              <a:gd name="T2" fmla="*/ 2147483646 w 135"/>
              <a:gd name="T3" fmla="*/ 0 h 294"/>
              <a:gd name="T4" fmla="*/ 0 w 135"/>
              <a:gd name="T5" fmla="*/ 2147483646 h 294"/>
              <a:gd name="T6" fmla="*/ 0 w 135"/>
              <a:gd name="T7" fmla="*/ 2147483646 h 294"/>
              <a:gd name="T8" fmla="*/ 2147483646 w 135"/>
              <a:gd name="T9" fmla="*/ 2147483646 h 294"/>
              <a:gd name="T10" fmla="*/ 2147483646 w 135"/>
              <a:gd name="T11" fmla="*/ 2147483646 h 294"/>
              <a:gd name="T12" fmla="*/ 2147483646 w 135"/>
              <a:gd name="T13" fmla="*/ 2147483646 h 29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35"/>
              <a:gd name="T22" fmla="*/ 0 h 294"/>
              <a:gd name="T23" fmla="*/ 135 w 135"/>
              <a:gd name="T24" fmla="*/ 294 h 29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35" h="294">
                <a:moveTo>
                  <a:pt x="135" y="8"/>
                </a:moveTo>
                <a:lnTo>
                  <a:pt x="117" y="0"/>
                </a:lnTo>
                <a:lnTo>
                  <a:pt x="0" y="286"/>
                </a:lnTo>
                <a:lnTo>
                  <a:pt x="18" y="294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13" name="Freeform 43">
            <a:extLst>
              <a:ext uri="{FF2B5EF4-FFF2-40B4-BE49-F238E27FC236}">
                <a16:creationId xmlns:a16="http://schemas.microsoft.com/office/drawing/2014/main" id="{80DD260E-12E8-96C6-EFDB-2F7806F014CF}"/>
              </a:ext>
            </a:extLst>
          </p:cNvPr>
          <p:cNvSpPr>
            <a:spLocks/>
          </p:cNvSpPr>
          <p:nvPr/>
        </p:nvSpPr>
        <p:spPr bwMode="auto">
          <a:xfrm>
            <a:off x="9163050" y="4471989"/>
            <a:ext cx="285750" cy="454025"/>
          </a:xfrm>
          <a:custGeom>
            <a:avLst/>
            <a:gdLst>
              <a:gd name="T0" fmla="*/ 2147483646 w 180"/>
              <a:gd name="T1" fmla="*/ 2147483646 h 286"/>
              <a:gd name="T2" fmla="*/ 2147483646 w 180"/>
              <a:gd name="T3" fmla="*/ 0 h 286"/>
              <a:gd name="T4" fmla="*/ 0 w 180"/>
              <a:gd name="T5" fmla="*/ 2147483646 h 286"/>
              <a:gd name="T6" fmla="*/ 0 w 180"/>
              <a:gd name="T7" fmla="*/ 2147483646 h 286"/>
              <a:gd name="T8" fmla="*/ 2147483646 w 180"/>
              <a:gd name="T9" fmla="*/ 2147483646 h 286"/>
              <a:gd name="T10" fmla="*/ 2147483646 w 180"/>
              <a:gd name="T11" fmla="*/ 2147483646 h 286"/>
              <a:gd name="T12" fmla="*/ 2147483646 w 180"/>
              <a:gd name="T13" fmla="*/ 2147483646 h 28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0"/>
              <a:gd name="T22" fmla="*/ 0 h 286"/>
              <a:gd name="T23" fmla="*/ 180 w 180"/>
              <a:gd name="T24" fmla="*/ 286 h 28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0" h="286">
                <a:moveTo>
                  <a:pt x="180" y="8"/>
                </a:moveTo>
                <a:lnTo>
                  <a:pt x="162" y="0"/>
                </a:lnTo>
                <a:lnTo>
                  <a:pt x="0" y="278"/>
                </a:lnTo>
                <a:lnTo>
                  <a:pt x="18" y="286"/>
                </a:lnTo>
                <a:lnTo>
                  <a:pt x="18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14" name="Freeform 44">
            <a:extLst>
              <a:ext uri="{FF2B5EF4-FFF2-40B4-BE49-F238E27FC236}">
                <a16:creationId xmlns:a16="http://schemas.microsoft.com/office/drawing/2014/main" id="{D6489520-43F2-72A4-7BA5-0F888C7E447A}"/>
              </a:ext>
            </a:extLst>
          </p:cNvPr>
          <p:cNvSpPr>
            <a:spLocks/>
          </p:cNvSpPr>
          <p:nvPr/>
        </p:nvSpPr>
        <p:spPr bwMode="auto">
          <a:xfrm>
            <a:off x="9005889" y="4913313"/>
            <a:ext cx="185737" cy="220662"/>
          </a:xfrm>
          <a:custGeom>
            <a:avLst/>
            <a:gdLst>
              <a:gd name="T0" fmla="*/ 2147483646 w 117"/>
              <a:gd name="T1" fmla="*/ 2147483646 h 139"/>
              <a:gd name="T2" fmla="*/ 2147483646 w 117"/>
              <a:gd name="T3" fmla="*/ 0 h 139"/>
              <a:gd name="T4" fmla="*/ 0 w 117"/>
              <a:gd name="T5" fmla="*/ 2147483646 h 139"/>
              <a:gd name="T6" fmla="*/ 0 w 117"/>
              <a:gd name="T7" fmla="*/ 2147483646 h 139"/>
              <a:gd name="T8" fmla="*/ 2147483646 w 117"/>
              <a:gd name="T9" fmla="*/ 2147483646 h 139"/>
              <a:gd name="T10" fmla="*/ 2147483646 w 117"/>
              <a:gd name="T11" fmla="*/ 2147483646 h 139"/>
              <a:gd name="T12" fmla="*/ 2147483646 w 117"/>
              <a:gd name="T13" fmla="*/ 2147483646 h 13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17"/>
              <a:gd name="T22" fmla="*/ 0 h 139"/>
              <a:gd name="T23" fmla="*/ 117 w 117"/>
              <a:gd name="T24" fmla="*/ 139 h 13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17" h="139">
                <a:moveTo>
                  <a:pt x="117" y="8"/>
                </a:moveTo>
                <a:lnTo>
                  <a:pt x="99" y="0"/>
                </a:lnTo>
                <a:lnTo>
                  <a:pt x="0" y="131"/>
                </a:lnTo>
                <a:lnTo>
                  <a:pt x="18" y="139"/>
                </a:lnTo>
                <a:lnTo>
                  <a:pt x="117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15" name="Freeform 45">
            <a:extLst>
              <a:ext uri="{FF2B5EF4-FFF2-40B4-BE49-F238E27FC236}">
                <a16:creationId xmlns:a16="http://schemas.microsoft.com/office/drawing/2014/main" id="{C93B9C2F-C814-6EB6-D5A0-1F3ACBB714D8}"/>
              </a:ext>
            </a:extLst>
          </p:cNvPr>
          <p:cNvSpPr>
            <a:spLocks/>
          </p:cNvSpPr>
          <p:nvPr/>
        </p:nvSpPr>
        <p:spPr bwMode="auto">
          <a:xfrm>
            <a:off x="8820151" y="5121276"/>
            <a:ext cx="214313" cy="206375"/>
          </a:xfrm>
          <a:custGeom>
            <a:avLst/>
            <a:gdLst>
              <a:gd name="T0" fmla="*/ 2147483646 w 135"/>
              <a:gd name="T1" fmla="*/ 2147483646 h 130"/>
              <a:gd name="T2" fmla="*/ 2147483646 w 135"/>
              <a:gd name="T3" fmla="*/ 0 h 130"/>
              <a:gd name="T4" fmla="*/ 0 w 135"/>
              <a:gd name="T5" fmla="*/ 2147483646 h 130"/>
              <a:gd name="T6" fmla="*/ 2147483646 w 135"/>
              <a:gd name="T7" fmla="*/ 2147483646 h 130"/>
              <a:gd name="T8" fmla="*/ 2147483646 w 135"/>
              <a:gd name="T9" fmla="*/ 2147483646 h 13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5"/>
              <a:gd name="T16" fmla="*/ 0 h 130"/>
              <a:gd name="T17" fmla="*/ 135 w 135"/>
              <a:gd name="T18" fmla="*/ 130 h 13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5" h="130">
                <a:moveTo>
                  <a:pt x="135" y="8"/>
                </a:moveTo>
                <a:lnTo>
                  <a:pt x="117" y="0"/>
                </a:lnTo>
                <a:lnTo>
                  <a:pt x="0" y="122"/>
                </a:lnTo>
                <a:lnTo>
                  <a:pt x="18" y="130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16" name="Freeform 46">
            <a:extLst>
              <a:ext uri="{FF2B5EF4-FFF2-40B4-BE49-F238E27FC236}">
                <a16:creationId xmlns:a16="http://schemas.microsoft.com/office/drawing/2014/main" id="{4E41FFD6-1539-691F-3805-40C004811460}"/>
              </a:ext>
            </a:extLst>
          </p:cNvPr>
          <p:cNvSpPr>
            <a:spLocks/>
          </p:cNvSpPr>
          <p:nvPr/>
        </p:nvSpPr>
        <p:spPr bwMode="auto">
          <a:xfrm>
            <a:off x="3033714" y="3162300"/>
            <a:ext cx="28575" cy="26988"/>
          </a:xfrm>
          <a:custGeom>
            <a:avLst/>
            <a:gdLst>
              <a:gd name="T0" fmla="*/ 2147483646 w 18"/>
              <a:gd name="T1" fmla="*/ 2147483646 h 17"/>
              <a:gd name="T2" fmla="*/ 2147483646 w 18"/>
              <a:gd name="T3" fmla="*/ 2147483646 h 17"/>
              <a:gd name="T4" fmla="*/ 2147483646 w 18"/>
              <a:gd name="T5" fmla="*/ 2147483646 h 17"/>
              <a:gd name="T6" fmla="*/ 2147483646 w 18"/>
              <a:gd name="T7" fmla="*/ 2147483646 h 17"/>
              <a:gd name="T8" fmla="*/ 2147483646 w 18"/>
              <a:gd name="T9" fmla="*/ 0 h 17"/>
              <a:gd name="T10" fmla="*/ 2147483646 w 18"/>
              <a:gd name="T11" fmla="*/ 0 h 17"/>
              <a:gd name="T12" fmla="*/ 0 w 18"/>
              <a:gd name="T13" fmla="*/ 2147483646 h 17"/>
              <a:gd name="T14" fmla="*/ 0 w 18"/>
              <a:gd name="T15" fmla="*/ 2147483646 h 17"/>
              <a:gd name="T16" fmla="*/ 2147483646 w 18"/>
              <a:gd name="T17" fmla="*/ 2147483646 h 17"/>
              <a:gd name="T18" fmla="*/ 2147483646 w 18"/>
              <a:gd name="T19" fmla="*/ 2147483646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7"/>
              <a:gd name="T32" fmla="*/ 18 w 18"/>
              <a:gd name="T33" fmla="*/ 17 h 17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7">
                <a:moveTo>
                  <a:pt x="9" y="17"/>
                </a:moveTo>
                <a:lnTo>
                  <a:pt x="9" y="17"/>
                </a:lnTo>
                <a:lnTo>
                  <a:pt x="18" y="17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lnTo>
                  <a:pt x="0" y="8"/>
                </a:lnTo>
                <a:lnTo>
                  <a:pt x="0" y="17"/>
                </a:lnTo>
                <a:lnTo>
                  <a:pt x="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17" name="Freeform 47">
            <a:extLst>
              <a:ext uri="{FF2B5EF4-FFF2-40B4-BE49-F238E27FC236}">
                <a16:creationId xmlns:a16="http://schemas.microsoft.com/office/drawing/2014/main" id="{A2E0451F-ECA6-9B8F-16EF-A49C14883BB4}"/>
              </a:ext>
            </a:extLst>
          </p:cNvPr>
          <p:cNvSpPr>
            <a:spLocks/>
          </p:cNvSpPr>
          <p:nvPr/>
        </p:nvSpPr>
        <p:spPr bwMode="auto">
          <a:xfrm>
            <a:off x="2933700" y="3162301"/>
            <a:ext cx="171450" cy="195263"/>
          </a:xfrm>
          <a:custGeom>
            <a:avLst/>
            <a:gdLst>
              <a:gd name="T0" fmla="*/ 2147483646 w 108"/>
              <a:gd name="T1" fmla="*/ 2147483646 h 123"/>
              <a:gd name="T2" fmla="*/ 2147483646 w 108"/>
              <a:gd name="T3" fmla="*/ 2147483646 h 123"/>
              <a:gd name="T4" fmla="*/ 0 w 108"/>
              <a:gd name="T5" fmla="*/ 2147483646 h 123"/>
              <a:gd name="T6" fmla="*/ 2147483646 w 108"/>
              <a:gd name="T7" fmla="*/ 0 h 123"/>
              <a:gd name="T8" fmla="*/ 2147483646 w 108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8"/>
              <a:gd name="T16" fmla="*/ 0 h 123"/>
              <a:gd name="T17" fmla="*/ 108 w 108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8" h="123">
                <a:moveTo>
                  <a:pt x="72" y="17"/>
                </a:moveTo>
                <a:lnTo>
                  <a:pt x="108" y="33"/>
                </a:lnTo>
                <a:lnTo>
                  <a:pt x="0" y="123"/>
                </a:lnTo>
                <a:lnTo>
                  <a:pt x="36" y="0"/>
                </a:lnTo>
                <a:lnTo>
                  <a:pt x="72" y="17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18" name="Freeform 48">
            <a:extLst>
              <a:ext uri="{FF2B5EF4-FFF2-40B4-BE49-F238E27FC236}">
                <a16:creationId xmlns:a16="http://schemas.microsoft.com/office/drawing/2014/main" id="{A503969C-2067-C666-75F9-195279090B4B}"/>
              </a:ext>
            </a:extLst>
          </p:cNvPr>
          <p:cNvSpPr>
            <a:spLocks/>
          </p:cNvSpPr>
          <p:nvPr/>
        </p:nvSpPr>
        <p:spPr bwMode="auto">
          <a:xfrm>
            <a:off x="2933700" y="3162301"/>
            <a:ext cx="171450" cy="195263"/>
          </a:xfrm>
          <a:custGeom>
            <a:avLst/>
            <a:gdLst>
              <a:gd name="T0" fmla="*/ 2147483646 w 108"/>
              <a:gd name="T1" fmla="*/ 2147483646 h 123"/>
              <a:gd name="T2" fmla="*/ 2147483646 w 108"/>
              <a:gd name="T3" fmla="*/ 2147483646 h 123"/>
              <a:gd name="T4" fmla="*/ 0 w 108"/>
              <a:gd name="T5" fmla="*/ 2147483646 h 123"/>
              <a:gd name="T6" fmla="*/ 2147483646 w 108"/>
              <a:gd name="T7" fmla="*/ 0 h 123"/>
              <a:gd name="T8" fmla="*/ 2147483646 w 108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8"/>
              <a:gd name="T16" fmla="*/ 0 h 123"/>
              <a:gd name="T17" fmla="*/ 108 w 108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8" h="123">
                <a:moveTo>
                  <a:pt x="72" y="17"/>
                </a:moveTo>
                <a:lnTo>
                  <a:pt x="108" y="33"/>
                </a:lnTo>
                <a:lnTo>
                  <a:pt x="0" y="123"/>
                </a:lnTo>
                <a:lnTo>
                  <a:pt x="36" y="0"/>
                </a:lnTo>
                <a:lnTo>
                  <a:pt x="72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19" name="Freeform 49">
            <a:extLst>
              <a:ext uri="{FF2B5EF4-FFF2-40B4-BE49-F238E27FC236}">
                <a16:creationId xmlns:a16="http://schemas.microsoft.com/office/drawing/2014/main" id="{34ECD3FD-7505-7940-AA1D-48E5D73B6E05}"/>
              </a:ext>
            </a:extLst>
          </p:cNvPr>
          <p:cNvSpPr>
            <a:spLocks/>
          </p:cNvSpPr>
          <p:nvPr/>
        </p:nvSpPr>
        <p:spPr bwMode="auto">
          <a:xfrm>
            <a:off x="8277225" y="2514600"/>
            <a:ext cx="285750" cy="311150"/>
          </a:xfrm>
          <a:custGeom>
            <a:avLst/>
            <a:gdLst>
              <a:gd name="T0" fmla="*/ 2147483646 w 180"/>
              <a:gd name="T1" fmla="*/ 2147483646 h 196"/>
              <a:gd name="T2" fmla="*/ 2147483646 w 180"/>
              <a:gd name="T3" fmla="*/ 2147483646 h 196"/>
              <a:gd name="T4" fmla="*/ 2147483646 w 180"/>
              <a:gd name="T5" fmla="*/ 0 h 196"/>
              <a:gd name="T6" fmla="*/ 2147483646 w 180"/>
              <a:gd name="T7" fmla="*/ 0 h 196"/>
              <a:gd name="T8" fmla="*/ 0 w 180"/>
              <a:gd name="T9" fmla="*/ 2147483646 h 196"/>
              <a:gd name="T10" fmla="*/ 0 w 180"/>
              <a:gd name="T11" fmla="*/ 2147483646 h 196"/>
              <a:gd name="T12" fmla="*/ 2147483646 w 180"/>
              <a:gd name="T13" fmla="*/ 2147483646 h 19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0"/>
              <a:gd name="T22" fmla="*/ 0 h 196"/>
              <a:gd name="T23" fmla="*/ 180 w 180"/>
              <a:gd name="T24" fmla="*/ 196 h 19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0" h="196">
                <a:moveTo>
                  <a:pt x="162" y="196"/>
                </a:moveTo>
                <a:lnTo>
                  <a:pt x="180" y="188"/>
                </a:lnTo>
                <a:lnTo>
                  <a:pt x="18" y="0"/>
                </a:lnTo>
                <a:lnTo>
                  <a:pt x="0" y="8"/>
                </a:lnTo>
                <a:lnTo>
                  <a:pt x="162" y="19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20" name="Freeform 50">
            <a:extLst>
              <a:ext uri="{FF2B5EF4-FFF2-40B4-BE49-F238E27FC236}">
                <a16:creationId xmlns:a16="http://schemas.microsoft.com/office/drawing/2014/main" id="{2E286A34-7A78-A509-A897-B0A91AB9D034}"/>
              </a:ext>
            </a:extLst>
          </p:cNvPr>
          <p:cNvSpPr>
            <a:spLocks/>
          </p:cNvSpPr>
          <p:nvPr/>
        </p:nvSpPr>
        <p:spPr bwMode="auto">
          <a:xfrm>
            <a:off x="7991476" y="2228850"/>
            <a:ext cx="314325" cy="298450"/>
          </a:xfrm>
          <a:custGeom>
            <a:avLst/>
            <a:gdLst>
              <a:gd name="T0" fmla="*/ 2147483646 w 198"/>
              <a:gd name="T1" fmla="*/ 2147483646 h 188"/>
              <a:gd name="T2" fmla="*/ 2147483646 w 198"/>
              <a:gd name="T3" fmla="*/ 2147483646 h 188"/>
              <a:gd name="T4" fmla="*/ 2147483646 w 198"/>
              <a:gd name="T5" fmla="*/ 2147483646 h 188"/>
              <a:gd name="T6" fmla="*/ 2147483646 w 198"/>
              <a:gd name="T7" fmla="*/ 0 h 188"/>
              <a:gd name="T8" fmla="*/ 2147483646 w 198"/>
              <a:gd name="T9" fmla="*/ 2147483646 h 188"/>
              <a:gd name="T10" fmla="*/ 0 w 198"/>
              <a:gd name="T11" fmla="*/ 2147483646 h 188"/>
              <a:gd name="T12" fmla="*/ 2147483646 w 198"/>
              <a:gd name="T13" fmla="*/ 2147483646 h 1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98"/>
              <a:gd name="T22" fmla="*/ 0 h 188"/>
              <a:gd name="T23" fmla="*/ 198 w 198"/>
              <a:gd name="T24" fmla="*/ 188 h 1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98" h="188">
                <a:moveTo>
                  <a:pt x="180" y="188"/>
                </a:moveTo>
                <a:lnTo>
                  <a:pt x="198" y="180"/>
                </a:lnTo>
                <a:lnTo>
                  <a:pt x="18" y="8"/>
                </a:lnTo>
                <a:lnTo>
                  <a:pt x="18" y="0"/>
                </a:lnTo>
                <a:lnTo>
                  <a:pt x="9" y="16"/>
                </a:lnTo>
                <a:lnTo>
                  <a:pt x="0" y="16"/>
                </a:lnTo>
                <a:lnTo>
                  <a:pt x="180" y="18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21" name="Freeform 51">
            <a:extLst>
              <a:ext uri="{FF2B5EF4-FFF2-40B4-BE49-F238E27FC236}">
                <a16:creationId xmlns:a16="http://schemas.microsoft.com/office/drawing/2014/main" id="{A1AD5102-AB06-3688-D2D6-DEA31ED785AE}"/>
              </a:ext>
            </a:extLst>
          </p:cNvPr>
          <p:cNvSpPr>
            <a:spLocks/>
          </p:cNvSpPr>
          <p:nvPr/>
        </p:nvSpPr>
        <p:spPr bwMode="auto">
          <a:xfrm>
            <a:off x="7677150" y="2020888"/>
            <a:ext cx="342900" cy="233362"/>
          </a:xfrm>
          <a:custGeom>
            <a:avLst/>
            <a:gdLst>
              <a:gd name="T0" fmla="*/ 2147483646 w 216"/>
              <a:gd name="T1" fmla="*/ 2147483646 h 147"/>
              <a:gd name="T2" fmla="*/ 2147483646 w 216"/>
              <a:gd name="T3" fmla="*/ 2147483646 h 147"/>
              <a:gd name="T4" fmla="*/ 2147483646 w 216"/>
              <a:gd name="T5" fmla="*/ 0 h 147"/>
              <a:gd name="T6" fmla="*/ 2147483646 w 216"/>
              <a:gd name="T7" fmla="*/ 0 h 147"/>
              <a:gd name="T8" fmla="*/ 0 w 216"/>
              <a:gd name="T9" fmla="*/ 2147483646 h 147"/>
              <a:gd name="T10" fmla="*/ 0 w 216"/>
              <a:gd name="T11" fmla="*/ 2147483646 h 147"/>
              <a:gd name="T12" fmla="*/ 2147483646 w 216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147"/>
              <a:gd name="T23" fmla="*/ 216 w 216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147">
                <a:moveTo>
                  <a:pt x="207" y="147"/>
                </a:moveTo>
                <a:lnTo>
                  <a:pt x="216" y="131"/>
                </a:lnTo>
                <a:lnTo>
                  <a:pt x="9" y="0"/>
                </a:lnTo>
                <a:lnTo>
                  <a:pt x="0" y="17"/>
                </a:lnTo>
                <a:lnTo>
                  <a:pt x="207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22" name="Freeform 52">
            <a:extLst>
              <a:ext uri="{FF2B5EF4-FFF2-40B4-BE49-F238E27FC236}">
                <a16:creationId xmlns:a16="http://schemas.microsoft.com/office/drawing/2014/main" id="{E87ACFB7-C7B9-8919-028F-7E060EC05FAF}"/>
              </a:ext>
            </a:extLst>
          </p:cNvPr>
          <p:cNvSpPr>
            <a:spLocks/>
          </p:cNvSpPr>
          <p:nvPr/>
        </p:nvSpPr>
        <p:spPr bwMode="auto">
          <a:xfrm>
            <a:off x="7334250" y="1839913"/>
            <a:ext cx="357188" cy="207962"/>
          </a:xfrm>
          <a:custGeom>
            <a:avLst/>
            <a:gdLst>
              <a:gd name="T0" fmla="*/ 2147483646 w 225"/>
              <a:gd name="T1" fmla="*/ 2147483646 h 131"/>
              <a:gd name="T2" fmla="*/ 2147483646 w 225"/>
              <a:gd name="T3" fmla="*/ 2147483646 h 131"/>
              <a:gd name="T4" fmla="*/ 2147483646 w 225"/>
              <a:gd name="T5" fmla="*/ 0 h 131"/>
              <a:gd name="T6" fmla="*/ 2147483646 w 225"/>
              <a:gd name="T7" fmla="*/ 0 h 131"/>
              <a:gd name="T8" fmla="*/ 0 w 225"/>
              <a:gd name="T9" fmla="*/ 2147483646 h 131"/>
              <a:gd name="T10" fmla="*/ 0 w 225"/>
              <a:gd name="T11" fmla="*/ 2147483646 h 131"/>
              <a:gd name="T12" fmla="*/ 2147483646 w 225"/>
              <a:gd name="T13" fmla="*/ 2147483646 h 13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131"/>
              <a:gd name="T23" fmla="*/ 225 w 225"/>
              <a:gd name="T24" fmla="*/ 131 h 13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131">
                <a:moveTo>
                  <a:pt x="216" y="131"/>
                </a:moveTo>
                <a:lnTo>
                  <a:pt x="225" y="114"/>
                </a:lnTo>
                <a:lnTo>
                  <a:pt x="9" y="0"/>
                </a:lnTo>
                <a:lnTo>
                  <a:pt x="0" y="16"/>
                </a:lnTo>
                <a:lnTo>
                  <a:pt x="216" y="13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23" name="Freeform 53">
            <a:extLst>
              <a:ext uri="{FF2B5EF4-FFF2-40B4-BE49-F238E27FC236}">
                <a16:creationId xmlns:a16="http://schemas.microsoft.com/office/drawing/2014/main" id="{E3CF9C1B-935B-9F9F-205C-8DB98CD2E2BA}"/>
              </a:ext>
            </a:extLst>
          </p:cNvPr>
          <p:cNvSpPr>
            <a:spLocks/>
          </p:cNvSpPr>
          <p:nvPr/>
        </p:nvSpPr>
        <p:spPr bwMode="auto">
          <a:xfrm>
            <a:off x="6948488" y="1724025"/>
            <a:ext cx="400050" cy="141288"/>
          </a:xfrm>
          <a:custGeom>
            <a:avLst/>
            <a:gdLst>
              <a:gd name="T0" fmla="*/ 2147483646 w 252"/>
              <a:gd name="T1" fmla="*/ 2147483646 h 89"/>
              <a:gd name="T2" fmla="*/ 2147483646 w 252"/>
              <a:gd name="T3" fmla="*/ 2147483646 h 89"/>
              <a:gd name="T4" fmla="*/ 2147483646 w 252"/>
              <a:gd name="T5" fmla="*/ 0 h 89"/>
              <a:gd name="T6" fmla="*/ 0 w 252"/>
              <a:gd name="T7" fmla="*/ 0 h 89"/>
              <a:gd name="T8" fmla="*/ 0 w 252"/>
              <a:gd name="T9" fmla="*/ 2147483646 h 89"/>
              <a:gd name="T10" fmla="*/ 0 w 252"/>
              <a:gd name="T11" fmla="*/ 2147483646 h 89"/>
              <a:gd name="T12" fmla="*/ 2147483646 w 252"/>
              <a:gd name="T13" fmla="*/ 2147483646 h 8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52"/>
              <a:gd name="T22" fmla="*/ 0 h 89"/>
              <a:gd name="T23" fmla="*/ 252 w 252"/>
              <a:gd name="T24" fmla="*/ 89 h 8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52" h="89">
                <a:moveTo>
                  <a:pt x="243" y="89"/>
                </a:moveTo>
                <a:lnTo>
                  <a:pt x="252" y="73"/>
                </a:lnTo>
                <a:lnTo>
                  <a:pt x="9" y="0"/>
                </a:lnTo>
                <a:lnTo>
                  <a:pt x="0" y="0"/>
                </a:lnTo>
                <a:lnTo>
                  <a:pt x="0" y="16"/>
                </a:lnTo>
                <a:lnTo>
                  <a:pt x="243" y="8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24" name="Freeform 54">
            <a:extLst>
              <a:ext uri="{FF2B5EF4-FFF2-40B4-BE49-F238E27FC236}">
                <a16:creationId xmlns:a16="http://schemas.microsoft.com/office/drawing/2014/main" id="{C4AF2B6E-96D6-6DBF-8CAB-D2017B6ECF4F}"/>
              </a:ext>
            </a:extLst>
          </p:cNvPr>
          <p:cNvSpPr>
            <a:spLocks/>
          </p:cNvSpPr>
          <p:nvPr/>
        </p:nvSpPr>
        <p:spPr bwMode="auto">
          <a:xfrm>
            <a:off x="6534150" y="1646239"/>
            <a:ext cx="414338" cy="103187"/>
          </a:xfrm>
          <a:custGeom>
            <a:avLst/>
            <a:gdLst>
              <a:gd name="T0" fmla="*/ 2147483646 w 261"/>
              <a:gd name="T1" fmla="*/ 2147483646 h 65"/>
              <a:gd name="T2" fmla="*/ 2147483646 w 261"/>
              <a:gd name="T3" fmla="*/ 2147483646 h 65"/>
              <a:gd name="T4" fmla="*/ 0 w 261"/>
              <a:gd name="T5" fmla="*/ 0 h 65"/>
              <a:gd name="T6" fmla="*/ 0 w 261"/>
              <a:gd name="T7" fmla="*/ 0 h 65"/>
              <a:gd name="T8" fmla="*/ 0 w 261"/>
              <a:gd name="T9" fmla="*/ 2147483646 h 65"/>
              <a:gd name="T10" fmla="*/ 0 w 261"/>
              <a:gd name="T11" fmla="*/ 2147483646 h 65"/>
              <a:gd name="T12" fmla="*/ 2147483646 w 261"/>
              <a:gd name="T13" fmla="*/ 2147483646 h 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1"/>
              <a:gd name="T22" fmla="*/ 0 h 65"/>
              <a:gd name="T23" fmla="*/ 261 w 261"/>
              <a:gd name="T24" fmla="*/ 65 h 6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1" h="65">
                <a:moveTo>
                  <a:pt x="261" y="65"/>
                </a:moveTo>
                <a:lnTo>
                  <a:pt x="261" y="49"/>
                </a:lnTo>
                <a:lnTo>
                  <a:pt x="0" y="0"/>
                </a:lnTo>
                <a:lnTo>
                  <a:pt x="0" y="16"/>
                </a:lnTo>
                <a:lnTo>
                  <a:pt x="261" y="6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25" name="Freeform 55">
            <a:extLst>
              <a:ext uri="{FF2B5EF4-FFF2-40B4-BE49-F238E27FC236}">
                <a16:creationId xmlns:a16="http://schemas.microsoft.com/office/drawing/2014/main" id="{FE324E06-B824-CE09-1ED0-0AB1CF73811E}"/>
              </a:ext>
            </a:extLst>
          </p:cNvPr>
          <p:cNvSpPr>
            <a:spLocks/>
          </p:cNvSpPr>
          <p:nvPr/>
        </p:nvSpPr>
        <p:spPr bwMode="auto">
          <a:xfrm>
            <a:off x="6091238" y="1631950"/>
            <a:ext cx="442912" cy="39688"/>
          </a:xfrm>
          <a:custGeom>
            <a:avLst/>
            <a:gdLst>
              <a:gd name="T0" fmla="*/ 2147483646 w 279"/>
              <a:gd name="T1" fmla="*/ 2147483646 h 25"/>
              <a:gd name="T2" fmla="*/ 2147483646 w 279"/>
              <a:gd name="T3" fmla="*/ 2147483646 h 25"/>
              <a:gd name="T4" fmla="*/ 0 w 279"/>
              <a:gd name="T5" fmla="*/ 0 h 25"/>
              <a:gd name="T6" fmla="*/ 0 w 279"/>
              <a:gd name="T7" fmla="*/ 0 h 25"/>
              <a:gd name="T8" fmla="*/ 0 w 279"/>
              <a:gd name="T9" fmla="*/ 2147483646 h 25"/>
              <a:gd name="T10" fmla="*/ 0 w 279"/>
              <a:gd name="T11" fmla="*/ 2147483646 h 25"/>
              <a:gd name="T12" fmla="*/ 2147483646 w 279"/>
              <a:gd name="T13" fmla="*/ 2147483646 h 2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79"/>
              <a:gd name="T22" fmla="*/ 0 h 25"/>
              <a:gd name="T23" fmla="*/ 279 w 279"/>
              <a:gd name="T24" fmla="*/ 25 h 2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79" h="25">
                <a:moveTo>
                  <a:pt x="279" y="25"/>
                </a:moveTo>
                <a:lnTo>
                  <a:pt x="279" y="9"/>
                </a:lnTo>
                <a:lnTo>
                  <a:pt x="0" y="0"/>
                </a:lnTo>
                <a:lnTo>
                  <a:pt x="0" y="17"/>
                </a:lnTo>
                <a:lnTo>
                  <a:pt x="279" y="2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26" name="Freeform 56">
            <a:extLst>
              <a:ext uri="{FF2B5EF4-FFF2-40B4-BE49-F238E27FC236}">
                <a16:creationId xmlns:a16="http://schemas.microsoft.com/office/drawing/2014/main" id="{56CD2075-B628-6582-742D-DEAA02E6975A}"/>
              </a:ext>
            </a:extLst>
          </p:cNvPr>
          <p:cNvSpPr>
            <a:spLocks/>
          </p:cNvSpPr>
          <p:nvPr/>
        </p:nvSpPr>
        <p:spPr bwMode="auto">
          <a:xfrm>
            <a:off x="5634038" y="1631950"/>
            <a:ext cx="457200" cy="65088"/>
          </a:xfrm>
          <a:custGeom>
            <a:avLst/>
            <a:gdLst>
              <a:gd name="T0" fmla="*/ 2147483646 w 288"/>
              <a:gd name="T1" fmla="*/ 2147483646 h 41"/>
              <a:gd name="T2" fmla="*/ 2147483646 w 288"/>
              <a:gd name="T3" fmla="*/ 0 h 41"/>
              <a:gd name="T4" fmla="*/ 0 w 288"/>
              <a:gd name="T5" fmla="*/ 2147483646 h 41"/>
              <a:gd name="T6" fmla="*/ 0 w 288"/>
              <a:gd name="T7" fmla="*/ 2147483646 h 41"/>
              <a:gd name="T8" fmla="*/ 0 w 288"/>
              <a:gd name="T9" fmla="*/ 2147483646 h 41"/>
              <a:gd name="T10" fmla="*/ 0 w 288"/>
              <a:gd name="T11" fmla="*/ 2147483646 h 41"/>
              <a:gd name="T12" fmla="*/ 2147483646 w 288"/>
              <a:gd name="T13" fmla="*/ 2147483646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88"/>
              <a:gd name="T22" fmla="*/ 0 h 41"/>
              <a:gd name="T23" fmla="*/ 288 w 288"/>
              <a:gd name="T24" fmla="*/ 41 h 4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88" h="41">
                <a:moveTo>
                  <a:pt x="288" y="17"/>
                </a:moveTo>
                <a:lnTo>
                  <a:pt x="288" y="0"/>
                </a:lnTo>
                <a:lnTo>
                  <a:pt x="0" y="25"/>
                </a:lnTo>
                <a:lnTo>
                  <a:pt x="0" y="41"/>
                </a:lnTo>
                <a:lnTo>
                  <a:pt x="288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27" name="Freeform 57">
            <a:extLst>
              <a:ext uri="{FF2B5EF4-FFF2-40B4-BE49-F238E27FC236}">
                <a16:creationId xmlns:a16="http://schemas.microsoft.com/office/drawing/2014/main" id="{43753CE8-DB96-D42A-BDC4-B6171859EA20}"/>
              </a:ext>
            </a:extLst>
          </p:cNvPr>
          <p:cNvSpPr>
            <a:spLocks/>
          </p:cNvSpPr>
          <p:nvPr/>
        </p:nvSpPr>
        <p:spPr bwMode="auto">
          <a:xfrm>
            <a:off x="5162550" y="1671639"/>
            <a:ext cx="471488" cy="103187"/>
          </a:xfrm>
          <a:custGeom>
            <a:avLst/>
            <a:gdLst>
              <a:gd name="T0" fmla="*/ 2147483646 w 297"/>
              <a:gd name="T1" fmla="*/ 2147483646 h 65"/>
              <a:gd name="T2" fmla="*/ 2147483646 w 297"/>
              <a:gd name="T3" fmla="*/ 0 h 65"/>
              <a:gd name="T4" fmla="*/ 0 w 297"/>
              <a:gd name="T5" fmla="*/ 2147483646 h 65"/>
              <a:gd name="T6" fmla="*/ 0 w 297"/>
              <a:gd name="T7" fmla="*/ 2147483646 h 65"/>
              <a:gd name="T8" fmla="*/ 2147483646 w 297"/>
              <a:gd name="T9" fmla="*/ 2147483646 h 65"/>
              <a:gd name="T10" fmla="*/ 0 w 297"/>
              <a:gd name="T11" fmla="*/ 2147483646 h 65"/>
              <a:gd name="T12" fmla="*/ 2147483646 w 297"/>
              <a:gd name="T13" fmla="*/ 2147483646 h 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97"/>
              <a:gd name="T22" fmla="*/ 0 h 65"/>
              <a:gd name="T23" fmla="*/ 297 w 297"/>
              <a:gd name="T24" fmla="*/ 65 h 6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97" h="65">
                <a:moveTo>
                  <a:pt x="297" y="16"/>
                </a:moveTo>
                <a:lnTo>
                  <a:pt x="297" y="0"/>
                </a:lnTo>
                <a:lnTo>
                  <a:pt x="0" y="49"/>
                </a:lnTo>
                <a:lnTo>
                  <a:pt x="9" y="65"/>
                </a:lnTo>
                <a:lnTo>
                  <a:pt x="0" y="65"/>
                </a:lnTo>
                <a:lnTo>
                  <a:pt x="297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28" name="Freeform 58">
            <a:extLst>
              <a:ext uri="{FF2B5EF4-FFF2-40B4-BE49-F238E27FC236}">
                <a16:creationId xmlns:a16="http://schemas.microsoft.com/office/drawing/2014/main" id="{912D9B9D-E3FC-0EF8-F4E8-3A4014541C2D}"/>
              </a:ext>
            </a:extLst>
          </p:cNvPr>
          <p:cNvSpPr>
            <a:spLocks/>
          </p:cNvSpPr>
          <p:nvPr/>
        </p:nvSpPr>
        <p:spPr bwMode="auto">
          <a:xfrm>
            <a:off x="4748214" y="1749426"/>
            <a:ext cx="428625" cy="130175"/>
          </a:xfrm>
          <a:custGeom>
            <a:avLst/>
            <a:gdLst>
              <a:gd name="T0" fmla="*/ 2147483646 w 270"/>
              <a:gd name="T1" fmla="*/ 2147483646 h 82"/>
              <a:gd name="T2" fmla="*/ 2147483646 w 270"/>
              <a:gd name="T3" fmla="*/ 0 h 82"/>
              <a:gd name="T4" fmla="*/ 0 w 270"/>
              <a:gd name="T5" fmla="*/ 2147483646 h 82"/>
              <a:gd name="T6" fmla="*/ 0 w 270"/>
              <a:gd name="T7" fmla="*/ 2147483646 h 82"/>
              <a:gd name="T8" fmla="*/ 2147483646 w 270"/>
              <a:gd name="T9" fmla="*/ 2147483646 h 82"/>
              <a:gd name="T10" fmla="*/ 2147483646 w 270"/>
              <a:gd name="T11" fmla="*/ 2147483646 h 82"/>
              <a:gd name="T12" fmla="*/ 2147483646 w 270"/>
              <a:gd name="T13" fmla="*/ 2147483646 h 8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70"/>
              <a:gd name="T22" fmla="*/ 0 h 82"/>
              <a:gd name="T23" fmla="*/ 270 w 270"/>
              <a:gd name="T24" fmla="*/ 82 h 8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70" h="82">
                <a:moveTo>
                  <a:pt x="270" y="16"/>
                </a:moveTo>
                <a:lnTo>
                  <a:pt x="261" y="0"/>
                </a:lnTo>
                <a:lnTo>
                  <a:pt x="0" y="65"/>
                </a:lnTo>
                <a:lnTo>
                  <a:pt x="9" y="82"/>
                </a:lnTo>
                <a:lnTo>
                  <a:pt x="270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29" name="Freeform 59">
            <a:extLst>
              <a:ext uri="{FF2B5EF4-FFF2-40B4-BE49-F238E27FC236}">
                <a16:creationId xmlns:a16="http://schemas.microsoft.com/office/drawing/2014/main" id="{DDB87A10-5BC4-08BC-C3CE-8FE9C3973D2E}"/>
              </a:ext>
            </a:extLst>
          </p:cNvPr>
          <p:cNvSpPr>
            <a:spLocks/>
          </p:cNvSpPr>
          <p:nvPr/>
        </p:nvSpPr>
        <p:spPr bwMode="auto">
          <a:xfrm>
            <a:off x="4376738" y="1852614"/>
            <a:ext cx="385762" cy="168275"/>
          </a:xfrm>
          <a:custGeom>
            <a:avLst/>
            <a:gdLst>
              <a:gd name="T0" fmla="*/ 2147483646 w 243"/>
              <a:gd name="T1" fmla="*/ 2147483646 h 106"/>
              <a:gd name="T2" fmla="*/ 2147483646 w 243"/>
              <a:gd name="T3" fmla="*/ 0 h 106"/>
              <a:gd name="T4" fmla="*/ 0 w 243"/>
              <a:gd name="T5" fmla="*/ 2147483646 h 106"/>
              <a:gd name="T6" fmla="*/ 0 w 243"/>
              <a:gd name="T7" fmla="*/ 2147483646 h 106"/>
              <a:gd name="T8" fmla="*/ 2147483646 w 243"/>
              <a:gd name="T9" fmla="*/ 2147483646 h 106"/>
              <a:gd name="T10" fmla="*/ 2147483646 w 243"/>
              <a:gd name="T11" fmla="*/ 2147483646 h 106"/>
              <a:gd name="T12" fmla="*/ 2147483646 w 243"/>
              <a:gd name="T13" fmla="*/ 2147483646 h 10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3"/>
              <a:gd name="T22" fmla="*/ 0 h 106"/>
              <a:gd name="T23" fmla="*/ 243 w 243"/>
              <a:gd name="T24" fmla="*/ 106 h 10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3" h="106">
                <a:moveTo>
                  <a:pt x="243" y="17"/>
                </a:moveTo>
                <a:lnTo>
                  <a:pt x="234" y="0"/>
                </a:lnTo>
                <a:lnTo>
                  <a:pt x="0" y="90"/>
                </a:lnTo>
                <a:lnTo>
                  <a:pt x="9" y="106"/>
                </a:lnTo>
                <a:lnTo>
                  <a:pt x="243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30" name="Freeform 60">
            <a:extLst>
              <a:ext uri="{FF2B5EF4-FFF2-40B4-BE49-F238E27FC236}">
                <a16:creationId xmlns:a16="http://schemas.microsoft.com/office/drawing/2014/main" id="{4EFD2CB4-DE1E-D939-60E0-01C827B2BAF2}"/>
              </a:ext>
            </a:extLst>
          </p:cNvPr>
          <p:cNvSpPr>
            <a:spLocks/>
          </p:cNvSpPr>
          <p:nvPr/>
        </p:nvSpPr>
        <p:spPr bwMode="auto">
          <a:xfrm>
            <a:off x="4048125" y="1995488"/>
            <a:ext cx="342900" cy="195262"/>
          </a:xfrm>
          <a:custGeom>
            <a:avLst/>
            <a:gdLst>
              <a:gd name="T0" fmla="*/ 2147483646 w 216"/>
              <a:gd name="T1" fmla="*/ 2147483646 h 123"/>
              <a:gd name="T2" fmla="*/ 2147483646 w 216"/>
              <a:gd name="T3" fmla="*/ 0 h 123"/>
              <a:gd name="T4" fmla="*/ 0 w 216"/>
              <a:gd name="T5" fmla="*/ 2147483646 h 123"/>
              <a:gd name="T6" fmla="*/ 0 w 216"/>
              <a:gd name="T7" fmla="*/ 2147483646 h 123"/>
              <a:gd name="T8" fmla="*/ 2147483646 w 216"/>
              <a:gd name="T9" fmla="*/ 2147483646 h 123"/>
              <a:gd name="T10" fmla="*/ 2147483646 w 216"/>
              <a:gd name="T11" fmla="*/ 2147483646 h 123"/>
              <a:gd name="T12" fmla="*/ 2147483646 w 216"/>
              <a:gd name="T13" fmla="*/ 2147483646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123"/>
              <a:gd name="T23" fmla="*/ 216 w 216"/>
              <a:gd name="T24" fmla="*/ 123 h 12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123">
                <a:moveTo>
                  <a:pt x="216" y="16"/>
                </a:moveTo>
                <a:lnTo>
                  <a:pt x="207" y="0"/>
                </a:lnTo>
                <a:lnTo>
                  <a:pt x="0" y="106"/>
                </a:lnTo>
                <a:lnTo>
                  <a:pt x="9" y="123"/>
                </a:lnTo>
                <a:lnTo>
                  <a:pt x="216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31" name="Freeform 61">
            <a:extLst>
              <a:ext uri="{FF2B5EF4-FFF2-40B4-BE49-F238E27FC236}">
                <a16:creationId xmlns:a16="http://schemas.microsoft.com/office/drawing/2014/main" id="{98F1FA45-D57F-6FE7-2ACB-B23B7EBD9B1E}"/>
              </a:ext>
            </a:extLst>
          </p:cNvPr>
          <p:cNvSpPr>
            <a:spLocks/>
          </p:cNvSpPr>
          <p:nvPr/>
        </p:nvSpPr>
        <p:spPr bwMode="auto">
          <a:xfrm>
            <a:off x="3762375" y="2163763"/>
            <a:ext cx="300038" cy="233362"/>
          </a:xfrm>
          <a:custGeom>
            <a:avLst/>
            <a:gdLst>
              <a:gd name="T0" fmla="*/ 2147483646 w 189"/>
              <a:gd name="T1" fmla="*/ 2147483646 h 147"/>
              <a:gd name="T2" fmla="*/ 2147483646 w 189"/>
              <a:gd name="T3" fmla="*/ 0 h 147"/>
              <a:gd name="T4" fmla="*/ 0 w 189"/>
              <a:gd name="T5" fmla="*/ 2147483646 h 147"/>
              <a:gd name="T6" fmla="*/ 0 w 189"/>
              <a:gd name="T7" fmla="*/ 2147483646 h 147"/>
              <a:gd name="T8" fmla="*/ 2147483646 w 189"/>
              <a:gd name="T9" fmla="*/ 2147483646 h 147"/>
              <a:gd name="T10" fmla="*/ 2147483646 w 189"/>
              <a:gd name="T11" fmla="*/ 2147483646 h 147"/>
              <a:gd name="T12" fmla="*/ 2147483646 w 189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147"/>
              <a:gd name="T23" fmla="*/ 189 w 189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147">
                <a:moveTo>
                  <a:pt x="189" y="17"/>
                </a:moveTo>
                <a:lnTo>
                  <a:pt x="180" y="0"/>
                </a:lnTo>
                <a:lnTo>
                  <a:pt x="0" y="131"/>
                </a:lnTo>
                <a:lnTo>
                  <a:pt x="9" y="147"/>
                </a:lnTo>
                <a:lnTo>
                  <a:pt x="18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32" name="Freeform 62">
            <a:extLst>
              <a:ext uri="{FF2B5EF4-FFF2-40B4-BE49-F238E27FC236}">
                <a16:creationId xmlns:a16="http://schemas.microsoft.com/office/drawing/2014/main" id="{732FA78B-76D6-4FB6-5EC7-6F8ABAD915C9}"/>
              </a:ext>
            </a:extLst>
          </p:cNvPr>
          <p:cNvSpPr>
            <a:spLocks/>
          </p:cNvSpPr>
          <p:nvPr/>
        </p:nvSpPr>
        <p:spPr bwMode="auto">
          <a:xfrm>
            <a:off x="3476625" y="2371726"/>
            <a:ext cx="300038" cy="258763"/>
          </a:xfrm>
          <a:custGeom>
            <a:avLst/>
            <a:gdLst>
              <a:gd name="T0" fmla="*/ 2147483646 w 189"/>
              <a:gd name="T1" fmla="*/ 2147483646 h 163"/>
              <a:gd name="T2" fmla="*/ 2147483646 w 189"/>
              <a:gd name="T3" fmla="*/ 0 h 163"/>
              <a:gd name="T4" fmla="*/ 2147483646 w 189"/>
              <a:gd name="T5" fmla="*/ 2147483646 h 163"/>
              <a:gd name="T6" fmla="*/ 0 w 189"/>
              <a:gd name="T7" fmla="*/ 2147483646 h 163"/>
              <a:gd name="T8" fmla="*/ 2147483646 w 189"/>
              <a:gd name="T9" fmla="*/ 2147483646 h 163"/>
              <a:gd name="T10" fmla="*/ 2147483646 w 189"/>
              <a:gd name="T11" fmla="*/ 2147483646 h 163"/>
              <a:gd name="T12" fmla="*/ 2147483646 w 189"/>
              <a:gd name="T13" fmla="*/ 2147483646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163"/>
              <a:gd name="T23" fmla="*/ 189 w 189"/>
              <a:gd name="T24" fmla="*/ 163 h 16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163">
                <a:moveTo>
                  <a:pt x="189" y="16"/>
                </a:moveTo>
                <a:lnTo>
                  <a:pt x="180" y="0"/>
                </a:lnTo>
                <a:lnTo>
                  <a:pt x="9" y="147"/>
                </a:lnTo>
                <a:lnTo>
                  <a:pt x="0" y="155"/>
                </a:lnTo>
                <a:lnTo>
                  <a:pt x="18" y="163"/>
                </a:lnTo>
                <a:lnTo>
                  <a:pt x="18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33" name="Freeform 63">
            <a:extLst>
              <a:ext uri="{FF2B5EF4-FFF2-40B4-BE49-F238E27FC236}">
                <a16:creationId xmlns:a16="http://schemas.microsoft.com/office/drawing/2014/main" id="{AC075E58-9A8A-4388-ECC9-766119B4682E}"/>
              </a:ext>
            </a:extLst>
          </p:cNvPr>
          <p:cNvSpPr>
            <a:spLocks/>
          </p:cNvSpPr>
          <p:nvPr/>
        </p:nvSpPr>
        <p:spPr bwMode="auto">
          <a:xfrm>
            <a:off x="3248026" y="2617788"/>
            <a:ext cx="257175" cy="273050"/>
          </a:xfrm>
          <a:custGeom>
            <a:avLst/>
            <a:gdLst>
              <a:gd name="T0" fmla="*/ 2147483646 w 162"/>
              <a:gd name="T1" fmla="*/ 2147483646 h 172"/>
              <a:gd name="T2" fmla="*/ 2147483646 w 162"/>
              <a:gd name="T3" fmla="*/ 0 h 172"/>
              <a:gd name="T4" fmla="*/ 0 w 162"/>
              <a:gd name="T5" fmla="*/ 2147483646 h 172"/>
              <a:gd name="T6" fmla="*/ 0 w 162"/>
              <a:gd name="T7" fmla="*/ 2147483646 h 172"/>
              <a:gd name="T8" fmla="*/ 2147483646 w 162"/>
              <a:gd name="T9" fmla="*/ 2147483646 h 172"/>
              <a:gd name="T10" fmla="*/ 2147483646 w 162"/>
              <a:gd name="T11" fmla="*/ 2147483646 h 172"/>
              <a:gd name="T12" fmla="*/ 2147483646 w 162"/>
              <a:gd name="T13" fmla="*/ 2147483646 h 1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2"/>
              <a:gd name="T22" fmla="*/ 0 h 172"/>
              <a:gd name="T23" fmla="*/ 162 w 162"/>
              <a:gd name="T24" fmla="*/ 172 h 17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2" h="172">
                <a:moveTo>
                  <a:pt x="162" y="8"/>
                </a:moveTo>
                <a:lnTo>
                  <a:pt x="144" y="0"/>
                </a:lnTo>
                <a:lnTo>
                  <a:pt x="0" y="163"/>
                </a:lnTo>
                <a:lnTo>
                  <a:pt x="18" y="172"/>
                </a:lnTo>
                <a:lnTo>
                  <a:pt x="16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34" name="Freeform 64">
            <a:extLst>
              <a:ext uri="{FF2B5EF4-FFF2-40B4-BE49-F238E27FC236}">
                <a16:creationId xmlns:a16="http://schemas.microsoft.com/office/drawing/2014/main" id="{2082B24E-5C04-D11E-6FAE-F60D4F545BEC}"/>
              </a:ext>
            </a:extLst>
          </p:cNvPr>
          <p:cNvSpPr>
            <a:spLocks/>
          </p:cNvSpPr>
          <p:nvPr/>
        </p:nvSpPr>
        <p:spPr bwMode="auto">
          <a:xfrm>
            <a:off x="3033714" y="2876550"/>
            <a:ext cx="242887" cy="312738"/>
          </a:xfrm>
          <a:custGeom>
            <a:avLst/>
            <a:gdLst>
              <a:gd name="T0" fmla="*/ 2147483646 w 153"/>
              <a:gd name="T1" fmla="*/ 2147483646 h 197"/>
              <a:gd name="T2" fmla="*/ 2147483646 w 153"/>
              <a:gd name="T3" fmla="*/ 0 h 197"/>
              <a:gd name="T4" fmla="*/ 0 w 153"/>
              <a:gd name="T5" fmla="*/ 2147483646 h 197"/>
              <a:gd name="T6" fmla="*/ 2147483646 w 153"/>
              <a:gd name="T7" fmla="*/ 2147483646 h 197"/>
              <a:gd name="T8" fmla="*/ 2147483646 w 153"/>
              <a:gd name="T9" fmla="*/ 2147483646 h 19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"/>
              <a:gd name="T16" fmla="*/ 0 h 197"/>
              <a:gd name="T17" fmla="*/ 153 w 153"/>
              <a:gd name="T18" fmla="*/ 197 h 19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" h="197">
                <a:moveTo>
                  <a:pt x="153" y="9"/>
                </a:moveTo>
                <a:lnTo>
                  <a:pt x="135" y="0"/>
                </a:lnTo>
                <a:lnTo>
                  <a:pt x="0" y="188"/>
                </a:lnTo>
                <a:lnTo>
                  <a:pt x="18" y="197"/>
                </a:lnTo>
                <a:lnTo>
                  <a:pt x="153" y="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35" name="Freeform 65">
            <a:extLst>
              <a:ext uri="{FF2B5EF4-FFF2-40B4-BE49-F238E27FC236}">
                <a16:creationId xmlns:a16="http://schemas.microsoft.com/office/drawing/2014/main" id="{BEE8CF76-CB61-23DC-7A71-D130098976B1}"/>
              </a:ext>
            </a:extLst>
          </p:cNvPr>
          <p:cNvSpPr>
            <a:spLocks/>
          </p:cNvSpPr>
          <p:nvPr/>
        </p:nvSpPr>
        <p:spPr bwMode="auto">
          <a:xfrm>
            <a:off x="9063039" y="2138363"/>
            <a:ext cx="28575" cy="25400"/>
          </a:xfrm>
          <a:custGeom>
            <a:avLst/>
            <a:gdLst>
              <a:gd name="T0" fmla="*/ 2147483646 w 18"/>
              <a:gd name="T1" fmla="*/ 0 h 16"/>
              <a:gd name="T2" fmla="*/ 2147483646 w 18"/>
              <a:gd name="T3" fmla="*/ 0 h 16"/>
              <a:gd name="T4" fmla="*/ 0 w 18"/>
              <a:gd name="T5" fmla="*/ 2147483646 h 16"/>
              <a:gd name="T6" fmla="*/ 2147483646 w 18"/>
              <a:gd name="T7" fmla="*/ 2147483646 h 16"/>
              <a:gd name="T8" fmla="*/ 2147483646 w 18"/>
              <a:gd name="T9" fmla="*/ 2147483646 h 16"/>
              <a:gd name="T10" fmla="*/ 2147483646 w 18"/>
              <a:gd name="T11" fmla="*/ 2147483646 h 16"/>
              <a:gd name="T12" fmla="*/ 2147483646 w 18"/>
              <a:gd name="T13" fmla="*/ 2147483646 h 16"/>
              <a:gd name="T14" fmla="*/ 2147483646 w 18"/>
              <a:gd name="T15" fmla="*/ 0 h 16"/>
              <a:gd name="T16" fmla="*/ 2147483646 w 18"/>
              <a:gd name="T17" fmla="*/ 0 h 16"/>
              <a:gd name="T18" fmla="*/ 2147483646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9" y="0"/>
                </a:moveTo>
                <a:lnTo>
                  <a:pt x="9" y="0"/>
                </a:lnTo>
                <a:lnTo>
                  <a:pt x="0" y="8"/>
                </a:lnTo>
                <a:lnTo>
                  <a:pt x="9" y="8"/>
                </a:lnTo>
                <a:lnTo>
                  <a:pt x="9" y="16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36" name="Freeform 66">
            <a:extLst>
              <a:ext uri="{FF2B5EF4-FFF2-40B4-BE49-F238E27FC236}">
                <a16:creationId xmlns:a16="http://schemas.microsoft.com/office/drawing/2014/main" id="{D78EC7D3-C3A8-BABA-9685-82E559B7629A}"/>
              </a:ext>
            </a:extLst>
          </p:cNvPr>
          <p:cNvSpPr>
            <a:spLocks/>
          </p:cNvSpPr>
          <p:nvPr/>
        </p:nvSpPr>
        <p:spPr bwMode="auto">
          <a:xfrm>
            <a:off x="9020175" y="1943101"/>
            <a:ext cx="128588" cy="195263"/>
          </a:xfrm>
          <a:custGeom>
            <a:avLst/>
            <a:gdLst>
              <a:gd name="T0" fmla="*/ 2147483646 w 81"/>
              <a:gd name="T1" fmla="*/ 2147483646 h 123"/>
              <a:gd name="T2" fmla="*/ 0 w 81"/>
              <a:gd name="T3" fmla="*/ 2147483646 h 123"/>
              <a:gd name="T4" fmla="*/ 2147483646 w 81"/>
              <a:gd name="T5" fmla="*/ 0 h 123"/>
              <a:gd name="T6" fmla="*/ 2147483646 w 81"/>
              <a:gd name="T7" fmla="*/ 2147483646 h 123"/>
              <a:gd name="T8" fmla="*/ 2147483646 w 81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36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36" y="12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37" name="Freeform 67">
            <a:extLst>
              <a:ext uri="{FF2B5EF4-FFF2-40B4-BE49-F238E27FC236}">
                <a16:creationId xmlns:a16="http://schemas.microsoft.com/office/drawing/2014/main" id="{3877501A-AA7F-7126-E68A-A999CE6CD1D2}"/>
              </a:ext>
            </a:extLst>
          </p:cNvPr>
          <p:cNvSpPr>
            <a:spLocks/>
          </p:cNvSpPr>
          <p:nvPr/>
        </p:nvSpPr>
        <p:spPr bwMode="auto">
          <a:xfrm>
            <a:off x="9020175" y="1943101"/>
            <a:ext cx="128588" cy="195263"/>
          </a:xfrm>
          <a:custGeom>
            <a:avLst/>
            <a:gdLst>
              <a:gd name="T0" fmla="*/ 2147483646 w 81"/>
              <a:gd name="T1" fmla="*/ 2147483646 h 123"/>
              <a:gd name="T2" fmla="*/ 0 w 81"/>
              <a:gd name="T3" fmla="*/ 2147483646 h 123"/>
              <a:gd name="T4" fmla="*/ 2147483646 w 81"/>
              <a:gd name="T5" fmla="*/ 0 h 123"/>
              <a:gd name="T6" fmla="*/ 2147483646 w 81"/>
              <a:gd name="T7" fmla="*/ 2147483646 h 123"/>
              <a:gd name="T8" fmla="*/ 2147483646 w 81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36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36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38" name="Freeform 68">
            <a:extLst>
              <a:ext uri="{FF2B5EF4-FFF2-40B4-BE49-F238E27FC236}">
                <a16:creationId xmlns:a16="http://schemas.microsoft.com/office/drawing/2014/main" id="{26B786AE-DE7A-2AE8-12B8-DF751968324A}"/>
              </a:ext>
            </a:extLst>
          </p:cNvPr>
          <p:cNvSpPr>
            <a:spLocks/>
          </p:cNvSpPr>
          <p:nvPr/>
        </p:nvSpPr>
        <p:spPr bwMode="auto">
          <a:xfrm>
            <a:off x="8620126" y="2695576"/>
            <a:ext cx="200025" cy="180975"/>
          </a:xfrm>
          <a:custGeom>
            <a:avLst/>
            <a:gdLst>
              <a:gd name="T0" fmla="*/ 0 w 126"/>
              <a:gd name="T1" fmla="*/ 2147483646 h 114"/>
              <a:gd name="T2" fmla="*/ 2147483646 w 126"/>
              <a:gd name="T3" fmla="*/ 2147483646 h 114"/>
              <a:gd name="T4" fmla="*/ 2147483646 w 126"/>
              <a:gd name="T5" fmla="*/ 2147483646 h 114"/>
              <a:gd name="T6" fmla="*/ 2147483646 w 126"/>
              <a:gd name="T7" fmla="*/ 2147483646 h 114"/>
              <a:gd name="T8" fmla="*/ 2147483646 w 126"/>
              <a:gd name="T9" fmla="*/ 0 h 114"/>
              <a:gd name="T10" fmla="*/ 2147483646 w 126"/>
              <a:gd name="T11" fmla="*/ 0 h 114"/>
              <a:gd name="T12" fmla="*/ 0 w 126"/>
              <a:gd name="T13" fmla="*/ 2147483646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26"/>
              <a:gd name="T22" fmla="*/ 0 h 114"/>
              <a:gd name="T23" fmla="*/ 126 w 126"/>
              <a:gd name="T24" fmla="*/ 114 h 11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26" h="114">
                <a:moveTo>
                  <a:pt x="0" y="106"/>
                </a:moveTo>
                <a:lnTo>
                  <a:pt x="18" y="114"/>
                </a:lnTo>
                <a:lnTo>
                  <a:pt x="126" y="8"/>
                </a:lnTo>
                <a:lnTo>
                  <a:pt x="10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39" name="Freeform 69">
            <a:extLst>
              <a:ext uri="{FF2B5EF4-FFF2-40B4-BE49-F238E27FC236}">
                <a16:creationId xmlns:a16="http://schemas.microsoft.com/office/drawing/2014/main" id="{8F4AE21F-30B6-3CDE-C970-0A87CCB95D76}"/>
              </a:ext>
            </a:extLst>
          </p:cNvPr>
          <p:cNvSpPr>
            <a:spLocks/>
          </p:cNvSpPr>
          <p:nvPr/>
        </p:nvSpPr>
        <p:spPr bwMode="auto">
          <a:xfrm>
            <a:off x="8791575" y="2514601"/>
            <a:ext cx="171450" cy="193675"/>
          </a:xfrm>
          <a:custGeom>
            <a:avLst/>
            <a:gdLst>
              <a:gd name="T0" fmla="*/ 0 w 108"/>
              <a:gd name="T1" fmla="*/ 2147483646 h 122"/>
              <a:gd name="T2" fmla="*/ 2147483646 w 108"/>
              <a:gd name="T3" fmla="*/ 2147483646 h 122"/>
              <a:gd name="T4" fmla="*/ 2147483646 w 108"/>
              <a:gd name="T5" fmla="*/ 2147483646 h 122"/>
              <a:gd name="T6" fmla="*/ 2147483646 w 108"/>
              <a:gd name="T7" fmla="*/ 2147483646 h 122"/>
              <a:gd name="T8" fmla="*/ 2147483646 w 108"/>
              <a:gd name="T9" fmla="*/ 0 h 122"/>
              <a:gd name="T10" fmla="*/ 2147483646 w 108"/>
              <a:gd name="T11" fmla="*/ 0 h 122"/>
              <a:gd name="T12" fmla="*/ 0 w 108"/>
              <a:gd name="T13" fmla="*/ 2147483646 h 12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08"/>
              <a:gd name="T22" fmla="*/ 0 h 122"/>
              <a:gd name="T23" fmla="*/ 108 w 108"/>
              <a:gd name="T24" fmla="*/ 122 h 12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08" h="122">
                <a:moveTo>
                  <a:pt x="0" y="114"/>
                </a:moveTo>
                <a:lnTo>
                  <a:pt x="18" y="122"/>
                </a:lnTo>
                <a:lnTo>
                  <a:pt x="108" y="8"/>
                </a:lnTo>
                <a:lnTo>
                  <a:pt x="9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40" name="Freeform 70">
            <a:extLst>
              <a:ext uri="{FF2B5EF4-FFF2-40B4-BE49-F238E27FC236}">
                <a16:creationId xmlns:a16="http://schemas.microsoft.com/office/drawing/2014/main" id="{7AA46004-E575-126E-CCD8-750172199009}"/>
              </a:ext>
            </a:extLst>
          </p:cNvPr>
          <p:cNvSpPr>
            <a:spLocks/>
          </p:cNvSpPr>
          <p:nvPr/>
        </p:nvSpPr>
        <p:spPr bwMode="auto">
          <a:xfrm>
            <a:off x="8934450" y="2332038"/>
            <a:ext cx="128588" cy="195262"/>
          </a:xfrm>
          <a:custGeom>
            <a:avLst/>
            <a:gdLst>
              <a:gd name="T0" fmla="*/ 0 w 81"/>
              <a:gd name="T1" fmla="*/ 2147483646 h 123"/>
              <a:gd name="T2" fmla="*/ 2147483646 w 81"/>
              <a:gd name="T3" fmla="*/ 2147483646 h 123"/>
              <a:gd name="T4" fmla="*/ 2147483646 w 81"/>
              <a:gd name="T5" fmla="*/ 2147483646 h 123"/>
              <a:gd name="T6" fmla="*/ 2147483646 w 81"/>
              <a:gd name="T7" fmla="*/ 0 h 123"/>
              <a:gd name="T8" fmla="*/ 2147483646 w 81"/>
              <a:gd name="T9" fmla="*/ 0 h 123"/>
              <a:gd name="T10" fmla="*/ 2147483646 w 81"/>
              <a:gd name="T11" fmla="*/ 0 h 123"/>
              <a:gd name="T12" fmla="*/ 0 w 81"/>
              <a:gd name="T13" fmla="*/ 2147483646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1"/>
              <a:gd name="T22" fmla="*/ 0 h 123"/>
              <a:gd name="T23" fmla="*/ 81 w 81"/>
              <a:gd name="T24" fmla="*/ 123 h 12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1" h="123">
                <a:moveTo>
                  <a:pt x="0" y="115"/>
                </a:moveTo>
                <a:lnTo>
                  <a:pt x="18" y="123"/>
                </a:lnTo>
                <a:lnTo>
                  <a:pt x="81" y="9"/>
                </a:lnTo>
                <a:lnTo>
                  <a:pt x="81" y="0"/>
                </a:lnTo>
                <a:lnTo>
                  <a:pt x="63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41" name="Freeform 71">
            <a:extLst>
              <a:ext uri="{FF2B5EF4-FFF2-40B4-BE49-F238E27FC236}">
                <a16:creationId xmlns:a16="http://schemas.microsoft.com/office/drawing/2014/main" id="{843434AB-9004-40AE-AF2D-E6015283BB12}"/>
              </a:ext>
            </a:extLst>
          </p:cNvPr>
          <p:cNvSpPr>
            <a:spLocks/>
          </p:cNvSpPr>
          <p:nvPr/>
        </p:nvSpPr>
        <p:spPr bwMode="auto">
          <a:xfrm>
            <a:off x="9034463" y="2138364"/>
            <a:ext cx="57150" cy="193675"/>
          </a:xfrm>
          <a:custGeom>
            <a:avLst/>
            <a:gdLst>
              <a:gd name="T0" fmla="*/ 0 w 36"/>
              <a:gd name="T1" fmla="*/ 2147483646 h 122"/>
              <a:gd name="T2" fmla="*/ 2147483646 w 36"/>
              <a:gd name="T3" fmla="*/ 2147483646 h 122"/>
              <a:gd name="T4" fmla="*/ 2147483646 w 36"/>
              <a:gd name="T5" fmla="*/ 0 h 122"/>
              <a:gd name="T6" fmla="*/ 2147483646 w 36"/>
              <a:gd name="T7" fmla="*/ 0 h 122"/>
              <a:gd name="T8" fmla="*/ 0 w 36"/>
              <a:gd name="T9" fmla="*/ 2147483646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6"/>
              <a:gd name="T16" fmla="*/ 0 h 122"/>
              <a:gd name="T17" fmla="*/ 36 w 36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6" h="122">
                <a:moveTo>
                  <a:pt x="0" y="122"/>
                </a:moveTo>
                <a:lnTo>
                  <a:pt x="18" y="122"/>
                </a:lnTo>
                <a:lnTo>
                  <a:pt x="36" y="0"/>
                </a:lnTo>
                <a:lnTo>
                  <a:pt x="18" y="0"/>
                </a:lnTo>
                <a:lnTo>
                  <a:pt x="0" y="12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42" name="Freeform 72">
            <a:extLst>
              <a:ext uri="{FF2B5EF4-FFF2-40B4-BE49-F238E27FC236}">
                <a16:creationId xmlns:a16="http://schemas.microsoft.com/office/drawing/2014/main" id="{D719DDD3-2583-B558-70C5-3AC7333B6117}"/>
              </a:ext>
            </a:extLst>
          </p:cNvPr>
          <p:cNvSpPr>
            <a:spLocks/>
          </p:cNvSpPr>
          <p:nvPr/>
        </p:nvSpPr>
        <p:spPr bwMode="auto">
          <a:xfrm>
            <a:off x="8534401" y="2359025"/>
            <a:ext cx="28575" cy="25400"/>
          </a:xfrm>
          <a:custGeom>
            <a:avLst/>
            <a:gdLst>
              <a:gd name="T0" fmla="*/ 2147483646 w 18"/>
              <a:gd name="T1" fmla="*/ 2147483646 h 16"/>
              <a:gd name="T2" fmla="*/ 2147483646 w 18"/>
              <a:gd name="T3" fmla="*/ 2147483646 h 16"/>
              <a:gd name="T4" fmla="*/ 2147483646 w 18"/>
              <a:gd name="T5" fmla="*/ 2147483646 h 16"/>
              <a:gd name="T6" fmla="*/ 2147483646 w 18"/>
              <a:gd name="T7" fmla="*/ 0 h 16"/>
              <a:gd name="T8" fmla="*/ 2147483646 w 18"/>
              <a:gd name="T9" fmla="*/ 0 h 16"/>
              <a:gd name="T10" fmla="*/ 2147483646 w 18"/>
              <a:gd name="T11" fmla="*/ 0 h 16"/>
              <a:gd name="T12" fmla="*/ 0 w 18"/>
              <a:gd name="T13" fmla="*/ 2147483646 h 16"/>
              <a:gd name="T14" fmla="*/ 2147483646 w 18"/>
              <a:gd name="T15" fmla="*/ 2147483646 h 16"/>
              <a:gd name="T16" fmla="*/ 2147483646 w 18"/>
              <a:gd name="T17" fmla="*/ 2147483646 h 16"/>
              <a:gd name="T18" fmla="*/ 2147483646 w 18"/>
              <a:gd name="T19" fmla="*/ 2147483646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9" y="16"/>
                </a:moveTo>
                <a:lnTo>
                  <a:pt x="18" y="16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lnTo>
                  <a:pt x="0" y="8"/>
                </a:lnTo>
                <a:lnTo>
                  <a:pt x="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43" name="Freeform 73">
            <a:extLst>
              <a:ext uri="{FF2B5EF4-FFF2-40B4-BE49-F238E27FC236}">
                <a16:creationId xmlns:a16="http://schemas.microsoft.com/office/drawing/2014/main" id="{0E394411-57DD-9A01-8693-CD16D176C3E5}"/>
              </a:ext>
            </a:extLst>
          </p:cNvPr>
          <p:cNvSpPr>
            <a:spLocks/>
          </p:cNvSpPr>
          <p:nvPr/>
        </p:nvSpPr>
        <p:spPr bwMode="auto">
          <a:xfrm>
            <a:off x="8491539" y="2384426"/>
            <a:ext cx="128587" cy="195263"/>
          </a:xfrm>
          <a:custGeom>
            <a:avLst/>
            <a:gdLst>
              <a:gd name="T0" fmla="*/ 2147483646 w 81"/>
              <a:gd name="T1" fmla="*/ 0 h 123"/>
              <a:gd name="T2" fmla="*/ 2147483646 w 81"/>
              <a:gd name="T3" fmla="*/ 0 h 123"/>
              <a:gd name="T4" fmla="*/ 2147483646 w 81"/>
              <a:gd name="T5" fmla="*/ 2147483646 h 123"/>
              <a:gd name="T6" fmla="*/ 0 w 81"/>
              <a:gd name="T7" fmla="*/ 0 h 123"/>
              <a:gd name="T8" fmla="*/ 2147483646 w 81"/>
              <a:gd name="T9" fmla="*/ 0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36" y="0"/>
                </a:moveTo>
                <a:lnTo>
                  <a:pt x="81" y="0"/>
                </a:lnTo>
                <a:lnTo>
                  <a:pt x="36" y="123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44" name="Freeform 74">
            <a:extLst>
              <a:ext uri="{FF2B5EF4-FFF2-40B4-BE49-F238E27FC236}">
                <a16:creationId xmlns:a16="http://schemas.microsoft.com/office/drawing/2014/main" id="{5BFC45ED-5EFB-DC1B-20D8-DAA0883A3DD8}"/>
              </a:ext>
            </a:extLst>
          </p:cNvPr>
          <p:cNvSpPr>
            <a:spLocks/>
          </p:cNvSpPr>
          <p:nvPr/>
        </p:nvSpPr>
        <p:spPr bwMode="auto">
          <a:xfrm>
            <a:off x="8491539" y="2384426"/>
            <a:ext cx="128587" cy="195263"/>
          </a:xfrm>
          <a:custGeom>
            <a:avLst/>
            <a:gdLst>
              <a:gd name="T0" fmla="*/ 2147483646 w 81"/>
              <a:gd name="T1" fmla="*/ 0 h 123"/>
              <a:gd name="T2" fmla="*/ 2147483646 w 81"/>
              <a:gd name="T3" fmla="*/ 0 h 123"/>
              <a:gd name="T4" fmla="*/ 2147483646 w 81"/>
              <a:gd name="T5" fmla="*/ 2147483646 h 123"/>
              <a:gd name="T6" fmla="*/ 0 w 81"/>
              <a:gd name="T7" fmla="*/ 0 h 123"/>
              <a:gd name="T8" fmla="*/ 2147483646 w 81"/>
              <a:gd name="T9" fmla="*/ 0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36" y="0"/>
                </a:moveTo>
                <a:lnTo>
                  <a:pt x="81" y="0"/>
                </a:lnTo>
                <a:lnTo>
                  <a:pt x="36" y="123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45" name="Freeform 75">
            <a:extLst>
              <a:ext uri="{FF2B5EF4-FFF2-40B4-BE49-F238E27FC236}">
                <a16:creationId xmlns:a16="http://schemas.microsoft.com/office/drawing/2014/main" id="{D71CF7F4-6B2D-2505-B175-19BC20E63989}"/>
              </a:ext>
            </a:extLst>
          </p:cNvPr>
          <p:cNvSpPr>
            <a:spLocks/>
          </p:cNvSpPr>
          <p:nvPr/>
        </p:nvSpPr>
        <p:spPr bwMode="auto">
          <a:xfrm>
            <a:off x="8805863" y="1646239"/>
            <a:ext cx="214312" cy="193675"/>
          </a:xfrm>
          <a:custGeom>
            <a:avLst/>
            <a:gdLst>
              <a:gd name="T0" fmla="*/ 2147483646 w 135"/>
              <a:gd name="T1" fmla="*/ 2147483646 h 122"/>
              <a:gd name="T2" fmla="*/ 2147483646 w 135"/>
              <a:gd name="T3" fmla="*/ 0 h 122"/>
              <a:gd name="T4" fmla="*/ 0 w 135"/>
              <a:gd name="T5" fmla="*/ 2147483646 h 122"/>
              <a:gd name="T6" fmla="*/ 0 w 135"/>
              <a:gd name="T7" fmla="*/ 2147483646 h 122"/>
              <a:gd name="T8" fmla="*/ 2147483646 w 135"/>
              <a:gd name="T9" fmla="*/ 2147483646 h 122"/>
              <a:gd name="T10" fmla="*/ 2147483646 w 135"/>
              <a:gd name="T11" fmla="*/ 2147483646 h 122"/>
              <a:gd name="T12" fmla="*/ 2147483646 w 135"/>
              <a:gd name="T13" fmla="*/ 2147483646 h 12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35"/>
              <a:gd name="T22" fmla="*/ 0 h 122"/>
              <a:gd name="T23" fmla="*/ 135 w 135"/>
              <a:gd name="T24" fmla="*/ 122 h 12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35" h="122">
                <a:moveTo>
                  <a:pt x="135" y="8"/>
                </a:moveTo>
                <a:lnTo>
                  <a:pt x="117" y="0"/>
                </a:lnTo>
                <a:lnTo>
                  <a:pt x="0" y="114"/>
                </a:lnTo>
                <a:lnTo>
                  <a:pt x="18" y="122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46" name="Freeform 76">
            <a:extLst>
              <a:ext uri="{FF2B5EF4-FFF2-40B4-BE49-F238E27FC236}">
                <a16:creationId xmlns:a16="http://schemas.microsoft.com/office/drawing/2014/main" id="{B7575B9E-845C-BC68-66CF-B9CD18F3BB3A}"/>
              </a:ext>
            </a:extLst>
          </p:cNvPr>
          <p:cNvSpPr>
            <a:spLocks/>
          </p:cNvSpPr>
          <p:nvPr/>
        </p:nvSpPr>
        <p:spPr bwMode="auto">
          <a:xfrm>
            <a:off x="8662988" y="1827214"/>
            <a:ext cx="171450" cy="180975"/>
          </a:xfrm>
          <a:custGeom>
            <a:avLst/>
            <a:gdLst>
              <a:gd name="T0" fmla="*/ 2147483646 w 108"/>
              <a:gd name="T1" fmla="*/ 2147483646 h 114"/>
              <a:gd name="T2" fmla="*/ 2147483646 w 108"/>
              <a:gd name="T3" fmla="*/ 0 h 114"/>
              <a:gd name="T4" fmla="*/ 0 w 108"/>
              <a:gd name="T5" fmla="*/ 2147483646 h 114"/>
              <a:gd name="T6" fmla="*/ 0 w 108"/>
              <a:gd name="T7" fmla="*/ 2147483646 h 114"/>
              <a:gd name="T8" fmla="*/ 2147483646 w 108"/>
              <a:gd name="T9" fmla="*/ 2147483646 h 114"/>
              <a:gd name="T10" fmla="*/ 2147483646 w 108"/>
              <a:gd name="T11" fmla="*/ 2147483646 h 114"/>
              <a:gd name="T12" fmla="*/ 2147483646 w 108"/>
              <a:gd name="T13" fmla="*/ 2147483646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08"/>
              <a:gd name="T22" fmla="*/ 0 h 114"/>
              <a:gd name="T23" fmla="*/ 108 w 108"/>
              <a:gd name="T24" fmla="*/ 114 h 11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08" h="114">
                <a:moveTo>
                  <a:pt x="108" y="8"/>
                </a:moveTo>
                <a:lnTo>
                  <a:pt x="90" y="0"/>
                </a:lnTo>
                <a:lnTo>
                  <a:pt x="0" y="106"/>
                </a:lnTo>
                <a:lnTo>
                  <a:pt x="18" y="114"/>
                </a:lnTo>
                <a:lnTo>
                  <a:pt x="108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47" name="Freeform 77">
            <a:extLst>
              <a:ext uri="{FF2B5EF4-FFF2-40B4-BE49-F238E27FC236}">
                <a16:creationId xmlns:a16="http://schemas.microsoft.com/office/drawing/2014/main" id="{DAB7FABD-132C-32A0-A9F6-A3EC3B657DFC}"/>
              </a:ext>
            </a:extLst>
          </p:cNvPr>
          <p:cNvSpPr>
            <a:spLocks/>
          </p:cNvSpPr>
          <p:nvPr/>
        </p:nvSpPr>
        <p:spPr bwMode="auto">
          <a:xfrm>
            <a:off x="8577263" y="1995488"/>
            <a:ext cx="114300" cy="195262"/>
          </a:xfrm>
          <a:custGeom>
            <a:avLst/>
            <a:gdLst>
              <a:gd name="T0" fmla="*/ 2147483646 w 72"/>
              <a:gd name="T1" fmla="*/ 2147483646 h 123"/>
              <a:gd name="T2" fmla="*/ 2147483646 w 72"/>
              <a:gd name="T3" fmla="*/ 0 h 123"/>
              <a:gd name="T4" fmla="*/ 0 w 72"/>
              <a:gd name="T5" fmla="*/ 2147483646 h 123"/>
              <a:gd name="T6" fmla="*/ 0 w 72"/>
              <a:gd name="T7" fmla="*/ 2147483646 h 123"/>
              <a:gd name="T8" fmla="*/ 2147483646 w 72"/>
              <a:gd name="T9" fmla="*/ 2147483646 h 123"/>
              <a:gd name="T10" fmla="*/ 2147483646 w 72"/>
              <a:gd name="T11" fmla="*/ 2147483646 h 123"/>
              <a:gd name="T12" fmla="*/ 2147483646 w 72"/>
              <a:gd name="T13" fmla="*/ 2147483646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2"/>
              <a:gd name="T22" fmla="*/ 0 h 123"/>
              <a:gd name="T23" fmla="*/ 72 w 72"/>
              <a:gd name="T24" fmla="*/ 123 h 12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2" h="123">
                <a:moveTo>
                  <a:pt x="72" y="8"/>
                </a:moveTo>
                <a:lnTo>
                  <a:pt x="54" y="0"/>
                </a:lnTo>
                <a:lnTo>
                  <a:pt x="0" y="114"/>
                </a:lnTo>
                <a:lnTo>
                  <a:pt x="18" y="114"/>
                </a:lnTo>
                <a:lnTo>
                  <a:pt x="18" y="123"/>
                </a:lnTo>
                <a:lnTo>
                  <a:pt x="7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48" name="Freeform 78">
            <a:extLst>
              <a:ext uri="{FF2B5EF4-FFF2-40B4-BE49-F238E27FC236}">
                <a16:creationId xmlns:a16="http://schemas.microsoft.com/office/drawing/2014/main" id="{7C5046EA-0357-D9BE-123B-383155C8D821}"/>
              </a:ext>
            </a:extLst>
          </p:cNvPr>
          <p:cNvSpPr>
            <a:spLocks/>
          </p:cNvSpPr>
          <p:nvPr/>
        </p:nvSpPr>
        <p:spPr bwMode="auto">
          <a:xfrm>
            <a:off x="8534400" y="2176463"/>
            <a:ext cx="71438" cy="195262"/>
          </a:xfrm>
          <a:custGeom>
            <a:avLst/>
            <a:gdLst>
              <a:gd name="T0" fmla="*/ 2147483646 w 45"/>
              <a:gd name="T1" fmla="*/ 0 h 123"/>
              <a:gd name="T2" fmla="*/ 2147483646 w 45"/>
              <a:gd name="T3" fmla="*/ 0 h 123"/>
              <a:gd name="T4" fmla="*/ 0 w 45"/>
              <a:gd name="T5" fmla="*/ 2147483646 h 123"/>
              <a:gd name="T6" fmla="*/ 2147483646 w 45"/>
              <a:gd name="T7" fmla="*/ 2147483646 h 123"/>
              <a:gd name="T8" fmla="*/ 2147483646 w 45"/>
              <a:gd name="T9" fmla="*/ 0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5"/>
              <a:gd name="T16" fmla="*/ 0 h 123"/>
              <a:gd name="T17" fmla="*/ 45 w 45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5" h="123">
                <a:moveTo>
                  <a:pt x="45" y="0"/>
                </a:moveTo>
                <a:lnTo>
                  <a:pt x="27" y="0"/>
                </a:lnTo>
                <a:lnTo>
                  <a:pt x="0" y="123"/>
                </a:lnTo>
                <a:lnTo>
                  <a:pt x="18" y="123"/>
                </a:lnTo>
                <a:lnTo>
                  <a:pt x="4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49" name="Freeform 79">
            <a:extLst>
              <a:ext uri="{FF2B5EF4-FFF2-40B4-BE49-F238E27FC236}">
                <a16:creationId xmlns:a16="http://schemas.microsoft.com/office/drawing/2014/main" id="{851CEF0A-763B-DA2A-5B59-E0DD98DA4056}"/>
              </a:ext>
            </a:extLst>
          </p:cNvPr>
          <p:cNvSpPr>
            <a:spLocks/>
          </p:cNvSpPr>
          <p:nvPr/>
        </p:nvSpPr>
        <p:spPr bwMode="auto">
          <a:xfrm>
            <a:off x="6148389" y="4549775"/>
            <a:ext cx="28575" cy="25400"/>
          </a:xfrm>
          <a:custGeom>
            <a:avLst/>
            <a:gdLst>
              <a:gd name="T0" fmla="*/ 0 w 18"/>
              <a:gd name="T1" fmla="*/ 2147483646 h 16"/>
              <a:gd name="T2" fmla="*/ 0 w 18"/>
              <a:gd name="T3" fmla="*/ 2147483646 h 16"/>
              <a:gd name="T4" fmla="*/ 2147483646 w 18"/>
              <a:gd name="T5" fmla="*/ 2147483646 h 16"/>
              <a:gd name="T6" fmla="*/ 2147483646 w 18"/>
              <a:gd name="T7" fmla="*/ 2147483646 h 16"/>
              <a:gd name="T8" fmla="*/ 2147483646 w 18"/>
              <a:gd name="T9" fmla="*/ 2147483646 h 16"/>
              <a:gd name="T10" fmla="*/ 2147483646 w 18"/>
              <a:gd name="T11" fmla="*/ 0 h 16"/>
              <a:gd name="T12" fmla="*/ 0 w 18"/>
              <a:gd name="T13" fmla="*/ 0 h 16"/>
              <a:gd name="T14" fmla="*/ 0 w 18"/>
              <a:gd name="T15" fmla="*/ 2147483646 h 16"/>
              <a:gd name="T16" fmla="*/ 0 w 18"/>
              <a:gd name="T17" fmla="*/ 2147483646 h 16"/>
              <a:gd name="T18" fmla="*/ 0 w 18"/>
              <a:gd name="T19" fmla="*/ 2147483646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0" y="16"/>
                </a:moveTo>
                <a:lnTo>
                  <a:pt x="0" y="16"/>
                </a:lnTo>
                <a:lnTo>
                  <a:pt x="9" y="16"/>
                </a:lnTo>
                <a:lnTo>
                  <a:pt x="18" y="16"/>
                </a:lnTo>
                <a:lnTo>
                  <a:pt x="18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lnTo>
                  <a:pt x="0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50" name="Freeform 80">
            <a:extLst>
              <a:ext uri="{FF2B5EF4-FFF2-40B4-BE49-F238E27FC236}">
                <a16:creationId xmlns:a16="http://schemas.microsoft.com/office/drawing/2014/main" id="{771C44CC-98E3-D133-1040-DAB0636236F0}"/>
              </a:ext>
            </a:extLst>
          </p:cNvPr>
          <p:cNvSpPr>
            <a:spLocks/>
          </p:cNvSpPr>
          <p:nvPr/>
        </p:nvSpPr>
        <p:spPr bwMode="auto">
          <a:xfrm>
            <a:off x="5948363" y="4524375"/>
            <a:ext cx="228600" cy="115888"/>
          </a:xfrm>
          <a:custGeom>
            <a:avLst/>
            <a:gdLst>
              <a:gd name="T0" fmla="*/ 2147483646 w 144"/>
              <a:gd name="T1" fmla="*/ 2147483646 h 73"/>
              <a:gd name="T2" fmla="*/ 2147483646 w 144"/>
              <a:gd name="T3" fmla="*/ 2147483646 h 73"/>
              <a:gd name="T4" fmla="*/ 0 w 144"/>
              <a:gd name="T5" fmla="*/ 2147483646 h 73"/>
              <a:gd name="T6" fmla="*/ 2147483646 w 144"/>
              <a:gd name="T7" fmla="*/ 0 h 73"/>
              <a:gd name="T8" fmla="*/ 2147483646 w 144"/>
              <a:gd name="T9" fmla="*/ 2147483646 h 7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73"/>
              <a:gd name="T17" fmla="*/ 144 w 144"/>
              <a:gd name="T18" fmla="*/ 73 h 7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73">
                <a:moveTo>
                  <a:pt x="126" y="32"/>
                </a:moveTo>
                <a:lnTo>
                  <a:pt x="144" y="65"/>
                </a:lnTo>
                <a:lnTo>
                  <a:pt x="0" y="73"/>
                </a:lnTo>
                <a:lnTo>
                  <a:pt x="117" y="0"/>
                </a:lnTo>
                <a:lnTo>
                  <a:pt x="126" y="32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51" name="Freeform 81">
            <a:extLst>
              <a:ext uri="{FF2B5EF4-FFF2-40B4-BE49-F238E27FC236}">
                <a16:creationId xmlns:a16="http://schemas.microsoft.com/office/drawing/2014/main" id="{6F9ACAA7-C4EB-0C21-4C76-8EEC26796B51}"/>
              </a:ext>
            </a:extLst>
          </p:cNvPr>
          <p:cNvSpPr>
            <a:spLocks/>
          </p:cNvSpPr>
          <p:nvPr/>
        </p:nvSpPr>
        <p:spPr bwMode="auto">
          <a:xfrm>
            <a:off x="5948363" y="4524375"/>
            <a:ext cx="228600" cy="115888"/>
          </a:xfrm>
          <a:custGeom>
            <a:avLst/>
            <a:gdLst>
              <a:gd name="T0" fmla="*/ 2147483646 w 144"/>
              <a:gd name="T1" fmla="*/ 2147483646 h 73"/>
              <a:gd name="T2" fmla="*/ 2147483646 w 144"/>
              <a:gd name="T3" fmla="*/ 2147483646 h 73"/>
              <a:gd name="T4" fmla="*/ 0 w 144"/>
              <a:gd name="T5" fmla="*/ 2147483646 h 73"/>
              <a:gd name="T6" fmla="*/ 2147483646 w 144"/>
              <a:gd name="T7" fmla="*/ 0 h 73"/>
              <a:gd name="T8" fmla="*/ 2147483646 w 144"/>
              <a:gd name="T9" fmla="*/ 2147483646 h 7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73"/>
              <a:gd name="T17" fmla="*/ 144 w 144"/>
              <a:gd name="T18" fmla="*/ 73 h 7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73">
                <a:moveTo>
                  <a:pt x="126" y="32"/>
                </a:moveTo>
                <a:lnTo>
                  <a:pt x="144" y="65"/>
                </a:lnTo>
                <a:lnTo>
                  <a:pt x="0" y="73"/>
                </a:lnTo>
                <a:lnTo>
                  <a:pt x="117" y="0"/>
                </a:lnTo>
                <a:lnTo>
                  <a:pt x="126" y="3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52" name="Freeform 82">
            <a:extLst>
              <a:ext uri="{FF2B5EF4-FFF2-40B4-BE49-F238E27FC236}">
                <a16:creationId xmlns:a16="http://schemas.microsoft.com/office/drawing/2014/main" id="{0FA3E4BC-1146-BDAF-509C-3E90AEDD0F5F}"/>
              </a:ext>
            </a:extLst>
          </p:cNvPr>
          <p:cNvSpPr>
            <a:spLocks/>
          </p:cNvSpPr>
          <p:nvPr/>
        </p:nvSpPr>
        <p:spPr bwMode="auto">
          <a:xfrm>
            <a:off x="8348663" y="2825751"/>
            <a:ext cx="214312" cy="271463"/>
          </a:xfrm>
          <a:custGeom>
            <a:avLst/>
            <a:gdLst>
              <a:gd name="T0" fmla="*/ 2147483646 w 135"/>
              <a:gd name="T1" fmla="*/ 2147483646 h 171"/>
              <a:gd name="T2" fmla="*/ 2147483646 w 135"/>
              <a:gd name="T3" fmla="*/ 0 h 171"/>
              <a:gd name="T4" fmla="*/ 0 w 135"/>
              <a:gd name="T5" fmla="*/ 2147483646 h 171"/>
              <a:gd name="T6" fmla="*/ 0 w 135"/>
              <a:gd name="T7" fmla="*/ 2147483646 h 171"/>
              <a:gd name="T8" fmla="*/ 2147483646 w 135"/>
              <a:gd name="T9" fmla="*/ 2147483646 h 171"/>
              <a:gd name="T10" fmla="*/ 2147483646 w 135"/>
              <a:gd name="T11" fmla="*/ 2147483646 h 171"/>
              <a:gd name="T12" fmla="*/ 2147483646 w 135"/>
              <a:gd name="T13" fmla="*/ 2147483646 h 17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35"/>
              <a:gd name="T22" fmla="*/ 0 h 171"/>
              <a:gd name="T23" fmla="*/ 135 w 135"/>
              <a:gd name="T24" fmla="*/ 171 h 17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35" h="171">
                <a:moveTo>
                  <a:pt x="135" y="8"/>
                </a:moveTo>
                <a:lnTo>
                  <a:pt x="117" y="0"/>
                </a:lnTo>
                <a:lnTo>
                  <a:pt x="0" y="163"/>
                </a:lnTo>
                <a:lnTo>
                  <a:pt x="18" y="171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53" name="Freeform 83">
            <a:extLst>
              <a:ext uri="{FF2B5EF4-FFF2-40B4-BE49-F238E27FC236}">
                <a16:creationId xmlns:a16="http://schemas.microsoft.com/office/drawing/2014/main" id="{19EFFD0A-E930-9D19-8790-F2E5F1DF6DB3}"/>
              </a:ext>
            </a:extLst>
          </p:cNvPr>
          <p:cNvSpPr>
            <a:spLocks/>
          </p:cNvSpPr>
          <p:nvPr/>
        </p:nvSpPr>
        <p:spPr bwMode="auto">
          <a:xfrm>
            <a:off x="8120064" y="3084513"/>
            <a:ext cx="257175" cy="273050"/>
          </a:xfrm>
          <a:custGeom>
            <a:avLst/>
            <a:gdLst>
              <a:gd name="T0" fmla="*/ 2147483646 w 162"/>
              <a:gd name="T1" fmla="*/ 2147483646 h 172"/>
              <a:gd name="T2" fmla="*/ 2147483646 w 162"/>
              <a:gd name="T3" fmla="*/ 0 h 172"/>
              <a:gd name="T4" fmla="*/ 0 w 162"/>
              <a:gd name="T5" fmla="*/ 2147483646 h 172"/>
              <a:gd name="T6" fmla="*/ 0 w 162"/>
              <a:gd name="T7" fmla="*/ 2147483646 h 172"/>
              <a:gd name="T8" fmla="*/ 2147483646 w 162"/>
              <a:gd name="T9" fmla="*/ 2147483646 h 172"/>
              <a:gd name="T10" fmla="*/ 2147483646 w 162"/>
              <a:gd name="T11" fmla="*/ 2147483646 h 172"/>
              <a:gd name="T12" fmla="*/ 2147483646 w 162"/>
              <a:gd name="T13" fmla="*/ 2147483646 h 1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2"/>
              <a:gd name="T22" fmla="*/ 0 h 172"/>
              <a:gd name="T23" fmla="*/ 162 w 162"/>
              <a:gd name="T24" fmla="*/ 172 h 17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2" h="172">
                <a:moveTo>
                  <a:pt x="162" y="8"/>
                </a:moveTo>
                <a:lnTo>
                  <a:pt x="144" y="0"/>
                </a:lnTo>
                <a:lnTo>
                  <a:pt x="0" y="164"/>
                </a:lnTo>
                <a:lnTo>
                  <a:pt x="0" y="155"/>
                </a:lnTo>
                <a:lnTo>
                  <a:pt x="18" y="172"/>
                </a:lnTo>
                <a:lnTo>
                  <a:pt x="16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54" name="Freeform 84">
            <a:extLst>
              <a:ext uri="{FF2B5EF4-FFF2-40B4-BE49-F238E27FC236}">
                <a16:creationId xmlns:a16="http://schemas.microsoft.com/office/drawing/2014/main" id="{C23CCF9E-5A20-5489-8C92-68482BEBC5E2}"/>
              </a:ext>
            </a:extLst>
          </p:cNvPr>
          <p:cNvSpPr>
            <a:spLocks/>
          </p:cNvSpPr>
          <p:nvPr/>
        </p:nvSpPr>
        <p:spPr bwMode="auto">
          <a:xfrm>
            <a:off x="7848600" y="3330575"/>
            <a:ext cx="300038" cy="273050"/>
          </a:xfrm>
          <a:custGeom>
            <a:avLst/>
            <a:gdLst>
              <a:gd name="T0" fmla="*/ 2147483646 w 189"/>
              <a:gd name="T1" fmla="*/ 2147483646 h 172"/>
              <a:gd name="T2" fmla="*/ 2147483646 w 189"/>
              <a:gd name="T3" fmla="*/ 0 h 172"/>
              <a:gd name="T4" fmla="*/ 0 w 189"/>
              <a:gd name="T5" fmla="*/ 2147483646 h 172"/>
              <a:gd name="T6" fmla="*/ 2147483646 w 189"/>
              <a:gd name="T7" fmla="*/ 2147483646 h 172"/>
              <a:gd name="T8" fmla="*/ 2147483646 w 189"/>
              <a:gd name="T9" fmla="*/ 2147483646 h 172"/>
              <a:gd name="T10" fmla="*/ 2147483646 w 189"/>
              <a:gd name="T11" fmla="*/ 2147483646 h 172"/>
              <a:gd name="T12" fmla="*/ 2147483646 w 189"/>
              <a:gd name="T13" fmla="*/ 2147483646 h 1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172"/>
              <a:gd name="T23" fmla="*/ 189 w 189"/>
              <a:gd name="T24" fmla="*/ 172 h 17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172">
                <a:moveTo>
                  <a:pt x="189" y="17"/>
                </a:moveTo>
                <a:lnTo>
                  <a:pt x="171" y="0"/>
                </a:lnTo>
                <a:lnTo>
                  <a:pt x="0" y="156"/>
                </a:lnTo>
                <a:lnTo>
                  <a:pt x="9" y="156"/>
                </a:lnTo>
                <a:lnTo>
                  <a:pt x="18" y="172"/>
                </a:lnTo>
                <a:lnTo>
                  <a:pt x="18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55" name="Freeform 85">
            <a:extLst>
              <a:ext uri="{FF2B5EF4-FFF2-40B4-BE49-F238E27FC236}">
                <a16:creationId xmlns:a16="http://schemas.microsoft.com/office/drawing/2014/main" id="{64322A1D-A13E-46B1-D597-35896A15446E}"/>
              </a:ext>
            </a:extLst>
          </p:cNvPr>
          <p:cNvSpPr>
            <a:spLocks/>
          </p:cNvSpPr>
          <p:nvPr/>
        </p:nvSpPr>
        <p:spPr bwMode="auto">
          <a:xfrm>
            <a:off x="7577139" y="3578226"/>
            <a:ext cx="300037" cy="258763"/>
          </a:xfrm>
          <a:custGeom>
            <a:avLst/>
            <a:gdLst>
              <a:gd name="T0" fmla="*/ 2147483646 w 189"/>
              <a:gd name="T1" fmla="*/ 2147483646 h 163"/>
              <a:gd name="T2" fmla="*/ 2147483646 w 189"/>
              <a:gd name="T3" fmla="*/ 0 h 163"/>
              <a:gd name="T4" fmla="*/ 0 w 189"/>
              <a:gd name="T5" fmla="*/ 2147483646 h 163"/>
              <a:gd name="T6" fmla="*/ 0 w 189"/>
              <a:gd name="T7" fmla="*/ 2147483646 h 163"/>
              <a:gd name="T8" fmla="*/ 2147483646 w 189"/>
              <a:gd name="T9" fmla="*/ 2147483646 h 163"/>
              <a:gd name="T10" fmla="*/ 2147483646 w 189"/>
              <a:gd name="T11" fmla="*/ 2147483646 h 163"/>
              <a:gd name="T12" fmla="*/ 2147483646 w 189"/>
              <a:gd name="T13" fmla="*/ 2147483646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163"/>
              <a:gd name="T23" fmla="*/ 189 w 189"/>
              <a:gd name="T24" fmla="*/ 163 h 16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163">
                <a:moveTo>
                  <a:pt x="189" y="16"/>
                </a:moveTo>
                <a:lnTo>
                  <a:pt x="180" y="0"/>
                </a:lnTo>
                <a:lnTo>
                  <a:pt x="0" y="147"/>
                </a:lnTo>
                <a:lnTo>
                  <a:pt x="9" y="163"/>
                </a:lnTo>
                <a:lnTo>
                  <a:pt x="18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56" name="Freeform 86">
            <a:extLst>
              <a:ext uri="{FF2B5EF4-FFF2-40B4-BE49-F238E27FC236}">
                <a16:creationId xmlns:a16="http://schemas.microsoft.com/office/drawing/2014/main" id="{546630A5-BCB0-99F8-D421-8599C162CE63}"/>
              </a:ext>
            </a:extLst>
          </p:cNvPr>
          <p:cNvSpPr>
            <a:spLocks/>
          </p:cNvSpPr>
          <p:nvPr/>
        </p:nvSpPr>
        <p:spPr bwMode="auto">
          <a:xfrm>
            <a:off x="7248525" y="3811588"/>
            <a:ext cx="342900" cy="246062"/>
          </a:xfrm>
          <a:custGeom>
            <a:avLst/>
            <a:gdLst>
              <a:gd name="T0" fmla="*/ 2147483646 w 216"/>
              <a:gd name="T1" fmla="*/ 2147483646 h 155"/>
              <a:gd name="T2" fmla="*/ 2147483646 w 216"/>
              <a:gd name="T3" fmla="*/ 0 h 155"/>
              <a:gd name="T4" fmla="*/ 0 w 216"/>
              <a:gd name="T5" fmla="*/ 2147483646 h 155"/>
              <a:gd name="T6" fmla="*/ 0 w 216"/>
              <a:gd name="T7" fmla="*/ 2147483646 h 155"/>
              <a:gd name="T8" fmla="*/ 2147483646 w 216"/>
              <a:gd name="T9" fmla="*/ 2147483646 h 155"/>
              <a:gd name="T10" fmla="*/ 2147483646 w 216"/>
              <a:gd name="T11" fmla="*/ 2147483646 h 155"/>
              <a:gd name="T12" fmla="*/ 2147483646 w 216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155"/>
              <a:gd name="T23" fmla="*/ 216 w 216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155">
                <a:moveTo>
                  <a:pt x="216" y="16"/>
                </a:moveTo>
                <a:lnTo>
                  <a:pt x="207" y="0"/>
                </a:lnTo>
                <a:lnTo>
                  <a:pt x="0" y="138"/>
                </a:lnTo>
                <a:lnTo>
                  <a:pt x="9" y="155"/>
                </a:lnTo>
                <a:lnTo>
                  <a:pt x="216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57" name="Freeform 87">
            <a:extLst>
              <a:ext uri="{FF2B5EF4-FFF2-40B4-BE49-F238E27FC236}">
                <a16:creationId xmlns:a16="http://schemas.microsoft.com/office/drawing/2014/main" id="{45ECF53E-A675-318C-2B18-6ED069456E8B}"/>
              </a:ext>
            </a:extLst>
          </p:cNvPr>
          <p:cNvSpPr>
            <a:spLocks/>
          </p:cNvSpPr>
          <p:nvPr/>
        </p:nvSpPr>
        <p:spPr bwMode="auto">
          <a:xfrm>
            <a:off x="6905625" y="4030663"/>
            <a:ext cx="357188" cy="220662"/>
          </a:xfrm>
          <a:custGeom>
            <a:avLst/>
            <a:gdLst>
              <a:gd name="T0" fmla="*/ 2147483646 w 225"/>
              <a:gd name="T1" fmla="*/ 2147483646 h 139"/>
              <a:gd name="T2" fmla="*/ 2147483646 w 225"/>
              <a:gd name="T3" fmla="*/ 0 h 139"/>
              <a:gd name="T4" fmla="*/ 0 w 225"/>
              <a:gd name="T5" fmla="*/ 2147483646 h 139"/>
              <a:gd name="T6" fmla="*/ 0 w 225"/>
              <a:gd name="T7" fmla="*/ 2147483646 h 139"/>
              <a:gd name="T8" fmla="*/ 2147483646 w 225"/>
              <a:gd name="T9" fmla="*/ 2147483646 h 139"/>
              <a:gd name="T10" fmla="*/ 2147483646 w 225"/>
              <a:gd name="T11" fmla="*/ 2147483646 h 139"/>
              <a:gd name="T12" fmla="*/ 2147483646 w 225"/>
              <a:gd name="T13" fmla="*/ 2147483646 h 13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139"/>
              <a:gd name="T23" fmla="*/ 225 w 225"/>
              <a:gd name="T24" fmla="*/ 139 h 13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139">
                <a:moveTo>
                  <a:pt x="225" y="17"/>
                </a:moveTo>
                <a:lnTo>
                  <a:pt x="216" y="0"/>
                </a:lnTo>
                <a:lnTo>
                  <a:pt x="0" y="123"/>
                </a:lnTo>
                <a:lnTo>
                  <a:pt x="9" y="139"/>
                </a:lnTo>
                <a:lnTo>
                  <a:pt x="225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58" name="Freeform 88">
            <a:extLst>
              <a:ext uri="{FF2B5EF4-FFF2-40B4-BE49-F238E27FC236}">
                <a16:creationId xmlns:a16="http://schemas.microsoft.com/office/drawing/2014/main" id="{A4C635BF-23C0-46A2-0434-14315C020EF1}"/>
              </a:ext>
            </a:extLst>
          </p:cNvPr>
          <p:cNvSpPr>
            <a:spLocks/>
          </p:cNvSpPr>
          <p:nvPr/>
        </p:nvSpPr>
        <p:spPr bwMode="auto">
          <a:xfrm>
            <a:off x="6534151" y="4225926"/>
            <a:ext cx="385763" cy="207963"/>
          </a:xfrm>
          <a:custGeom>
            <a:avLst/>
            <a:gdLst>
              <a:gd name="T0" fmla="*/ 2147483646 w 243"/>
              <a:gd name="T1" fmla="*/ 2147483646 h 131"/>
              <a:gd name="T2" fmla="*/ 2147483646 w 243"/>
              <a:gd name="T3" fmla="*/ 0 h 131"/>
              <a:gd name="T4" fmla="*/ 0 w 243"/>
              <a:gd name="T5" fmla="*/ 2147483646 h 131"/>
              <a:gd name="T6" fmla="*/ 0 w 243"/>
              <a:gd name="T7" fmla="*/ 2147483646 h 131"/>
              <a:gd name="T8" fmla="*/ 2147483646 w 243"/>
              <a:gd name="T9" fmla="*/ 2147483646 h 131"/>
              <a:gd name="T10" fmla="*/ 2147483646 w 243"/>
              <a:gd name="T11" fmla="*/ 2147483646 h 131"/>
              <a:gd name="T12" fmla="*/ 2147483646 w 243"/>
              <a:gd name="T13" fmla="*/ 2147483646 h 13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3"/>
              <a:gd name="T22" fmla="*/ 0 h 131"/>
              <a:gd name="T23" fmla="*/ 243 w 243"/>
              <a:gd name="T24" fmla="*/ 131 h 13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3" h="131">
                <a:moveTo>
                  <a:pt x="243" y="16"/>
                </a:moveTo>
                <a:lnTo>
                  <a:pt x="234" y="0"/>
                </a:lnTo>
                <a:lnTo>
                  <a:pt x="0" y="114"/>
                </a:lnTo>
                <a:lnTo>
                  <a:pt x="9" y="131"/>
                </a:lnTo>
                <a:lnTo>
                  <a:pt x="243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59" name="Freeform 89">
            <a:extLst>
              <a:ext uri="{FF2B5EF4-FFF2-40B4-BE49-F238E27FC236}">
                <a16:creationId xmlns:a16="http://schemas.microsoft.com/office/drawing/2014/main" id="{E9F47F6C-E8CD-57D7-C584-69DAC45DC0E0}"/>
              </a:ext>
            </a:extLst>
          </p:cNvPr>
          <p:cNvSpPr>
            <a:spLocks/>
          </p:cNvSpPr>
          <p:nvPr/>
        </p:nvSpPr>
        <p:spPr bwMode="auto">
          <a:xfrm>
            <a:off x="6148388" y="4406901"/>
            <a:ext cx="400050" cy="168275"/>
          </a:xfrm>
          <a:custGeom>
            <a:avLst/>
            <a:gdLst>
              <a:gd name="T0" fmla="*/ 2147483646 w 252"/>
              <a:gd name="T1" fmla="*/ 2147483646 h 106"/>
              <a:gd name="T2" fmla="*/ 2147483646 w 252"/>
              <a:gd name="T3" fmla="*/ 0 h 106"/>
              <a:gd name="T4" fmla="*/ 0 w 252"/>
              <a:gd name="T5" fmla="*/ 2147483646 h 106"/>
              <a:gd name="T6" fmla="*/ 2147483646 w 252"/>
              <a:gd name="T7" fmla="*/ 2147483646 h 106"/>
              <a:gd name="T8" fmla="*/ 2147483646 w 252"/>
              <a:gd name="T9" fmla="*/ 2147483646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52"/>
              <a:gd name="T16" fmla="*/ 0 h 106"/>
              <a:gd name="T17" fmla="*/ 252 w 252"/>
              <a:gd name="T18" fmla="*/ 106 h 1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52" h="106">
                <a:moveTo>
                  <a:pt x="252" y="17"/>
                </a:moveTo>
                <a:lnTo>
                  <a:pt x="243" y="0"/>
                </a:lnTo>
                <a:lnTo>
                  <a:pt x="0" y="90"/>
                </a:lnTo>
                <a:lnTo>
                  <a:pt x="9" y="106"/>
                </a:lnTo>
                <a:lnTo>
                  <a:pt x="252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60" name="Freeform 90">
            <a:extLst>
              <a:ext uri="{FF2B5EF4-FFF2-40B4-BE49-F238E27FC236}">
                <a16:creationId xmlns:a16="http://schemas.microsoft.com/office/drawing/2014/main" id="{953554AE-9C1D-697A-0D9B-C50132E3B750}"/>
              </a:ext>
            </a:extLst>
          </p:cNvPr>
          <p:cNvSpPr>
            <a:spLocks/>
          </p:cNvSpPr>
          <p:nvPr/>
        </p:nvSpPr>
        <p:spPr bwMode="auto">
          <a:xfrm>
            <a:off x="3676651" y="4926013"/>
            <a:ext cx="28575" cy="25400"/>
          </a:xfrm>
          <a:custGeom>
            <a:avLst/>
            <a:gdLst>
              <a:gd name="T0" fmla="*/ 0 w 18"/>
              <a:gd name="T1" fmla="*/ 2147483646 h 16"/>
              <a:gd name="T2" fmla="*/ 0 w 18"/>
              <a:gd name="T3" fmla="*/ 2147483646 h 16"/>
              <a:gd name="T4" fmla="*/ 2147483646 w 18"/>
              <a:gd name="T5" fmla="*/ 2147483646 h 16"/>
              <a:gd name="T6" fmla="*/ 2147483646 w 18"/>
              <a:gd name="T7" fmla="*/ 2147483646 h 16"/>
              <a:gd name="T8" fmla="*/ 2147483646 w 18"/>
              <a:gd name="T9" fmla="*/ 2147483646 h 16"/>
              <a:gd name="T10" fmla="*/ 2147483646 w 18"/>
              <a:gd name="T11" fmla="*/ 2147483646 h 16"/>
              <a:gd name="T12" fmla="*/ 2147483646 w 18"/>
              <a:gd name="T13" fmla="*/ 0 h 16"/>
              <a:gd name="T14" fmla="*/ 0 w 18"/>
              <a:gd name="T15" fmla="*/ 0 h 16"/>
              <a:gd name="T16" fmla="*/ 0 w 18"/>
              <a:gd name="T17" fmla="*/ 2147483646 h 16"/>
              <a:gd name="T18" fmla="*/ 0 w 18"/>
              <a:gd name="T19" fmla="*/ 2147483646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0" y="8"/>
                </a:moveTo>
                <a:lnTo>
                  <a:pt x="0" y="16"/>
                </a:lnTo>
                <a:lnTo>
                  <a:pt x="9" y="16"/>
                </a:lnTo>
                <a:lnTo>
                  <a:pt x="18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61" name="Freeform 91">
            <a:extLst>
              <a:ext uri="{FF2B5EF4-FFF2-40B4-BE49-F238E27FC236}">
                <a16:creationId xmlns:a16="http://schemas.microsoft.com/office/drawing/2014/main" id="{3CFDB379-4C75-1ECF-4747-5DFE6BB8D698}"/>
              </a:ext>
            </a:extLst>
          </p:cNvPr>
          <p:cNvSpPr>
            <a:spLocks/>
          </p:cNvSpPr>
          <p:nvPr/>
        </p:nvSpPr>
        <p:spPr bwMode="auto">
          <a:xfrm>
            <a:off x="3476625" y="4886326"/>
            <a:ext cx="228600" cy="104775"/>
          </a:xfrm>
          <a:custGeom>
            <a:avLst/>
            <a:gdLst>
              <a:gd name="T0" fmla="*/ 2147483646 w 144"/>
              <a:gd name="T1" fmla="*/ 2147483646 h 66"/>
              <a:gd name="T2" fmla="*/ 2147483646 w 144"/>
              <a:gd name="T3" fmla="*/ 2147483646 h 66"/>
              <a:gd name="T4" fmla="*/ 0 w 144"/>
              <a:gd name="T5" fmla="*/ 0 h 66"/>
              <a:gd name="T6" fmla="*/ 2147483646 w 144"/>
              <a:gd name="T7" fmla="*/ 0 h 66"/>
              <a:gd name="T8" fmla="*/ 2147483646 w 144"/>
              <a:gd name="T9" fmla="*/ 2147483646 h 6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66"/>
              <a:gd name="T17" fmla="*/ 144 w 144"/>
              <a:gd name="T18" fmla="*/ 66 h 6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66">
                <a:moveTo>
                  <a:pt x="126" y="33"/>
                </a:moveTo>
                <a:lnTo>
                  <a:pt x="117" y="66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62" name="Freeform 92">
            <a:extLst>
              <a:ext uri="{FF2B5EF4-FFF2-40B4-BE49-F238E27FC236}">
                <a16:creationId xmlns:a16="http://schemas.microsoft.com/office/drawing/2014/main" id="{F1F343C6-0D5C-7AA7-AD0B-F7EA569D9D28}"/>
              </a:ext>
            </a:extLst>
          </p:cNvPr>
          <p:cNvSpPr>
            <a:spLocks/>
          </p:cNvSpPr>
          <p:nvPr/>
        </p:nvSpPr>
        <p:spPr bwMode="auto">
          <a:xfrm>
            <a:off x="3476625" y="4886326"/>
            <a:ext cx="228600" cy="104775"/>
          </a:xfrm>
          <a:custGeom>
            <a:avLst/>
            <a:gdLst>
              <a:gd name="T0" fmla="*/ 2147483646 w 144"/>
              <a:gd name="T1" fmla="*/ 2147483646 h 66"/>
              <a:gd name="T2" fmla="*/ 2147483646 w 144"/>
              <a:gd name="T3" fmla="*/ 2147483646 h 66"/>
              <a:gd name="T4" fmla="*/ 0 w 144"/>
              <a:gd name="T5" fmla="*/ 0 h 66"/>
              <a:gd name="T6" fmla="*/ 2147483646 w 144"/>
              <a:gd name="T7" fmla="*/ 0 h 66"/>
              <a:gd name="T8" fmla="*/ 2147483646 w 144"/>
              <a:gd name="T9" fmla="*/ 2147483646 h 6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66"/>
              <a:gd name="T17" fmla="*/ 144 w 144"/>
              <a:gd name="T18" fmla="*/ 66 h 6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66">
                <a:moveTo>
                  <a:pt x="126" y="33"/>
                </a:moveTo>
                <a:lnTo>
                  <a:pt x="117" y="66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63" name="Freeform 93">
            <a:extLst>
              <a:ext uri="{FF2B5EF4-FFF2-40B4-BE49-F238E27FC236}">
                <a16:creationId xmlns:a16="http://schemas.microsoft.com/office/drawing/2014/main" id="{CEA12D36-FF31-25B9-6946-BF2B5CED8C59}"/>
              </a:ext>
            </a:extLst>
          </p:cNvPr>
          <p:cNvSpPr>
            <a:spLocks/>
          </p:cNvSpPr>
          <p:nvPr/>
        </p:nvSpPr>
        <p:spPr bwMode="auto">
          <a:xfrm>
            <a:off x="5362575" y="4627564"/>
            <a:ext cx="171450" cy="142875"/>
          </a:xfrm>
          <a:custGeom>
            <a:avLst/>
            <a:gdLst>
              <a:gd name="T0" fmla="*/ 2147483646 w 108"/>
              <a:gd name="T1" fmla="*/ 2147483646 h 90"/>
              <a:gd name="T2" fmla="*/ 2147483646 w 108"/>
              <a:gd name="T3" fmla="*/ 0 h 90"/>
              <a:gd name="T4" fmla="*/ 0 w 108"/>
              <a:gd name="T5" fmla="*/ 2147483646 h 90"/>
              <a:gd name="T6" fmla="*/ 0 w 108"/>
              <a:gd name="T7" fmla="*/ 2147483646 h 90"/>
              <a:gd name="T8" fmla="*/ 2147483646 w 108"/>
              <a:gd name="T9" fmla="*/ 2147483646 h 90"/>
              <a:gd name="T10" fmla="*/ 2147483646 w 108"/>
              <a:gd name="T11" fmla="*/ 2147483646 h 90"/>
              <a:gd name="T12" fmla="*/ 2147483646 w 108"/>
              <a:gd name="T13" fmla="*/ 2147483646 h 9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08"/>
              <a:gd name="T22" fmla="*/ 0 h 90"/>
              <a:gd name="T23" fmla="*/ 108 w 108"/>
              <a:gd name="T24" fmla="*/ 90 h 9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08" h="90">
                <a:moveTo>
                  <a:pt x="108" y="16"/>
                </a:moveTo>
                <a:lnTo>
                  <a:pt x="99" y="0"/>
                </a:lnTo>
                <a:lnTo>
                  <a:pt x="0" y="74"/>
                </a:lnTo>
                <a:lnTo>
                  <a:pt x="9" y="90"/>
                </a:lnTo>
                <a:lnTo>
                  <a:pt x="108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64" name="Freeform 94">
            <a:extLst>
              <a:ext uri="{FF2B5EF4-FFF2-40B4-BE49-F238E27FC236}">
                <a16:creationId xmlns:a16="http://schemas.microsoft.com/office/drawing/2014/main" id="{70221805-BE7D-6B56-1491-BB07DF5B7000}"/>
              </a:ext>
            </a:extLst>
          </p:cNvPr>
          <p:cNvSpPr>
            <a:spLocks/>
          </p:cNvSpPr>
          <p:nvPr/>
        </p:nvSpPr>
        <p:spPr bwMode="auto">
          <a:xfrm>
            <a:off x="5162551" y="4745039"/>
            <a:ext cx="214313" cy="115887"/>
          </a:xfrm>
          <a:custGeom>
            <a:avLst/>
            <a:gdLst>
              <a:gd name="T0" fmla="*/ 2147483646 w 135"/>
              <a:gd name="T1" fmla="*/ 2147483646 h 73"/>
              <a:gd name="T2" fmla="*/ 2147483646 w 135"/>
              <a:gd name="T3" fmla="*/ 0 h 73"/>
              <a:gd name="T4" fmla="*/ 0 w 135"/>
              <a:gd name="T5" fmla="*/ 2147483646 h 73"/>
              <a:gd name="T6" fmla="*/ 0 w 135"/>
              <a:gd name="T7" fmla="*/ 2147483646 h 73"/>
              <a:gd name="T8" fmla="*/ 2147483646 w 135"/>
              <a:gd name="T9" fmla="*/ 2147483646 h 73"/>
              <a:gd name="T10" fmla="*/ 2147483646 w 135"/>
              <a:gd name="T11" fmla="*/ 2147483646 h 73"/>
              <a:gd name="T12" fmla="*/ 2147483646 w 135"/>
              <a:gd name="T13" fmla="*/ 2147483646 h 7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35"/>
              <a:gd name="T22" fmla="*/ 0 h 73"/>
              <a:gd name="T23" fmla="*/ 135 w 135"/>
              <a:gd name="T24" fmla="*/ 73 h 7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35" h="73">
                <a:moveTo>
                  <a:pt x="135" y="16"/>
                </a:moveTo>
                <a:lnTo>
                  <a:pt x="126" y="0"/>
                </a:lnTo>
                <a:lnTo>
                  <a:pt x="0" y="57"/>
                </a:lnTo>
                <a:lnTo>
                  <a:pt x="9" y="73"/>
                </a:lnTo>
                <a:lnTo>
                  <a:pt x="13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65" name="Freeform 95">
            <a:extLst>
              <a:ext uri="{FF2B5EF4-FFF2-40B4-BE49-F238E27FC236}">
                <a16:creationId xmlns:a16="http://schemas.microsoft.com/office/drawing/2014/main" id="{3C99DB8A-423D-06E7-0B69-5105180EF8A6}"/>
              </a:ext>
            </a:extLst>
          </p:cNvPr>
          <p:cNvSpPr>
            <a:spLocks/>
          </p:cNvSpPr>
          <p:nvPr/>
        </p:nvSpPr>
        <p:spPr bwMode="auto">
          <a:xfrm>
            <a:off x="4948238" y="4835525"/>
            <a:ext cx="228600" cy="90488"/>
          </a:xfrm>
          <a:custGeom>
            <a:avLst/>
            <a:gdLst>
              <a:gd name="T0" fmla="*/ 2147483646 w 144"/>
              <a:gd name="T1" fmla="*/ 2147483646 h 57"/>
              <a:gd name="T2" fmla="*/ 2147483646 w 144"/>
              <a:gd name="T3" fmla="*/ 0 h 57"/>
              <a:gd name="T4" fmla="*/ 0 w 144"/>
              <a:gd name="T5" fmla="*/ 2147483646 h 57"/>
              <a:gd name="T6" fmla="*/ 0 w 144"/>
              <a:gd name="T7" fmla="*/ 2147483646 h 57"/>
              <a:gd name="T8" fmla="*/ 0 w 144"/>
              <a:gd name="T9" fmla="*/ 2147483646 h 57"/>
              <a:gd name="T10" fmla="*/ 2147483646 w 144"/>
              <a:gd name="T11" fmla="*/ 2147483646 h 57"/>
              <a:gd name="T12" fmla="*/ 2147483646 w 144"/>
              <a:gd name="T13" fmla="*/ 2147483646 h 5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44"/>
              <a:gd name="T22" fmla="*/ 0 h 57"/>
              <a:gd name="T23" fmla="*/ 144 w 144"/>
              <a:gd name="T24" fmla="*/ 57 h 5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44" h="57">
                <a:moveTo>
                  <a:pt x="144" y="16"/>
                </a:moveTo>
                <a:lnTo>
                  <a:pt x="135" y="0"/>
                </a:lnTo>
                <a:lnTo>
                  <a:pt x="0" y="41"/>
                </a:lnTo>
                <a:lnTo>
                  <a:pt x="0" y="57"/>
                </a:lnTo>
                <a:lnTo>
                  <a:pt x="9" y="57"/>
                </a:lnTo>
                <a:lnTo>
                  <a:pt x="144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66" name="Freeform 96">
            <a:extLst>
              <a:ext uri="{FF2B5EF4-FFF2-40B4-BE49-F238E27FC236}">
                <a16:creationId xmlns:a16="http://schemas.microsoft.com/office/drawing/2014/main" id="{C4A3F599-C14F-AD9F-7716-70043FAC4023}"/>
              </a:ext>
            </a:extLst>
          </p:cNvPr>
          <p:cNvSpPr>
            <a:spLocks/>
          </p:cNvSpPr>
          <p:nvPr/>
        </p:nvSpPr>
        <p:spPr bwMode="auto">
          <a:xfrm>
            <a:off x="4705350" y="4900614"/>
            <a:ext cx="242888" cy="77787"/>
          </a:xfrm>
          <a:custGeom>
            <a:avLst/>
            <a:gdLst>
              <a:gd name="T0" fmla="*/ 2147483646 w 153"/>
              <a:gd name="T1" fmla="*/ 2147483646 h 49"/>
              <a:gd name="T2" fmla="*/ 2147483646 w 153"/>
              <a:gd name="T3" fmla="*/ 0 h 49"/>
              <a:gd name="T4" fmla="*/ 0 w 153"/>
              <a:gd name="T5" fmla="*/ 2147483646 h 49"/>
              <a:gd name="T6" fmla="*/ 0 w 153"/>
              <a:gd name="T7" fmla="*/ 2147483646 h 49"/>
              <a:gd name="T8" fmla="*/ 0 w 153"/>
              <a:gd name="T9" fmla="*/ 2147483646 h 49"/>
              <a:gd name="T10" fmla="*/ 0 w 153"/>
              <a:gd name="T11" fmla="*/ 2147483646 h 49"/>
              <a:gd name="T12" fmla="*/ 2147483646 w 153"/>
              <a:gd name="T13" fmla="*/ 2147483646 h 4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53"/>
              <a:gd name="T22" fmla="*/ 0 h 49"/>
              <a:gd name="T23" fmla="*/ 153 w 153"/>
              <a:gd name="T24" fmla="*/ 49 h 4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53" h="49">
                <a:moveTo>
                  <a:pt x="153" y="16"/>
                </a:moveTo>
                <a:lnTo>
                  <a:pt x="153" y="0"/>
                </a:lnTo>
                <a:lnTo>
                  <a:pt x="0" y="32"/>
                </a:lnTo>
                <a:lnTo>
                  <a:pt x="0" y="49"/>
                </a:lnTo>
                <a:lnTo>
                  <a:pt x="153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67" name="Freeform 97">
            <a:extLst>
              <a:ext uri="{FF2B5EF4-FFF2-40B4-BE49-F238E27FC236}">
                <a16:creationId xmlns:a16="http://schemas.microsoft.com/office/drawing/2014/main" id="{768F7811-5352-BC01-3093-D86C00EC0748}"/>
              </a:ext>
            </a:extLst>
          </p:cNvPr>
          <p:cNvSpPr>
            <a:spLocks/>
          </p:cNvSpPr>
          <p:nvPr/>
        </p:nvSpPr>
        <p:spPr bwMode="auto">
          <a:xfrm>
            <a:off x="4205288" y="4951414"/>
            <a:ext cx="500062" cy="65087"/>
          </a:xfrm>
          <a:custGeom>
            <a:avLst/>
            <a:gdLst>
              <a:gd name="T0" fmla="*/ 2147483646 w 315"/>
              <a:gd name="T1" fmla="*/ 2147483646 h 41"/>
              <a:gd name="T2" fmla="*/ 2147483646 w 315"/>
              <a:gd name="T3" fmla="*/ 0 h 41"/>
              <a:gd name="T4" fmla="*/ 0 w 315"/>
              <a:gd name="T5" fmla="*/ 2147483646 h 41"/>
              <a:gd name="T6" fmla="*/ 0 w 315"/>
              <a:gd name="T7" fmla="*/ 2147483646 h 41"/>
              <a:gd name="T8" fmla="*/ 0 w 315"/>
              <a:gd name="T9" fmla="*/ 2147483646 h 41"/>
              <a:gd name="T10" fmla="*/ 0 w 315"/>
              <a:gd name="T11" fmla="*/ 2147483646 h 41"/>
              <a:gd name="T12" fmla="*/ 2147483646 w 315"/>
              <a:gd name="T13" fmla="*/ 2147483646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15"/>
              <a:gd name="T22" fmla="*/ 0 h 41"/>
              <a:gd name="T23" fmla="*/ 315 w 315"/>
              <a:gd name="T24" fmla="*/ 41 h 4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15" h="41">
                <a:moveTo>
                  <a:pt x="315" y="17"/>
                </a:moveTo>
                <a:lnTo>
                  <a:pt x="315" y="0"/>
                </a:lnTo>
                <a:lnTo>
                  <a:pt x="0" y="25"/>
                </a:lnTo>
                <a:lnTo>
                  <a:pt x="0" y="41"/>
                </a:lnTo>
                <a:lnTo>
                  <a:pt x="315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68" name="Freeform 98">
            <a:extLst>
              <a:ext uri="{FF2B5EF4-FFF2-40B4-BE49-F238E27FC236}">
                <a16:creationId xmlns:a16="http://schemas.microsoft.com/office/drawing/2014/main" id="{2F8DAA29-A8FD-7822-6D4D-C91DEB3E00F5}"/>
              </a:ext>
            </a:extLst>
          </p:cNvPr>
          <p:cNvSpPr>
            <a:spLocks/>
          </p:cNvSpPr>
          <p:nvPr/>
        </p:nvSpPr>
        <p:spPr bwMode="auto">
          <a:xfrm>
            <a:off x="3690938" y="4926014"/>
            <a:ext cx="514350" cy="90487"/>
          </a:xfrm>
          <a:custGeom>
            <a:avLst/>
            <a:gdLst>
              <a:gd name="T0" fmla="*/ 2147483646 w 324"/>
              <a:gd name="T1" fmla="*/ 2147483646 h 57"/>
              <a:gd name="T2" fmla="*/ 2147483646 w 324"/>
              <a:gd name="T3" fmla="*/ 2147483646 h 57"/>
              <a:gd name="T4" fmla="*/ 0 w 324"/>
              <a:gd name="T5" fmla="*/ 0 h 57"/>
              <a:gd name="T6" fmla="*/ 0 w 324"/>
              <a:gd name="T7" fmla="*/ 2147483646 h 57"/>
              <a:gd name="T8" fmla="*/ 2147483646 w 324"/>
              <a:gd name="T9" fmla="*/ 2147483646 h 5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4"/>
              <a:gd name="T16" fmla="*/ 0 h 57"/>
              <a:gd name="T17" fmla="*/ 324 w 324"/>
              <a:gd name="T18" fmla="*/ 57 h 5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4" h="57">
                <a:moveTo>
                  <a:pt x="324" y="57"/>
                </a:moveTo>
                <a:lnTo>
                  <a:pt x="324" y="41"/>
                </a:lnTo>
                <a:lnTo>
                  <a:pt x="0" y="0"/>
                </a:lnTo>
                <a:lnTo>
                  <a:pt x="0" y="16"/>
                </a:lnTo>
                <a:lnTo>
                  <a:pt x="324" y="5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69" name="Freeform 99">
            <a:extLst>
              <a:ext uri="{FF2B5EF4-FFF2-40B4-BE49-F238E27FC236}">
                <a16:creationId xmlns:a16="http://schemas.microsoft.com/office/drawing/2014/main" id="{B896263E-194E-C3F7-F6D9-4D77830ACF94}"/>
              </a:ext>
            </a:extLst>
          </p:cNvPr>
          <p:cNvSpPr>
            <a:spLocks/>
          </p:cNvSpPr>
          <p:nvPr/>
        </p:nvSpPr>
        <p:spPr bwMode="auto">
          <a:xfrm>
            <a:off x="5462589" y="4186239"/>
            <a:ext cx="28575" cy="26987"/>
          </a:xfrm>
          <a:custGeom>
            <a:avLst/>
            <a:gdLst>
              <a:gd name="T0" fmla="*/ 2147483646 w 18"/>
              <a:gd name="T1" fmla="*/ 2147483646 h 17"/>
              <a:gd name="T2" fmla="*/ 2147483646 w 18"/>
              <a:gd name="T3" fmla="*/ 2147483646 h 17"/>
              <a:gd name="T4" fmla="*/ 2147483646 w 18"/>
              <a:gd name="T5" fmla="*/ 0 h 17"/>
              <a:gd name="T6" fmla="*/ 2147483646 w 18"/>
              <a:gd name="T7" fmla="*/ 0 h 17"/>
              <a:gd name="T8" fmla="*/ 2147483646 w 18"/>
              <a:gd name="T9" fmla="*/ 0 h 17"/>
              <a:gd name="T10" fmla="*/ 2147483646 w 18"/>
              <a:gd name="T11" fmla="*/ 0 h 17"/>
              <a:gd name="T12" fmla="*/ 0 w 18"/>
              <a:gd name="T13" fmla="*/ 2147483646 h 17"/>
              <a:gd name="T14" fmla="*/ 2147483646 w 18"/>
              <a:gd name="T15" fmla="*/ 2147483646 h 17"/>
              <a:gd name="T16" fmla="*/ 2147483646 w 18"/>
              <a:gd name="T17" fmla="*/ 2147483646 h 17"/>
              <a:gd name="T18" fmla="*/ 2147483646 w 18"/>
              <a:gd name="T19" fmla="*/ 2147483646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7"/>
              <a:gd name="T32" fmla="*/ 18 w 18"/>
              <a:gd name="T33" fmla="*/ 17 h 17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7">
                <a:moveTo>
                  <a:pt x="9" y="17"/>
                </a:moveTo>
                <a:lnTo>
                  <a:pt x="18" y="9"/>
                </a:lnTo>
                <a:lnTo>
                  <a:pt x="18" y="0"/>
                </a:lnTo>
                <a:lnTo>
                  <a:pt x="9" y="0"/>
                </a:lnTo>
                <a:lnTo>
                  <a:pt x="0" y="9"/>
                </a:lnTo>
                <a:lnTo>
                  <a:pt x="9" y="9"/>
                </a:lnTo>
                <a:lnTo>
                  <a:pt x="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70" name="Freeform 100">
            <a:extLst>
              <a:ext uri="{FF2B5EF4-FFF2-40B4-BE49-F238E27FC236}">
                <a16:creationId xmlns:a16="http://schemas.microsoft.com/office/drawing/2014/main" id="{A2E80827-5EB8-C6E7-7F93-82630C7AB92F}"/>
              </a:ext>
            </a:extLst>
          </p:cNvPr>
          <p:cNvSpPr>
            <a:spLocks/>
          </p:cNvSpPr>
          <p:nvPr/>
        </p:nvSpPr>
        <p:spPr bwMode="auto">
          <a:xfrm>
            <a:off x="5419725" y="4200526"/>
            <a:ext cx="128588" cy="193675"/>
          </a:xfrm>
          <a:custGeom>
            <a:avLst/>
            <a:gdLst>
              <a:gd name="T0" fmla="*/ 2147483646 w 81"/>
              <a:gd name="T1" fmla="*/ 0 h 122"/>
              <a:gd name="T2" fmla="*/ 2147483646 w 81"/>
              <a:gd name="T3" fmla="*/ 0 h 122"/>
              <a:gd name="T4" fmla="*/ 2147483646 w 81"/>
              <a:gd name="T5" fmla="*/ 2147483646 h 122"/>
              <a:gd name="T6" fmla="*/ 0 w 81"/>
              <a:gd name="T7" fmla="*/ 0 h 122"/>
              <a:gd name="T8" fmla="*/ 2147483646 w 81"/>
              <a:gd name="T9" fmla="*/ 0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2"/>
              <a:gd name="T17" fmla="*/ 81 w 81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2">
                <a:moveTo>
                  <a:pt x="36" y="0"/>
                </a:moveTo>
                <a:lnTo>
                  <a:pt x="81" y="0"/>
                </a:lnTo>
                <a:lnTo>
                  <a:pt x="45" y="122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71" name="Freeform 101">
            <a:extLst>
              <a:ext uri="{FF2B5EF4-FFF2-40B4-BE49-F238E27FC236}">
                <a16:creationId xmlns:a16="http://schemas.microsoft.com/office/drawing/2014/main" id="{D1D55FBB-3032-38CD-BAD9-A668CA1D5996}"/>
              </a:ext>
            </a:extLst>
          </p:cNvPr>
          <p:cNvSpPr>
            <a:spLocks/>
          </p:cNvSpPr>
          <p:nvPr/>
        </p:nvSpPr>
        <p:spPr bwMode="auto">
          <a:xfrm>
            <a:off x="5419725" y="4200526"/>
            <a:ext cx="128588" cy="193675"/>
          </a:xfrm>
          <a:custGeom>
            <a:avLst/>
            <a:gdLst>
              <a:gd name="T0" fmla="*/ 2147483646 w 81"/>
              <a:gd name="T1" fmla="*/ 0 h 122"/>
              <a:gd name="T2" fmla="*/ 2147483646 w 81"/>
              <a:gd name="T3" fmla="*/ 0 h 122"/>
              <a:gd name="T4" fmla="*/ 2147483646 w 81"/>
              <a:gd name="T5" fmla="*/ 2147483646 h 122"/>
              <a:gd name="T6" fmla="*/ 0 w 81"/>
              <a:gd name="T7" fmla="*/ 0 h 122"/>
              <a:gd name="T8" fmla="*/ 2147483646 w 81"/>
              <a:gd name="T9" fmla="*/ 0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2"/>
              <a:gd name="T17" fmla="*/ 81 w 81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2">
                <a:moveTo>
                  <a:pt x="36" y="0"/>
                </a:moveTo>
                <a:lnTo>
                  <a:pt x="81" y="0"/>
                </a:lnTo>
                <a:lnTo>
                  <a:pt x="45" y="122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72" name="Freeform 102">
            <a:extLst>
              <a:ext uri="{FF2B5EF4-FFF2-40B4-BE49-F238E27FC236}">
                <a16:creationId xmlns:a16="http://schemas.microsoft.com/office/drawing/2014/main" id="{8C2C5AEA-3211-EC98-34F2-AB9E1046B5A7}"/>
              </a:ext>
            </a:extLst>
          </p:cNvPr>
          <p:cNvSpPr>
            <a:spLocks/>
          </p:cNvSpPr>
          <p:nvPr/>
        </p:nvSpPr>
        <p:spPr bwMode="auto">
          <a:xfrm>
            <a:off x="6191251" y="2293938"/>
            <a:ext cx="257175" cy="233362"/>
          </a:xfrm>
          <a:custGeom>
            <a:avLst/>
            <a:gdLst>
              <a:gd name="T0" fmla="*/ 2147483646 w 162"/>
              <a:gd name="T1" fmla="*/ 2147483646 h 147"/>
              <a:gd name="T2" fmla="*/ 2147483646 w 162"/>
              <a:gd name="T3" fmla="*/ 0 h 147"/>
              <a:gd name="T4" fmla="*/ 0 w 162"/>
              <a:gd name="T5" fmla="*/ 2147483646 h 147"/>
              <a:gd name="T6" fmla="*/ 0 w 162"/>
              <a:gd name="T7" fmla="*/ 2147483646 h 147"/>
              <a:gd name="T8" fmla="*/ 2147483646 w 162"/>
              <a:gd name="T9" fmla="*/ 2147483646 h 147"/>
              <a:gd name="T10" fmla="*/ 2147483646 w 162"/>
              <a:gd name="T11" fmla="*/ 2147483646 h 147"/>
              <a:gd name="T12" fmla="*/ 2147483646 w 162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2"/>
              <a:gd name="T22" fmla="*/ 0 h 147"/>
              <a:gd name="T23" fmla="*/ 162 w 162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2" h="147">
                <a:moveTo>
                  <a:pt x="162" y="8"/>
                </a:moveTo>
                <a:lnTo>
                  <a:pt x="144" y="0"/>
                </a:lnTo>
                <a:lnTo>
                  <a:pt x="0" y="139"/>
                </a:lnTo>
                <a:lnTo>
                  <a:pt x="18" y="147"/>
                </a:lnTo>
                <a:lnTo>
                  <a:pt x="16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73" name="Freeform 103">
            <a:extLst>
              <a:ext uri="{FF2B5EF4-FFF2-40B4-BE49-F238E27FC236}">
                <a16:creationId xmlns:a16="http://schemas.microsoft.com/office/drawing/2014/main" id="{8DC9D36C-7313-89A6-5640-FC3F29C501B5}"/>
              </a:ext>
            </a:extLst>
          </p:cNvPr>
          <p:cNvSpPr>
            <a:spLocks/>
          </p:cNvSpPr>
          <p:nvPr/>
        </p:nvSpPr>
        <p:spPr bwMode="auto">
          <a:xfrm>
            <a:off x="5991225" y="2514601"/>
            <a:ext cx="228600" cy="246063"/>
          </a:xfrm>
          <a:custGeom>
            <a:avLst/>
            <a:gdLst>
              <a:gd name="T0" fmla="*/ 2147483646 w 144"/>
              <a:gd name="T1" fmla="*/ 2147483646 h 155"/>
              <a:gd name="T2" fmla="*/ 2147483646 w 144"/>
              <a:gd name="T3" fmla="*/ 0 h 155"/>
              <a:gd name="T4" fmla="*/ 0 w 144"/>
              <a:gd name="T5" fmla="*/ 2147483646 h 155"/>
              <a:gd name="T6" fmla="*/ 0 w 144"/>
              <a:gd name="T7" fmla="*/ 2147483646 h 155"/>
              <a:gd name="T8" fmla="*/ 2147483646 w 144"/>
              <a:gd name="T9" fmla="*/ 2147483646 h 155"/>
              <a:gd name="T10" fmla="*/ 2147483646 w 144"/>
              <a:gd name="T11" fmla="*/ 2147483646 h 155"/>
              <a:gd name="T12" fmla="*/ 2147483646 w 144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44"/>
              <a:gd name="T22" fmla="*/ 0 h 155"/>
              <a:gd name="T23" fmla="*/ 144 w 144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44" h="155">
                <a:moveTo>
                  <a:pt x="144" y="8"/>
                </a:moveTo>
                <a:lnTo>
                  <a:pt x="126" y="0"/>
                </a:lnTo>
                <a:lnTo>
                  <a:pt x="0" y="147"/>
                </a:lnTo>
                <a:lnTo>
                  <a:pt x="18" y="155"/>
                </a:lnTo>
                <a:lnTo>
                  <a:pt x="144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74" name="Freeform 104">
            <a:extLst>
              <a:ext uri="{FF2B5EF4-FFF2-40B4-BE49-F238E27FC236}">
                <a16:creationId xmlns:a16="http://schemas.microsoft.com/office/drawing/2014/main" id="{FF92D0D2-170A-2EE5-4E71-99F561FEC186}"/>
              </a:ext>
            </a:extLst>
          </p:cNvPr>
          <p:cNvSpPr>
            <a:spLocks/>
          </p:cNvSpPr>
          <p:nvPr/>
        </p:nvSpPr>
        <p:spPr bwMode="auto">
          <a:xfrm>
            <a:off x="5819776" y="2747963"/>
            <a:ext cx="200025" cy="233362"/>
          </a:xfrm>
          <a:custGeom>
            <a:avLst/>
            <a:gdLst>
              <a:gd name="T0" fmla="*/ 2147483646 w 126"/>
              <a:gd name="T1" fmla="*/ 2147483646 h 147"/>
              <a:gd name="T2" fmla="*/ 2147483646 w 126"/>
              <a:gd name="T3" fmla="*/ 0 h 147"/>
              <a:gd name="T4" fmla="*/ 0 w 126"/>
              <a:gd name="T5" fmla="*/ 2147483646 h 147"/>
              <a:gd name="T6" fmla="*/ 0 w 126"/>
              <a:gd name="T7" fmla="*/ 2147483646 h 147"/>
              <a:gd name="T8" fmla="*/ 2147483646 w 126"/>
              <a:gd name="T9" fmla="*/ 2147483646 h 147"/>
              <a:gd name="T10" fmla="*/ 2147483646 w 126"/>
              <a:gd name="T11" fmla="*/ 2147483646 h 147"/>
              <a:gd name="T12" fmla="*/ 2147483646 w 126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26"/>
              <a:gd name="T22" fmla="*/ 0 h 147"/>
              <a:gd name="T23" fmla="*/ 126 w 126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26" h="147">
                <a:moveTo>
                  <a:pt x="126" y="8"/>
                </a:moveTo>
                <a:lnTo>
                  <a:pt x="108" y="0"/>
                </a:lnTo>
                <a:lnTo>
                  <a:pt x="0" y="139"/>
                </a:lnTo>
                <a:lnTo>
                  <a:pt x="18" y="147"/>
                </a:lnTo>
                <a:lnTo>
                  <a:pt x="126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75" name="Freeform 105">
            <a:extLst>
              <a:ext uri="{FF2B5EF4-FFF2-40B4-BE49-F238E27FC236}">
                <a16:creationId xmlns:a16="http://schemas.microsoft.com/office/drawing/2014/main" id="{DAF1443A-1E89-A302-F60E-B029181595D3}"/>
              </a:ext>
            </a:extLst>
          </p:cNvPr>
          <p:cNvSpPr>
            <a:spLocks/>
          </p:cNvSpPr>
          <p:nvPr/>
        </p:nvSpPr>
        <p:spPr bwMode="auto">
          <a:xfrm>
            <a:off x="5691188" y="2968626"/>
            <a:ext cx="157162" cy="246063"/>
          </a:xfrm>
          <a:custGeom>
            <a:avLst/>
            <a:gdLst>
              <a:gd name="T0" fmla="*/ 2147483646 w 99"/>
              <a:gd name="T1" fmla="*/ 2147483646 h 155"/>
              <a:gd name="T2" fmla="*/ 2147483646 w 99"/>
              <a:gd name="T3" fmla="*/ 0 h 155"/>
              <a:gd name="T4" fmla="*/ 0 w 99"/>
              <a:gd name="T5" fmla="*/ 2147483646 h 155"/>
              <a:gd name="T6" fmla="*/ 0 w 99"/>
              <a:gd name="T7" fmla="*/ 2147483646 h 155"/>
              <a:gd name="T8" fmla="*/ 2147483646 w 99"/>
              <a:gd name="T9" fmla="*/ 2147483646 h 155"/>
              <a:gd name="T10" fmla="*/ 2147483646 w 99"/>
              <a:gd name="T11" fmla="*/ 2147483646 h 155"/>
              <a:gd name="T12" fmla="*/ 2147483646 w 99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99"/>
              <a:gd name="T22" fmla="*/ 0 h 155"/>
              <a:gd name="T23" fmla="*/ 99 w 99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99" h="155">
                <a:moveTo>
                  <a:pt x="99" y="8"/>
                </a:moveTo>
                <a:lnTo>
                  <a:pt x="81" y="0"/>
                </a:lnTo>
                <a:lnTo>
                  <a:pt x="0" y="147"/>
                </a:lnTo>
                <a:lnTo>
                  <a:pt x="18" y="155"/>
                </a:lnTo>
                <a:lnTo>
                  <a:pt x="99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76" name="Freeform 106">
            <a:extLst>
              <a:ext uri="{FF2B5EF4-FFF2-40B4-BE49-F238E27FC236}">
                <a16:creationId xmlns:a16="http://schemas.microsoft.com/office/drawing/2014/main" id="{29345A6A-9E60-C4B7-066C-CB21AFE1B716}"/>
              </a:ext>
            </a:extLst>
          </p:cNvPr>
          <p:cNvSpPr>
            <a:spLocks/>
          </p:cNvSpPr>
          <p:nvPr/>
        </p:nvSpPr>
        <p:spPr bwMode="auto">
          <a:xfrm>
            <a:off x="5576889" y="3201988"/>
            <a:ext cx="142875" cy="258762"/>
          </a:xfrm>
          <a:custGeom>
            <a:avLst/>
            <a:gdLst>
              <a:gd name="T0" fmla="*/ 2147483646 w 90"/>
              <a:gd name="T1" fmla="*/ 2147483646 h 163"/>
              <a:gd name="T2" fmla="*/ 2147483646 w 90"/>
              <a:gd name="T3" fmla="*/ 0 h 163"/>
              <a:gd name="T4" fmla="*/ 0 w 90"/>
              <a:gd name="T5" fmla="*/ 2147483646 h 163"/>
              <a:gd name="T6" fmla="*/ 0 w 90"/>
              <a:gd name="T7" fmla="*/ 2147483646 h 163"/>
              <a:gd name="T8" fmla="*/ 2147483646 w 90"/>
              <a:gd name="T9" fmla="*/ 2147483646 h 163"/>
              <a:gd name="T10" fmla="*/ 2147483646 w 90"/>
              <a:gd name="T11" fmla="*/ 2147483646 h 163"/>
              <a:gd name="T12" fmla="*/ 2147483646 w 90"/>
              <a:gd name="T13" fmla="*/ 2147483646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90"/>
              <a:gd name="T22" fmla="*/ 0 h 163"/>
              <a:gd name="T23" fmla="*/ 90 w 90"/>
              <a:gd name="T24" fmla="*/ 163 h 16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90" h="163">
                <a:moveTo>
                  <a:pt x="90" y="8"/>
                </a:moveTo>
                <a:lnTo>
                  <a:pt x="72" y="0"/>
                </a:lnTo>
                <a:lnTo>
                  <a:pt x="0" y="155"/>
                </a:lnTo>
                <a:lnTo>
                  <a:pt x="18" y="163"/>
                </a:lnTo>
                <a:lnTo>
                  <a:pt x="9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77" name="Freeform 107">
            <a:extLst>
              <a:ext uri="{FF2B5EF4-FFF2-40B4-BE49-F238E27FC236}">
                <a16:creationId xmlns:a16="http://schemas.microsoft.com/office/drawing/2014/main" id="{8D76BABC-FAB5-F1E3-71F9-82FC489F1AA1}"/>
              </a:ext>
            </a:extLst>
          </p:cNvPr>
          <p:cNvSpPr>
            <a:spLocks/>
          </p:cNvSpPr>
          <p:nvPr/>
        </p:nvSpPr>
        <p:spPr bwMode="auto">
          <a:xfrm>
            <a:off x="5505451" y="3448051"/>
            <a:ext cx="100013" cy="258763"/>
          </a:xfrm>
          <a:custGeom>
            <a:avLst/>
            <a:gdLst>
              <a:gd name="T0" fmla="*/ 2147483646 w 63"/>
              <a:gd name="T1" fmla="*/ 2147483646 h 163"/>
              <a:gd name="T2" fmla="*/ 2147483646 w 63"/>
              <a:gd name="T3" fmla="*/ 0 h 163"/>
              <a:gd name="T4" fmla="*/ 0 w 63"/>
              <a:gd name="T5" fmla="*/ 2147483646 h 163"/>
              <a:gd name="T6" fmla="*/ 0 w 63"/>
              <a:gd name="T7" fmla="*/ 2147483646 h 163"/>
              <a:gd name="T8" fmla="*/ 2147483646 w 63"/>
              <a:gd name="T9" fmla="*/ 2147483646 h 163"/>
              <a:gd name="T10" fmla="*/ 2147483646 w 63"/>
              <a:gd name="T11" fmla="*/ 2147483646 h 163"/>
              <a:gd name="T12" fmla="*/ 2147483646 w 63"/>
              <a:gd name="T13" fmla="*/ 2147483646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3"/>
              <a:gd name="T22" fmla="*/ 0 h 163"/>
              <a:gd name="T23" fmla="*/ 63 w 63"/>
              <a:gd name="T24" fmla="*/ 163 h 16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3" h="163">
                <a:moveTo>
                  <a:pt x="63" y="8"/>
                </a:moveTo>
                <a:lnTo>
                  <a:pt x="45" y="0"/>
                </a:lnTo>
                <a:lnTo>
                  <a:pt x="0" y="155"/>
                </a:lnTo>
                <a:lnTo>
                  <a:pt x="18" y="155"/>
                </a:lnTo>
                <a:lnTo>
                  <a:pt x="18" y="163"/>
                </a:lnTo>
                <a:lnTo>
                  <a:pt x="63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78" name="Freeform 108">
            <a:extLst>
              <a:ext uri="{FF2B5EF4-FFF2-40B4-BE49-F238E27FC236}">
                <a16:creationId xmlns:a16="http://schemas.microsoft.com/office/drawing/2014/main" id="{A1C836A9-243C-9D52-E1BB-F48DA071098F}"/>
              </a:ext>
            </a:extLst>
          </p:cNvPr>
          <p:cNvSpPr>
            <a:spLocks/>
          </p:cNvSpPr>
          <p:nvPr/>
        </p:nvSpPr>
        <p:spPr bwMode="auto">
          <a:xfrm>
            <a:off x="5462589" y="3694113"/>
            <a:ext cx="71437" cy="246062"/>
          </a:xfrm>
          <a:custGeom>
            <a:avLst/>
            <a:gdLst>
              <a:gd name="T0" fmla="*/ 2147483646 w 45"/>
              <a:gd name="T1" fmla="*/ 0 h 155"/>
              <a:gd name="T2" fmla="*/ 2147483646 w 45"/>
              <a:gd name="T3" fmla="*/ 0 h 155"/>
              <a:gd name="T4" fmla="*/ 0 w 45"/>
              <a:gd name="T5" fmla="*/ 2147483646 h 155"/>
              <a:gd name="T6" fmla="*/ 0 w 45"/>
              <a:gd name="T7" fmla="*/ 2147483646 h 155"/>
              <a:gd name="T8" fmla="*/ 2147483646 w 45"/>
              <a:gd name="T9" fmla="*/ 2147483646 h 155"/>
              <a:gd name="T10" fmla="*/ 2147483646 w 45"/>
              <a:gd name="T11" fmla="*/ 2147483646 h 155"/>
              <a:gd name="T12" fmla="*/ 2147483646 w 45"/>
              <a:gd name="T13" fmla="*/ 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5"/>
              <a:gd name="T22" fmla="*/ 0 h 155"/>
              <a:gd name="T23" fmla="*/ 45 w 45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5" h="155">
                <a:moveTo>
                  <a:pt x="45" y="0"/>
                </a:moveTo>
                <a:lnTo>
                  <a:pt x="27" y="0"/>
                </a:lnTo>
                <a:lnTo>
                  <a:pt x="0" y="155"/>
                </a:lnTo>
                <a:lnTo>
                  <a:pt x="18" y="155"/>
                </a:lnTo>
                <a:lnTo>
                  <a:pt x="4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79" name="Rectangle 109">
            <a:extLst>
              <a:ext uri="{FF2B5EF4-FFF2-40B4-BE49-F238E27FC236}">
                <a16:creationId xmlns:a16="http://schemas.microsoft.com/office/drawing/2014/main" id="{5942AE9C-BD36-FF4E-0A13-A03C32BC70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2589" y="3940176"/>
            <a:ext cx="28575" cy="246063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8780" name="Freeform 110">
            <a:extLst>
              <a:ext uri="{FF2B5EF4-FFF2-40B4-BE49-F238E27FC236}">
                <a16:creationId xmlns:a16="http://schemas.microsoft.com/office/drawing/2014/main" id="{9256965D-6B84-38B9-C6BC-FEF61949A180}"/>
              </a:ext>
            </a:extLst>
          </p:cNvPr>
          <p:cNvSpPr>
            <a:spLocks/>
          </p:cNvSpPr>
          <p:nvPr/>
        </p:nvSpPr>
        <p:spPr bwMode="auto">
          <a:xfrm>
            <a:off x="3548064" y="3641725"/>
            <a:ext cx="28575" cy="26988"/>
          </a:xfrm>
          <a:custGeom>
            <a:avLst/>
            <a:gdLst>
              <a:gd name="T0" fmla="*/ 0 w 18"/>
              <a:gd name="T1" fmla="*/ 2147483646 h 17"/>
              <a:gd name="T2" fmla="*/ 0 w 18"/>
              <a:gd name="T3" fmla="*/ 2147483646 h 17"/>
              <a:gd name="T4" fmla="*/ 2147483646 w 18"/>
              <a:gd name="T5" fmla="*/ 2147483646 h 17"/>
              <a:gd name="T6" fmla="*/ 2147483646 w 18"/>
              <a:gd name="T7" fmla="*/ 2147483646 h 17"/>
              <a:gd name="T8" fmla="*/ 2147483646 w 18"/>
              <a:gd name="T9" fmla="*/ 2147483646 h 17"/>
              <a:gd name="T10" fmla="*/ 2147483646 w 18"/>
              <a:gd name="T11" fmla="*/ 2147483646 h 17"/>
              <a:gd name="T12" fmla="*/ 2147483646 w 18"/>
              <a:gd name="T13" fmla="*/ 0 h 17"/>
              <a:gd name="T14" fmla="*/ 0 w 18"/>
              <a:gd name="T15" fmla="*/ 0 h 17"/>
              <a:gd name="T16" fmla="*/ 0 w 18"/>
              <a:gd name="T17" fmla="*/ 2147483646 h 17"/>
              <a:gd name="T18" fmla="*/ 0 w 18"/>
              <a:gd name="T19" fmla="*/ 2147483646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7"/>
              <a:gd name="T32" fmla="*/ 18 w 18"/>
              <a:gd name="T33" fmla="*/ 17 h 17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7">
                <a:moveTo>
                  <a:pt x="0" y="9"/>
                </a:moveTo>
                <a:lnTo>
                  <a:pt x="0" y="17"/>
                </a:lnTo>
                <a:lnTo>
                  <a:pt x="9" y="17"/>
                </a:lnTo>
                <a:lnTo>
                  <a:pt x="18" y="17"/>
                </a:lnTo>
                <a:lnTo>
                  <a:pt x="18" y="9"/>
                </a:lnTo>
                <a:lnTo>
                  <a:pt x="9" y="0"/>
                </a:lnTo>
                <a:lnTo>
                  <a:pt x="0" y="0"/>
                </a:lnTo>
                <a:lnTo>
                  <a:pt x="0" y="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81" name="Freeform 111">
            <a:extLst>
              <a:ext uri="{FF2B5EF4-FFF2-40B4-BE49-F238E27FC236}">
                <a16:creationId xmlns:a16="http://schemas.microsoft.com/office/drawing/2014/main" id="{F228B833-62CB-B8E1-9900-A4A863A9DF2A}"/>
              </a:ext>
            </a:extLst>
          </p:cNvPr>
          <p:cNvSpPr>
            <a:spLocks/>
          </p:cNvSpPr>
          <p:nvPr/>
        </p:nvSpPr>
        <p:spPr bwMode="auto">
          <a:xfrm>
            <a:off x="3348038" y="3603625"/>
            <a:ext cx="228600" cy="103188"/>
          </a:xfrm>
          <a:custGeom>
            <a:avLst/>
            <a:gdLst>
              <a:gd name="T0" fmla="*/ 2147483646 w 144"/>
              <a:gd name="T1" fmla="*/ 2147483646 h 65"/>
              <a:gd name="T2" fmla="*/ 2147483646 w 144"/>
              <a:gd name="T3" fmla="*/ 2147483646 h 65"/>
              <a:gd name="T4" fmla="*/ 0 w 144"/>
              <a:gd name="T5" fmla="*/ 0 h 65"/>
              <a:gd name="T6" fmla="*/ 2147483646 w 144"/>
              <a:gd name="T7" fmla="*/ 0 h 65"/>
              <a:gd name="T8" fmla="*/ 2147483646 w 144"/>
              <a:gd name="T9" fmla="*/ 2147483646 h 6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65"/>
              <a:gd name="T17" fmla="*/ 144 w 144"/>
              <a:gd name="T18" fmla="*/ 65 h 6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65">
                <a:moveTo>
                  <a:pt x="126" y="33"/>
                </a:moveTo>
                <a:lnTo>
                  <a:pt x="117" y="65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82" name="Freeform 112">
            <a:extLst>
              <a:ext uri="{FF2B5EF4-FFF2-40B4-BE49-F238E27FC236}">
                <a16:creationId xmlns:a16="http://schemas.microsoft.com/office/drawing/2014/main" id="{EA63C0F6-985F-4D27-8345-E019CD4E4AFB}"/>
              </a:ext>
            </a:extLst>
          </p:cNvPr>
          <p:cNvSpPr>
            <a:spLocks/>
          </p:cNvSpPr>
          <p:nvPr/>
        </p:nvSpPr>
        <p:spPr bwMode="auto">
          <a:xfrm>
            <a:off x="3348038" y="3603625"/>
            <a:ext cx="228600" cy="103188"/>
          </a:xfrm>
          <a:custGeom>
            <a:avLst/>
            <a:gdLst>
              <a:gd name="T0" fmla="*/ 2147483646 w 144"/>
              <a:gd name="T1" fmla="*/ 2147483646 h 65"/>
              <a:gd name="T2" fmla="*/ 2147483646 w 144"/>
              <a:gd name="T3" fmla="*/ 2147483646 h 65"/>
              <a:gd name="T4" fmla="*/ 0 w 144"/>
              <a:gd name="T5" fmla="*/ 0 h 65"/>
              <a:gd name="T6" fmla="*/ 2147483646 w 144"/>
              <a:gd name="T7" fmla="*/ 0 h 65"/>
              <a:gd name="T8" fmla="*/ 2147483646 w 144"/>
              <a:gd name="T9" fmla="*/ 2147483646 h 6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65"/>
              <a:gd name="T17" fmla="*/ 144 w 144"/>
              <a:gd name="T18" fmla="*/ 65 h 6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65">
                <a:moveTo>
                  <a:pt x="126" y="33"/>
                </a:moveTo>
                <a:lnTo>
                  <a:pt x="117" y="65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83" name="Freeform 113">
            <a:extLst>
              <a:ext uri="{FF2B5EF4-FFF2-40B4-BE49-F238E27FC236}">
                <a16:creationId xmlns:a16="http://schemas.microsoft.com/office/drawing/2014/main" id="{5183448E-2F8B-E4A3-DDC0-EAC636BFA5D5}"/>
              </a:ext>
            </a:extLst>
          </p:cNvPr>
          <p:cNvSpPr>
            <a:spLocks/>
          </p:cNvSpPr>
          <p:nvPr/>
        </p:nvSpPr>
        <p:spPr bwMode="auto">
          <a:xfrm>
            <a:off x="5062539" y="4303714"/>
            <a:ext cx="471487" cy="363537"/>
          </a:xfrm>
          <a:custGeom>
            <a:avLst/>
            <a:gdLst>
              <a:gd name="T0" fmla="*/ 2147483646 w 297"/>
              <a:gd name="T1" fmla="*/ 2147483646 h 229"/>
              <a:gd name="T2" fmla="*/ 2147483646 w 297"/>
              <a:gd name="T3" fmla="*/ 2147483646 h 229"/>
              <a:gd name="T4" fmla="*/ 2147483646 w 297"/>
              <a:gd name="T5" fmla="*/ 0 h 229"/>
              <a:gd name="T6" fmla="*/ 2147483646 w 297"/>
              <a:gd name="T7" fmla="*/ 0 h 229"/>
              <a:gd name="T8" fmla="*/ 0 w 297"/>
              <a:gd name="T9" fmla="*/ 2147483646 h 229"/>
              <a:gd name="T10" fmla="*/ 0 w 297"/>
              <a:gd name="T11" fmla="*/ 2147483646 h 229"/>
              <a:gd name="T12" fmla="*/ 2147483646 w 297"/>
              <a:gd name="T13" fmla="*/ 2147483646 h 2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97"/>
              <a:gd name="T22" fmla="*/ 0 h 229"/>
              <a:gd name="T23" fmla="*/ 297 w 297"/>
              <a:gd name="T24" fmla="*/ 229 h 22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97" h="229">
                <a:moveTo>
                  <a:pt x="288" y="229"/>
                </a:moveTo>
                <a:lnTo>
                  <a:pt x="297" y="212"/>
                </a:lnTo>
                <a:lnTo>
                  <a:pt x="9" y="0"/>
                </a:lnTo>
                <a:lnTo>
                  <a:pt x="0" y="16"/>
                </a:lnTo>
                <a:lnTo>
                  <a:pt x="288" y="22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84" name="Freeform 114">
            <a:extLst>
              <a:ext uri="{FF2B5EF4-FFF2-40B4-BE49-F238E27FC236}">
                <a16:creationId xmlns:a16="http://schemas.microsoft.com/office/drawing/2014/main" id="{297AEB08-5AE9-D4E7-B8B8-C86263A3CD1E}"/>
              </a:ext>
            </a:extLst>
          </p:cNvPr>
          <p:cNvSpPr>
            <a:spLocks/>
          </p:cNvSpPr>
          <p:nvPr/>
        </p:nvSpPr>
        <p:spPr bwMode="auto">
          <a:xfrm>
            <a:off x="4591051" y="4030663"/>
            <a:ext cx="485775" cy="298450"/>
          </a:xfrm>
          <a:custGeom>
            <a:avLst/>
            <a:gdLst>
              <a:gd name="T0" fmla="*/ 2147483646 w 306"/>
              <a:gd name="T1" fmla="*/ 2147483646 h 188"/>
              <a:gd name="T2" fmla="*/ 2147483646 w 306"/>
              <a:gd name="T3" fmla="*/ 2147483646 h 188"/>
              <a:gd name="T4" fmla="*/ 2147483646 w 306"/>
              <a:gd name="T5" fmla="*/ 0 h 188"/>
              <a:gd name="T6" fmla="*/ 2147483646 w 306"/>
              <a:gd name="T7" fmla="*/ 0 h 188"/>
              <a:gd name="T8" fmla="*/ 0 w 306"/>
              <a:gd name="T9" fmla="*/ 2147483646 h 188"/>
              <a:gd name="T10" fmla="*/ 0 w 306"/>
              <a:gd name="T11" fmla="*/ 2147483646 h 188"/>
              <a:gd name="T12" fmla="*/ 2147483646 w 306"/>
              <a:gd name="T13" fmla="*/ 2147483646 h 1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06"/>
              <a:gd name="T22" fmla="*/ 0 h 188"/>
              <a:gd name="T23" fmla="*/ 306 w 306"/>
              <a:gd name="T24" fmla="*/ 188 h 1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06" h="188">
                <a:moveTo>
                  <a:pt x="297" y="188"/>
                </a:moveTo>
                <a:lnTo>
                  <a:pt x="306" y="172"/>
                </a:lnTo>
                <a:lnTo>
                  <a:pt x="9" y="0"/>
                </a:lnTo>
                <a:lnTo>
                  <a:pt x="0" y="17"/>
                </a:lnTo>
                <a:lnTo>
                  <a:pt x="297" y="18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85" name="Freeform 115">
            <a:extLst>
              <a:ext uri="{FF2B5EF4-FFF2-40B4-BE49-F238E27FC236}">
                <a16:creationId xmlns:a16="http://schemas.microsoft.com/office/drawing/2014/main" id="{E8DC1100-B670-4B06-85A4-9B1CEA4BDE99}"/>
              </a:ext>
            </a:extLst>
          </p:cNvPr>
          <p:cNvSpPr>
            <a:spLocks/>
          </p:cNvSpPr>
          <p:nvPr/>
        </p:nvSpPr>
        <p:spPr bwMode="auto">
          <a:xfrm>
            <a:off x="4076700" y="3811588"/>
            <a:ext cx="528638" cy="246062"/>
          </a:xfrm>
          <a:custGeom>
            <a:avLst/>
            <a:gdLst>
              <a:gd name="T0" fmla="*/ 2147483646 w 333"/>
              <a:gd name="T1" fmla="*/ 2147483646 h 155"/>
              <a:gd name="T2" fmla="*/ 2147483646 w 333"/>
              <a:gd name="T3" fmla="*/ 2147483646 h 155"/>
              <a:gd name="T4" fmla="*/ 2147483646 w 333"/>
              <a:gd name="T5" fmla="*/ 0 h 155"/>
              <a:gd name="T6" fmla="*/ 2147483646 w 333"/>
              <a:gd name="T7" fmla="*/ 0 h 155"/>
              <a:gd name="T8" fmla="*/ 0 w 333"/>
              <a:gd name="T9" fmla="*/ 2147483646 h 155"/>
              <a:gd name="T10" fmla="*/ 0 w 333"/>
              <a:gd name="T11" fmla="*/ 2147483646 h 155"/>
              <a:gd name="T12" fmla="*/ 2147483646 w 333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33"/>
              <a:gd name="T22" fmla="*/ 0 h 155"/>
              <a:gd name="T23" fmla="*/ 333 w 333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33" h="155">
                <a:moveTo>
                  <a:pt x="324" y="155"/>
                </a:moveTo>
                <a:lnTo>
                  <a:pt x="333" y="138"/>
                </a:lnTo>
                <a:lnTo>
                  <a:pt x="9" y="0"/>
                </a:lnTo>
                <a:lnTo>
                  <a:pt x="0" y="16"/>
                </a:lnTo>
                <a:lnTo>
                  <a:pt x="324" y="15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86" name="Freeform 116">
            <a:extLst>
              <a:ext uri="{FF2B5EF4-FFF2-40B4-BE49-F238E27FC236}">
                <a16:creationId xmlns:a16="http://schemas.microsoft.com/office/drawing/2014/main" id="{7FD8FBB4-29B5-B323-D958-E15BBBA04367}"/>
              </a:ext>
            </a:extLst>
          </p:cNvPr>
          <p:cNvSpPr>
            <a:spLocks/>
          </p:cNvSpPr>
          <p:nvPr/>
        </p:nvSpPr>
        <p:spPr bwMode="auto">
          <a:xfrm>
            <a:off x="3562350" y="3641726"/>
            <a:ext cx="528638" cy="195263"/>
          </a:xfrm>
          <a:custGeom>
            <a:avLst/>
            <a:gdLst>
              <a:gd name="T0" fmla="*/ 2147483646 w 333"/>
              <a:gd name="T1" fmla="*/ 2147483646 h 123"/>
              <a:gd name="T2" fmla="*/ 2147483646 w 333"/>
              <a:gd name="T3" fmla="*/ 2147483646 h 123"/>
              <a:gd name="T4" fmla="*/ 2147483646 w 333"/>
              <a:gd name="T5" fmla="*/ 0 h 123"/>
              <a:gd name="T6" fmla="*/ 0 w 333"/>
              <a:gd name="T7" fmla="*/ 2147483646 h 123"/>
              <a:gd name="T8" fmla="*/ 2147483646 w 333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33"/>
              <a:gd name="T16" fmla="*/ 0 h 123"/>
              <a:gd name="T17" fmla="*/ 333 w 333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33" h="123">
                <a:moveTo>
                  <a:pt x="324" y="123"/>
                </a:moveTo>
                <a:lnTo>
                  <a:pt x="333" y="107"/>
                </a:lnTo>
                <a:lnTo>
                  <a:pt x="9" y="0"/>
                </a:lnTo>
                <a:lnTo>
                  <a:pt x="0" y="17"/>
                </a:lnTo>
                <a:lnTo>
                  <a:pt x="324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87" name="Freeform 117">
            <a:extLst>
              <a:ext uri="{FF2B5EF4-FFF2-40B4-BE49-F238E27FC236}">
                <a16:creationId xmlns:a16="http://schemas.microsoft.com/office/drawing/2014/main" id="{0FE409AF-4C52-A7C9-292D-74A2D753D3B2}"/>
              </a:ext>
            </a:extLst>
          </p:cNvPr>
          <p:cNvSpPr>
            <a:spLocks/>
          </p:cNvSpPr>
          <p:nvPr/>
        </p:nvSpPr>
        <p:spPr bwMode="auto">
          <a:xfrm>
            <a:off x="6477001" y="2747963"/>
            <a:ext cx="28575" cy="25400"/>
          </a:xfrm>
          <a:custGeom>
            <a:avLst/>
            <a:gdLst>
              <a:gd name="T0" fmla="*/ 2147483646 w 18"/>
              <a:gd name="T1" fmla="*/ 0 h 16"/>
              <a:gd name="T2" fmla="*/ 0 w 18"/>
              <a:gd name="T3" fmla="*/ 0 h 16"/>
              <a:gd name="T4" fmla="*/ 0 w 18"/>
              <a:gd name="T5" fmla="*/ 2147483646 h 16"/>
              <a:gd name="T6" fmla="*/ 0 w 18"/>
              <a:gd name="T7" fmla="*/ 2147483646 h 16"/>
              <a:gd name="T8" fmla="*/ 2147483646 w 18"/>
              <a:gd name="T9" fmla="*/ 2147483646 h 16"/>
              <a:gd name="T10" fmla="*/ 2147483646 w 18"/>
              <a:gd name="T11" fmla="*/ 2147483646 h 16"/>
              <a:gd name="T12" fmla="*/ 2147483646 w 18"/>
              <a:gd name="T13" fmla="*/ 0 h 16"/>
              <a:gd name="T14" fmla="*/ 2147483646 w 18"/>
              <a:gd name="T15" fmla="*/ 0 h 16"/>
              <a:gd name="T16" fmla="*/ 2147483646 w 18"/>
              <a:gd name="T17" fmla="*/ 0 h 16"/>
              <a:gd name="T18" fmla="*/ 2147483646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9" y="0"/>
                </a:moveTo>
                <a:lnTo>
                  <a:pt x="0" y="0"/>
                </a:lnTo>
                <a:lnTo>
                  <a:pt x="0" y="8"/>
                </a:lnTo>
                <a:lnTo>
                  <a:pt x="9" y="16"/>
                </a:lnTo>
                <a:lnTo>
                  <a:pt x="9" y="8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88" name="Freeform 118">
            <a:extLst>
              <a:ext uri="{FF2B5EF4-FFF2-40B4-BE49-F238E27FC236}">
                <a16:creationId xmlns:a16="http://schemas.microsoft.com/office/drawing/2014/main" id="{76D0EA55-616A-4168-1DF6-EC25244B0C0E}"/>
              </a:ext>
            </a:extLst>
          </p:cNvPr>
          <p:cNvSpPr>
            <a:spLocks/>
          </p:cNvSpPr>
          <p:nvPr/>
        </p:nvSpPr>
        <p:spPr bwMode="auto">
          <a:xfrm>
            <a:off x="6419850" y="2552701"/>
            <a:ext cx="128588" cy="195263"/>
          </a:xfrm>
          <a:custGeom>
            <a:avLst/>
            <a:gdLst>
              <a:gd name="T0" fmla="*/ 2147483646 w 81"/>
              <a:gd name="T1" fmla="*/ 2147483646 h 123"/>
              <a:gd name="T2" fmla="*/ 0 w 81"/>
              <a:gd name="T3" fmla="*/ 2147483646 h 123"/>
              <a:gd name="T4" fmla="*/ 2147483646 w 81"/>
              <a:gd name="T5" fmla="*/ 0 h 123"/>
              <a:gd name="T6" fmla="*/ 2147483646 w 81"/>
              <a:gd name="T7" fmla="*/ 2147483646 h 123"/>
              <a:gd name="T8" fmla="*/ 2147483646 w 81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45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45" y="12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89" name="Freeform 119">
            <a:extLst>
              <a:ext uri="{FF2B5EF4-FFF2-40B4-BE49-F238E27FC236}">
                <a16:creationId xmlns:a16="http://schemas.microsoft.com/office/drawing/2014/main" id="{E6C670C1-F658-D5F6-2E03-617FD1F78DE0}"/>
              </a:ext>
            </a:extLst>
          </p:cNvPr>
          <p:cNvSpPr>
            <a:spLocks/>
          </p:cNvSpPr>
          <p:nvPr/>
        </p:nvSpPr>
        <p:spPr bwMode="auto">
          <a:xfrm>
            <a:off x="6419850" y="2552701"/>
            <a:ext cx="128588" cy="195263"/>
          </a:xfrm>
          <a:custGeom>
            <a:avLst/>
            <a:gdLst>
              <a:gd name="T0" fmla="*/ 2147483646 w 81"/>
              <a:gd name="T1" fmla="*/ 2147483646 h 123"/>
              <a:gd name="T2" fmla="*/ 0 w 81"/>
              <a:gd name="T3" fmla="*/ 2147483646 h 123"/>
              <a:gd name="T4" fmla="*/ 2147483646 w 81"/>
              <a:gd name="T5" fmla="*/ 0 h 123"/>
              <a:gd name="T6" fmla="*/ 2147483646 w 81"/>
              <a:gd name="T7" fmla="*/ 2147483646 h 123"/>
              <a:gd name="T8" fmla="*/ 2147483646 w 81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45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45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90" name="Freeform 120">
            <a:extLst>
              <a:ext uri="{FF2B5EF4-FFF2-40B4-BE49-F238E27FC236}">
                <a16:creationId xmlns:a16="http://schemas.microsoft.com/office/drawing/2014/main" id="{6F5CCF58-2AA2-F837-DA79-3A02E4970A35}"/>
              </a:ext>
            </a:extLst>
          </p:cNvPr>
          <p:cNvSpPr>
            <a:spLocks/>
          </p:cNvSpPr>
          <p:nvPr/>
        </p:nvSpPr>
        <p:spPr bwMode="auto">
          <a:xfrm>
            <a:off x="5505451" y="4419601"/>
            <a:ext cx="257175" cy="233363"/>
          </a:xfrm>
          <a:custGeom>
            <a:avLst/>
            <a:gdLst>
              <a:gd name="T0" fmla="*/ 0 w 162"/>
              <a:gd name="T1" fmla="*/ 2147483646 h 147"/>
              <a:gd name="T2" fmla="*/ 2147483646 w 162"/>
              <a:gd name="T3" fmla="*/ 2147483646 h 147"/>
              <a:gd name="T4" fmla="*/ 2147483646 w 162"/>
              <a:gd name="T5" fmla="*/ 2147483646 h 147"/>
              <a:gd name="T6" fmla="*/ 2147483646 w 162"/>
              <a:gd name="T7" fmla="*/ 2147483646 h 147"/>
              <a:gd name="T8" fmla="*/ 2147483646 w 162"/>
              <a:gd name="T9" fmla="*/ 0 h 147"/>
              <a:gd name="T10" fmla="*/ 2147483646 w 162"/>
              <a:gd name="T11" fmla="*/ 0 h 147"/>
              <a:gd name="T12" fmla="*/ 0 w 162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2"/>
              <a:gd name="T22" fmla="*/ 0 h 147"/>
              <a:gd name="T23" fmla="*/ 162 w 162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2" h="147">
                <a:moveTo>
                  <a:pt x="0" y="139"/>
                </a:moveTo>
                <a:lnTo>
                  <a:pt x="18" y="147"/>
                </a:lnTo>
                <a:lnTo>
                  <a:pt x="162" y="9"/>
                </a:lnTo>
                <a:lnTo>
                  <a:pt x="144" y="0"/>
                </a:lnTo>
                <a:lnTo>
                  <a:pt x="0" y="13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91" name="Freeform 121">
            <a:extLst>
              <a:ext uri="{FF2B5EF4-FFF2-40B4-BE49-F238E27FC236}">
                <a16:creationId xmlns:a16="http://schemas.microsoft.com/office/drawing/2014/main" id="{75B39D6A-CE1F-1CCD-2EEC-3A238A98A2D4}"/>
              </a:ext>
            </a:extLst>
          </p:cNvPr>
          <p:cNvSpPr>
            <a:spLocks/>
          </p:cNvSpPr>
          <p:nvPr/>
        </p:nvSpPr>
        <p:spPr bwMode="auto">
          <a:xfrm>
            <a:off x="5734050" y="4200526"/>
            <a:ext cx="228600" cy="233363"/>
          </a:xfrm>
          <a:custGeom>
            <a:avLst/>
            <a:gdLst>
              <a:gd name="T0" fmla="*/ 0 w 144"/>
              <a:gd name="T1" fmla="*/ 2147483646 h 147"/>
              <a:gd name="T2" fmla="*/ 2147483646 w 144"/>
              <a:gd name="T3" fmla="*/ 2147483646 h 147"/>
              <a:gd name="T4" fmla="*/ 2147483646 w 144"/>
              <a:gd name="T5" fmla="*/ 2147483646 h 147"/>
              <a:gd name="T6" fmla="*/ 2147483646 w 144"/>
              <a:gd name="T7" fmla="*/ 2147483646 h 147"/>
              <a:gd name="T8" fmla="*/ 2147483646 w 144"/>
              <a:gd name="T9" fmla="*/ 0 h 147"/>
              <a:gd name="T10" fmla="*/ 2147483646 w 144"/>
              <a:gd name="T11" fmla="*/ 0 h 147"/>
              <a:gd name="T12" fmla="*/ 0 w 144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44"/>
              <a:gd name="T22" fmla="*/ 0 h 147"/>
              <a:gd name="T23" fmla="*/ 144 w 144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44" h="147">
                <a:moveTo>
                  <a:pt x="0" y="138"/>
                </a:moveTo>
                <a:lnTo>
                  <a:pt x="18" y="147"/>
                </a:lnTo>
                <a:lnTo>
                  <a:pt x="144" y="8"/>
                </a:lnTo>
                <a:lnTo>
                  <a:pt x="126" y="0"/>
                </a:lnTo>
                <a:lnTo>
                  <a:pt x="0" y="13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92" name="Freeform 122">
            <a:extLst>
              <a:ext uri="{FF2B5EF4-FFF2-40B4-BE49-F238E27FC236}">
                <a16:creationId xmlns:a16="http://schemas.microsoft.com/office/drawing/2014/main" id="{8FF67F36-AA4E-9FF2-7D27-FFCD88EF8228}"/>
              </a:ext>
            </a:extLst>
          </p:cNvPr>
          <p:cNvSpPr>
            <a:spLocks/>
          </p:cNvSpPr>
          <p:nvPr/>
        </p:nvSpPr>
        <p:spPr bwMode="auto">
          <a:xfrm>
            <a:off x="5934076" y="3967163"/>
            <a:ext cx="200025" cy="246062"/>
          </a:xfrm>
          <a:custGeom>
            <a:avLst/>
            <a:gdLst>
              <a:gd name="T0" fmla="*/ 0 w 126"/>
              <a:gd name="T1" fmla="*/ 2147483646 h 155"/>
              <a:gd name="T2" fmla="*/ 2147483646 w 126"/>
              <a:gd name="T3" fmla="*/ 2147483646 h 155"/>
              <a:gd name="T4" fmla="*/ 2147483646 w 126"/>
              <a:gd name="T5" fmla="*/ 2147483646 h 155"/>
              <a:gd name="T6" fmla="*/ 2147483646 w 126"/>
              <a:gd name="T7" fmla="*/ 2147483646 h 155"/>
              <a:gd name="T8" fmla="*/ 2147483646 w 126"/>
              <a:gd name="T9" fmla="*/ 0 h 155"/>
              <a:gd name="T10" fmla="*/ 2147483646 w 126"/>
              <a:gd name="T11" fmla="*/ 0 h 155"/>
              <a:gd name="T12" fmla="*/ 0 w 126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26"/>
              <a:gd name="T22" fmla="*/ 0 h 155"/>
              <a:gd name="T23" fmla="*/ 126 w 126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26" h="155">
                <a:moveTo>
                  <a:pt x="0" y="147"/>
                </a:moveTo>
                <a:lnTo>
                  <a:pt x="18" y="155"/>
                </a:lnTo>
                <a:lnTo>
                  <a:pt x="126" y="8"/>
                </a:lnTo>
                <a:lnTo>
                  <a:pt x="108" y="0"/>
                </a:lnTo>
                <a:lnTo>
                  <a:pt x="0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93" name="Freeform 123">
            <a:extLst>
              <a:ext uri="{FF2B5EF4-FFF2-40B4-BE49-F238E27FC236}">
                <a16:creationId xmlns:a16="http://schemas.microsoft.com/office/drawing/2014/main" id="{3B499B76-2F64-3DF0-B611-C4DAF3D655A6}"/>
              </a:ext>
            </a:extLst>
          </p:cNvPr>
          <p:cNvSpPr>
            <a:spLocks/>
          </p:cNvSpPr>
          <p:nvPr/>
        </p:nvSpPr>
        <p:spPr bwMode="auto">
          <a:xfrm>
            <a:off x="6105525" y="3733801"/>
            <a:ext cx="171450" cy="246063"/>
          </a:xfrm>
          <a:custGeom>
            <a:avLst/>
            <a:gdLst>
              <a:gd name="T0" fmla="*/ 0 w 108"/>
              <a:gd name="T1" fmla="*/ 2147483646 h 155"/>
              <a:gd name="T2" fmla="*/ 2147483646 w 108"/>
              <a:gd name="T3" fmla="*/ 2147483646 h 155"/>
              <a:gd name="T4" fmla="*/ 2147483646 w 108"/>
              <a:gd name="T5" fmla="*/ 2147483646 h 155"/>
              <a:gd name="T6" fmla="*/ 2147483646 w 108"/>
              <a:gd name="T7" fmla="*/ 2147483646 h 155"/>
              <a:gd name="T8" fmla="*/ 2147483646 w 108"/>
              <a:gd name="T9" fmla="*/ 0 h 155"/>
              <a:gd name="T10" fmla="*/ 2147483646 w 108"/>
              <a:gd name="T11" fmla="*/ 0 h 155"/>
              <a:gd name="T12" fmla="*/ 0 w 108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08"/>
              <a:gd name="T22" fmla="*/ 0 h 155"/>
              <a:gd name="T23" fmla="*/ 108 w 108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08" h="155">
                <a:moveTo>
                  <a:pt x="0" y="147"/>
                </a:moveTo>
                <a:lnTo>
                  <a:pt x="18" y="155"/>
                </a:lnTo>
                <a:lnTo>
                  <a:pt x="108" y="8"/>
                </a:lnTo>
                <a:lnTo>
                  <a:pt x="90" y="0"/>
                </a:lnTo>
                <a:lnTo>
                  <a:pt x="0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94" name="Freeform 124">
            <a:extLst>
              <a:ext uri="{FF2B5EF4-FFF2-40B4-BE49-F238E27FC236}">
                <a16:creationId xmlns:a16="http://schemas.microsoft.com/office/drawing/2014/main" id="{7938ECD5-43A3-7E42-0AE9-CC814A3CA506}"/>
              </a:ext>
            </a:extLst>
          </p:cNvPr>
          <p:cNvSpPr>
            <a:spLocks/>
          </p:cNvSpPr>
          <p:nvPr/>
        </p:nvSpPr>
        <p:spPr bwMode="auto">
          <a:xfrm>
            <a:off x="6248400" y="3500438"/>
            <a:ext cx="128588" cy="246062"/>
          </a:xfrm>
          <a:custGeom>
            <a:avLst/>
            <a:gdLst>
              <a:gd name="T0" fmla="*/ 0 w 81"/>
              <a:gd name="T1" fmla="*/ 2147483646 h 155"/>
              <a:gd name="T2" fmla="*/ 2147483646 w 81"/>
              <a:gd name="T3" fmla="*/ 2147483646 h 155"/>
              <a:gd name="T4" fmla="*/ 2147483646 w 81"/>
              <a:gd name="T5" fmla="*/ 2147483646 h 155"/>
              <a:gd name="T6" fmla="*/ 2147483646 w 81"/>
              <a:gd name="T7" fmla="*/ 2147483646 h 155"/>
              <a:gd name="T8" fmla="*/ 2147483646 w 81"/>
              <a:gd name="T9" fmla="*/ 0 h 155"/>
              <a:gd name="T10" fmla="*/ 2147483646 w 81"/>
              <a:gd name="T11" fmla="*/ 0 h 155"/>
              <a:gd name="T12" fmla="*/ 0 w 81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1"/>
              <a:gd name="T22" fmla="*/ 0 h 155"/>
              <a:gd name="T23" fmla="*/ 81 w 81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1" h="155">
                <a:moveTo>
                  <a:pt x="0" y="147"/>
                </a:moveTo>
                <a:lnTo>
                  <a:pt x="18" y="155"/>
                </a:lnTo>
                <a:lnTo>
                  <a:pt x="81" y="8"/>
                </a:lnTo>
                <a:lnTo>
                  <a:pt x="63" y="0"/>
                </a:lnTo>
                <a:lnTo>
                  <a:pt x="0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95" name="Freeform 125">
            <a:extLst>
              <a:ext uri="{FF2B5EF4-FFF2-40B4-BE49-F238E27FC236}">
                <a16:creationId xmlns:a16="http://schemas.microsoft.com/office/drawing/2014/main" id="{84C00720-9BFA-6939-B741-8D8550AACC72}"/>
              </a:ext>
            </a:extLst>
          </p:cNvPr>
          <p:cNvSpPr>
            <a:spLocks/>
          </p:cNvSpPr>
          <p:nvPr/>
        </p:nvSpPr>
        <p:spPr bwMode="auto">
          <a:xfrm>
            <a:off x="6348413" y="3252788"/>
            <a:ext cx="100012" cy="260350"/>
          </a:xfrm>
          <a:custGeom>
            <a:avLst/>
            <a:gdLst>
              <a:gd name="T0" fmla="*/ 0 w 63"/>
              <a:gd name="T1" fmla="*/ 2147483646 h 164"/>
              <a:gd name="T2" fmla="*/ 2147483646 w 63"/>
              <a:gd name="T3" fmla="*/ 2147483646 h 164"/>
              <a:gd name="T4" fmla="*/ 2147483646 w 63"/>
              <a:gd name="T5" fmla="*/ 2147483646 h 164"/>
              <a:gd name="T6" fmla="*/ 2147483646 w 63"/>
              <a:gd name="T7" fmla="*/ 0 h 164"/>
              <a:gd name="T8" fmla="*/ 2147483646 w 63"/>
              <a:gd name="T9" fmla="*/ 0 h 164"/>
              <a:gd name="T10" fmla="*/ 2147483646 w 63"/>
              <a:gd name="T11" fmla="*/ 0 h 164"/>
              <a:gd name="T12" fmla="*/ 0 w 63"/>
              <a:gd name="T13" fmla="*/ 2147483646 h 16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3"/>
              <a:gd name="T22" fmla="*/ 0 h 164"/>
              <a:gd name="T23" fmla="*/ 63 w 63"/>
              <a:gd name="T24" fmla="*/ 164 h 16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3" h="164">
                <a:moveTo>
                  <a:pt x="0" y="156"/>
                </a:moveTo>
                <a:lnTo>
                  <a:pt x="18" y="164"/>
                </a:lnTo>
                <a:lnTo>
                  <a:pt x="63" y="9"/>
                </a:lnTo>
                <a:lnTo>
                  <a:pt x="63" y="0"/>
                </a:lnTo>
                <a:lnTo>
                  <a:pt x="45" y="0"/>
                </a:lnTo>
                <a:lnTo>
                  <a:pt x="0" y="15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96" name="Freeform 126">
            <a:extLst>
              <a:ext uri="{FF2B5EF4-FFF2-40B4-BE49-F238E27FC236}">
                <a16:creationId xmlns:a16="http://schemas.microsoft.com/office/drawing/2014/main" id="{0B1115C4-516C-316A-7993-8283EF5E2F0D}"/>
              </a:ext>
            </a:extLst>
          </p:cNvPr>
          <p:cNvSpPr>
            <a:spLocks/>
          </p:cNvSpPr>
          <p:nvPr/>
        </p:nvSpPr>
        <p:spPr bwMode="auto">
          <a:xfrm>
            <a:off x="6419850" y="3006726"/>
            <a:ext cx="71438" cy="246063"/>
          </a:xfrm>
          <a:custGeom>
            <a:avLst/>
            <a:gdLst>
              <a:gd name="T0" fmla="*/ 0 w 45"/>
              <a:gd name="T1" fmla="*/ 2147483646 h 155"/>
              <a:gd name="T2" fmla="*/ 2147483646 w 45"/>
              <a:gd name="T3" fmla="*/ 2147483646 h 155"/>
              <a:gd name="T4" fmla="*/ 2147483646 w 45"/>
              <a:gd name="T5" fmla="*/ 0 h 155"/>
              <a:gd name="T6" fmla="*/ 2147483646 w 45"/>
              <a:gd name="T7" fmla="*/ 0 h 155"/>
              <a:gd name="T8" fmla="*/ 2147483646 w 45"/>
              <a:gd name="T9" fmla="*/ 0 h 155"/>
              <a:gd name="T10" fmla="*/ 2147483646 w 45"/>
              <a:gd name="T11" fmla="*/ 0 h 155"/>
              <a:gd name="T12" fmla="*/ 0 w 45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5"/>
              <a:gd name="T22" fmla="*/ 0 h 155"/>
              <a:gd name="T23" fmla="*/ 45 w 45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5" h="155">
                <a:moveTo>
                  <a:pt x="0" y="155"/>
                </a:moveTo>
                <a:lnTo>
                  <a:pt x="18" y="155"/>
                </a:lnTo>
                <a:lnTo>
                  <a:pt x="45" y="0"/>
                </a:lnTo>
                <a:lnTo>
                  <a:pt x="27" y="0"/>
                </a:lnTo>
                <a:lnTo>
                  <a:pt x="0" y="15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97" name="Rectangle 127">
            <a:extLst>
              <a:ext uri="{FF2B5EF4-FFF2-40B4-BE49-F238E27FC236}">
                <a16:creationId xmlns:a16="http://schemas.microsoft.com/office/drawing/2014/main" id="{545D74B9-A420-AA8F-624D-2FCA80FB7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2714" y="2747963"/>
            <a:ext cx="28575" cy="25876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8798" name="Freeform 128">
            <a:extLst>
              <a:ext uri="{FF2B5EF4-FFF2-40B4-BE49-F238E27FC236}">
                <a16:creationId xmlns:a16="http://schemas.microsoft.com/office/drawing/2014/main" id="{871430B2-7378-634E-46B1-96685293944B}"/>
              </a:ext>
            </a:extLst>
          </p:cNvPr>
          <p:cNvSpPr>
            <a:spLocks/>
          </p:cNvSpPr>
          <p:nvPr/>
        </p:nvSpPr>
        <p:spPr bwMode="auto">
          <a:xfrm>
            <a:off x="8462964" y="5199063"/>
            <a:ext cx="14287" cy="12700"/>
          </a:xfrm>
          <a:custGeom>
            <a:avLst/>
            <a:gdLst>
              <a:gd name="T0" fmla="*/ 0 w 9"/>
              <a:gd name="T1" fmla="*/ 2147483646 h 8"/>
              <a:gd name="T2" fmla="*/ 2147483646 w 9"/>
              <a:gd name="T3" fmla="*/ 2147483646 h 8"/>
              <a:gd name="T4" fmla="*/ 2147483646 w 9"/>
              <a:gd name="T5" fmla="*/ 2147483646 h 8"/>
              <a:gd name="T6" fmla="*/ 2147483646 w 9"/>
              <a:gd name="T7" fmla="*/ 0 h 8"/>
              <a:gd name="T8" fmla="*/ 2147483646 w 9"/>
              <a:gd name="T9" fmla="*/ 0 h 8"/>
              <a:gd name="T10" fmla="*/ 0 w 9"/>
              <a:gd name="T11" fmla="*/ 0 h 8"/>
              <a:gd name="T12" fmla="*/ 0 w 9"/>
              <a:gd name="T13" fmla="*/ 0 h 8"/>
              <a:gd name="T14" fmla="*/ 0 w 9"/>
              <a:gd name="T15" fmla="*/ 2147483646 h 8"/>
              <a:gd name="T16" fmla="*/ 0 w 9"/>
              <a:gd name="T17" fmla="*/ 2147483646 h 8"/>
              <a:gd name="T18" fmla="*/ 0 w 9"/>
              <a:gd name="T19" fmla="*/ 2147483646 h 8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9"/>
              <a:gd name="T31" fmla="*/ 0 h 8"/>
              <a:gd name="T32" fmla="*/ 9 w 9"/>
              <a:gd name="T33" fmla="*/ 8 h 8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9" h="8">
                <a:moveTo>
                  <a:pt x="0" y="8"/>
                </a:moveTo>
                <a:lnTo>
                  <a:pt x="9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99" name="Freeform 129">
            <a:extLst>
              <a:ext uri="{FF2B5EF4-FFF2-40B4-BE49-F238E27FC236}">
                <a16:creationId xmlns:a16="http://schemas.microsoft.com/office/drawing/2014/main" id="{FA87DE49-DD07-028B-E5FF-8E973F0375DB}"/>
              </a:ext>
            </a:extLst>
          </p:cNvPr>
          <p:cNvSpPr>
            <a:spLocks/>
          </p:cNvSpPr>
          <p:nvPr/>
        </p:nvSpPr>
        <p:spPr bwMode="auto">
          <a:xfrm>
            <a:off x="8405813" y="5199064"/>
            <a:ext cx="114300" cy="193675"/>
          </a:xfrm>
          <a:custGeom>
            <a:avLst/>
            <a:gdLst>
              <a:gd name="T0" fmla="*/ 2147483646 w 72"/>
              <a:gd name="T1" fmla="*/ 2147483646 h 122"/>
              <a:gd name="T2" fmla="*/ 2147483646 w 72"/>
              <a:gd name="T3" fmla="*/ 2147483646 h 122"/>
              <a:gd name="T4" fmla="*/ 0 w 72"/>
              <a:gd name="T5" fmla="*/ 2147483646 h 122"/>
              <a:gd name="T6" fmla="*/ 0 w 72"/>
              <a:gd name="T7" fmla="*/ 0 h 122"/>
              <a:gd name="T8" fmla="*/ 2147483646 w 72"/>
              <a:gd name="T9" fmla="*/ 2147483646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2"/>
              <a:gd name="T16" fmla="*/ 0 h 122"/>
              <a:gd name="T17" fmla="*/ 72 w 72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2" h="122">
                <a:moveTo>
                  <a:pt x="36" y="8"/>
                </a:moveTo>
                <a:lnTo>
                  <a:pt x="72" y="16"/>
                </a:lnTo>
                <a:lnTo>
                  <a:pt x="0" y="122"/>
                </a:lnTo>
                <a:lnTo>
                  <a:pt x="0" y="0"/>
                </a:lnTo>
                <a:lnTo>
                  <a:pt x="36" y="8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800" name="Freeform 130">
            <a:extLst>
              <a:ext uri="{FF2B5EF4-FFF2-40B4-BE49-F238E27FC236}">
                <a16:creationId xmlns:a16="http://schemas.microsoft.com/office/drawing/2014/main" id="{4F80A1BA-6680-8FAB-CE2F-1FC5115C1D6C}"/>
              </a:ext>
            </a:extLst>
          </p:cNvPr>
          <p:cNvSpPr>
            <a:spLocks/>
          </p:cNvSpPr>
          <p:nvPr/>
        </p:nvSpPr>
        <p:spPr bwMode="auto">
          <a:xfrm>
            <a:off x="8405813" y="5199064"/>
            <a:ext cx="114300" cy="193675"/>
          </a:xfrm>
          <a:custGeom>
            <a:avLst/>
            <a:gdLst>
              <a:gd name="T0" fmla="*/ 2147483646 w 72"/>
              <a:gd name="T1" fmla="*/ 2147483646 h 122"/>
              <a:gd name="T2" fmla="*/ 2147483646 w 72"/>
              <a:gd name="T3" fmla="*/ 2147483646 h 122"/>
              <a:gd name="T4" fmla="*/ 0 w 72"/>
              <a:gd name="T5" fmla="*/ 2147483646 h 122"/>
              <a:gd name="T6" fmla="*/ 0 w 72"/>
              <a:gd name="T7" fmla="*/ 0 h 122"/>
              <a:gd name="T8" fmla="*/ 2147483646 w 72"/>
              <a:gd name="T9" fmla="*/ 2147483646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2"/>
              <a:gd name="T16" fmla="*/ 0 h 122"/>
              <a:gd name="T17" fmla="*/ 72 w 72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2" h="122">
                <a:moveTo>
                  <a:pt x="36" y="8"/>
                </a:moveTo>
                <a:lnTo>
                  <a:pt x="72" y="16"/>
                </a:lnTo>
                <a:lnTo>
                  <a:pt x="0" y="122"/>
                </a:lnTo>
                <a:lnTo>
                  <a:pt x="0" y="0"/>
                </a:lnTo>
                <a:lnTo>
                  <a:pt x="36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801" name="Freeform 131">
            <a:extLst>
              <a:ext uri="{FF2B5EF4-FFF2-40B4-BE49-F238E27FC236}">
                <a16:creationId xmlns:a16="http://schemas.microsoft.com/office/drawing/2014/main" id="{36719B74-745F-8049-295F-60B6C624B9C1}"/>
              </a:ext>
            </a:extLst>
          </p:cNvPr>
          <p:cNvSpPr>
            <a:spLocks/>
          </p:cNvSpPr>
          <p:nvPr/>
        </p:nvSpPr>
        <p:spPr bwMode="auto">
          <a:xfrm>
            <a:off x="8534400" y="2825750"/>
            <a:ext cx="114300" cy="311150"/>
          </a:xfrm>
          <a:custGeom>
            <a:avLst/>
            <a:gdLst>
              <a:gd name="T0" fmla="*/ 2147483646 w 72"/>
              <a:gd name="T1" fmla="*/ 0 h 196"/>
              <a:gd name="T2" fmla="*/ 0 w 72"/>
              <a:gd name="T3" fmla="*/ 2147483646 h 196"/>
              <a:gd name="T4" fmla="*/ 2147483646 w 72"/>
              <a:gd name="T5" fmla="*/ 2147483646 h 196"/>
              <a:gd name="T6" fmla="*/ 2147483646 w 72"/>
              <a:gd name="T7" fmla="*/ 2147483646 h 196"/>
              <a:gd name="T8" fmla="*/ 2147483646 w 72"/>
              <a:gd name="T9" fmla="*/ 2147483646 h 196"/>
              <a:gd name="T10" fmla="*/ 2147483646 w 72"/>
              <a:gd name="T11" fmla="*/ 2147483646 h 196"/>
              <a:gd name="T12" fmla="*/ 2147483646 w 72"/>
              <a:gd name="T13" fmla="*/ 0 h 19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2"/>
              <a:gd name="T22" fmla="*/ 0 h 196"/>
              <a:gd name="T23" fmla="*/ 72 w 72"/>
              <a:gd name="T24" fmla="*/ 196 h 19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2" h="196">
                <a:moveTo>
                  <a:pt x="18" y="0"/>
                </a:moveTo>
                <a:lnTo>
                  <a:pt x="0" y="8"/>
                </a:lnTo>
                <a:lnTo>
                  <a:pt x="54" y="196"/>
                </a:lnTo>
                <a:lnTo>
                  <a:pt x="54" y="188"/>
                </a:lnTo>
                <a:lnTo>
                  <a:pt x="72" y="188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802" name="Freeform 132">
            <a:extLst>
              <a:ext uri="{FF2B5EF4-FFF2-40B4-BE49-F238E27FC236}">
                <a16:creationId xmlns:a16="http://schemas.microsoft.com/office/drawing/2014/main" id="{25828685-2D6A-6909-EC1B-12ECDE889164}"/>
              </a:ext>
            </a:extLst>
          </p:cNvPr>
          <p:cNvSpPr>
            <a:spLocks/>
          </p:cNvSpPr>
          <p:nvPr/>
        </p:nvSpPr>
        <p:spPr bwMode="auto">
          <a:xfrm>
            <a:off x="8620126" y="3124200"/>
            <a:ext cx="85725" cy="298450"/>
          </a:xfrm>
          <a:custGeom>
            <a:avLst/>
            <a:gdLst>
              <a:gd name="T0" fmla="*/ 2147483646 w 54"/>
              <a:gd name="T1" fmla="*/ 0 h 188"/>
              <a:gd name="T2" fmla="*/ 0 w 54"/>
              <a:gd name="T3" fmla="*/ 0 h 188"/>
              <a:gd name="T4" fmla="*/ 2147483646 w 54"/>
              <a:gd name="T5" fmla="*/ 2147483646 h 188"/>
              <a:gd name="T6" fmla="*/ 2147483646 w 54"/>
              <a:gd name="T7" fmla="*/ 2147483646 h 188"/>
              <a:gd name="T8" fmla="*/ 2147483646 w 54"/>
              <a:gd name="T9" fmla="*/ 2147483646 h 188"/>
              <a:gd name="T10" fmla="*/ 2147483646 w 54"/>
              <a:gd name="T11" fmla="*/ 2147483646 h 188"/>
              <a:gd name="T12" fmla="*/ 2147483646 w 54"/>
              <a:gd name="T13" fmla="*/ 0 h 1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54"/>
              <a:gd name="T22" fmla="*/ 0 h 188"/>
              <a:gd name="T23" fmla="*/ 54 w 54"/>
              <a:gd name="T24" fmla="*/ 188 h 1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54" h="188">
                <a:moveTo>
                  <a:pt x="18" y="0"/>
                </a:moveTo>
                <a:lnTo>
                  <a:pt x="0" y="0"/>
                </a:lnTo>
                <a:lnTo>
                  <a:pt x="36" y="188"/>
                </a:lnTo>
                <a:lnTo>
                  <a:pt x="54" y="188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803" name="Freeform 133">
            <a:extLst>
              <a:ext uri="{FF2B5EF4-FFF2-40B4-BE49-F238E27FC236}">
                <a16:creationId xmlns:a16="http://schemas.microsoft.com/office/drawing/2014/main" id="{5E7791E2-38B8-9CBD-9CB3-D005893AE7C9}"/>
              </a:ext>
            </a:extLst>
          </p:cNvPr>
          <p:cNvSpPr>
            <a:spLocks/>
          </p:cNvSpPr>
          <p:nvPr/>
        </p:nvSpPr>
        <p:spPr bwMode="auto">
          <a:xfrm>
            <a:off x="8677276" y="3422651"/>
            <a:ext cx="42863" cy="595313"/>
          </a:xfrm>
          <a:custGeom>
            <a:avLst/>
            <a:gdLst>
              <a:gd name="T0" fmla="*/ 2147483646 w 27"/>
              <a:gd name="T1" fmla="*/ 0 h 375"/>
              <a:gd name="T2" fmla="*/ 0 w 27"/>
              <a:gd name="T3" fmla="*/ 0 h 375"/>
              <a:gd name="T4" fmla="*/ 2147483646 w 27"/>
              <a:gd name="T5" fmla="*/ 2147483646 h 375"/>
              <a:gd name="T6" fmla="*/ 2147483646 w 27"/>
              <a:gd name="T7" fmla="*/ 2147483646 h 375"/>
              <a:gd name="T8" fmla="*/ 2147483646 w 27"/>
              <a:gd name="T9" fmla="*/ 2147483646 h 375"/>
              <a:gd name="T10" fmla="*/ 2147483646 w 27"/>
              <a:gd name="T11" fmla="*/ 2147483646 h 375"/>
              <a:gd name="T12" fmla="*/ 2147483646 w 27"/>
              <a:gd name="T13" fmla="*/ 0 h 37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7"/>
              <a:gd name="T22" fmla="*/ 0 h 375"/>
              <a:gd name="T23" fmla="*/ 27 w 27"/>
              <a:gd name="T24" fmla="*/ 375 h 37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7" h="375">
                <a:moveTo>
                  <a:pt x="18" y="0"/>
                </a:moveTo>
                <a:lnTo>
                  <a:pt x="0" y="0"/>
                </a:lnTo>
                <a:lnTo>
                  <a:pt x="9" y="375"/>
                </a:lnTo>
                <a:lnTo>
                  <a:pt x="27" y="375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804" name="Freeform 134">
            <a:extLst>
              <a:ext uri="{FF2B5EF4-FFF2-40B4-BE49-F238E27FC236}">
                <a16:creationId xmlns:a16="http://schemas.microsoft.com/office/drawing/2014/main" id="{819C8B6F-A45A-219A-F6AD-D1BCD6B391AB}"/>
              </a:ext>
            </a:extLst>
          </p:cNvPr>
          <p:cNvSpPr>
            <a:spLocks/>
          </p:cNvSpPr>
          <p:nvPr/>
        </p:nvSpPr>
        <p:spPr bwMode="auto">
          <a:xfrm>
            <a:off x="8620126" y="4017963"/>
            <a:ext cx="100013" cy="609600"/>
          </a:xfrm>
          <a:custGeom>
            <a:avLst/>
            <a:gdLst>
              <a:gd name="T0" fmla="*/ 2147483646 w 63"/>
              <a:gd name="T1" fmla="*/ 0 h 384"/>
              <a:gd name="T2" fmla="*/ 2147483646 w 63"/>
              <a:gd name="T3" fmla="*/ 0 h 384"/>
              <a:gd name="T4" fmla="*/ 0 w 63"/>
              <a:gd name="T5" fmla="*/ 2147483646 h 384"/>
              <a:gd name="T6" fmla="*/ 0 w 63"/>
              <a:gd name="T7" fmla="*/ 2147483646 h 384"/>
              <a:gd name="T8" fmla="*/ 2147483646 w 63"/>
              <a:gd name="T9" fmla="*/ 2147483646 h 384"/>
              <a:gd name="T10" fmla="*/ 2147483646 w 63"/>
              <a:gd name="T11" fmla="*/ 2147483646 h 384"/>
              <a:gd name="T12" fmla="*/ 2147483646 w 63"/>
              <a:gd name="T13" fmla="*/ 0 h 38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3"/>
              <a:gd name="T22" fmla="*/ 0 h 384"/>
              <a:gd name="T23" fmla="*/ 63 w 63"/>
              <a:gd name="T24" fmla="*/ 384 h 38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3" h="384">
                <a:moveTo>
                  <a:pt x="63" y="0"/>
                </a:moveTo>
                <a:lnTo>
                  <a:pt x="45" y="0"/>
                </a:lnTo>
                <a:lnTo>
                  <a:pt x="0" y="376"/>
                </a:lnTo>
                <a:lnTo>
                  <a:pt x="18" y="384"/>
                </a:lnTo>
                <a:lnTo>
                  <a:pt x="18" y="376"/>
                </a:lnTo>
                <a:lnTo>
                  <a:pt x="6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805" name="Freeform 135">
            <a:extLst>
              <a:ext uri="{FF2B5EF4-FFF2-40B4-BE49-F238E27FC236}">
                <a16:creationId xmlns:a16="http://schemas.microsoft.com/office/drawing/2014/main" id="{CFF7AF01-E897-752D-9309-B67FA12BA9E1}"/>
              </a:ext>
            </a:extLst>
          </p:cNvPr>
          <p:cNvSpPr>
            <a:spLocks/>
          </p:cNvSpPr>
          <p:nvPr/>
        </p:nvSpPr>
        <p:spPr bwMode="auto">
          <a:xfrm>
            <a:off x="8448676" y="4614863"/>
            <a:ext cx="200025" cy="596900"/>
          </a:xfrm>
          <a:custGeom>
            <a:avLst/>
            <a:gdLst>
              <a:gd name="T0" fmla="*/ 2147483646 w 126"/>
              <a:gd name="T1" fmla="*/ 2147483646 h 376"/>
              <a:gd name="T2" fmla="*/ 2147483646 w 126"/>
              <a:gd name="T3" fmla="*/ 0 h 376"/>
              <a:gd name="T4" fmla="*/ 0 w 126"/>
              <a:gd name="T5" fmla="*/ 2147483646 h 376"/>
              <a:gd name="T6" fmla="*/ 2147483646 w 126"/>
              <a:gd name="T7" fmla="*/ 2147483646 h 376"/>
              <a:gd name="T8" fmla="*/ 2147483646 w 126"/>
              <a:gd name="T9" fmla="*/ 2147483646 h 37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6"/>
              <a:gd name="T16" fmla="*/ 0 h 376"/>
              <a:gd name="T17" fmla="*/ 126 w 126"/>
              <a:gd name="T18" fmla="*/ 376 h 37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6" h="376">
                <a:moveTo>
                  <a:pt x="126" y="8"/>
                </a:moveTo>
                <a:lnTo>
                  <a:pt x="108" y="0"/>
                </a:lnTo>
                <a:lnTo>
                  <a:pt x="0" y="368"/>
                </a:lnTo>
                <a:lnTo>
                  <a:pt x="18" y="376"/>
                </a:lnTo>
                <a:lnTo>
                  <a:pt x="126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806" name="Oval 136">
            <a:extLst>
              <a:ext uri="{FF2B5EF4-FFF2-40B4-BE49-F238E27FC236}">
                <a16:creationId xmlns:a16="http://schemas.microsoft.com/office/drawing/2014/main" id="{8100D1C9-1440-880D-0CEA-D29A5BF066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8638" y="2592389"/>
            <a:ext cx="800100" cy="43973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8807" name="Oval 137">
            <a:extLst>
              <a:ext uri="{FF2B5EF4-FFF2-40B4-BE49-F238E27FC236}">
                <a16:creationId xmlns:a16="http://schemas.microsoft.com/office/drawing/2014/main" id="{F2797C94-74CE-5B36-BBCF-D6CF1921CC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8638" y="2593976"/>
            <a:ext cx="800100" cy="436563"/>
          </a:xfrm>
          <a:prstGeom prst="ellips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8808" name="Rectangle 138">
            <a:extLst>
              <a:ext uri="{FF2B5EF4-FFF2-40B4-BE49-F238E27FC236}">
                <a16:creationId xmlns:a16="http://schemas.microsoft.com/office/drawing/2014/main" id="{AE6FF5DF-D7FD-851B-2744-A05F325606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0089" y="2708275"/>
            <a:ext cx="407163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00">
                <a:solidFill>
                  <a:srgbClr val="0000FF"/>
                </a:solidFill>
                <a:latin typeface="Times New Roman" panose="02020603050405020304" pitchFamily="18" charset="0"/>
              </a:rPr>
              <a:t>JFK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28809" name="Freeform 139">
            <a:extLst>
              <a:ext uri="{FF2B5EF4-FFF2-40B4-BE49-F238E27FC236}">
                <a16:creationId xmlns:a16="http://schemas.microsoft.com/office/drawing/2014/main" id="{AE67BD7F-CFB4-20C6-89F0-F2F1D6BC6E39}"/>
              </a:ext>
            </a:extLst>
          </p:cNvPr>
          <p:cNvSpPr>
            <a:spLocks/>
          </p:cNvSpPr>
          <p:nvPr/>
        </p:nvSpPr>
        <p:spPr bwMode="auto">
          <a:xfrm>
            <a:off x="5948364" y="4964114"/>
            <a:ext cx="28575" cy="26987"/>
          </a:xfrm>
          <a:custGeom>
            <a:avLst/>
            <a:gdLst>
              <a:gd name="T0" fmla="*/ 2147483646 w 18"/>
              <a:gd name="T1" fmla="*/ 0 h 17"/>
              <a:gd name="T2" fmla="*/ 0 w 18"/>
              <a:gd name="T3" fmla="*/ 2147483646 h 17"/>
              <a:gd name="T4" fmla="*/ 2147483646 w 18"/>
              <a:gd name="T5" fmla="*/ 2147483646 h 17"/>
              <a:gd name="T6" fmla="*/ 2147483646 w 18"/>
              <a:gd name="T7" fmla="*/ 2147483646 h 17"/>
              <a:gd name="T8" fmla="*/ 2147483646 w 18"/>
              <a:gd name="T9" fmla="*/ 2147483646 h 17"/>
              <a:gd name="T10" fmla="*/ 2147483646 w 18"/>
              <a:gd name="T11" fmla="*/ 2147483646 h 17"/>
              <a:gd name="T12" fmla="*/ 2147483646 w 18"/>
              <a:gd name="T13" fmla="*/ 0 h 17"/>
              <a:gd name="T14" fmla="*/ 2147483646 w 18"/>
              <a:gd name="T15" fmla="*/ 0 h 17"/>
              <a:gd name="T16" fmla="*/ 2147483646 w 18"/>
              <a:gd name="T17" fmla="*/ 0 h 17"/>
              <a:gd name="T18" fmla="*/ 2147483646 w 18"/>
              <a:gd name="T19" fmla="*/ 0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7"/>
              <a:gd name="T32" fmla="*/ 18 w 18"/>
              <a:gd name="T33" fmla="*/ 17 h 17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7">
                <a:moveTo>
                  <a:pt x="9" y="0"/>
                </a:moveTo>
                <a:lnTo>
                  <a:pt x="0" y="9"/>
                </a:lnTo>
                <a:lnTo>
                  <a:pt x="9" y="9"/>
                </a:lnTo>
                <a:lnTo>
                  <a:pt x="9" y="17"/>
                </a:lnTo>
                <a:lnTo>
                  <a:pt x="18" y="9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810" name="Freeform 140">
            <a:extLst>
              <a:ext uri="{FF2B5EF4-FFF2-40B4-BE49-F238E27FC236}">
                <a16:creationId xmlns:a16="http://schemas.microsoft.com/office/drawing/2014/main" id="{AFAC5226-6CDE-4C9F-ECED-9A38E3AF7327}"/>
              </a:ext>
            </a:extLst>
          </p:cNvPr>
          <p:cNvSpPr>
            <a:spLocks/>
          </p:cNvSpPr>
          <p:nvPr/>
        </p:nvSpPr>
        <p:spPr bwMode="auto">
          <a:xfrm>
            <a:off x="5819775" y="4822826"/>
            <a:ext cx="185738" cy="180975"/>
          </a:xfrm>
          <a:custGeom>
            <a:avLst/>
            <a:gdLst>
              <a:gd name="T0" fmla="*/ 2147483646 w 117"/>
              <a:gd name="T1" fmla="*/ 2147483646 h 114"/>
              <a:gd name="T2" fmla="*/ 2147483646 w 117"/>
              <a:gd name="T3" fmla="*/ 2147483646 h 114"/>
              <a:gd name="T4" fmla="*/ 0 w 117"/>
              <a:gd name="T5" fmla="*/ 0 h 114"/>
              <a:gd name="T6" fmla="*/ 2147483646 w 117"/>
              <a:gd name="T7" fmla="*/ 2147483646 h 114"/>
              <a:gd name="T8" fmla="*/ 2147483646 w 117"/>
              <a:gd name="T9" fmla="*/ 2147483646 h 11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"/>
              <a:gd name="T16" fmla="*/ 0 h 114"/>
              <a:gd name="T17" fmla="*/ 117 w 117"/>
              <a:gd name="T18" fmla="*/ 114 h 11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" h="114">
                <a:moveTo>
                  <a:pt x="90" y="89"/>
                </a:moveTo>
                <a:lnTo>
                  <a:pt x="63" y="114"/>
                </a:lnTo>
                <a:lnTo>
                  <a:pt x="0" y="0"/>
                </a:lnTo>
                <a:lnTo>
                  <a:pt x="117" y="73"/>
                </a:lnTo>
                <a:lnTo>
                  <a:pt x="90" y="89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811" name="Freeform 141">
            <a:extLst>
              <a:ext uri="{FF2B5EF4-FFF2-40B4-BE49-F238E27FC236}">
                <a16:creationId xmlns:a16="http://schemas.microsoft.com/office/drawing/2014/main" id="{33DE2B8E-1F56-6F6C-2D89-260050932874}"/>
              </a:ext>
            </a:extLst>
          </p:cNvPr>
          <p:cNvSpPr>
            <a:spLocks/>
          </p:cNvSpPr>
          <p:nvPr/>
        </p:nvSpPr>
        <p:spPr bwMode="auto">
          <a:xfrm>
            <a:off x="5819775" y="4822826"/>
            <a:ext cx="185738" cy="180975"/>
          </a:xfrm>
          <a:custGeom>
            <a:avLst/>
            <a:gdLst>
              <a:gd name="T0" fmla="*/ 2147483646 w 117"/>
              <a:gd name="T1" fmla="*/ 2147483646 h 114"/>
              <a:gd name="T2" fmla="*/ 2147483646 w 117"/>
              <a:gd name="T3" fmla="*/ 2147483646 h 114"/>
              <a:gd name="T4" fmla="*/ 0 w 117"/>
              <a:gd name="T5" fmla="*/ 0 h 114"/>
              <a:gd name="T6" fmla="*/ 2147483646 w 117"/>
              <a:gd name="T7" fmla="*/ 2147483646 h 114"/>
              <a:gd name="T8" fmla="*/ 2147483646 w 117"/>
              <a:gd name="T9" fmla="*/ 2147483646 h 11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"/>
              <a:gd name="T16" fmla="*/ 0 h 114"/>
              <a:gd name="T17" fmla="*/ 117 w 117"/>
              <a:gd name="T18" fmla="*/ 114 h 11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" h="114">
                <a:moveTo>
                  <a:pt x="90" y="89"/>
                </a:moveTo>
                <a:lnTo>
                  <a:pt x="63" y="114"/>
                </a:lnTo>
                <a:lnTo>
                  <a:pt x="0" y="0"/>
                </a:lnTo>
                <a:lnTo>
                  <a:pt x="117" y="73"/>
                </a:lnTo>
                <a:lnTo>
                  <a:pt x="90" y="8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812" name="Freeform 142">
            <a:extLst>
              <a:ext uri="{FF2B5EF4-FFF2-40B4-BE49-F238E27FC236}">
                <a16:creationId xmlns:a16="http://schemas.microsoft.com/office/drawing/2014/main" id="{1548B804-C391-D604-2F2F-AF70CE77C5AA}"/>
              </a:ext>
            </a:extLst>
          </p:cNvPr>
          <p:cNvSpPr>
            <a:spLocks/>
          </p:cNvSpPr>
          <p:nvPr/>
        </p:nvSpPr>
        <p:spPr bwMode="auto">
          <a:xfrm>
            <a:off x="8034339" y="5626100"/>
            <a:ext cx="357187" cy="65088"/>
          </a:xfrm>
          <a:custGeom>
            <a:avLst/>
            <a:gdLst>
              <a:gd name="T0" fmla="*/ 2147483646 w 225"/>
              <a:gd name="T1" fmla="*/ 2147483646 h 41"/>
              <a:gd name="T2" fmla="*/ 2147483646 w 225"/>
              <a:gd name="T3" fmla="*/ 0 h 41"/>
              <a:gd name="T4" fmla="*/ 0 w 225"/>
              <a:gd name="T5" fmla="*/ 2147483646 h 41"/>
              <a:gd name="T6" fmla="*/ 0 w 225"/>
              <a:gd name="T7" fmla="*/ 2147483646 h 41"/>
              <a:gd name="T8" fmla="*/ 0 w 225"/>
              <a:gd name="T9" fmla="*/ 2147483646 h 41"/>
              <a:gd name="T10" fmla="*/ 0 w 225"/>
              <a:gd name="T11" fmla="*/ 2147483646 h 41"/>
              <a:gd name="T12" fmla="*/ 2147483646 w 225"/>
              <a:gd name="T13" fmla="*/ 2147483646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41"/>
              <a:gd name="T23" fmla="*/ 225 w 225"/>
              <a:gd name="T24" fmla="*/ 41 h 4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41">
                <a:moveTo>
                  <a:pt x="225" y="16"/>
                </a:moveTo>
                <a:lnTo>
                  <a:pt x="225" y="0"/>
                </a:lnTo>
                <a:lnTo>
                  <a:pt x="0" y="25"/>
                </a:lnTo>
                <a:lnTo>
                  <a:pt x="0" y="41"/>
                </a:lnTo>
                <a:lnTo>
                  <a:pt x="22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813" name="Freeform 143">
            <a:extLst>
              <a:ext uri="{FF2B5EF4-FFF2-40B4-BE49-F238E27FC236}">
                <a16:creationId xmlns:a16="http://schemas.microsoft.com/office/drawing/2014/main" id="{C3D0519B-89F5-1B0F-6E68-48FF0FEDAC7C}"/>
              </a:ext>
            </a:extLst>
          </p:cNvPr>
          <p:cNvSpPr>
            <a:spLocks/>
          </p:cNvSpPr>
          <p:nvPr/>
        </p:nvSpPr>
        <p:spPr bwMode="auto">
          <a:xfrm>
            <a:off x="7677150" y="5665788"/>
            <a:ext cx="357188" cy="25400"/>
          </a:xfrm>
          <a:custGeom>
            <a:avLst/>
            <a:gdLst>
              <a:gd name="T0" fmla="*/ 2147483646 w 225"/>
              <a:gd name="T1" fmla="*/ 2147483646 h 16"/>
              <a:gd name="T2" fmla="*/ 2147483646 w 225"/>
              <a:gd name="T3" fmla="*/ 0 h 16"/>
              <a:gd name="T4" fmla="*/ 0 w 225"/>
              <a:gd name="T5" fmla="*/ 0 h 16"/>
              <a:gd name="T6" fmla="*/ 0 w 225"/>
              <a:gd name="T7" fmla="*/ 0 h 16"/>
              <a:gd name="T8" fmla="*/ 0 w 225"/>
              <a:gd name="T9" fmla="*/ 2147483646 h 16"/>
              <a:gd name="T10" fmla="*/ 0 w 225"/>
              <a:gd name="T11" fmla="*/ 2147483646 h 16"/>
              <a:gd name="T12" fmla="*/ 2147483646 w 225"/>
              <a:gd name="T13" fmla="*/ 2147483646 h 1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16"/>
              <a:gd name="T23" fmla="*/ 225 w 225"/>
              <a:gd name="T24" fmla="*/ 16 h 1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16">
                <a:moveTo>
                  <a:pt x="225" y="16"/>
                </a:moveTo>
                <a:lnTo>
                  <a:pt x="225" y="0"/>
                </a:lnTo>
                <a:lnTo>
                  <a:pt x="0" y="0"/>
                </a:lnTo>
                <a:lnTo>
                  <a:pt x="0" y="16"/>
                </a:lnTo>
                <a:lnTo>
                  <a:pt x="22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814" name="Freeform 144">
            <a:extLst>
              <a:ext uri="{FF2B5EF4-FFF2-40B4-BE49-F238E27FC236}">
                <a16:creationId xmlns:a16="http://schemas.microsoft.com/office/drawing/2014/main" id="{C2E8B32E-D513-3E18-4DE0-B7335F86BD73}"/>
              </a:ext>
            </a:extLst>
          </p:cNvPr>
          <p:cNvSpPr>
            <a:spLocks/>
          </p:cNvSpPr>
          <p:nvPr/>
        </p:nvSpPr>
        <p:spPr bwMode="auto">
          <a:xfrm>
            <a:off x="7334250" y="5626100"/>
            <a:ext cx="342900" cy="65088"/>
          </a:xfrm>
          <a:custGeom>
            <a:avLst/>
            <a:gdLst>
              <a:gd name="T0" fmla="*/ 2147483646 w 216"/>
              <a:gd name="T1" fmla="*/ 2147483646 h 41"/>
              <a:gd name="T2" fmla="*/ 2147483646 w 216"/>
              <a:gd name="T3" fmla="*/ 2147483646 h 41"/>
              <a:gd name="T4" fmla="*/ 0 w 216"/>
              <a:gd name="T5" fmla="*/ 0 h 41"/>
              <a:gd name="T6" fmla="*/ 0 w 216"/>
              <a:gd name="T7" fmla="*/ 0 h 41"/>
              <a:gd name="T8" fmla="*/ 0 w 216"/>
              <a:gd name="T9" fmla="*/ 2147483646 h 41"/>
              <a:gd name="T10" fmla="*/ 0 w 216"/>
              <a:gd name="T11" fmla="*/ 2147483646 h 41"/>
              <a:gd name="T12" fmla="*/ 2147483646 w 216"/>
              <a:gd name="T13" fmla="*/ 2147483646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41"/>
              <a:gd name="T23" fmla="*/ 216 w 216"/>
              <a:gd name="T24" fmla="*/ 41 h 4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41">
                <a:moveTo>
                  <a:pt x="216" y="41"/>
                </a:moveTo>
                <a:lnTo>
                  <a:pt x="216" y="25"/>
                </a:lnTo>
                <a:lnTo>
                  <a:pt x="0" y="0"/>
                </a:lnTo>
                <a:lnTo>
                  <a:pt x="0" y="16"/>
                </a:lnTo>
                <a:lnTo>
                  <a:pt x="216" y="4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815" name="Freeform 145">
            <a:extLst>
              <a:ext uri="{FF2B5EF4-FFF2-40B4-BE49-F238E27FC236}">
                <a16:creationId xmlns:a16="http://schemas.microsoft.com/office/drawing/2014/main" id="{7863075D-8BF4-C14E-86C0-E0B54B0FAAAB}"/>
              </a:ext>
            </a:extLst>
          </p:cNvPr>
          <p:cNvSpPr>
            <a:spLocks/>
          </p:cNvSpPr>
          <p:nvPr/>
        </p:nvSpPr>
        <p:spPr bwMode="auto">
          <a:xfrm>
            <a:off x="7005638" y="5561014"/>
            <a:ext cx="328612" cy="90487"/>
          </a:xfrm>
          <a:custGeom>
            <a:avLst/>
            <a:gdLst>
              <a:gd name="T0" fmla="*/ 2147483646 w 207"/>
              <a:gd name="T1" fmla="*/ 2147483646 h 57"/>
              <a:gd name="T2" fmla="*/ 2147483646 w 207"/>
              <a:gd name="T3" fmla="*/ 2147483646 h 57"/>
              <a:gd name="T4" fmla="*/ 0 w 207"/>
              <a:gd name="T5" fmla="*/ 0 h 57"/>
              <a:gd name="T6" fmla="*/ 2147483646 w 207"/>
              <a:gd name="T7" fmla="*/ 0 h 57"/>
              <a:gd name="T8" fmla="*/ 0 w 207"/>
              <a:gd name="T9" fmla="*/ 2147483646 h 57"/>
              <a:gd name="T10" fmla="*/ 0 w 207"/>
              <a:gd name="T11" fmla="*/ 2147483646 h 57"/>
              <a:gd name="T12" fmla="*/ 2147483646 w 207"/>
              <a:gd name="T13" fmla="*/ 2147483646 h 5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07"/>
              <a:gd name="T22" fmla="*/ 0 h 57"/>
              <a:gd name="T23" fmla="*/ 207 w 207"/>
              <a:gd name="T24" fmla="*/ 57 h 5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07" h="57">
                <a:moveTo>
                  <a:pt x="207" y="57"/>
                </a:moveTo>
                <a:lnTo>
                  <a:pt x="207" y="41"/>
                </a:lnTo>
                <a:lnTo>
                  <a:pt x="0" y="0"/>
                </a:lnTo>
                <a:lnTo>
                  <a:pt x="9" y="0"/>
                </a:lnTo>
                <a:lnTo>
                  <a:pt x="0" y="17"/>
                </a:lnTo>
                <a:lnTo>
                  <a:pt x="207" y="5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816" name="Freeform 146">
            <a:extLst>
              <a:ext uri="{FF2B5EF4-FFF2-40B4-BE49-F238E27FC236}">
                <a16:creationId xmlns:a16="http://schemas.microsoft.com/office/drawing/2014/main" id="{CE173E13-D887-131B-FD7A-479EE5CC7202}"/>
              </a:ext>
            </a:extLst>
          </p:cNvPr>
          <p:cNvSpPr>
            <a:spLocks/>
          </p:cNvSpPr>
          <p:nvPr/>
        </p:nvSpPr>
        <p:spPr bwMode="auto">
          <a:xfrm>
            <a:off x="6705601" y="5457826"/>
            <a:ext cx="314325" cy="130175"/>
          </a:xfrm>
          <a:custGeom>
            <a:avLst/>
            <a:gdLst>
              <a:gd name="T0" fmla="*/ 2147483646 w 198"/>
              <a:gd name="T1" fmla="*/ 2147483646 h 82"/>
              <a:gd name="T2" fmla="*/ 2147483646 w 198"/>
              <a:gd name="T3" fmla="*/ 2147483646 h 82"/>
              <a:gd name="T4" fmla="*/ 2147483646 w 198"/>
              <a:gd name="T5" fmla="*/ 0 h 82"/>
              <a:gd name="T6" fmla="*/ 2147483646 w 198"/>
              <a:gd name="T7" fmla="*/ 0 h 82"/>
              <a:gd name="T8" fmla="*/ 0 w 198"/>
              <a:gd name="T9" fmla="*/ 2147483646 h 82"/>
              <a:gd name="T10" fmla="*/ 0 w 198"/>
              <a:gd name="T11" fmla="*/ 2147483646 h 82"/>
              <a:gd name="T12" fmla="*/ 2147483646 w 198"/>
              <a:gd name="T13" fmla="*/ 2147483646 h 8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98"/>
              <a:gd name="T22" fmla="*/ 0 h 82"/>
              <a:gd name="T23" fmla="*/ 198 w 198"/>
              <a:gd name="T24" fmla="*/ 82 h 8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98" h="82">
                <a:moveTo>
                  <a:pt x="189" y="82"/>
                </a:moveTo>
                <a:lnTo>
                  <a:pt x="198" y="65"/>
                </a:lnTo>
                <a:lnTo>
                  <a:pt x="9" y="0"/>
                </a:lnTo>
                <a:lnTo>
                  <a:pt x="0" y="16"/>
                </a:lnTo>
                <a:lnTo>
                  <a:pt x="189" y="8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817" name="Freeform 147">
            <a:extLst>
              <a:ext uri="{FF2B5EF4-FFF2-40B4-BE49-F238E27FC236}">
                <a16:creationId xmlns:a16="http://schemas.microsoft.com/office/drawing/2014/main" id="{5F84B2A2-BAB4-E0EB-C035-467E33238404}"/>
              </a:ext>
            </a:extLst>
          </p:cNvPr>
          <p:cNvSpPr>
            <a:spLocks/>
          </p:cNvSpPr>
          <p:nvPr/>
        </p:nvSpPr>
        <p:spPr bwMode="auto">
          <a:xfrm>
            <a:off x="6419850" y="5327651"/>
            <a:ext cx="300038" cy="155575"/>
          </a:xfrm>
          <a:custGeom>
            <a:avLst/>
            <a:gdLst>
              <a:gd name="T0" fmla="*/ 2147483646 w 189"/>
              <a:gd name="T1" fmla="*/ 2147483646 h 98"/>
              <a:gd name="T2" fmla="*/ 2147483646 w 189"/>
              <a:gd name="T3" fmla="*/ 2147483646 h 98"/>
              <a:gd name="T4" fmla="*/ 2147483646 w 189"/>
              <a:gd name="T5" fmla="*/ 0 h 98"/>
              <a:gd name="T6" fmla="*/ 2147483646 w 189"/>
              <a:gd name="T7" fmla="*/ 0 h 98"/>
              <a:gd name="T8" fmla="*/ 0 w 189"/>
              <a:gd name="T9" fmla="*/ 2147483646 h 98"/>
              <a:gd name="T10" fmla="*/ 0 w 189"/>
              <a:gd name="T11" fmla="*/ 2147483646 h 98"/>
              <a:gd name="T12" fmla="*/ 2147483646 w 189"/>
              <a:gd name="T13" fmla="*/ 2147483646 h 9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98"/>
              <a:gd name="T23" fmla="*/ 189 w 189"/>
              <a:gd name="T24" fmla="*/ 98 h 9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98">
                <a:moveTo>
                  <a:pt x="180" y="98"/>
                </a:moveTo>
                <a:lnTo>
                  <a:pt x="189" y="82"/>
                </a:lnTo>
                <a:lnTo>
                  <a:pt x="9" y="0"/>
                </a:lnTo>
                <a:lnTo>
                  <a:pt x="0" y="17"/>
                </a:lnTo>
                <a:lnTo>
                  <a:pt x="180" y="9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818" name="Freeform 148">
            <a:extLst>
              <a:ext uri="{FF2B5EF4-FFF2-40B4-BE49-F238E27FC236}">
                <a16:creationId xmlns:a16="http://schemas.microsoft.com/office/drawing/2014/main" id="{73196C44-1CCD-5F0D-C91C-1781C89E85B5}"/>
              </a:ext>
            </a:extLst>
          </p:cNvPr>
          <p:cNvSpPr>
            <a:spLocks/>
          </p:cNvSpPr>
          <p:nvPr/>
        </p:nvSpPr>
        <p:spPr bwMode="auto">
          <a:xfrm>
            <a:off x="6162676" y="5159376"/>
            <a:ext cx="271463" cy="195263"/>
          </a:xfrm>
          <a:custGeom>
            <a:avLst/>
            <a:gdLst>
              <a:gd name="T0" fmla="*/ 2147483646 w 171"/>
              <a:gd name="T1" fmla="*/ 2147483646 h 123"/>
              <a:gd name="T2" fmla="*/ 2147483646 w 171"/>
              <a:gd name="T3" fmla="*/ 2147483646 h 123"/>
              <a:gd name="T4" fmla="*/ 2147483646 w 171"/>
              <a:gd name="T5" fmla="*/ 0 h 123"/>
              <a:gd name="T6" fmla="*/ 2147483646 w 171"/>
              <a:gd name="T7" fmla="*/ 2147483646 h 123"/>
              <a:gd name="T8" fmla="*/ 0 w 171"/>
              <a:gd name="T9" fmla="*/ 2147483646 h 123"/>
              <a:gd name="T10" fmla="*/ 2147483646 w 171"/>
              <a:gd name="T11" fmla="*/ 2147483646 h 123"/>
              <a:gd name="T12" fmla="*/ 2147483646 w 171"/>
              <a:gd name="T13" fmla="*/ 2147483646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71"/>
              <a:gd name="T22" fmla="*/ 0 h 123"/>
              <a:gd name="T23" fmla="*/ 171 w 171"/>
              <a:gd name="T24" fmla="*/ 123 h 12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71" h="123">
                <a:moveTo>
                  <a:pt x="162" y="123"/>
                </a:moveTo>
                <a:lnTo>
                  <a:pt x="171" y="106"/>
                </a:lnTo>
                <a:lnTo>
                  <a:pt x="18" y="0"/>
                </a:lnTo>
                <a:lnTo>
                  <a:pt x="18" y="8"/>
                </a:lnTo>
                <a:lnTo>
                  <a:pt x="0" y="16"/>
                </a:lnTo>
                <a:lnTo>
                  <a:pt x="9" y="16"/>
                </a:lnTo>
                <a:lnTo>
                  <a:pt x="162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819" name="Freeform 149">
            <a:extLst>
              <a:ext uri="{FF2B5EF4-FFF2-40B4-BE49-F238E27FC236}">
                <a16:creationId xmlns:a16="http://schemas.microsoft.com/office/drawing/2014/main" id="{DE80B2BB-97AE-BBFD-24FA-2A582DCD1121}"/>
              </a:ext>
            </a:extLst>
          </p:cNvPr>
          <p:cNvSpPr>
            <a:spLocks/>
          </p:cNvSpPr>
          <p:nvPr/>
        </p:nvSpPr>
        <p:spPr bwMode="auto">
          <a:xfrm>
            <a:off x="5948364" y="4964113"/>
            <a:ext cx="242887" cy="220662"/>
          </a:xfrm>
          <a:custGeom>
            <a:avLst/>
            <a:gdLst>
              <a:gd name="T0" fmla="*/ 2147483646 w 153"/>
              <a:gd name="T1" fmla="*/ 2147483646 h 139"/>
              <a:gd name="T2" fmla="*/ 2147483646 w 153"/>
              <a:gd name="T3" fmla="*/ 2147483646 h 139"/>
              <a:gd name="T4" fmla="*/ 2147483646 w 153"/>
              <a:gd name="T5" fmla="*/ 0 h 139"/>
              <a:gd name="T6" fmla="*/ 0 w 153"/>
              <a:gd name="T7" fmla="*/ 2147483646 h 139"/>
              <a:gd name="T8" fmla="*/ 2147483646 w 153"/>
              <a:gd name="T9" fmla="*/ 2147483646 h 13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"/>
              <a:gd name="T16" fmla="*/ 0 h 139"/>
              <a:gd name="T17" fmla="*/ 153 w 153"/>
              <a:gd name="T18" fmla="*/ 139 h 13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" h="139">
                <a:moveTo>
                  <a:pt x="135" y="139"/>
                </a:moveTo>
                <a:lnTo>
                  <a:pt x="153" y="131"/>
                </a:lnTo>
                <a:lnTo>
                  <a:pt x="18" y="0"/>
                </a:lnTo>
                <a:lnTo>
                  <a:pt x="0" y="9"/>
                </a:lnTo>
                <a:lnTo>
                  <a:pt x="135" y="13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820" name="Oval 150">
            <a:extLst>
              <a:ext uri="{FF2B5EF4-FFF2-40B4-BE49-F238E27FC236}">
                <a16:creationId xmlns:a16="http://schemas.microsoft.com/office/drawing/2014/main" id="{84B986C1-CED4-0A5E-88A3-FEE80EE135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4425" y="1503364"/>
            <a:ext cx="800100" cy="43973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8821" name="Oval 151">
            <a:extLst>
              <a:ext uri="{FF2B5EF4-FFF2-40B4-BE49-F238E27FC236}">
                <a16:creationId xmlns:a16="http://schemas.microsoft.com/office/drawing/2014/main" id="{763E16F8-5304-9293-610E-98EEC34EFD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4425" y="1504951"/>
            <a:ext cx="800100" cy="436563"/>
          </a:xfrm>
          <a:prstGeom prst="ellips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8822" name="Rectangle 152">
            <a:extLst>
              <a:ext uri="{FF2B5EF4-FFF2-40B4-BE49-F238E27FC236}">
                <a16:creationId xmlns:a16="http://schemas.microsoft.com/office/drawing/2014/main" id="{C1519D23-790D-B8EC-65E6-12DD34F64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7301" y="1619250"/>
            <a:ext cx="474489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00">
                <a:solidFill>
                  <a:srgbClr val="0000FF"/>
                </a:solidFill>
                <a:latin typeface="Times New Roman" panose="02020603050405020304" pitchFamily="18" charset="0"/>
              </a:rPr>
              <a:t>BOS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28823" name="Oval 153">
            <a:extLst>
              <a:ext uri="{FF2B5EF4-FFF2-40B4-BE49-F238E27FC236}">
                <a16:creationId xmlns:a16="http://schemas.microsoft.com/office/drawing/2014/main" id="{4F5F6B72-8C50-3198-4042-52E676A11B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1475" y="5418139"/>
            <a:ext cx="800100" cy="4413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8824" name="Oval 154">
            <a:extLst>
              <a:ext uri="{FF2B5EF4-FFF2-40B4-BE49-F238E27FC236}">
                <a16:creationId xmlns:a16="http://schemas.microsoft.com/office/drawing/2014/main" id="{D07200D0-E4A4-C948-5E4D-4DA654319F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1475" y="5421314"/>
            <a:ext cx="800100" cy="434975"/>
          </a:xfrm>
          <a:prstGeom prst="ellips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8825" name="Rectangle 155">
            <a:extLst>
              <a:ext uri="{FF2B5EF4-FFF2-40B4-BE49-F238E27FC236}">
                <a16:creationId xmlns:a16="http://schemas.microsoft.com/office/drawing/2014/main" id="{DAF66F9A-E329-8F59-B4B9-6E1E989E28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34351" y="5521325"/>
            <a:ext cx="474489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00">
                <a:solidFill>
                  <a:srgbClr val="0000FF"/>
                </a:solidFill>
                <a:latin typeface="Times New Roman" panose="02020603050405020304" pitchFamily="18" charset="0"/>
              </a:rPr>
              <a:t>MIA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28826" name="Oval 156">
            <a:extLst>
              <a:ext uri="{FF2B5EF4-FFF2-40B4-BE49-F238E27FC236}">
                <a16:creationId xmlns:a16="http://schemas.microsoft.com/office/drawing/2014/main" id="{ED073038-487C-0846-DBEB-75CBF2EC47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6950" y="2085976"/>
            <a:ext cx="800100" cy="4413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8827" name="Oval 157">
            <a:extLst>
              <a:ext uri="{FF2B5EF4-FFF2-40B4-BE49-F238E27FC236}">
                <a16:creationId xmlns:a16="http://schemas.microsoft.com/office/drawing/2014/main" id="{1E34BC5E-F7B0-794E-35D3-5BACFA1012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6950" y="2089151"/>
            <a:ext cx="800100" cy="434975"/>
          </a:xfrm>
          <a:prstGeom prst="ellips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8828" name="Rectangle 158">
            <a:extLst>
              <a:ext uri="{FF2B5EF4-FFF2-40B4-BE49-F238E27FC236}">
                <a16:creationId xmlns:a16="http://schemas.microsoft.com/office/drawing/2014/main" id="{BF1BAC99-B18A-9B86-3531-EB070C78EA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1250" y="2201863"/>
            <a:ext cx="514564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00">
                <a:solidFill>
                  <a:srgbClr val="0000FF"/>
                </a:solidFill>
                <a:latin typeface="Times New Roman" panose="02020603050405020304" pitchFamily="18" charset="0"/>
              </a:rPr>
              <a:t>ORD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28829" name="Oval 159">
            <a:extLst>
              <a:ext uri="{FF2B5EF4-FFF2-40B4-BE49-F238E27FC236}">
                <a16:creationId xmlns:a16="http://schemas.microsoft.com/office/drawing/2014/main" id="{BC269F8B-491F-7C0B-5A53-2E9857BAC1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7950" y="4667250"/>
            <a:ext cx="800100" cy="439738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8830" name="Oval 160">
            <a:extLst>
              <a:ext uri="{FF2B5EF4-FFF2-40B4-BE49-F238E27FC236}">
                <a16:creationId xmlns:a16="http://schemas.microsoft.com/office/drawing/2014/main" id="{F90E8CF7-410E-A7FD-185C-1D82E633BC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7950" y="4668838"/>
            <a:ext cx="800100" cy="436562"/>
          </a:xfrm>
          <a:prstGeom prst="ellips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8831" name="Rectangle 161">
            <a:extLst>
              <a:ext uri="{FF2B5EF4-FFF2-40B4-BE49-F238E27FC236}">
                <a16:creationId xmlns:a16="http://schemas.microsoft.com/office/drawing/2014/main" id="{FC6FC243-DE1C-F383-30DE-8675865CCD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6538" y="4783138"/>
            <a:ext cx="50174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00">
                <a:solidFill>
                  <a:srgbClr val="0000FF"/>
                </a:solidFill>
                <a:latin typeface="Times New Roman" panose="02020603050405020304" pitchFamily="18" charset="0"/>
              </a:rPr>
              <a:t>LAX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28832" name="Oval 162">
            <a:extLst>
              <a:ext uri="{FF2B5EF4-FFF2-40B4-BE49-F238E27FC236}">
                <a16:creationId xmlns:a16="http://schemas.microsoft.com/office/drawing/2014/main" id="{0F8B613A-F9C7-A65C-ECCD-BD7FF2842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9689" y="4419601"/>
            <a:ext cx="814387" cy="4413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8833" name="Oval 163">
            <a:extLst>
              <a:ext uri="{FF2B5EF4-FFF2-40B4-BE49-F238E27FC236}">
                <a16:creationId xmlns:a16="http://schemas.microsoft.com/office/drawing/2014/main" id="{E5E5AF47-A1F8-A44B-F861-BE87D8299B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9689" y="4422776"/>
            <a:ext cx="814387" cy="434975"/>
          </a:xfrm>
          <a:prstGeom prst="ellips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8834" name="Rectangle 164">
            <a:extLst>
              <a:ext uri="{FF2B5EF4-FFF2-40B4-BE49-F238E27FC236}">
                <a16:creationId xmlns:a16="http://schemas.microsoft.com/office/drawing/2014/main" id="{AECCDC38-05CB-5FBA-2052-5817AEAD1D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3989" y="4537075"/>
            <a:ext cx="541815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00">
                <a:solidFill>
                  <a:srgbClr val="0000FF"/>
                </a:solidFill>
                <a:latin typeface="Times New Roman" panose="02020603050405020304" pitchFamily="18" charset="0"/>
              </a:rPr>
              <a:t>DFW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28835" name="Oval 165">
            <a:extLst>
              <a:ext uri="{FF2B5EF4-FFF2-40B4-BE49-F238E27FC236}">
                <a16:creationId xmlns:a16="http://schemas.microsoft.com/office/drawing/2014/main" id="{232B022D-E74E-94F8-5CE9-92E79C6986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2213" y="3370264"/>
            <a:ext cx="800100" cy="4413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8836" name="Oval 166">
            <a:extLst>
              <a:ext uri="{FF2B5EF4-FFF2-40B4-BE49-F238E27FC236}">
                <a16:creationId xmlns:a16="http://schemas.microsoft.com/office/drawing/2014/main" id="{E943D40A-19B3-1C51-A1A7-B37CEEE50D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2213" y="3373439"/>
            <a:ext cx="800100" cy="434975"/>
          </a:xfrm>
          <a:prstGeom prst="ellips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8837" name="Rectangle 167">
            <a:extLst>
              <a:ext uri="{FF2B5EF4-FFF2-40B4-BE49-F238E27FC236}">
                <a16:creationId xmlns:a16="http://schemas.microsoft.com/office/drawing/2014/main" id="{700E467D-28FB-7CEE-4499-1BC2E5D3DE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5089" y="3486150"/>
            <a:ext cx="448841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00">
                <a:solidFill>
                  <a:srgbClr val="0000FF"/>
                </a:solidFill>
                <a:latin typeface="Times New Roman" panose="02020603050405020304" pitchFamily="18" charset="0"/>
              </a:rPr>
              <a:t>SFO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28838" name="Rectangle 168">
            <a:extLst>
              <a:ext uri="{FF2B5EF4-FFF2-40B4-BE49-F238E27FC236}">
                <a16:creationId xmlns:a16="http://schemas.microsoft.com/office/drawing/2014/main" id="{BBD2806C-B1B1-7440-75F5-EB10EE42D5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0775" y="2890838"/>
            <a:ext cx="400050" cy="34925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8839" name="Rectangle 169">
            <a:extLst>
              <a:ext uri="{FF2B5EF4-FFF2-40B4-BE49-F238E27FC236}">
                <a16:creationId xmlns:a16="http://schemas.microsoft.com/office/drawing/2014/main" id="{0E1D2ECE-232D-E253-588E-4BCC8AEB17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1" y="2916239"/>
            <a:ext cx="385763" cy="3508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8840" name="Rectangle 170">
            <a:extLst>
              <a:ext uri="{FF2B5EF4-FFF2-40B4-BE49-F238E27FC236}">
                <a16:creationId xmlns:a16="http://schemas.microsoft.com/office/drawing/2014/main" id="{A749E18C-35B1-C147-3AAB-E51100E3C8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1" y="2917826"/>
            <a:ext cx="385763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8841" name="Rectangle 171">
            <a:extLst>
              <a:ext uri="{FF2B5EF4-FFF2-40B4-BE49-F238E27FC236}">
                <a16:creationId xmlns:a16="http://schemas.microsoft.com/office/drawing/2014/main" id="{8DD1D059-8339-AEF7-6F30-C65C988E1A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3638" y="2878139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28842" name="Rectangle 172">
            <a:extLst>
              <a:ext uri="{FF2B5EF4-FFF2-40B4-BE49-F238E27FC236}">
                <a16:creationId xmlns:a16="http://schemas.microsoft.com/office/drawing/2014/main" id="{926C265C-62A5-6D49-7DAC-984D3EA60C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6513" y="3033713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28843" name="Rectangle 173">
            <a:extLst>
              <a:ext uri="{FF2B5EF4-FFF2-40B4-BE49-F238E27FC236}">
                <a16:creationId xmlns:a16="http://schemas.microsoft.com/office/drawing/2014/main" id="{D84A2337-3806-1A7A-684C-7E9F0C5170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5063" y="5199063"/>
            <a:ext cx="400050" cy="34925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8844" name="Rectangle 174">
            <a:extLst>
              <a:ext uri="{FF2B5EF4-FFF2-40B4-BE49-F238E27FC236}">
                <a16:creationId xmlns:a16="http://schemas.microsoft.com/office/drawing/2014/main" id="{EA274D81-AA6C-D028-76F7-D05F4658B9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6488" y="5224463"/>
            <a:ext cx="385762" cy="3492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8845" name="Rectangle 175">
            <a:extLst>
              <a:ext uri="{FF2B5EF4-FFF2-40B4-BE49-F238E27FC236}">
                <a16:creationId xmlns:a16="http://schemas.microsoft.com/office/drawing/2014/main" id="{FDF7E728-6806-62DE-8652-208B6819F2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6488" y="5226051"/>
            <a:ext cx="385762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8846" name="Rectangle 176">
            <a:extLst>
              <a:ext uri="{FF2B5EF4-FFF2-40B4-BE49-F238E27FC236}">
                <a16:creationId xmlns:a16="http://schemas.microsoft.com/office/drawing/2014/main" id="{ED13BA92-03E0-6E23-566F-FD4650FFD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7925" y="5186364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28847" name="Rectangle 177">
            <a:extLst>
              <a:ext uri="{FF2B5EF4-FFF2-40B4-BE49-F238E27FC236}">
                <a16:creationId xmlns:a16="http://schemas.microsoft.com/office/drawing/2014/main" id="{DB6D1D62-BAAB-C47A-B6D5-5C52DDA676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5341938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28848" name="Rectangle 178">
            <a:extLst>
              <a:ext uri="{FF2B5EF4-FFF2-40B4-BE49-F238E27FC236}">
                <a16:creationId xmlns:a16="http://schemas.microsoft.com/office/drawing/2014/main" id="{206B699F-C7F2-397C-5638-BE88235B31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6838" y="4978400"/>
            <a:ext cx="400050" cy="36195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8849" name="Rectangle 179">
            <a:extLst>
              <a:ext uri="{FF2B5EF4-FFF2-40B4-BE49-F238E27FC236}">
                <a16:creationId xmlns:a16="http://schemas.microsoft.com/office/drawing/2014/main" id="{0D7B256A-F56F-9B4E-CB00-0338C021B2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3975" y="5003800"/>
            <a:ext cx="400050" cy="3635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8850" name="Rectangle 180">
            <a:extLst>
              <a:ext uri="{FF2B5EF4-FFF2-40B4-BE49-F238E27FC236}">
                <a16:creationId xmlns:a16="http://schemas.microsoft.com/office/drawing/2014/main" id="{95718194-8734-7B9A-8B13-9364A8E1EF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3975" y="5005388"/>
            <a:ext cx="400050" cy="360362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8851" name="Rectangle 181">
            <a:extLst>
              <a:ext uri="{FF2B5EF4-FFF2-40B4-BE49-F238E27FC236}">
                <a16:creationId xmlns:a16="http://schemas.microsoft.com/office/drawing/2014/main" id="{47E70805-0C65-1AC0-0FF8-77265532CD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00" y="4978401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28852" name="Rectangle 182">
            <a:extLst>
              <a:ext uri="{FF2B5EF4-FFF2-40B4-BE49-F238E27FC236}">
                <a16:creationId xmlns:a16="http://schemas.microsoft.com/office/drawing/2014/main" id="{5731C6F6-7800-5800-9415-55C008E163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2575" y="5121275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28853" name="Rectangle 183">
            <a:extLst>
              <a:ext uri="{FF2B5EF4-FFF2-40B4-BE49-F238E27FC236}">
                <a16:creationId xmlns:a16="http://schemas.microsoft.com/office/drawing/2014/main" id="{AAD17151-B5E0-AD66-4A12-0C751A449A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4213" y="2112963"/>
            <a:ext cx="385762" cy="34925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8854" name="Rectangle 184">
            <a:extLst>
              <a:ext uri="{FF2B5EF4-FFF2-40B4-BE49-F238E27FC236}">
                <a16:creationId xmlns:a16="http://schemas.microsoft.com/office/drawing/2014/main" id="{CA7032A5-8454-B497-4C90-8074F0509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1351" y="2138364"/>
            <a:ext cx="385763" cy="3635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8855" name="Rectangle 185">
            <a:extLst>
              <a:ext uri="{FF2B5EF4-FFF2-40B4-BE49-F238E27FC236}">
                <a16:creationId xmlns:a16="http://schemas.microsoft.com/office/drawing/2014/main" id="{A3F7317F-FE6E-DA83-3374-7D1A32BFF4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1351" y="2139951"/>
            <a:ext cx="385763" cy="3603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8856" name="Rectangle 186">
            <a:extLst>
              <a:ext uri="{FF2B5EF4-FFF2-40B4-BE49-F238E27FC236}">
                <a16:creationId xmlns:a16="http://schemas.microsoft.com/office/drawing/2014/main" id="{5BDE1EB0-7C96-D839-B114-27C687BA03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2788" y="2100264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28857" name="Rectangle 187">
            <a:extLst>
              <a:ext uri="{FF2B5EF4-FFF2-40B4-BE49-F238E27FC236}">
                <a16:creationId xmlns:a16="http://schemas.microsoft.com/office/drawing/2014/main" id="{DE903C0C-D728-F2BF-7D28-D818D1F731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5663" y="2255838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28858" name="Rectangle 188">
            <a:extLst>
              <a:ext uri="{FF2B5EF4-FFF2-40B4-BE49-F238E27FC236}">
                <a16:creationId xmlns:a16="http://schemas.microsoft.com/office/drawing/2014/main" id="{1EF861A3-953F-4816-B11F-7B0E0AB2AD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0038" y="5962650"/>
            <a:ext cx="400050" cy="363538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8859" name="Rectangle 189">
            <a:extLst>
              <a:ext uri="{FF2B5EF4-FFF2-40B4-BE49-F238E27FC236}">
                <a16:creationId xmlns:a16="http://schemas.microsoft.com/office/drawing/2014/main" id="{6258F803-E715-AD32-97E2-0488E91DB8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7175" y="6002338"/>
            <a:ext cx="400050" cy="3492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8860" name="Rectangle 190">
            <a:extLst>
              <a:ext uri="{FF2B5EF4-FFF2-40B4-BE49-F238E27FC236}">
                <a16:creationId xmlns:a16="http://schemas.microsoft.com/office/drawing/2014/main" id="{2442AD8B-84E6-68C7-6DA0-C0A568CA8D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7175" y="6003926"/>
            <a:ext cx="400050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8861" name="Rectangle 191">
            <a:extLst>
              <a:ext uri="{FF2B5EF4-FFF2-40B4-BE49-F238E27FC236}">
                <a16:creationId xmlns:a16="http://schemas.microsoft.com/office/drawing/2014/main" id="{09F97973-9D2C-1EB1-ACEA-B0EB2A8CE8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48613" y="5964239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28862" name="Rectangle 192">
            <a:extLst>
              <a:ext uri="{FF2B5EF4-FFF2-40B4-BE49-F238E27FC236}">
                <a16:creationId xmlns:a16="http://schemas.microsoft.com/office/drawing/2014/main" id="{F5CEA860-F5FD-2390-E267-A99F0BB5A0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5775" y="6105525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t>5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28863" name="Rectangle 193">
            <a:extLst>
              <a:ext uri="{FF2B5EF4-FFF2-40B4-BE49-F238E27FC236}">
                <a16:creationId xmlns:a16="http://schemas.microsoft.com/office/drawing/2014/main" id="{8145368F-0CCA-D8F8-5EA2-A685075F0F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3026" y="3019425"/>
            <a:ext cx="385763" cy="363538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8864" name="Rectangle 194">
            <a:extLst>
              <a:ext uri="{FF2B5EF4-FFF2-40B4-BE49-F238E27FC236}">
                <a16:creationId xmlns:a16="http://schemas.microsoft.com/office/drawing/2014/main" id="{853600C7-7C32-9154-C6DF-9CA9254831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0163" y="3059113"/>
            <a:ext cx="385762" cy="3492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8865" name="Rectangle 195">
            <a:extLst>
              <a:ext uri="{FF2B5EF4-FFF2-40B4-BE49-F238E27FC236}">
                <a16:creationId xmlns:a16="http://schemas.microsoft.com/office/drawing/2014/main" id="{3902AD7A-F7AB-DE9B-CC83-56B8D6E43B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0163" y="3060701"/>
            <a:ext cx="385762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8866" name="Rectangle 196">
            <a:extLst>
              <a:ext uri="{FF2B5EF4-FFF2-40B4-BE49-F238E27FC236}">
                <a16:creationId xmlns:a16="http://schemas.microsoft.com/office/drawing/2014/main" id="{C7432CC8-4824-7D65-E26F-9ED7E3E6A6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1600" y="3021014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28867" name="Rectangle 197">
            <a:extLst>
              <a:ext uri="{FF2B5EF4-FFF2-40B4-BE49-F238E27FC236}">
                <a16:creationId xmlns:a16="http://schemas.microsoft.com/office/drawing/2014/main" id="{E37D8610-BA58-5C5C-7CE2-9A409DC12F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34475" y="3162300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t>6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pic>
        <p:nvPicPr>
          <p:cNvPr id="28868" name="Picture 198">
            <a:extLst>
              <a:ext uri="{FF2B5EF4-FFF2-40B4-BE49-F238E27FC236}">
                <a16:creationId xmlns:a16="http://schemas.microsoft.com/office/drawing/2014/main" id="{87CE6232-9D98-FC16-A546-7618453D39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6913" y="1219200"/>
            <a:ext cx="419100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>
            <a:extLst>
              <a:ext uri="{FF2B5EF4-FFF2-40B4-BE49-F238E27FC236}">
                <a16:creationId xmlns:a16="http://schemas.microsoft.com/office/drawing/2014/main" id="{FE38F401-DFAF-FA11-AA7F-8897830503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57400" y="381000"/>
            <a:ext cx="7772400" cy="838200"/>
          </a:xfrm>
        </p:spPr>
        <p:txBody>
          <a:bodyPr/>
          <a:lstStyle/>
          <a:p>
            <a:r>
              <a:rPr lang="en-US" altLang="en-US"/>
              <a:t>Floyd-Warshall, Iteration 1</a:t>
            </a:r>
          </a:p>
        </p:txBody>
      </p:sp>
      <p:sp>
        <p:nvSpPr>
          <p:cNvPr id="29698" name="Freeform 3">
            <a:extLst>
              <a:ext uri="{FF2B5EF4-FFF2-40B4-BE49-F238E27FC236}">
                <a16:creationId xmlns:a16="http://schemas.microsoft.com/office/drawing/2014/main" id="{3A5D8CB9-BEFA-2558-667D-A823CF3AF4DF}"/>
              </a:ext>
            </a:extLst>
          </p:cNvPr>
          <p:cNvSpPr>
            <a:spLocks/>
          </p:cNvSpPr>
          <p:nvPr/>
        </p:nvSpPr>
        <p:spPr bwMode="auto">
          <a:xfrm>
            <a:off x="5834064" y="2384425"/>
            <a:ext cx="28575" cy="25400"/>
          </a:xfrm>
          <a:custGeom>
            <a:avLst/>
            <a:gdLst>
              <a:gd name="T0" fmla="*/ 2147483646 w 18"/>
              <a:gd name="T1" fmla="*/ 0 h 16"/>
              <a:gd name="T2" fmla="*/ 2147483646 w 18"/>
              <a:gd name="T3" fmla="*/ 0 h 16"/>
              <a:gd name="T4" fmla="*/ 0 w 18"/>
              <a:gd name="T5" fmla="*/ 0 h 16"/>
              <a:gd name="T6" fmla="*/ 0 w 18"/>
              <a:gd name="T7" fmla="*/ 0 h 16"/>
              <a:gd name="T8" fmla="*/ 0 w 18"/>
              <a:gd name="T9" fmla="*/ 2147483646 h 16"/>
              <a:gd name="T10" fmla="*/ 0 w 18"/>
              <a:gd name="T11" fmla="*/ 2147483646 h 16"/>
              <a:gd name="T12" fmla="*/ 2147483646 w 18"/>
              <a:gd name="T13" fmla="*/ 2147483646 h 16"/>
              <a:gd name="T14" fmla="*/ 2147483646 w 18"/>
              <a:gd name="T15" fmla="*/ 2147483646 h 16"/>
              <a:gd name="T16" fmla="*/ 2147483646 w 18"/>
              <a:gd name="T17" fmla="*/ 0 h 16"/>
              <a:gd name="T18" fmla="*/ 2147483646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18" y="0"/>
                </a:move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lnTo>
                  <a:pt x="0" y="16"/>
                </a:lnTo>
                <a:lnTo>
                  <a:pt x="9" y="16"/>
                </a:lnTo>
                <a:lnTo>
                  <a:pt x="18" y="8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699" name="Freeform 4">
            <a:extLst>
              <a:ext uri="{FF2B5EF4-FFF2-40B4-BE49-F238E27FC236}">
                <a16:creationId xmlns:a16="http://schemas.microsoft.com/office/drawing/2014/main" id="{8AAF9913-7E79-469B-EC37-1FFDB11D4E40}"/>
              </a:ext>
            </a:extLst>
          </p:cNvPr>
          <p:cNvSpPr>
            <a:spLocks/>
          </p:cNvSpPr>
          <p:nvPr/>
        </p:nvSpPr>
        <p:spPr bwMode="auto">
          <a:xfrm>
            <a:off x="5834063" y="2319339"/>
            <a:ext cx="214312" cy="130175"/>
          </a:xfrm>
          <a:custGeom>
            <a:avLst/>
            <a:gdLst>
              <a:gd name="T0" fmla="*/ 2147483646 w 135"/>
              <a:gd name="T1" fmla="*/ 2147483646 h 82"/>
              <a:gd name="T2" fmla="*/ 0 w 135"/>
              <a:gd name="T3" fmla="*/ 2147483646 h 82"/>
              <a:gd name="T4" fmla="*/ 2147483646 w 135"/>
              <a:gd name="T5" fmla="*/ 0 h 82"/>
              <a:gd name="T6" fmla="*/ 2147483646 w 135"/>
              <a:gd name="T7" fmla="*/ 2147483646 h 82"/>
              <a:gd name="T8" fmla="*/ 2147483646 w 135"/>
              <a:gd name="T9" fmla="*/ 2147483646 h 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5"/>
              <a:gd name="T16" fmla="*/ 0 h 82"/>
              <a:gd name="T17" fmla="*/ 135 w 135"/>
              <a:gd name="T18" fmla="*/ 82 h 8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5" h="82">
                <a:moveTo>
                  <a:pt x="9" y="49"/>
                </a:moveTo>
                <a:lnTo>
                  <a:pt x="0" y="17"/>
                </a:lnTo>
                <a:lnTo>
                  <a:pt x="135" y="0"/>
                </a:lnTo>
                <a:lnTo>
                  <a:pt x="27" y="82"/>
                </a:lnTo>
                <a:lnTo>
                  <a:pt x="9" y="49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00" name="Freeform 5">
            <a:extLst>
              <a:ext uri="{FF2B5EF4-FFF2-40B4-BE49-F238E27FC236}">
                <a16:creationId xmlns:a16="http://schemas.microsoft.com/office/drawing/2014/main" id="{E03F7207-CBF0-2714-54B2-F7AAC1BCD50F}"/>
              </a:ext>
            </a:extLst>
          </p:cNvPr>
          <p:cNvSpPr>
            <a:spLocks/>
          </p:cNvSpPr>
          <p:nvPr/>
        </p:nvSpPr>
        <p:spPr bwMode="auto">
          <a:xfrm>
            <a:off x="5834063" y="2319339"/>
            <a:ext cx="214312" cy="130175"/>
          </a:xfrm>
          <a:custGeom>
            <a:avLst/>
            <a:gdLst>
              <a:gd name="T0" fmla="*/ 2147483646 w 135"/>
              <a:gd name="T1" fmla="*/ 2147483646 h 82"/>
              <a:gd name="T2" fmla="*/ 0 w 135"/>
              <a:gd name="T3" fmla="*/ 2147483646 h 82"/>
              <a:gd name="T4" fmla="*/ 2147483646 w 135"/>
              <a:gd name="T5" fmla="*/ 0 h 82"/>
              <a:gd name="T6" fmla="*/ 2147483646 w 135"/>
              <a:gd name="T7" fmla="*/ 2147483646 h 82"/>
              <a:gd name="T8" fmla="*/ 2147483646 w 135"/>
              <a:gd name="T9" fmla="*/ 2147483646 h 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5"/>
              <a:gd name="T16" fmla="*/ 0 h 82"/>
              <a:gd name="T17" fmla="*/ 135 w 135"/>
              <a:gd name="T18" fmla="*/ 82 h 8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5" h="82">
                <a:moveTo>
                  <a:pt x="9" y="49"/>
                </a:moveTo>
                <a:lnTo>
                  <a:pt x="0" y="17"/>
                </a:lnTo>
                <a:lnTo>
                  <a:pt x="135" y="0"/>
                </a:lnTo>
                <a:lnTo>
                  <a:pt x="27" y="82"/>
                </a:lnTo>
                <a:lnTo>
                  <a:pt x="9" y="4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01" name="Freeform 6">
            <a:extLst>
              <a:ext uri="{FF2B5EF4-FFF2-40B4-BE49-F238E27FC236}">
                <a16:creationId xmlns:a16="http://schemas.microsoft.com/office/drawing/2014/main" id="{B9DE8765-BED7-9B68-8305-4DC922362B9A}"/>
              </a:ext>
            </a:extLst>
          </p:cNvPr>
          <p:cNvSpPr>
            <a:spLocks/>
          </p:cNvSpPr>
          <p:nvPr/>
        </p:nvSpPr>
        <p:spPr bwMode="auto">
          <a:xfrm>
            <a:off x="3033714" y="4549775"/>
            <a:ext cx="242887" cy="363538"/>
          </a:xfrm>
          <a:custGeom>
            <a:avLst/>
            <a:gdLst>
              <a:gd name="T0" fmla="*/ 0 w 153"/>
              <a:gd name="T1" fmla="*/ 2147483646 h 229"/>
              <a:gd name="T2" fmla="*/ 2147483646 w 153"/>
              <a:gd name="T3" fmla="*/ 2147483646 h 229"/>
              <a:gd name="T4" fmla="*/ 2147483646 w 153"/>
              <a:gd name="T5" fmla="*/ 2147483646 h 229"/>
              <a:gd name="T6" fmla="*/ 2147483646 w 153"/>
              <a:gd name="T7" fmla="*/ 2147483646 h 229"/>
              <a:gd name="T8" fmla="*/ 2147483646 w 153"/>
              <a:gd name="T9" fmla="*/ 0 h 229"/>
              <a:gd name="T10" fmla="*/ 2147483646 w 153"/>
              <a:gd name="T11" fmla="*/ 0 h 229"/>
              <a:gd name="T12" fmla="*/ 0 w 153"/>
              <a:gd name="T13" fmla="*/ 2147483646 h 2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53"/>
              <a:gd name="T22" fmla="*/ 0 h 229"/>
              <a:gd name="T23" fmla="*/ 153 w 153"/>
              <a:gd name="T24" fmla="*/ 229 h 22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53" h="229">
                <a:moveTo>
                  <a:pt x="0" y="221"/>
                </a:moveTo>
                <a:lnTo>
                  <a:pt x="18" y="229"/>
                </a:lnTo>
                <a:lnTo>
                  <a:pt x="153" y="8"/>
                </a:lnTo>
                <a:lnTo>
                  <a:pt x="135" y="0"/>
                </a:lnTo>
                <a:lnTo>
                  <a:pt x="0" y="22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02" name="Freeform 7">
            <a:extLst>
              <a:ext uri="{FF2B5EF4-FFF2-40B4-BE49-F238E27FC236}">
                <a16:creationId xmlns:a16="http://schemas.microsoft.com/office/drawing/2014/main" id="{7EE833F0-9BF3-4039-8353-C5389103AA36}"/>
              </a:ext>
            </a:extLst>
          </p:cNvPr>
          <p:cNvSpPr>
            <a:spLocks/>
          </p:cNvSpPr>
          <p:nvPr/>
        </p:nvSpPr>
        <p:spPr bwMode="auto">
          <a:xfrm>
            <a:off x="3248025" y="4186239"/>
            <a:ext cx="285750" cy="376237"/>
          </a:xfrm>
          <a:custGeom>
            <a:avLst/>
            <a:gdLst>
              <a:gd name="T0" fmla="*/ 0 w 180"/>
              <a:gd name="T1" fmla="*/ 2147483646 h 237"/>
              <a:gd name="T2" fmla="*/ 2147483646 w 180"/>
              <a:gd name="T3" fmla="*/ 2147483646 h 237"/>
              <a:gd name="T4" fmla="*/ 2147483646 w 180"/>
              <a:gd name="T5" fmla="*/ 2147483646 h 237"/>
              <a:gd name="T6" fmla="*/ 2147483646 w 180"/>
              <a:gd name="T7" fmla="*/ 2147483646 h 237"/>
              <a:gd name="T8" fmla="*/ 2147483646 w 180"/>
              <a:gd name="T9" fmla="*/ 0 h 237"/>
              <a:gd name="T10" fmla="*/ 2147483646 w 180"/>
              <a:gd name="T11" fmla="*/ 0 h 237"/>
              <a:gd name="T12" fmla="*/ 0 w 180"/>
              <a:gd name="T13" fmla="*/ 2147483646 h 23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0"/>
              <a:gd name="T22" fmla="*/ 0 h 237"/>
              <a:gd name="T23" fmla="*/ 180 w 180"/>
              <a:gd name="T24" fmla="*/ 237 h 23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0" h="237">
                <a:moveTo>
                  <a:pt x="0" y="229"/>
                </a:moveTo>
                <a:lnTo>
                  <a:pt x="18" y="237"/>
                </a:lnTo>
                <a:lnTo>
                  <a:pt x="180" y="9"/>
                </a:lnTo>
                <a:lnTo>
                  <a:pt x="162" y="0"/>
                </a:lnTo>
                <a:lnTo>
                  <a:pt x="0" y="22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03" name="Freeform 8">
            <a:extLst>
              <a:ext uri="{FF2B5EF4-FFF2-40B4-BE49-F238E27FC236}">
                <a16:creationId xmlns:a16="http://schemas.microsoft.com/office/drawing/2014/main" id="{8E7DE10D-7BF3-C80B-FD15-C2EC859DCBDE}"/>
              </a:ext>
            </a:extLst>
          </p:cNvPr>
          <p:cNvSpPr>
            <a:spLocks/>
          </p:cNvSpPr>
          <p:nvPr/>
        </p:nvSpPr>
        <p:spPr bwMode="auto">
          <a:xfrm>
            <a:off x="3505200" y="3824289"/>
            <a:ext cx="342900" cy="376237"/>
          </a:xfrm>
          <a:custGeom>
            <a:avLst/>
            <a:gdLst>
              <a:gd name="T0" fmla="*/ 0 w 216"/>
              <a:gd name="T1" fmla="*/ 2147483646 h 237"/>
              <a:gd name="T2" fmla="*/ 2147483646 w 216"/>
              <a:gd name="T3" fmla="*/ 2147483646 h 237"/>
              <a:gd name="T4" fmla="*/ 2147483646 w 216"/>
              <a:gd name="T5" fmla="*/ 2147483646 h 237"/>
              <a:gd name="T6" fmla="*/ 2147483646 w 216"/>
              <a:gd name="T7" fmla="*/ 2147483646 h 237"/>
              <a:gd name="T8" fmla="*/ 2147483646 w 216"/>
              <a:gd name="T9" fmla="*/ 0 h 237"/>
              <a:gd name="T10" fmla="*/ 2147483646 w 216"/>
              <a:gd name="T11" fmla="*/ 0 h 237"/>
              <a:gd name="T12" fmla="*/ 0 w 216"/>
              <a:gd name="T13" fmla="*/ 2147483646 h 23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237"/>
              <a:gd name="T23" fmla="*/ 216 w 216"/>
              <a:gd name="T24" fmla="*/ 237 h 23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237">
                <a:moveTo>
                  <a:pt x="0" y="228"/>
                </a:moveTo>
                <a:lnTo>
                  <a:pt x="18" y="237"/>
                </a:lnTo>
                <a:lnTo>
                  <a:pt x="216" y="8"/>
                </a:lnTo>
                <a:lnTo>
                  <a:pt x="198" y="0"/>
                </a:lnTo>
                <a:lnTo>
                  <a:pt x="0" y="22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04" name="Freeform 9">
            <a:extLst>
              <a:ext uri="{FF2B5EF4-FFF2-40B4-BE49-F238E27FC236}">
                <a16:creationId xmlns:a16="http://schemas.microsoft.com/office/drawing/2014/main" id="{C9131CA5-0EE3-42B2-CBE5-86E36ADF412A}"/>
              </a:ext>
            </a:extLst>
          </p:cNvPr>
          <p:cNvSpPr>
            <a:spLocks/>
          </p:cNvSpPr>
          <p:nvPr/>
        </p:nvSpPr>
        <p:spPr bwMode="auto">
          <a:xfrm>
            <a:off x="3819526" y="3448050"/>
            <a:ext cx="385763" cy="388938"/>
          </a:xfrm>
          <a:custGeom>
            <a:avLst/>
            <a:gdLst>
              <a:gd name="T0" fmla="*/ 0 w 243"/>
              <a:gd name="T1" fmla="*/ 2147483646 h 245"/>
              <a:gd name="T2" fmla="*/ 2147483646 w 243"/>
              <a:gd name="T3" fmla="*/ 2147483646 h 245"/>
              <a:gd name="T4" fmla="*/ 2147483646 w 243"/>
              <a:gd name="T5" fmla="*/ 2147483646 h 245"/>
              <a:gd name="T6" fmla="*/ 2147483646 w 243"/>
              <a:gd name="T7" fmla="*/ 2147483646 h 245"/>
              <a:gd name="T8" fmla="*/ 2147483646 w 243"/>
              <a:gd name="T9" fmla="*/ 0 h 245"/>
              <a:gd name="T10" fmla="*/ 2147483646 w 243"/>
              <a:gd name="T11" fmla="*/ 2147483646 h 245"/>
              <a:gd name="T12" fmla="*/ 0 w 243"/>
              <a:gd name="T13" fmla="*/ 2147483646 h 24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3"/>
              <a:gd name="T22" fmla="*/ 0 h 245"/>
              <a:gd name="T23" fmla="*/ 243 w 243"/>
              <a:gd name="T24" fmla="*/ 245 h 24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3" h="245">
                <a:moveTo>
                  <a:pt x="0" y="237"/>
                </a:moveTo>
                <a:lnTo>
                  <a:pt x="18" y="245"/>
                </a:lnTo>
                <a:lnTo>
                  <a:pt x="243" y="16"/>
                </a:lnTo>
                <a:lnTo>
                  <a:pt x="234" y="0"/>
                </a:lnTo>
                <a:lnTo>
                  <a:pt x="225" y="8"/>
                </a:lnTo>
                <a:lnTo>
                  <a:pt x="0" y="23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05" name="Freeform 10">
            <a:extLst>
              <a:ext uri="{FF2B5EF4-FFF2-40B4-BE49-F238E27FC236}">
                <a16:creationId xmlns:a16="http://schemas.microsoft.com/office/drawing/2014/main" id="{89067425-9D88-756E-E067-7330FB0E9C55}"/>
              </a:ext>
            </a:extLst>
          </p:cNvPr>
          <p:cNvSpPr>
            <a:spLocks/>
          </p:cNvSpPr>
          <p:nvPr/>
        </p:nvSpPr>
        <p:spPr bwMode="auto">
          <a:xfrm>
            <a:off x="4191001" y="3124200"/>
            <a:ext cx="385763" cy="349250"/>
          </a:xfrm>
          <a:custGeom>
            <a:avLst/>
            <a:gdLst>
              <a:gd name="T0" fmla="*/ 0 w 243"/>
              <a:gd name="T1" fmla="*/ 2147483646 h 220"/>
              <a:gd name="T2" fmla="*/ 2147483646 w 243"/>
              <a:gd name="T3" fmla="*/ 2147483646 h 220"/>
              <a:gd name="T4" fmla="*/ 2147483646 w 243"/>
              <a:gd name="T5" fmla="*/ 2147483646 h 220"/>
              <a:gd name="T6" fmla="*/ 2147483646 w 243"/>
              <a:gd name="T7" fmla="*/ 2147483646 h 220"/>
              <a:gd name="T8" fmla="*/ 2147483646 w 243"/>
              <a:gd name="T9" fmla="*/ 0 h 220"/>
              <a:gd name="T10" fmla="*/ 2147483646 w 243"/>
              <a:gd name="T11" fmla="*/ 0 h 220"/>
              <a:gd name="T12" fmla="*/ 0 w 243"/>
              <a:gd name="T13" fmla="*/ 2147483646 h 22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3"/>
              <a:gd name="T22" fmla="*/ 0 h 220"/>
              <a:gd name="T23" fmla="*/ 243 w 243"/>
              <a:gd name="T24" fmla="*/ 220 h 22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3" h="220">
                <a:moveTo>
                  <a:pt x="0" y="204"/>
                </a:moveTo>
                <a:lnTo>
                  <a:pt x="9" y="220"/>
                </a:lnTo>
                <a:lnTo>
                  <a:pt x="243" y="16"/>
                </a:lnTo>
                <a:lnTo>
                  <a:pt x="234" y="0"/>
                </a:lnTo>
                <a:lnTo>
                  <a:pt x="0" y="20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06" name="Freeform 11">
            <a:extLst>
              <a:ext uri="{FF2B5EF4-FFF2-40B4-BE49-F238E27FC236}">
                <a16:creationId xmlns:a16="http://schemas.microsoft.com/office/drawing/2014/main" id="{3DD875E5-A328-DED4-71F3-9FD8BAE50850}"/>
              </a:ext>
            </a:extLst>
          </p:cNvPr>
          <p:cNvSpPr>
            <a:spLocks/>
          </p:cNvSpPr>
          <p:nvPr/>
        </p:nvSpPr>
        <p:spPr bwMode="auto">
          <a:xfrm>
            <a:off x="4562476" y="2825750"/>
            <a:ext cx="428625" cy="323850"/>
          </a:xfrm>
          <a:custGeom>
            <a:avLst/>
            <a:gdLst>
              <a:gd name="T0" fmla="*/ 0 w 270"/>
              <a:gd name="T1" fmla="*/ 2147483646 h 204"/>
              <a:gd name="T2" fmla="*/ 2147483646 w 270"/>
              <a:gd name="T3" fmla="*/ 2147483646 h 204"/>
              <a:gd name="T4" fmla="*/ 2147483646 w 270"/>
              <a:gd name="T5" fmla="*/ 2147483646 h 204"/>
              <a:gd name="T6" fmla="*/ 2147483646 w 270"/>
              <a:gd name="T7" fmla="*/ 2147483646 h 204"/>
              <a:gd name="T8" fmla="*/ 2147483646 w 270"/>
              <a:gd name="T9" fmla="*/ 0 h 204"/>
              <a:gd name="T10" fmla="*/ 2147483646 w 270"/>
              <a:gd name="T11" fmla="*/ 0 h 204"/>
              <a:gd name="T12" fmla="*/ 0 w 270"/>
              <a:gd name="T13" fmla="*/ 2147483646 h 20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70"/>
              <a:gd name="T22" fmla="*/ 0 h 204"/>
              <a:gd name="T23" fmla="*/ 270 w 270"/>
              <a:gd name="T24" fmla="*/ 204 h 20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70" h="204">
                <a:moveTo>
                  <a:pt x="0" y="188"/>
                </a:moveTo>
                <a:lnTo>
                  <a:pt x="9" y="204"/>
                </a:lnTo>
                <a:lnTo>
                  <a:pt x="270" y="16"/>
                </a:lnTo>
                <a:lnTo>
                  <a:pt x="261" y="0"/>
                </a:lnTo>
                <a:lnTo>
                  <a:pt x="0" y="18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07" name="Freeform 12">
            <a:extLst>
              <a:ext uri="{FF2B5EF4-FFF2-40B4-BE49-F238E27FC236}">
                <a16:creationId xmlns:a16="http://schemas.microsoft.com/office/drawing/2014/main" id="{CE1F6E06-0089-0FF1-B07B-08744BA2F62B}"/>
              </a:ext>
            </a:extLst>
          </p:cNvPr>
          <p:cNvSpPr>
            <a:spLocks/>
          </p:cNvSpPr>
          <p:nvPr/>
        </p:nvSpPr>
        <p:spPr bwMode="auto">
          <a:xfrm>
            <a:off x="4976813" y="2579688"/>
            <a:ext cx="442912" cy="271462"/>
          </a:xfrm>
          <a:custGeom>
            <a:avLst/>
            <a:gdLst>
              <a:gd name="T0" fmla="*/ 0 w 279"/>
              <a:gd name="T1" fmla="*/ 2147483646 h 171"/>
              <a:gd name="T2" fmla="*/ 2147483646 w 279"/>
              <a:gd name="T3" fmla="*/ 2147483646 h 171"/>
              <a:gd name="T4" fmla="*/ 2147483646 w 279"/>
              <a:gd name="T5" fmla="*/ 2147483646 h 171"/>
              <a:gd name="T6" fmla="*/ 2147483646 w 279"/>
              <a:gd name="T7" fmla="*/ 2147483646 h 171"/>
              <a:gd name="T8" fmla="*/ 2147483646 w 279"/>
              <a:gd name="T9" fmla="*/ 0 h 171"/>
              <a:gd name="T10" fmla="*/ 2147483646 w 279"/>
              <a:gd name="T11" fmla="*/ 0 h 171"/>
              <a:gd name="T12" fmla="*/ 0 w 279"/>
              <a:gd name="T13" fmla="*/ 2147483646 h 17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79"/>
              <a:gd name="T22" fmla="*/ 0 h 171"/>
              <a:gd name="T23" fmla="*/ 279 w 279"/>
              <a:gd name="T24" fmla="*/ 171 h 17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79" h="171">
                <a:moveTo>
                  <a:pt x="0" y="155"/>
                </a:moveTo>
                <a:lnTo>
                  <a:pt x="9" y="171"/>
                </a:lnTo>
                <a:lnTo>
                  <a:pt x="279" y="16"/>
                </a:lnTo>
                <a:lnTo>
                  <a:pt x="270" y="0"/>
                </a:lnTo>
                <a:lnTo>
                  <a:pt x="0" y="15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08" name="Freeform 13">
            <a:extLst>
              <a:ext uri="{FF2B5EF4-FFF2-40B4-BE49-F238E27FC236}">
                <a16:creationId xmlns:a16="http://schemas.microsoft.com/office/drawing/2014/main" id="{9C357B02-CDA2-68F6-3EAF-B2A034FCEAE8}"/>
              </a:ext>
            </a:extLst>
          </p:cNvPr>
          <p:cNvSpPr>
            <a:spLocks/>
          </p:cNvSpPr>
          <p:nvPr/>
        </p:nvSpPr>
        <p:spPr bwMode="auto">
          <a:xfrm>
            <a:off x="5405438" y="2371726"/>
            <a:ext cx="457200" cy="233363"/>
          </a:xfrm>
          <a:custGeom>
            <a:avLst/>
            <a:gdLst>
              <a:gd name="T0" fmla="*/ 0 w 288"/>
              <a:gd name="T1" fmla="*/ 2147483646 h 147"/>
              <a:gd name="T2" fmla="*/ 2147483646 w 288"/>
              <a:gd name="T3" fmla="*/ 2147483646 h 147"/>
              <a:gd name="T4" fmla="*/ 2147483646 w 288"/>
              <a:gd name="T5" fmla="*/ 2147483646 h 147"/>
              <a:gd name="T6" fmla="*/ 2147483646 w 288"/>
              <a:gd name="T7" fmla="*/ 0 h 147"/>
              <a:gd name="T8" fmla="*/ 0 w 288"/>
              <a:gd name="T9" fmla="*/ 2147483646 h 14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88"/>
              <a:gd name="T16" fmla="*/ 0 h 147"/>
              <a:gd name="T17" fmla="*/ 288 w 288"/>
              <a:gd name="T18" fmla="*/ 147 h 14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88" h="147">
                <a:moveTo>
                  <a:pt x="0" y="131"/>
                </a:moveTo>
                <a:lnTo>
                  <a:pt x="9" y="147"/>
                </a:lnTo>
                <a:lnTo>
                  <a:pt x="288" y="16"/>
                </a:lnTo>
                <a:lnTo>
                  <a:pt x="279" y="0"/>
                </a:lnTo>
                <a:lnTo>
                  <a:pt x="0" y="13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09" name="Freeform 14">
            <a:extLst>
              <a:ext uri="{FF2B5EF4-FFF2-40B4-BE49-F238E27FC236}">
                <a16:creationId xmlns:a16="http://schemas.microsoft.com/office/drawing/2014/main" id="{DDC14703-4286-56F3-5965-206330E83A16}"/>
              </a:ext>
            </a:extLst>
          </p:cNvPr>
          <p:cNvSpPr>
            <a:spLocks/>
          </p:cNvSpPr>
          <p:nvPr/>
        </p:nvSpPr>
        <p:spPr bwMode="auto">
          <a:xfrm>
            <a:off x="3162301" y="5289550"/>
            <a:ext cx="28575" cy="25400"/>
          </a:xfrm>
          <a:custGeom>
            <a:avLst/>
            <a:gdLst>
              <a:gd name="T0" fmla="*/ 2147483646 w 18"/>
              <a:gd name="T1" fmla="*/ 0 h 16"/>
              <a:gd name="T2" fmla="*/ 0 w 18"/>
              <a:gd name="T3" fmla="*/ 2147483646 h 16"/>
              <a:gd name="T4" fmla="*/ 2147483646 w 18"/>
              <a:gd name="T5" fmla="*/ 2147483646 h 16"/>
              <a:gd name="T6" fmla="*/ 2147483646 w 18"/>
              <a:gd name="T7" fmla="*/ 2147483646 h 16"/>
              <a:gd name="T8" fmla="*/ 2147483646 w 18"/>
              <a:gd name="T9" fmla="*/ 2147483646 h 16"/>
              <a:gd name="T10" fmla="*/ 2147483646 w 18"/>
              <a:gd name="T11" fmla="*/ 2147483646 h 16"/>
              <a:gd name="T12" fmla="*/ 2147483646 w 18"/>
              <a:gd name="T13" fmla="*/ 0 h 16"/>
              <a:gd name="T14" fmla="*/ 2147483646 w 18"/>
              <a:gd name="T15" fmla="*/ 0 h 16"/>
              <a:gd name="T16" fmla="*/ 2147483646 w 18"/>
              <a:gd name="T17" fmla="*/ 0 h 16"/>
              <a:gd name="T18" fmla="*/ 2147483646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9" y="0"/>
                </a:moveTo>
                <a:lnTo>
                  <a:pt x="0" y="8"/>
                </a:lnTo>
                <a:lnTo>
                  <a:pt x="9" y="8"/>
                </a:lnTo>
                <a:lnTo>
                  <a:pt x="9" y="16"/>
                </a:lnTo>
                <a:lnTo>
                  <a:pt x="18" y="16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10" name="Freeform 15">
            <a:extLst>
              <a:ext uri="{FF2B5EF4-FFF2-40B4-BE49-F238E27FC236}">
                <a16:creationId xmlns:a16="http://schemas.microsoft.com/office/drawing/2014/main" id="{F58C98C7-9CB6-BA37-0EAF-E95B301857B3}"/>
              </a:ext>
            </a:extLst>
          </p:cNvPr>
          <p:cNvSpPr>
            <a:spLocks/>
          </p:cNvSpPr>
          <p:nvPr/>
        </p:nvSpPr>
        <p:spPr bwMode="auto">
          <a:xfrm>
            <a:off x="3062288" y="5133976"/>
            <a:ext cx="171450" cy="193675"/>
          </a:xfrm>
          <a:custGeom>
            <a:avLst/>
            <a:gdLst>
              <a:gd name="T0" fmla="*/ 2147483646 w 108"/>
              <a:gd name="T1" fmla="*/ 2147483646 h 122"/>
              <a:gd name="T2" fmla="*/ 2147483646 w 108"/>
              <a:gd name="T3" fmla="*/ 2147483646 h 122"/>
              <a:gd name="T4" fmla="*/ 0 w 108"/>
              <a:gd name="T5" fmla="*/ 0 h 122"/>
              <a:gd name="T6" fmla="*/ 2147483646 w 108"/>
              <a:gd name="T7" fmla="*/ 2147483646 h 122"/>
              <a:gd name="T8" fmla="*/ 2147483646 w 108"/>
              <a:gd name="T9" fmla="*/ 2147483646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8"/>
              <a:gd name="T16" fmla="*/ 0 h 122"/>
              <a:gd name="T17" fmla="*/ 108 w 108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8" h="122">
                <a:moveTo>
                  <a:pt x="72" y="98"/>
                </a:moveTo>
                <a:lnTo>
                  <a:pt x="36" y="122"/>
                </a:lnTo>
                <a:lnTo>
                  <a:pt x="0" y="0"/>
                </a:lnTo>
                <a:lnTo>
                  <a:pt x="108" y="81"/>
                </a:lnTo>
                <a:lnTo>
                  <a:pt x="72" y="98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11" name="Freeform 16">
            <a:extLst>
              <a:ext uri="{FF2B5EF4-FFF2-40B4-BE49-F238E27FC236}">
                <a16:creationId xmlns:a16="http://schemas.microsoft.com/office/drawing/2014/main" id="{B47E5034-C261-3959-4744-DC0C8A8FB0A5}"/>
              </a:ext>
            </a:extLst>
          </p:cNvPr>
          <p:cNvSpPr>
            <a:spLocks/>
          </p:cNvSpPr>
          <p:nvPr/>
        </p:nvSpPr>
        <p:spPr bwMode="auto">
          <a:xfrm>
            <a:off x="3062288" y="5133976"/>
            <a:ext cx="171450" cy="193675"/>
          </a:xfrm>
          <a:custGeom>
            <a:avLst/>
            <a:gdLst>
              <a:gd name="T0" fmla="*/ 2147483646 w 108"/>
              <a:gd name="T1" fmla="*/ 2147483646 h 122"/>
              <a:gd name="T2" fmla="*/ 2147483646 w 108"/>
              <a:gd name="T3" fmla="*/ 2147483646 h 122"/>
              <a:gd name="T4" fmla="*/ 0 w 108"/>
              <a:gd name="T5" fmla="*/ 0 h 122"/>
              <a:gd name="T6" fmla="*/ 2147483646 w 108"/>
              <a:gd name="T7" fmla="*/ 2147483646 h 122"/>
              <a:gd name="T8" fmla="*/ 2147483646 w 108"/>
              <a:gd name="T9" fmla="*/ 2147483646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8"/>
              <a:gd name="T16" fmla="*/ 0 h 122"/>
              <a:gd name="T17" fmla="*/ 108 w 108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8" h="122">
                <a:moveTo>
                  <a:pt x="72" y="98"/>
                </a:moveTo>
                <a:lnTo>
                  <a:pt x="36" y="122"/>
                </a:lnTo>
                <a:lnTo>
                  <a:pt x="0" y="0"/>
                </a:lnTo>
                <a:lnTo>
                  <a:pt x="108" y="81"/>
                </a:lnTo>
                <a:lnTo>
                  <a:pt x="72" y="9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12" name="Freeform 17">
            <a:extLst>
              <a:ext uri="{FF2B5EF4-FFF2-40B4-BE49-F238E27FC236}">
                <a16:creationId xmlns:a16="http://schemas.microsoft.com/office/drawing/2014/main" id="{7ABD86E8-7536-4579-41DE-F5BB53E990F0}"/>
              </a:ext>
            </a:extLst>
          </p:cNvPr>
          <p:cNvSpPr>
            <a:spLocks/>
          </p:cNvSpPr>
          <p:nvPr/>
        </p:nvSpPr>
        <p:spPr bwMode="auto">
          <a:xfrm>
            <a:off x="8105775" y="5626101"/>
            <a:ext cx="300038" cy="180975"/>
          </a:xfrm>
          <a:custGeom>
            <a:avLst/>
            <a:gdLst>
              <a:gd name="T0" fmla="*/ 2147483646 w 189"/>
              <a:gd name="T1" fmla="*/ 2147483646 h 114"/>
              <a:gd name="T2" fmla="*/ 2147483646 w 189"/>
              <a:gd name="T3" fmla="*/ 0 h 114"/>
              <a:gd name="T4" fmla="*/ 0 w 189"/>
              <a:gd name="T5" fmla="*/ 2147483646 h 114"/>
              <a:gd name="T6" fmla="*/ 0 w 189"/>
              <a:gd name="T7" fmla="*/ 2147483646 h 114"/>
              <a:gd name="T8" fmla="*/ 2147483646 w 189"/>
              <a:gd name="T9" fmla="*/ 2147483646 h 114"/>
              <a:gd name="T10" fmla="*/ 2147483646 w 189"/>
              <a:gd name="T11" fmla="*/ 2147483646 h 114"/>
              <a:gd name="T12" fmla="*/ 2147483646 w 189"/>
              <a:gd name="T13" fmla="*/ 2147483646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114"/>
              <a:gd name="T23" fmla="*/ 189 w 189"/>
              <a:gd name="T24" fmla="*/ 114 h 11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114">
                <a:moveTo>
                  <a:pt x="189" y="16"/>
                </a:moveTo>
                <a:lnTo>
                  <a:pt x="180" y="0"/>
                </a:lnTo>
                <a:lnTo>
                  <a:pt x="0" y="98"/>
                </a:lnTo>
                <a:lnTo>
                  <a:pt x="9" y="114"/>
                </a:lnTo>
                <a:lnTo>
                  <a:pt x="18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13" name="Freeform 18">
            <a:extLst>
              <a:ext uri="{FF2B5EF4-FFF2-40B4-BE49-F238E27FC236}">
                <a16:creationId xmlns:a16="http://schemas.microsoft.com/office/drawing/2014/main" id="{E0CCC61B-9C97-93BE-E0D6-5B4C171FD6FE}"/>
              </a:ext>
            </a:extLst>
          </p:cNvPr>
          <p:cNvSpPr>
            <a:spLocks/>
          </p:cNvSpPr>
          <p:nvPr/>
        </p:nvSpPr>
        <p:spPr bwMode="auto">
          <a:xfrm>
            <a:off x="7777163" y="5781676"/>
            <a:ext cx="342900" cy="155575"/>
          </a:xfrm>
          <a:custGeom>
            <a:avLst/>
            <a:gdLst>
              <a:gd name="T0" fmla="*/ 2147483646 w 216"/>
              <a:gd name="T1" fmla="*/ 2147483646 h 98"/>
              <a:gd name="T2" fmla="*/ 2147483646 w 216"/>
              <a:gd name="T3" fmla="*/ 0 h 98"/>
              <a:gd name="T4" fmla="*/ 0 w 216"/>
              <a:gd name="T5" fmla="*/ 2147483646 h 98"/>
              <a:gd name="T6" fmla="*/ 0 w 216"/>
              <a:gd name="T7" fmla="*/ 2147483646 h 98"/>
              <a:gd name="T8" fmla="*/ 2147483646 w 216"/>
              <a:gd name="T9" fmla="*/ 2147483646 h 98"/>
              <a:gd name="T10" fmla="*/ 2147483646 w 216"/>
              <a:gd name="T11" fmla="*/ 2147483646 h 98"/>
              <a:gd name="T12" fmla="*/ 2147483646 w 216"/>
              <a:gd name="T13" fmla="*/ 2147483646 h 9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98"/>
              <a:gd name="T23" fmla="*/ 216 w 216"/>
              <a:gd name="T24" fmla="*/ 98 h 9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98">
                <a:moveTo>
                  <a:pt x="216" y="16"/>
                </a:moveTo>
                <a:lnTo>
                  <a:pt x="207" y="0"/>
                </a:lnTo>
                <a:lnTo>
                  <a:pt x="0" y="82"/>
                </a:lnTo>
                <a:lnTo>
                  <a:pt x="9" y="98"/>
                </a:lnTo>
                <a:lnTo>
                  <a:pt x="216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14" name="Freeform 19">
            <a:extLst>
              <a:ext uri="{FF2B5EF4-FFF2-40B4-BE49-F238E27FC236}">
                <a16:creationId xmlns:a16="http://schemas.microsoft.com/office/drawing/2014/main" id="{07C2CD1C-70FD-BB8E-678C-0294C9199BFF}"/>
              </a:ext>
            </a:extLst>
          </p:cNvPr>
          <p:cNvSpPr>
            <a:spLocks/>
          </p:cNvSpPr>
          <p:nvPr/>
        </p:nvSpPr>
        <p:spPr bwMode="auto">
          <a:xfrm>
            <a:off x="7434264" y="5911850"/>
            <a:ext cx="357187" cy="128588"/>
          </a:xfrm>
          <a:custGeom>
            <a:avLst/>
            <a:gdLst>
              <a:gd name="T0" fmla="*/ 2147483646 w 225"/>
              <a:gd name="T1" fmla="*/ 2147483646 h 81"/>
              <a:gd name="T2" fmla="*/ 2147483646 w 225"/>
              <a:gd name="T3" fmla="*/ 0 h 81"/>
              <a:gd name="T4" fmla="*/ 0 w 225"/>
              <a:gd name="T5" fmla="*/ 2147483646 h 81"/>
              <a:gd name="T6" fmla="*/ 0 w 225"/>
              <a:gd name="T7" fmla="*/ 2147483646 h 81"/>
              <a:gd name="T8" fmla="*/ 0 w 225"/>
              <a:gd name="T9" fmla="*/ 2147483646 h 81"/>
              <a:gd name="T10" fmla="*/ 2147483646 w 225"/>
              <a:gd name="T11" fmla="*/ 2147483646 h 81"/>
              <a:gd name="T12" fmla="*/ 2147483646 w 225"/>
              <a:gd name="T13" fmla="*/ 2147483646 h 8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81"/>
              <a:gd name="T23" fmla="*/ 225 w 225"/>
              <a:gd name="T24" fmla="*/ 81 h 8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81">
                <a:moveTo>
                  <a:pt x="225" y="16"/>
                </a:moveTo>
                <a:lnTo>
                  <a:pt x="216" y="0"/>
                </a:lnTo>
                <a:lnTo>
                  <a:pt x="0" y="65"/>
                </a:lnTo>
                <a:lnTo>
                  <a:pt x="0" y="81"/>
                </a:lnTo>
                <a:lnTo>
                  <a:pt x="9" y="81"/>
                </a:lnTo>
                <a:lnTo>
                  <a:pt x="22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15" name="Freeform 20">
            <a:extLst>
              <a:ext uri="{FF2B5EF4-FFF2-40B4-BE49-F238E27FC236}">
                <a16:creationId xmlns:a16="http://schemas.microsoft.com/office/drawing/2014/main" id="{C911E6F7-9009-D8ED-4007-F42306D1AD07}"/>
              </a:ext>
            </a:extLst>
          </p:cNvPr>
          <p:cNvSpPr>
            <a:spLocks/>
          </p:cNvSpPr>
          <p:nvPr/>
        </p:nvSpPr>
        <p:spPr bwMode="auto">
          <a:xfrm>
            <a:off x="7062789" y="6015039"/>
            <a:ext cx="371475" cy="103187"/>
          </a:xfrm>
          <a:custGeom>
            <a:avLst/>
            <a:gdLst>
              <a:gd name="T0" fmla="*/ 2147483646 w 234"/>
              <a:gd name="T1" fmla="*/ 2147483646 h 65"/>
              <a:gd name="T2" fmla="*/ 2147483646 w 234"/>
              <a:gd name="T3" fmla="*/ 0 h 65"/>
              <a:gd name="T4" fmla="*/ 0 w 234"/>
              <a:gd name="T5" fmla="*/ 2147483646 h 65"/>
              <a:gd name="T6" fmla="*/ 0 w 234"/>
              <a:gd name="T7" fmla="*/ 2147483646 h 65"/>
              <a:gd name="T8" fmla="*/ 0 w 234"/>
              <a:gd name="T9" fmla="*/ 2147483646 h 65"/>
              <a:gd name="T10" fmla="*/ 0 w 234"/>
              <a:gd name="T11" fmla="*/ 2147483646 h 65"/>
              <a:gd name="T12" fmla="*/ 2147483646 w 234"/>
              <a:gd name="T13" fmla="*/ 2147483646 h 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34"/>
              <a:gd name="T22" fmla="*/ 0 h 65"/>
              <a:gd name="T23" fmla="*/ 234 w 234"/>
              <a:gd name="T24" fmla="*/ 65 h 6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34" h="65">
                <a:moveTo>
                  <a:pt x="234" y="16"/>
                </a:moveTo>
                <a:lnTo>
                  <a:pt x="234" y="0"/>
                </a:lnTo>
                <a:lnTo>
                  <a:pt x="0" y="49"/>
                </a:lnTo>
                <a:lnTo>
                  <a:pt x="0" y="65"/>
                </a:lnTo>
                <a:lnTo>
                  <a:pt x="234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16" name="Freeform 21">
            <a:extLst>
              <a:ext uri="{FF2B5EF4-FFF2-40B4-BE49-F238E27FC236}">
                <a16:creationId xmlns:a16="http://schemas.microsoft.com/office/drawing/2014/main" id="{924BE7F9-6CE0-0EFF-B16A-D196647D7F5C}"/>
              </a:ext>
            </a:extLst>
          </p:cNvPr>
          <p:cNvSpPr>
            <a:spLocks/>
          </p:cNvSpPr>
          <p:nvPr/>
        </p:nvSpPr>
        <p:spPr bwMode="auto">
          <a:xfrm>
            <a:off x="6276976" y="6092825"/>
            <a:ext cx="785813" cy="90488"/>
          </a:xfrm>
          <a:custGeom>
            <a:avLst/>
            <a:gdLst>
              <a:gd name="T0" fmla="*/ 2147483646 w 495"/>
              <a:gd name="T1" fmla="*/ 2147483646 h 57"/>
              <a:gd name="T2" fmla="*/ 2147483646 w 495"/>
              <a:gd name="T3" fmla="*/ 0 h 57"/>
              <a:gd name="T4" fmla="*/ 0 w 495"/>
              <a:gd name="T5" fmla="*/ 2147483646 h 57"/>
              <a:gd name="T6" fmla="*/ 0 w 495"/>
              <a:gd name="T7" fmla="*/ 2147483646 h 57"/>
              <a:gd name="T8" fmla="*/ 0 w 495"/>
              <a:gd name="T9" fmla="*/ 2147483646 h 57"/>
              <a:gd name="T10" fmla="*/ 0 w 495"/>
              <a:gd name="T11" fmla="*/ 2147483646 h 57"/>
              <a:gd name="T12" fmla="*/ 2147483646 w 495"/>
              <a:gd name="T13" fmla="*/ 2147483646 h 5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95"/>
              <a:gd name="T22" fmla="*/ 0 h 57"/>
              <a:gd name="T23" fmla="*/ 495 w 495"/>
              <a:gd name="T24" fmla="*/ 57 h 5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95" h="57">
                <a:moveTo>
                  <a:pt x="495" y="16"/>
                </a:moveTo>
                <a:lnTo>
                  <a:pt x="495" y="0"/>
                </a:lnTo>
                <a:lnTo>
                  <a:pt x="0" y="41"/>
                </a:lnTo>
                <a:lnTo>
                  <a:pt x="0" y="57"/>
                </a:lnTo>
                <a:lnTo>
                  <a:pt x="49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17" name="Freeform 22">
            <a:extLst>
              <a:ext uri="{FF2B5EF4-FFF2-40B4-BE49-F238E27FC236}">
                <a16:creationId xmlns:a16="http://schemas.microsoft.com/office/drawing/2014/main" id="{06315EE0-6A7B-60CC-D02B-63E9651D5409}"/>
              </a:ext>
            </a:extLst>
          </p:cNvPr>
          <p:cNvSpPr>
            <a:spLocks/>
          </p:cNvSpPr>
          <p:nvPr/>
        </p:nvSpPr>
        <p:spPr bwMode="auto">
          <a:xfrm>
            <a:off x="5491163" y="6145213"/>
            <a:ext cx="785812" cy="38100"/>
          </a:xfrm>
          <a:custGeom>
            <a:avLst/>
            <a:gdLst>
              <a:gd name="T0" fmla="*/ 2147483646 w 495"/>
              <a:gd name="T1" fmla="*/ 2147483646 h 24"/>
              <a:gd name="T2" fmla="*/ 2147483646 w 495"/>
              <a:gd name="T3" fmla="*/ 2147483646 h 24"/>
              <a:gd name="T4" fmla="*/ 0 w 495"/>
              <a:gd name="T5" fmla="*/ 0 h 24"/>
              <a:gd name="T6" fmla="*/ 0 w 495"/>
              <a:gd name="T7" fmla="*/ 0 h 24"/>
              <a:gd name="T8" fmla="*/ 0 w 495"/>
              <a:gd name="T9" fmla="*/ 2147483646 h 24"/>
              <a:gd name="T10" fmla="*/ 0 w 495"/>
              <a:gd name="T11" fmla="*/ 2147483646 h 24"/>
              <a:gd name="T12" fmla="*/ 2147483646 w 495"/>
              <a:gd name="T13" fmla="*/ 2147483646 h 2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95"/>
              <a:gd name="T22" fmla="*/ 0 h 24"/>
              <a:gd name="T23" fmla="*/ 495 w 495"/>
              <a:gd name="T24" fmla="*/ 24 h 2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95" h="24">
                <a:moveTo>
                  <a:pt x="495" y="24"/>
                </a:moveTo>
                <a:lnTo>
                  <a:pt x="495" y="8"/>
                </a:lnTo>
                <a:lnTo>
                  <a:pt x="0" y="0"/>
                </a:lnTo>
                <a:lnTo>
                  <a:pt x="0" y="16"/>
                </a:lnTo>
                <a:lnTo>
                  <a:pt x="495" y="2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18" name="Freeform 23">
            <a:extLst>
              <a:ext uri="{FF2B5EF4-FFF2-40B4-BE49-F238E27FC236}">
                <a16:creationId xmlns:a16="http://schemas.microsoft.com/office/drawing/2014/main" id="{5DE74A43-ECD1-DB06-BDE5-458DA6F31387}"/>
              </a:ext>
            </a:extLst>
          </p:cNvPr>
          <p:cNvSpPr>
            <a:spLocks/>
          </p:cNvSpPr>
          <p:nvPr/>
        </p:nvSpPr>
        <p:spPr bwMode="auto">
          <a:xfrm>
            <a:off x="4733925" y="6027739"/>
            <a:ext cx="757238" cy="142875"/>
          </a:xfrm>
          <a:custGeom>
            <a:avLst/>
            <a:gdLst>
              <a:gd name="T0" fmla="*/ 2147483646 w 477"/>
              <a:gd name="T1" fmla="*/ 2147483646 h 90"/>
              <a:gd name="T2" fmla="*/ 2147483646 w 477"/>
              <a:gd name="T3" fmla="*/ 2147483646 h 90"/>
              <a:gd name="T4" fmla="*/ 0 w 477"/>
              <a:gd name="T5" fmla="*/ 0 h 90"/>
              <a:gd name="T6" fmla="*/ 0 w 477"/>
              <a:gd name="T7" fmla="*/ 0 h 90"/>
              <a:gd name="T8" fmla="*/ 0 w 477"/>
              <a:gd name="T9" fmla="*/ 2147483646 h 90"/>
              <a:gd name="T10" fmla="*/ 0 w 477"/>
              <a:gd name="T11" fmla="*/ 2147483646 h 90"/>
              <a:gd name="T12" fmla="*/ 2147483646 w 477"/>
              <a:gd name="T13" fmla="*/ 2147483646 h 9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77"/>
              <a:gd name="T22" fmla="*/ 0 h 90"/>
              <a:gd name="T23" fmla="*/ 477 w 477"/>
              <a:gd name="T24" fmla="*/ 90 h 9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77" h="90">
                <a:moveTo>
                  <a:pt x="477" y="90"/>
                </a:moveTo>
                <a:lnTo>
                  <a:pt x="477" y="74"/>
                </a:lnTo>
                <a:lnTo>
                  <a:pt x="0" y="0"/>
                </a:lnTo>
                <a:lnTo>
                  <a:pt x="0" y="17"/>
                </a:lnTo>
                <a:lnTo>
                  <a:pt x="477" y="9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19" name="Freeform 24">
            <a:extLst>
              <a:ext uri="{FF2B5EF4-FFF2-40B4-BE49-F238E27FC236}">
                <a16:creationId xmlns:a16="http://schemas.microsoft.com/office/drawing/2014/main" id="{FCABD00F-46E6-704E-7633-44E2734BDF2A}"/>
              </a:ext>
            </a:extLst>
          </p:cNvPr>
          <p:cNvSpPr>
            <a:spLocks/>
          </p:cNvSpPr>
          <p:nvPr/>
        </p:nvSpPr>
        <p:spPr bwMode="auto">
          <a:xfrm>
            <a:off x="4376739" y="5949951"/>
            <a:ext cx="357187" cy="104775"/>
          </a:xfrm>
          <a:custGeom>
            <a:avLst/>
            <a:gdLst>
              <a:gd name="T0" fmla="*/ 2147483646 w 225"/>
              <a:gd name="T1" fmla="*/ 2147483646 h 66"/>
              <a:gd name="T2" fmla="*/ 2147483646 w 225"/>
              <a:gd name="T3" fmla="*/ 2147483646 h 66"/>
              <a:gd name="T4" fmla="*/ 0 w 225"/>
              <a:gd name="T5" fmla="*/ 0 h 66"/>
              <a:gd name="T6" fmla="*/ 2147483646 w 225"/>
              <a:gd name="T7" fmla="*/ 0 h 66"/>
              <a:gd name="T8" fmla="*/ 0 w 225"/>
              <a:gd name="T9" fmla="*/ 2147483646 h 66"/>
              <a:gd name="T10" fmla="*/ 0 w 225"/>
              <a:gd name="T11" fmla="*/ 2147483646 h 66"/>
              <a:gd name="T12" fmla="*/ 2147483646 w 225"/>
              <a:gd name="T13" fmla="*/ 2147483646 h 6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66"/>
              <a:gd name="T23" fmla="*/ 225 w 225"/>
              <a:gd name="T24" fmla="*/ 66 h 6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66">
                <a:moveTo>
                  <a:pt x="225" y="66"/>
                </a:moveTo>
                <a:lnTo>
                  <a:pt x="225" y="49"/>
                </a:lnTo>
                <a:lnTo>
                  <a:pt x="0" y="0"/>
                </a:lnTo>
                <a:lnTo>
                  <a:pt x="9" y="0"/>
                </a:lnTo>
                <a:lnTo>
                  <a:pt x="0" y="17"/>
                </a:lnTo>
                <a:lnTo>
                  <a:pt x="225" y="6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20" name="Freeform 25">
            <a:extLst>
              <a:ext uri="{FF2B5EF4-FFF2-40B4-BE49-F238E27FC236}">
                <a16:creationId xmlns:a16="http://schemas.microsoft.com/office/drawing/2014/main" id="{1A29D8FD-1275-CFE6-F513-9EE1810E177B}"/>
              </a:ext>
            </a:extLst>
          </p:cNvPr>
          <p:cNvSpPr>
            <a:spLocks/>
          </p:cNvSpPr>
          <p:nvPr/>
        </p:nvSpPr>
        <p:spPr bwMode="auto">
          <a:xfrm>
            <a:off x="4062413" y="5846764"/>
            <a:ext cx="328612" cy="130175"/>
          </a:xfrm>
          <a:custGeom>
            <a:avLst/>
            <a:gdLst>
              <a:gd name="T0" fmla="*/ 2147483646 w 207"/>
              <a:gd name="T1" fmla="*/ 2147483646 h 82"/>
              <a:gd name="T2" fmla="*/ 2147483646 w 207"/>
              <a:gd name="T3" fmla="*/ 2147483646 h 82"/>
              <a:gd name="T4" fmla="*/ 2147483646 w 207"/>
              <a:gd name="T5" fmla="*/ 0 h 82"/>
              <a:gd name="T6" fmla="*/ 2147483646 w 207"/>
              <a:gd name="T7" fmla="*/ 0 h 82"/>
              <a:gd name="T8" fmla="*/ 0 w 207"/>
              <a:gd name="T9" fmla="*/ 2147483646 h 82"/>
              <a:gd name="T10" fmla="*/ 0 w 207"/>
              <a:gd name="T11" fmla="*/ 2147483646 h 82"/>
              <a:gd name="T12" fmla="*/ 2147483646 w 207"/>
              <a:gd name="T13" fmla="*/ 2147483646 h 8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07"/>
              <a:gd name="T22" fmla="*/ 0 h 82"/>
              <a:gd name="T23" fmla="*/ 207 w 207"/>
              <a:gd name="T24" fmla="*/ 82 h 8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07" h="82">
                <a:moveTo>
                  <a:pt x="198" y="82"/>
                </a:moveTo>
                <a:lnTo>
                  <a:pt x="207" y="65"/>
                </a:lnTo>
                <a:lnTo>
                  <a:pt x="9" y="0"/>
                </a:lnTo>
                <a:lnTo>
                  <a:pt x="0" y="16"/>
                </a:lnTo>
                <a:lnTo>
                  <a:pt x="198" y="8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21" name="Freeform 26">
            <a:extLst>
              <a:ext uri="{FF2B5EF4-FFF2-40B4-BE49-F238E27FC236}">
                <a16:creationId xmlns:a16="http://schemas.microsoft.com/office/drawing/2014/main" id="{D1438F71-DB73-B3F8-8FC2-AF8AE6AE6583}"/>
              </a:ext>
            </a:extLst>
          </p:cNvPr>
          <p:cNvSpPr>
            <a:spLocks/>
          </p:cNvSpPr>
          <p:nvPr/>
        </p:nvSpPr>
        <p:spPr bwMode="auto">
          <a:xfrm>
            <a:off x="3776664" y="5729289"/>
            <a:ext cx="300037" cy="142875"/>
          </a:xfrm>
          <a:custGeom>
            <a:avLst/>
            <a:gdLst>
              <a:gd name="T0" fmla="*/ 2147483646 w 189"/>
              <a:gd name="T1" fmla="*/ 2147483646 h 90"/>
              <a:gd name="T2" fmla="*/ 2147483646 w 189"/>
              <a:gd name="T3" fmla="*/ 2147483646 h 90"/>
              <a:gd name="T4" fmla="*/ 2147483646 w 189"/>
              <a:gd name="T5" fmla="*/ 0 h 90"/>
              <a:gd name="T6" fmla="*/ 2147483646 w 189"/>
              <a:gd name="T7" fmla="*/ 0 h 90"/>
              <a:gd name="T8" fmla="*/ 0 w 189"/>
              <a:gd name="T9" fmla="*/ 2147483646 h 90"/>
              <a:gd name="T10" fmla="*/ 0 w 189"/>
              <a:gd name="T11" fmla="*/ 2147483646 h 90"/>
              <a:gd name="T12" fmla="*/ 2147483646 w 189"/>
              <a:gd name="T13" fmla="*/ 2147483646 h 9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90"/>
              <a:gd name="T23" fmla="*/ 189 w 189"/>
              <a:gd name="T24" fmla="*/ 90 h 9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90">
                <a:moveTo>
                  <a:pt x="180" y="90"/>
                </a:moveTo>
                <a:lnTo>
                  <a:pt x="189" y="74"/>
                </a:lnTo>
                <a:lnTo>
                  <a:pt x="9" y="0"/>
                </a:lnTo>
                <a:lnTo>
                  <a:pt x="0" y="17"/>
                </a:lnTo>
                <a:lnTo>
                  <a:pt x="180" y="9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22" name="Freeform 27">
            <a:extLst>
              <a:ext uri="{FF2B5EF4-FFF2-40B4-BE49-F238E27FC236}">
                <a16:creationId xmlns:a16="http://schemas.microsoft.com/office/drawing/2014/main" id="{00F5C8FC-80C3-3E5D-7E9D-69F2FC9EAC58}"/>
              </a:ext>
            </a:extLst>
          </p:cNvPr>
          <p:cNvSpPr>
            <a:spLocks/>
          </p:cNvSpPr>
          <p:nvPr/>
        </p:nvSpPr>
        <p:spPr bwMode="auto">
          <a:xfrm>
            <a:off x="3519488" y="5600701"/>
            <a:ext cx="271462" cy="155575"/>
          </a:xfrm>
          <a:custGeom>
            <a:avLst/>
            <a:gdLst>
              <a:gd name="T0" fmla="*/ 2147483646 w 171"/>
              <a:gd name="T1" fmla="*/ 2147483646 h 98"/>
              <a:gd name="T2" fmla="*/ 2147483646 w 171"/>
              <a:gd name="T3" fmla="*/ 2147483646 h 98"/>
              <a:gd name="T4" fmla="*/ 2147483646 w 171"/>
              <a:gd name="T5" fmla="*/ 0 h 98"/>
              <a:gd name="T6" fmla="*/ 2147483646 w 171"/>
              <a:gd name="T7" fmla="*/ 0 h 98"/>
              <a:gd name="T8" fmla="*/ 0 w 171"/>
              <a:gd name="T9" fmla="*/ 2147483646 h 98"/>
              <a:gd name="T10" fmla="*/ 0 w 171"/>
              <a:gd name="T11" fmla="*/ 2147483646 h 98"/>
              <a:gd name="T12" fmla="*/ 2147483646 w 171"/>
              <a:gd name="T13" fmla="*/ 2147483646 h 9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71"/>
              <a:gd name="T22" fmla="*/ 0 h 98"/>
              <a:gd name="T23" fmla="*/ 171 w 171"/>
              <a:gd name="T24" fmla="*/ 98 h 9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71" h="98">
                <a:moveTo>
                  <a:pt x="162" y="98"/>
                </a:moveTo>
                <a:lnTo>
                  <a:pt x="171" y="81"/>
                </a:lnTo>
                <a:lnTo>
                  <a:pt x="9" y="0"/>
                </a:lnTo>
                <a:lnTo>
                  <a:pt x="0" y="16"/>
                </a:lnTo>
                <a:lnTo>
                  <a:pt x="162" y="9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23" name="Freeform 28">
            <a:extLst>
              <a:ext uri="{FF2B5EF4-FFF2-40B4-BE49-F238E27FC236}">
                <a16:creationId xmlns:a16="http://schemas.microsoft.com/office/drawing/2014/main" id="{AF381523-C570-E483-7575-30B949481A3B}"/>
              </a:ext>
            </a:extLst>
          </p:cNvPr>
          <p:cNvSpPr>
            <a:spLocks/>
          </p:cNvSpPr>
          <p:nvPr/>
        </p:nvSpPr>
        <p:spPr bwMode="auto">
          <a:xfrm>
            <a:off x="3319463" y="5445126"/>
            <a:ext cx="214312" cy="180975"/>
          </a:xfrm>
          <a:custGeom>
            <a:avLst/>
            <a:gdLst>
              <a:gd name="T0" fmla="*/ 2147483646 w 135"/>
              <a:gd name="T1" fmla="*/ 2147483646 h 114"/>
              <a:gd name="T2" fmla="*/ 2147483646 w 135"/>
              <a:gd name="T3" fmla="*/ 2147483646 h 114"/>
              <a:gd name="T4" fmla="*/ 2147483646 w 135"/>
              <a:gd name="T5" fmla="*/ 0 h 114"/>
              <a:gd name="T6" fmla="*/ 2147483646 w 135"/>
              <a:gd name="T7" fmla="*/ 2147483646 h 114"/>
              <a:gd name="T8" fmla="*/ 0 w 135"/>
              <a:gd name="T9" fmla="*/ 2147483646 h 114"/>
              <a:gd name="T10" fmla="*/ 2147483646 w 135"/>
              <a:gd name="T11" fmla="*/ 2147483646 h 114"/>
              <a:gd name="T12" fmla="*/ 2147483646 w 135"/>
              <a:gd name="T13" fmla="*/ 2147483646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35"/>
              <a:gd name="T22" fmla="*/ 0 h 114"/>
              <a:gd name="T23" fmla="*/ 135 w 135"/>
              <a:gd name="T24" fmla="*/ 114 h 11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35" h="114">
                <a:moveTo>
                  <a:pt x="126" y="114"/>
                </a:moveTo>
                <a:lnTo>
                  <a:pt x="135" y="98"/>
                </a:lnTo>
                <a:lnTo>
                  <a:pt x="18" y="0"/>
                </a:lnTo>
                <a:lnTo>
                  <a:pt x="18" y="8"/>
                </a:lnTo>
                <a:lnTo>
                  <a:pt x="0" y="16"/>
                </a:lnTo>
                <a:lnTo>
                  <a:pt x="9" y="16"/>
                </a:lnTo>
                <a:lnTo>
                  <a:pt x="126" y="1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24" name="Freeform 29">
            <a:extLst>
              <a:ext uri="{FF2B5EF4-FFF2-40B4-BE49-F238E27FC236}">
                <a16:creationId xmlns:a16="http://schemas.microsoft.com/office/drawing/2014/main" id="{4EB66D1D-971B-37FD-FC01-8A77E5B4A3E7}"/>
              </a:ext>
            </a:extLst>
          </p:cNvPr>
          <p:cNvSpPr>
            <a:spLocks/>
          </p:cNvSpPr>
          <p:nvPr/>
        </p:nvSpPr>
        <p:spPr bwMode="auto">
          <a:xfrm>
            <a:off x="3162300" y="5302251"/>
            <a:ext cx="185738" cy="168275"/>
          </a:xfrm>
          <a:custGeom>
            <a:avLst/>
            <a:gdLst>
              <a:gd name="T0" fmla="*/ 2147483646 w 117"/>
              <a:gd name="T1" fmla="*/ 2147483646 h 106"/>
              <a:gd name="T2" fmla="*/ 2147483646 w 117"/>
              <a:gd name="T3" fmla="*/ 2147483646 h 106"/>
              <a:gd name="T4" fmla="*/ 2147483646 w 117"/>
              <a:gd name="T5" fmla="*/ 0 h 106"/>
              <a:gd name="T6" fmla="*/ 0 w 117"/>
              <a:gd name="T7" fmla="*/ 2147483646 h 106"/>
              <a:gd name="T8" fmla="*/ 2147483646 w 117"/>
              <a:gd name="T9" fmla="*/ 2147483646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"/>
              <a:gd name="T16" fmla="*/ 0 h 106"/>
              <a:gd name="T17" fmla="*/ 117 w 117"/>
              <a:gd name="T18" fmla="*/ 106 h 1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" h="106">
                <a:moveTo>
                  <a:pt x="99" y="106"/>
                </a:moveTo>
                <a:lnTo>
                  <a:pt x="117" y="98"/>
                </a:lnTo>
                <a:lnTo>
                  <a:pt x="18" y="0"/>
                </a:lnTo>
                <a:lnTo>
                  <a:pt x="0" y="8"/>
                </a:lnTo>
                <a:lnTo>
                  <a:pt x="99" y="10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25" name="Freeform 30">
            <a:extLst>
              <a:ext uri="{FF2B5EF4-FFF2-40B4-BE49-F238E27FC236}">
                <a16:creationId xmlns:a16="http://schemas.microsoft.com/office/drawing/2014/main" id="{84615E4B-A684-E595-6607-98189810DDCA}"/>
              </a:ext>
            </a:extLst>
          </p:cNvPr>
          <p:cNvSpPr>
            <a:spLocks/>
          </p:cNvSpPr>
          <p:nvPr/>
        </p:nvSpPr>
        <p:spPr bwMode="auto">
          <a:xfrm>
            <a:off x="8834439" y="5302250"/>
            <a:ext cx="28575" cy="25400"/>
          </a:xfrm>
          <a:custGeom>
            <a:avLst/>
            <a:gdLst>
              <a:gd name="T0" fmla="*/ 0 w 18"/>
              <a:gd name="T1" fmla="*/ 2147483646 h 16"/>
              <a:gd name="T2" fmla="*/ 2147483646 w 18"/>
              <a:gd name="T3" fmla="*/ 2147483646 h 16"/>
              <a:gd name="T4" fmla="*/ 2147483646 w 18"/>
              <a:gd name="T5" fmla="*/ 2147483646 h 16"/>
              <a:gd name="T6" fmla="*/ 2147483646 w 18"/>
              <a:gd name="T7" fmla="*/ 2147483646 h 16"/>
              <a:gd name="T8" fmla="*/ 2147483646 w 18"/>
              <a:gd name="T9" fmla="*/ 0 h 16"/>
              <a:gd name="T10" fmla="*/ 2147483646 w 18"/>
              <a:gd name="T11" fmla="*/ 0 h 16"/>
              <a:gd name="T12" fmla="*/ 0 w 18"/>
              <a:gd name="T13" fmla="*/ 0 h 16"/>
              <a:gd name="T14" fmla="*/ 0 w 18"/>
              <a:gd name="T15" fmla="*/ 2147483646 h 16"/>
              <a:gd name="T16" fmla="*/ 0 w 18"/>
              <a:gd name="T17" fmla="*/ 2147483646 h 16"/>
              <a:gd name="T18" fmla="*/ 0 w 18"/>
              <a:gd name="T19" fmla="*/ 2147483646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0" y="16"/>
                </a:moveTo>
                <a:lnTo>
                  <a:pt x="9" y="16"/>
                </a:lnTo>
                <a:lnTo>
                  <a:pt x="18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lnTo>
                  <a:pt x="0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26" name="Freeform 31">
            <a:extLst>
              <a:ext uri="{FF2B5EF4-FFF2-40B4-BE49-F238E27FC236}">
                <a16:creationId xmlns:a16="http://schemas.microsoft.com/office/drawing/2014/main" id="{0B27382B-A5C7-42EF-9B3E-27ADC63F225C}"/>
              </a:ext>
            </a:extLst>
          </p:cNvPr>
          <p:cNvSpPr>
            <a:spLocks/>
          </p:cNvSpPr>
          <p:nvPr/>
        </p:nvSpPr>
        <p:spPr bwMode="auto">
          <a:xfrm>
            <a:off x="8691564" y="5289551"/>
            <a:ext cx="200025" cy="168275"/>
          </a:xfrm>
          <a:custGeom>
            <a:avLst/>
            <a:gdLst>
              <a:gd name="T0" fmla="*/ 2147483646 w 126"/>
              <a:gd name="T1" fmla="*/ 2147483646 h 106"/>
              <a:gd name="T2" fmla="*/ 2147483646 w 126"/>
              <a:gd name="T3" fmla="*/ 2147483646 h 106"/>
              <a:gd name="T4" fmla="*/ 0 w 126"/>
              <a:gd name="T5" fmla="*/ 2147483646 h 106"/>
              <a:gd name="T6" fmla="*/ 2147483646 w 126"/>
              <a:gd name="T7" fmla="*/ 0 h 106"/>
              <a:gd name="T8" fmla="*/ 2147483646 w 126"/>
              <a:gd name="T9" fmla="*/ 2147483646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6"/>
              <a:gd name="T16" fmla="*/ 0 h 106"/>
              <a:gd name="T17" fmla="*/ 126 w 126"/>
              <a:gd name="T18" fmla="*/ 106 h 1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6" h="106">
                <a:moveTo>
                  <a:pt x="90" y="24"/>
                </a:moveTo>
                <a:lnTo>
                  <a:pt x="126" y="41"/>
                </a:lnTo>
                <a:lnTo>
                  <a:pt x="0" y="106"/>
                </a:lnTo>
                <a:lnTo>
                  <a:pt x="63" y="0"/>
                </a:lnTo>
                <a:lnTo>
                  <a:pt x="90" y="24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27" name="Freeform 32">
            <a:extLst>
              <a:ext uri="{FF2B5EF4-FFF2-40B4-BE49-F238E27FC236}">
                <a16:creationId xmlns:a16="http://schemas.microsoft.com/office/drawing/2014/main" id="{AB0ABD75-18C9-2F4D-2DF8-CA86E2FFB26E}"/>
              </a:ext>
            </a:extLst>
          </p:cNvPr>
          <p:cNvSpPr>
            <a:spLocks/>
          </p:cNvSpPr>
          <p:nvPr/>
        </p:nvSpPr>
        <p:spPr bwMode="auto">
          <a:xfrm>
            <a:off x="8691564" y="5289551"/>
            <a:ext cx="200025" cy="168275"/>
          </a:xfrm>
          <a:custGeom>
            <a:avLst/>
            <a:gdLst>
              <a:gd name="T0" fmla="*/ 2147483646 w 126"/>
              <a:gd name="T1" fmla="*/ 2147483646 h 106"/>
              <a:gd name="T2" fmla="*/ 2147483646 w 126"/>
              <a:gd name="T3" fmla="*/ 2147483646 h 106"/>
              <a:gd name="T4" fmla="*/ 0 w 126"/>
              <a:gd name="T5" fmla="*/ 2147483646 h 106"/>
              <a:gd name="T6" fmla="*/ 2147483646 w 126"/>
              <a:gd name="T7" fmla="*/ 0 h 106"/>
              <a:gd name="T8" fmla="*/ 2147483646 w 126"/>
              <a:gd name="T9" fmla="*/ 2147483646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6"/>
              <a:gd name="T16" fmla="*/ 0 h 106"/>
              <a:gd name="T17" fmla="*/ 126 w 126"/>
              <a:gd name="T18" fmla="*/ 106 h 1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6" h="106">
                <a:moveTo>
                  <a:pt x="90" y="24"/>
                </a:moveTo>
                <a:lnTo>
                  <a:pt x="126" y="41"/>
                </a:lnTo>
                <a:lnTo>
                  <a:pt x="0" y="106"/>
                </a:lnTo>
                <a:lnTo>
                  <a:pt x="63" y="0"/>
                </a:lnTo>
                <a:lnTo>
                  <a:pt x="90" y="2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28" name="Freeform 33">
            <a:extLst>
              <a:ext uri="{FF2B5EF4-FFF2-40B4-BE49-F238E27FC236}">
                <a16:creationId xmlns:a16="http://schemas.microsoft.com/office/drawing/2014/main" id="{956D12DD-CA7D-9747-75BE-33549EAEDEAA}"/>
              </a:ext>
            </a:extLst>
          </p:cNvPr>
          <p:cNvSpPr>
            <a:spLocks/>
          </p:cNvSpPr>
          <p:nvPr/>
        </p:nvSpPr>
        <p:spPr bwMode="auto">
          <a:xfrm>
            <a:off x="9120188" y="1697038"/>
            <a:ext cx="228600" cy="246062"/>
          </a:xfrm>
          <a:custGeom>
            <a:avLst/>
            <a:gdLst>
              <a:gd name="T0" fmla="*/ 2147483646 w 144"/>
              <a:gd name="T1" fmla="*/ 0 h 155"/>
              <a:gd name="T2" fmla="*/ 0 w 144"/>
              <a:gd name="T3" fmla="*/ 2147483646 h 155"/>
              <a:gd name="T4" fmla="*/ 2147483646 w 144"/>
              <a:gd name="T5" fmla="*/ 2147483646 h 155"/>
              <a:gd name="T6" fmla="*/ 2147483646 w 144"/>
              <a:gd name="T7" fmla="*/ 2147483646 h 155"/>
              <a:gd name="T8" fmla="*/ 2147483646 w 144"/>
              <a:gd name="T9" fmla="*/ 2147483646 h 155"/>
              <a:gd name="T10" fmla="*/ 2147483646 w 144"/>
              <a:gd name="T11" fmla="*/ 2147483646 h 155"/>
              <a:gd name="T12" fmla="*/ 2147483646 w 144"/>
              <a:gd name="T13" fmla="*/ 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44"/>
              <a:gd name="T22" fmla="*/ 0 h 155"/>
              <a:gd name="T23" fmla="*/ 144 w 144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44" h="155">
                <a:moveTo>
                  <a:pt x="18" y="0"/>
                </a:moveTo>
                <a:lnTo>
                  <a:pt x="0" y="8"/>
                </a:lnTo>
                <a:lnTo>
                  <a:pt x="126" y="155"/>
                </a:lnTo>
                <a:lnTo>
                  <a:pt x="144" y="147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29" name="Freeform 34">
            <a:extLst>
              <a:ext uri="{FF2B5EF4-FFF2-40B4-BE49-F238E27FC236}">
                <a16:creationId xmlns:a16="http://schemas.microsoft.com/office/drawing/2014/main" id="{215D3B82-DDA1-13D1-DBBD-06F8DB422252}"/>
              </a:ext>
            </a:extLst>
          </p:cNvPr>
          <p:cNvSpPr>
            <a:spLocks/>
          </p:cNvSpPr>
          <p:nvPr/>
        </p:nvSpPr>
        <p:spPr bwMode="auto">
          <a:xfrm>
            <a:off x="9320214" y="1930400"/>
            <a:ext cx="185737" cy="260350"/>
          </a:xfrm>
          <a:custGeom>
            <a:avLst/>
            <a:gdLst>
              <a:gd name="T0" fmla="*/ 2147483646 w 117"/>
              <a:gd name="T1" fmla="*/ 0 h 164"/>
              <a:gd name="T2" fmla="*/ 0 w 117"/>
              <a:gd name="T3" fmla="*/ 2147483646 h 164"/>
              <a:gd name="T4" fmla="*/ 2147483646 w 117"/>
              <a:gd name="T5" fmla="*/ 2147483646 h 164"/>
              <a:gd name="T6" fmla="*/ 2147483646 w 117"/>
              <a:gd name="T7" fmla="*/ 2147483646 h 164"/>
              <a:gd name="T8" fmla="*/ 2147483646 w 117"/>
              <a:gd name="T9" fmla="*/ 2147483646 h 164"/>
              <a:gd name="T10" fmla="*/ 2147483646 w 117"/>
              <a:gd name="T11" fmla="*/ 2147483646 h 164"/>
              <a:gd name="T12" fmla="*/ 2147483646 w 117"/>
              <a:gd name="T13" fmla="*/ 0 h 16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17"/>
              <a:gd name="T22" fmla="*/ 0 h 164"/>
              <a:gd name="T23" fmla="*/ 117 w 117"/>
              <a:gd name="T24" fmla="*/ 164 h 16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17" h="164">
                <a:moveTo>
                  <a:pt x="18" y="0"/>
                </a:moveTo>
                <a:lnTo>
                  <a:pt x="0" y="8"/>
                </a:lnTo>
                <a:lnTo>
                  <a:pt x="99" y="164"/>
                </a:lnTo>
                <a:lnTo>
                  <a:pt x="117" y="155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30" name="Freeform 35">
            <a:extLst>
              <a:ext uri="{FF2B5EF4-FFF2-40B4-BE49-F238E27FC236}">
                <a16:creationId xmlns:a16="http://schemas.microsoft.com/office/drawing/2014/main" id="{71F7860F-5F4D-611F-ADEB-93F60E50FBA2}"/>
              </a:ext>
            </a:extLst>
          </p:cNvPr>
          <p:cNvSpPr>
            <a:spLocks/>
          </p:cNvSpPr>
          <p:nvPr/>
        </p:nvSpPr>
        <p:spPr bwMode="auto">
          <a:xfrm>
            <a:off x="9477376" y="2176463"/>
            <a:ext cx="142875" cy="247650"/>
          </a:xfrm>
          <a:custGeom>
            <a:avLst/>
            <a:gdLst>
              <a:gd name="T0" fmla="*/ 2147483646 w 90"/>
              <a:gd name="T1" fmla="*/ 0 h 156"/>
              <a:gd name="T2" fmla="*/ 0 w 90"/>
              <a:gd name="T3" fmla="*/ 2147483646 h 156"/>
              <a:gd name="T4" fmla="*/ 2147483646 w 90"/>
              <a:gd name="T5" fmla="*/ 2147483646 h 156"/>
              <a:gd name="T6" fmla="*/ 2147483646 w 90"/>
              <a:gd name="T7" fmla="*/ 2147483646 h 156"/>
              <a:gd name="T8" fmla="*/ 2147483646 w 90"/>
              <a:gd name="T9" fmla="*/ 2147483646 h 156"/>
              <a:gd name="T10" fmla="*/ 2147483646 w 90"/>
              <a:gd name="T11" fmla="*/ 2147483646 h 156"/>
              <a:gd name="T12" fmla="*/ 2147483646 w 90"/>
              <a:gd name="T13" fmla="*/ 0 h 15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90"/>
              <a:gd name="T22" fmla="*/ 0 h 156"/>
              <a:gd name="T23" fmla="*/ 90 w 90"/>
              <a:gd name="T24" fmla="*/ 156 h 15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90" h="156">
                <a:moveTo>
                  <a:pt x="18" y="0"/>
                </a:moveTo>
                <a:lnTo>
                  <a:pt x="0" y="9"/>
                </a:lnTo>
                <a:lnTo>
                  <a:pt x="72" y="156"/>
                </a:lnTo>
                <a:lnTo>
                  <a:pt x="90" y="147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31" name="Freeform 36">
            <a:extLst>
              <a:ext uri="{FF2B5EF4-FFF2-40B4-BE49-F238E27FC236}">
                <a16:creationId xmlns:a16="http://schemas.microsoft.com/office/drawing/2014/main" id="{B144071A-784C-BD4E-2930-BE318EBCF7E2}"/>
              </a:ext>
            </a:extLst>
          </p:cNvPr>
          <p:cNvSpPr>
            <a:spLocks/>
          </p:cNvSpPr>
          <p:nvPr/>
        </p:nvSpPr>
        <p:spPr bwMode="auto">
          <a:xfrm>
            <a:off x="9591675" y="2409825"/>
            <a:ext cx="114300" cy="260350"/>
          </a:xfrm>
          <a:custGeom>
            <a:avLst/>
            <a:gdLst>
              <a:gd name="T0" fmla="*/ 2147483646 w 72"/>
              <a:gd name="T1" fmla="*/ 0 h 164"/>
              <a:gd name="T2" fmla="*/ 0 w 72"/>
              <a:gd name="T3" fmla="*/ 2147483646 h 164"/>
              <a:gd name="T4" fmla="*/ 2147483646 w 72"/>
              <a:gd name="T5" fmla="*/ 2147483646 h 164"/>
              <a:gd name="T6" fmla="*/ 2147483646 w 72"/>
              <a:gd name="T7" fmla="*/ 2147483646 h 164"/>
              <a:gd name="T8" fmla="*/ 2147483646 w 72"/>
              <a:gd name="T9" fmla="*/ 2147483646 h 164"/>
              <a:gd name="T10" fmla="*/ 2147483646 w 72"/>
              <a:gd name="T11" fmla="*/ 2147483646 h 164"/>
              <a:gd name="T12" fmla="*/ 2147483646 w 72"/>
              <a:gd name="T13" fmla="*/ 0 h 16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2"/>
              <a:gd name="T22" fmla="*/ 0 h 164"/>
              <a:gd name="T23" fmla="*/ 72 w 72"/>
              <a:gd name="T24" fmla="*/ 164 h 16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2" h="164">
                <a:moveTo>
                  <a:pt x="18" y="0"/>
                </a:moveTo>
                <a:lnTo>
                  <a:pt x="0" y="9"/>
                </a:lnTo>
                <a:lnTo>
                  <a:pt x="54" y="164"/>
                </a:lnTo>
                <a:lnTo>
                  <a:pt x="54" y="156"/>
                </a:lnTo>
                <a:lnTo>
                  <a:pt x="72" y="156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32" name="Freeform 37">
            <a:extLst>
              <a:ext uri="{FF2B5EF4-FFF2-40B4-BE49-F238E27FC236}">
                <a16:creationId xmlns:a16="http://schemas.microsoft.com/office/drawing/2014/main" id="{FAE46134-3032-23FA-0D65-FC720C3032CA}"/>
              </a:ext>
            </a:extLst>
          </p:cNvPr>
          <p:cNvSpPr>
            <a:spLocks/>
          </p:cNvSpPr>
          <p:nvPr/>
        </p:nvSpPr>
        <p:spPr bwMode="auto">
          <a:xfrm>
            <a:off x="9677401" y="2657476"/>
            <a:ext cx="85725" cy="233363"/>
          </a:xfrm>
          <a:custGeom>
            <a:avLst/>
            <a:gdLst>
              <a:gd name="T0" fmla="*/ 2147483646 w 54"/>
              <a:gd name="T1" fmla="*/ 0 h 147"/>
              <a:gd name="T2" fmla="*/ 0 w 54"/>
              <a:gd name="T3" fmla="*/ 0 h 147"/>
              <a:gd name="T4" fmla="*/ 2147483646 w 54"/>
              <a:gd name="T5" fmla="*/ 2147483646 h 147"/>
              <a:gd name="T6" fmla="*/ 2147483646 w 54"/>
              <a:gd name="T7" fmla="*/ 2147483646 h 147"/>
              <a:gd name="T8" fmla="*/ 2147483646 w 54"/>
              <a:gd name="T9" fmla="*/ 2147483646 h 147"/>
              <a:gd name="T10" fmla="*/ 2147483646 w 54"/>
              <a:gd name="T11" fmla="*/ 2147483646 h 147"/>
              <a:gd name="T12" fmla="*/ 2147483646 w 54"/>
              <a:gd name="T13" fmla="*/ 0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54"/>
              <a:gd name="T22" fmla="*/ 0 h 147"/>
              <a:gd name="T23" fmla="*/ 54 w 54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54" h="147">
                <a:moveTo>
                  <a:pt x="18" y="0"/>
                </a:moveTo>
                <a:lnTo>
                  <a:pt x="0" y="0"/>
                </a:lnTo>
                <a:lnTo>
                  <a:pt x="36" y="147"/>
                </a:lnTo>
                <a:lnTo>
                  <a:pt x="54" y="147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33" name="Freeform 38">
            <a:extLst>
              <a:ext uri="{FF2B5EF4-FFF2-40B4-BE49-F238E27FC236}">
                <a16:creationId xmlns:a16="http://schemas.microsoft.com/office/drawing/2014/main" id="{AEC0EC0E-24DC-1A37-2ED6-7AD3C7328538}"/>
              </a:ext>
            </a:extLst>
          </p:cNvPr>
          <p:cNvSpPr>
            <a:spLocks/>
          </p:cNvSpPr>
          <p:nvPr/>
        </p:nvSpPr>
        <p:spPr bwMode="auto">
          <a:xfrm>
            <a:off x="9734550" y="2890838"/>
            <a:ext cx="57150" cy="246062"/>
          </a:xfrm>
          <a:custGeom>
            <a:avLst/>
            <a:gdLst>
              <a:gd name="T0" fmla="*/ 2147483646 w 36"/>
              <a:gd name="T1" fmla="*/ 0 h 155"/>
              <a:gd name="T2" fmla="*/ 0 w 36"/>
              <a:gd name="T3" fmla="*/ 0 h 155"/>
              <a:gd name="T4" fmla="*/ 2147483646 w 36"/>
              <a:gd name="T5" fmla="*/ 2147483646 h 155"/>
              <a:gd name="T6" fmla="*/ 2147483646 w 36"/>
              <a:gd name="T7" fmla="*/ 2147483646 h 155"/>
              <a:gd name="T8" fmla="*/ 2147483646 w 36"/>
              <a:gd name="T9" fmla="*/ 2147483646 h 155"/>
              <a:gd name="T10" fmla="*/ 2147483646 w 36"/>
              <a:gd name="T11" fmla="*/ 2147483646 h 155"/>
              <a:gd name="T12" fmla="*/ 2147483646 w 36"/>
              <a:gd name="T13" fmla="*/ 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6"/>
              <a:gd name="T22" fmla="*/ 0 h 155"/>
              <a:gd name="T23" fmla="*/ 36 w 36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6" h="155">
                <a:moveTo>
                  <a:pt x="18" y="0"/>
                </a:moveTo>
                <a:lnTo>
                  <a:pt x="0" y="0"/>
                </a:lnTo>
                <a:lnTo>
                  <a:pt x="18" y="155"/>
                </a:lnTo>
                <a:lnTo>
                  <a:pt x="36" y="155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34" name="Freeform 39">
            <a:extLst>
              <a:ext uri="{FF2B5EF4-FFF2-40B4-BE49-F238E27FC236}">
                <a16:creationId xmlns:a16="http://schemas.microsoft.com/office/drawing/2014/main" id="{9EE90D16-6F0F-CB12-6CF8-47D78E303FC3}"/>
              </a:ext>
            </a:extLst>
          </p:cNvPr>
          <p:cNvSpPr>
            <a:spLocks/>
          </p:cNvSpPr>
          <p:nvPr/>
        </p:nvSpPr>
        <p:spPr bwMode="auto">
          <a:xfrm>
            <a:off x="9720264" y="3136901"/>
            <a:ext cx="71437" cy="479425"/>
          </a:xfrm>
          <a:custGeom>
            <a:avLst/>
            <a:gdLst>
              <a:gd name="T0" fmla="*/ 2147483646 w 45"/>
              <a:gd name="T1" fmla="*/ 0 h 302"/>
              <a:gd name="T2" fmla="*/ 2147483646 w 45"/>
              <a:gd name="T3" fmla="*/ 0 h 302"/>
              <a:gd name="T4" fmla="*/ 0 w 45"/>
              <a:gd name="T5" fmla="*/ 2147483646 h 302"/>
              <a:gd name="T6" fmla="*/ 0 w 45"/>
              <a:gd name="T7" fmla="*/ 2147483646 h 302"/>
              <a:gd name="T8" fmla="*/ 2147483646 w 45"/>
              <a:gd name="T9" fmla="*/ 2147483646 h 302"/>
              <a:gd name="T10" fmla="*/ 2147483646 w 45"/>
              <a:gd name="T11" fmla="*/ 2147483646 h 302"/>
              <a:gd name="T12" fmla="*/ 2147483646 w 45"/>
              <a:gd name="T13" fmla="*/ 0 h 30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5"/>
              <a:gd name="T22" fmla="*/ 0 h 302"/>
              <a:gd name="T23" fmla="*/ 45 w 45"/>
              <a:gd name="T24" fmla="*/ 302 h 30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5" h="302">
                <a:moveTo>
                  <a:pt x="45" y="0"/>
                </a:moveTo>
                <a:lnTo>
                  <a:pt x="27" y="0"/>
                </a:lnTo>
                <a:lnTo>
                  <a:pt x="0" y="294"/>
                </a:lnTo>
                <a:lnTo>
                  <a:pt x="18" y="302"/>
                </a:lnTo>
                <a:lnTo>
                  <a:pt x="18" y="294"/>
                </a:lnTo>
                <a:lnTo>
                  <a:pt x="4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35" name="Freeform 40">
            <a:extLst>
              <a:ext uri="{FF2B5EF4-FFF2-40B4-BE49-F238E27FC236}">
                <a16:creationId xmlns:a16="http://schemas.microsoft.com/office/drawing/2014/main" id="{DBCA7515-99B9-F325-4C09-9CA988AE9410}"/>
              </a:ext>
            </a:extLst>
          </p:cNvPr>
          <p:cNvSpPr>
            <a:spLocks/>
          </p:cNvSpPr>
          <p:nvPr/>
        </p:nvSpPr>
        <p:spPr bwMode="auto">
          <a:xfrm>
            <a:off x="9605964" y="3603625"/>
            <a:ext cx="142875" cy="427038"/>
          </a:xfrm>
          <a:custGeom>
            <a:avLst/>
            <a:gdLst>
              <a:gd name="T0" fmla="*/ 2147483646 w 90"/>
              <a:gd name="T1" fmla="*/ 2147483646 h 269"/>
              <a:gd name="T2" fmla="*/ 2147483646 w 90"/>
              <a:gd name="T3" fmla="*/ 0 h 269"/>
              <a:gd name="T4" fmla="*/ 0 w 90"/>
              <a:gd name="T5" fmla="*/ 2147483646 h 269"/>
              <a:gd name="T6" fmla="*/ 0 w 90"/>
              <a:gd name="T7" fmla="*/ 2147483646 h 269"/>
              <a:gd name="T8" fmla="*/ 2147483646 w 90"/>
              <a:gd name="T9" fmla="*/ 2147483646 h 269"/>
              <a:gd name="T10" fmla="*/ 2147483646 w 90"/>
              <a:gd name="T11" fmla="*/ 2147483646 h 269"/>
              <a:gd name="T12" fmla="*/ 2147483646 w 90"/>
              <a:gd name="T13" fmla="*/ 2147483646 h 26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90"/>
              <a:gd name="T22" fmla="*/ 0 h 269"/>
              <a:gd name="T23" fmla="*/ 90 w 90"/>
              <a:gd name="T24" fmla="*/ 269 h 26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90" h="269">
                <a:moveTo>
                  <a:pt x="90" y="8"/>
                </a:moveTo>
                <a:lnTo>
                  <a:pt x="72" y="0"/>
                </a:lnTo>
                <a:lnTo>
                  <a:pt x="0" y="261"/>
                </a:lnTo>
                <a:lnTo>
                  <a:pt x="18" y="269"/>
                </a:lnTo>
                <a:lnTo>
                  <a:pt x="9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36" name="Freeform 41">
            <a:extLst>
              <a:ext uri="{FF2B5EF4-FFF2-40B4-BE49-F238E27FC236}">
                <a16:creationId xmlns:a16="http://schemas.microsoft.com/office/drawing/2014/main" id="{4F43D1AC-56CD-9E29-A7CD-433690DAF2F7}"/>
              </a:ext>
            </a:extLst>
          </p:cNvPr>
          <p:cNvSpPr>
            <a:spLocks/>
          </p:cNvSpPr>
          <p:nvPr/>
        </p:nvSpPr>
        <p:spPr bwMode="auto">
          <a:xfrm>
            <a:off x="9420226" y="4017964"/>
            <a:ext cx="214313" cy="466725"/>
          </a:xfrm>
          <a:custGeom>
            <a:avLst/>
            <a:gdLst>
              <a:gd name="T0" fmla="*/ 2147483646 w 135"/>
              <a:gd name="T1" fmla="*/ 2147483646 h 294"/>
              <a:gd name="T2" fmla="*/ 2147483646 w 135"/>
              <a:gd name="T3" fmla="*/ 0 h 294"/>
              <a:gd name="T4" fmla="*/ 0 w 135"/>
              <a:gd name="T5" fmla="*/ 2147483646 h 294"/>
              <a:gd name="T6" fmla="*/ 0 w 135"/>
              <a:gd name="T7" fmla="*/ 2147483646 h 294"/>
              <a:gd name="T8" fmla="*/ 2147483646 w 135"/>
              <a:gd name="T9" fmla="*/ 2147483646 h 294"/>
              <a:gd name="T10" fmla="*/ 2147483646 w 135"/>
              <a:gd name="T11" fmla="*/ 2147483646 h 294"/>
              <a:gd name="T12" fmla="*/ 2147483646 w 135"/>
              <a:gd name="T13" fmla="*/ 2147483646 h 29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35"/>
              <a:gd name="T22" fmla="*/ 0 h 294"/>
              <a:gd name="T23" fmla="*/ 135 w 135"/>
              <a:gd name="T24" fmla="*/ 294 h 29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35" h="294">
                <a:moveTo>
                  <a:pt x="135" y="8"/>
                </a:moveTo>
                <a:lnTo>
                  <a:pt x="117" y="0"/>
                </a:lnTo>
                <a:lnTo>
                  <a:pt x="0" y="286"/>
                </a:lnTo>
                <a:lnTo>
                  <a:pt x="18" y="294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37" name="Freeform 42">
            <a:extLst>
              <a:ext uri="{FF2B5EF4-FFF2-40B4-BE49-F238E27FC236}">
                <a16:creationId xmlns:a16="http://schemas.microsoft.com/office/drawing/2014/main" id="{95B5AFD0-AD71-BEB0-3A72-F891460E8CD6}"/>
              </a:ext>
            </a:extLst>
          </p:cNvPr>
          <p:cNvSpPr>
            <a:spLocks/>
          </p:cNvSpPr>
          <p:nvPr/>
        </p:nvSpPr>
        <p:spPr bwMode="auto">
          <a:xfrm>
            <a:off x="9163050" y="4471989"/>
            <a:ext cx="285750" cy="454025"/>
          </a:xfrm>
          <a:custGeom>
            <a:avLst/>
            <a:gdLst>
              <a:gd name="T0" fmla="*/ 2147483646 w 180"/>
              <a:gd name="T1" fmla="*/ 2147483646 h 286"/>
              <a:gd name="T2" fmla="*/ 2147483646 w 180"/>
              <a:gd name="T3" fmla="*/ 0 h 286"/>
              <a:gd name="T4" fmla="*/ 0 w 180"/>
              <a:gd name="T5" fmla="*/ 2147483646 h 286"/>
              <a:gd name="T6" fmla="*/ 0 w 180"/>
              <a:gd name="T7" fmla="*/ 2147483646 h 286"/>
              <a:gd name="T8" fmla="*/ 2147483646 w 180"/>
              <a:gd name="T9" fmla="*/ 2147483646 h 286"/>
              <a:gd name="T10" fmla="*/ 2147483646 w 180"/>
              <a:gd name="T11" fmla="*/ 2147483646 h 286"/>
              <a:gd name="T12" fmla="*/ 2147483646 w 180"/>
              <a:gd name="T13" fmla="*/ 2147483646 h 28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0"/>
              <a:gd name="T22" fmla="*/ 0 h 286"/>
              <a:gd name="T23" fmla="*/ 180 w 180"/>
              <a:gd name="T24" fmla="*/ 286 h 28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0" h="286">
                <a:moveTo>
                  <a:pt x="180" y="8"/>
                </a:moveTo>
                <a:lnTo>
                  <a:pt x="162" y="0"/>
                </a:lnTo>
                <a:lnTo>
                  <a:pt x="0" y="278"/>
                </a:lnTo>
                <a:lnTo>
                  <a:pt x="18" y="286"/>
                </a:lnTo>
                <a:lnTo>
                  <a:pt x="18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38" name="Freeform 43">
            <a:extLst>
              <a:ext uri="{FF2B5EF4-FFF2-40B4-BE49-F238E27FC236}">
                <a16:creationId xmlns:a16="http://schemas.microsoft.com/office/drawing/2014/main" id="{13853624-CF80-7257-A084-4363505929A2}"/>
              </a:ext>
            </a:extLst>
          </p:cNvPr>
          <p:cNvSpPr>
            <a:spLocks/>
          </p:cNvSpPr>
          <p:nvPr/>
        </p:nvSpPr>
        <p:spPr bwMode="auto">
          <a:xfrm>
            <a:off x="9005889" y="4913313"/>
            <a:ext cx="185737" cy="220662"/>
          </a:xfrm>
          <a:custGeom>
            <a:avLst/>
            <a:gdLst>
              <a:gd name="T0" fmla="*/ 2147483646 w 117"/>
              <a:gd name="T1" fmla="*/ 2147483646 h 139"/>
              <a:gd name="T2" fmla="*/ 2147483646 w 117"/>
              <a:gd name="T3" fmla="*/ 0 h 139"/>
              <a:gd name="T4" fmla="*/ 0 w 117"/>
              <a:gd name="T5" fmla="*/ 2147483646 h 139"/>
              <a:gd name="T6" fmla="*/ 0 w 117"/>
              <a:gd name="T7" fmla="*/ 2147483646 h 139"/>
              <a:gd name="T8" fmla="*/ 2147483646 w 117"/>
              <a:gd name="T9" fmla="*/ 2147483646 h 139"/>
              <a:gd name="T10" fmla="*/ 2147483646 w 117"/>
              <a:gd name="T11" fmla="*/ 2147483646 h 139"/>
              <a:gd name="T12" fmla="*/ 2147483646 w 117"/>
              <a:gd name="T13" fmla="*/ 2147483646 h 13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17"/>
              <a:gd name="T22" fmla="*/ 0 h 139"/>
              <a:gd name="T23" fmla="*/ 117 w 117"/>
              <a:gd name="T24" fmla="*/ 139 h 13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17" h="139">
                <a:moveTo>
                  <a:pt x="117" y="8"/>
                </a:moveTo>
                <a:lnTo>
                  <a:pt x="99" y="0"/>
                </a:lnTo>
                <a:lnTo>
                  <a:pt x="0" y="131"/>
                </a:lnTo>
                <a:lnTo>
                  <a:pt x="18" y="139"/>
                </a:lnTo>
                <a:lnTo>
                  <a:pt x="117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39" name="Freeform 44">
            <a:extLst>
              <a:ext uri="{FF2B5EF4-FFF2-40B4-BE49-F238E27FC236}">
                <a16:creationId xmlns:a16="http://schemas.microsoft.com/office/drawing/2014/main" id="{17943B08-BA8E-07E6-BC4E-C1BA8FB0EFCA}"/>
              </a:ext>
            </a:extLst>
          </p:cNvPr>
          <p:cNvSpPr>
            <a:spLocks/>
          </p:cNvSpPr>
          <p:nvPr/>
        </p:nvSpPr>
        <p:spPr bwMode="auto">
          <a:xfrm>
            <a:off x="8820151" y="5121276"/>
            <a:ext cx="214313" cy="206375"/>
          </a:xfrm>
          <a:custGeom>
            <a:avLst/>
            <a:gdLst>
              <a:gd name="T0" fmla="*/ 2147483646 w 135"/>
              <a:gd name="T1" fmla="*/ 2147483646 h 130"/>
              <a:gd name="T2" fmla="*/ 2147483646 w 135"/>
              <a:gd name="T3" fmla="*/ 0 h 130"/>
              <a:gd name="T4" fmla="*/ 0 w 135"/>
              <a:gd name="T5" fmla="*/ 2147483646 h 130"/>
              <a:gd name="T6" fmla="*/ 2147483646 w 135"/>
              <a:gd name="T7" fmla="*/ 2147483646 h 130"/>
              <a:gd name="T8" fmla="*/ 2147483646 w 135"/>
              <a:gd name="T9" fmla="*/ 2147483646 h 13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5"/>
              <a:gd name="T16" fmla="*/ 0 h 130"/>
              <a:gd name="T17" fmla="*/ 135 w 135"/>
              <a:gd name="T18" fmla="*/ 130 h 13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5" h="130">
                <a:moveTo>
                  <a:pt x="135" y="8"/>
                </a:moveTo>
                <a:lnTo>
                  <a:pt x="117" y="0"/>
                </a:lnTo>
                <a:lnTo>
                  <a:pt x="0" y="122"/>
                </a:lnTo>
                <a:lnTo>
                  <a:pt x="18" y="130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40" name="Freeform 45">
            <a:extLst>
              <a:ext uri="{FF2B5EF4-FFF2-40B4-BE49-F238E27FC236}">
                <a16:creationId xmlns:a16="http://schemas.microsoft.com/office/drawing/2014/main" id="{B55C4C79-9BC9-AC0B-487B-2343F462E311}"/>
              </a:ext>
            </a:extLst>
          </p:cNvPr>
          <p:cNvSpPr>
            <a:spLocks/>
          </p:cNvSpPr>
          <p:nvPr/>
        </p:nvSpPr>
        <p:spPr bwMode="auto">
          <a:xfrm>
            <a:off x="3033714" y="3162300"/>
            <a:ext cx="28575" cy="26988"/>
          </a:xfrm>
          <a:custGeom>
            <a:avLst/>
            <a:gdLst>
              <a:gd name="T0" fmla="*/ 2147483646 w 18"/>
              <a:gd name="T1" fmla="*/ 2147483646 h 17"/>
              <a:gd name="T2" fmla="*/ 2147483646 w 18"/>
              <a:gd name="T3" fmla="*/ 2147483646 h 17"/>
              <a:gd name="T4" fmla="*/ 2147483646 w 18"/>
              <a:gd name="T5" fmla="*/ 2147483646 h 17"/>
              <a:gd name="T6" fmla="*/ 2147483646 w 18"/>
              <a:gd name="T7" fmla="*/ 2147483646 h 17"/>
              <a:gd name="T8" fmla="*/ 2147483646 w 18"/>
              <a:gd name="T9" fmla="*/ 0 h 17"/>
              <a:gd name="T10" fmla="*/ 2147483646 w 18"/>
              <a:gd name="T11" fmla="*/ 0 h 17"/>
              <a:gd name="T12" fmla="*/ 0 w 18"/>
              <a:gd name="T13" fmla="*/ 2147483646 h 17"/>
              <a:gd name="T14" fmla="*/ 0 w 18"/>
              <a:gd name="T15" fmla="*/ 2147483646 h 17"/>
              <a:gd name="T16" fmla="*/ 2147483646 w 18"/>
              <a:gd name="T17" fmla="*/ 2147483646 h 17"/>
              <a:gd name="T18" fmla="*/ 2147483646 w 18"/>
              <a:gd name="T19" fmla="*/ 2147483646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7"/>
              <a:gd name="T32" fmla="*/ 18 w 18"/>
              <a:gd name="T33" fmla="*/ 17 h 17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7">
                <a:moveTo>
                  <a:pt x="9" y="17"/>
                </a:moveTo>
                <a:lnTo>
                  <a:pt x="9" y="17"/>
                </a:lnTo>
                <a:lnTo>
                  <a:pt x="18" y="17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lnTo>
                  <a:pt x="0" y="8"/>
                </a:lnTo>
                <a:lnTo>
                  <a:pt x="0" y="17"/>
                </a:lnTo>
                <a:lnTo>
                  <a:pt x="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41" name="Freeform 46">
            <a:extLst>
              <a:ext uri="{FF2B5EF4-FFF2-40B4-BE49-F238E27FC236}">
                <a16:creationId xmlns:a16="http://schemas.microsoft.com/office/drawing/2014/main" id="{381B60B2-D6BB-8F73-2CCE-4DFFB8696D3D}"/>
              </a:ext>
            </a:extLst>
          </p:cNvPr>
          <p:cNvSpPr>
            <a:spLocks/>
          </p:cNvSpPr>
          <p:nvPr/>
        </p:nvSpPr>
        <p:spPr bwMode="auto">
          <a:xfrm>
            <a:off x="2933700" y="3162301"/>
            <a:ext cx="171450" cy="195263"/>
          </a:xfrm>
          <a:custGeom>
            <a:avLst/>
            <a:gdLst>
              <a:gd name="T0" fmla="*/ 2147483646 w 108"/>
              <a:gd name="T1" fmla="*/ 2147483646 h 123"/>
              <a:gd name="T2" fmla="*/ 2147483646 w 108"/>
              <a:gd name="T3" fmla="*/ 2147483646 h 123"/>
              <a:gd name="T4" fmla="*/ 0 w 108"/>
              <a:gd name="T5" fmla="*/ 2147483646 h 123"/>
              <a:gd name="T6" fmla="*/ 2147483646 w 108"/>
              <a:gd name="T7" fmla="*/ 0 h 123"/>
              <a:gd name="T8" fmla="*/ 2147483646 w 108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8"/>
              <a:gd name="T16" fmla="*/ 0 h 123"/>
              <a:gd name="T17" fmla="*/ 108 w 108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8" h="123">
                <a:moveTo>
                  <a:pt x="72" y="17"/>
                </a:moveTo>
                <a:lnTo>
                  <a:pt x="108" y="33"/>
                </a:lnTo>
                <a:lnTo>
                  <a:pt x="0" y="123"/>
                </a:lnTo>
                <a:lnTo>
                  <a:pt x="36" y="0"/>
                </a:lnTo>
                <a:lnTo>
                  <a:pt x="72" y="17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42" name="Freeform 47">
            <a:extLst>
              <a:ext uri="{FF2B5EF4-FFF2-40B4-BE49-F238E27FC236}">
                <a16:creationId xmlns:a16="http://schemas.microsoft.com/office/drawing/2014/main" id="{5ADBBE95-9B88-08E7-B08F-A8A943F360D8}"/>
              </a:ext>
            </a:extLst>
          </p:cNvPr>
          <p:cNvSpPr>
            <a:spLocks/>
          </p:cNvSpPr>
          <p:nvPr/>
        </p:nvSpPr>
        <p:spPr bwMode="auto">
          <a:xfrm>
            <a:off x="2933700" y="3162301"/>
            <a:ext cx="171450" cy="195263"/>
          </a:xfrm>
          <a:custGeom>
            <a:avLst/>
            <a:gdLst>
              <a:gd name="T0" fmla="*/ 2147483646 w 108"/>
              <a:gd name="T1" fmla="*/ 2147483646 h 123"/>
              <a:gd name="T2" fmla="*/ 2147483646 w 108"/>
              <a:gd name="T3" fmla="*/ 2147483646 h 123"/>
              <a:gd name="T4" fmla="*/ 0 w 108"/>
              <a:gd name="T5" fmla="*/ 2147483646 h 123"/>
              <a:gd name="T6" fmla="*/ 2147483646 w 108"/>
              <a:gd name="T7" fmla="*/ 0 h 123"/>
              <a:gd name="T8" fmla="*/ 2147483646 w 108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8"/>
              <a:gd name="T16" fmla="*/ 0 h 123"/>
              <a:gd name="T17" fmla="*/ 108 w 108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8" h="123">
                <a:moveTo>
                  <a:pt x="72" y="17"/>
                </a:moveTo>
                <a:lnTo>
                  <a:pt x="108" y="33"/>
                </a:lnTo>
                <a:lnTo>
                  <a:pt x="0" y="123"/>
                </a:lnTo>
                <a:lnTo>
                  <a:pt x="36" y="0"/>
                </a:lnTo>
                <a:lnTo>
                  <a:pt x="72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43" name="Freeform 48">
            <a:extLst>
              <a:ext uri="{FF2B5EF4-FFF2-40B4-BE49-F238E27FC236}">
                <a16:creationId xmlns:a16="http://schemas.microsoft.com/office/drawing/2014/main" id="{1D7DC901-64FD-1879-E101-23435693061A}"/>
              </a:ext>
            </a:extLst>
          </p:cNvPr>
          <p:cNvSpPr>
            <a:spLocks/>
          </p:cNvSpPr>
          <p:nvPr/>
        </p:nvSpPr>
        <p:spPr bwMode="auto">
          <a:xfrm>
            <a:off x="8277225" y="2514600"/>
            <a:ext cx="285750" cy="311150"/>
          </a:xfrm>
          <a:custGeom>
            <a:avLst/>
            <a:gdLst>
              <a:gd name="T0" fmla="*/ 2147483646 w 180"/>
              <a:gd name="T1" fmla="*/ 2147483646 h 196"/>
              <a:gd name="T2" fmla="*/ 2147483646 w 180"/>
              <a:gd name="T3" fmla="*/ 2147483646 h 196"/>
              <a:gd name="T4" fmla="*/ 2147483646 w 180"/>
              <a:gd name="T5" fmla="*/ 0 h 196"/>
              <a:gd name="T6" fmla="*/ 2147483646 w 180"/>
              <a:gd name="T7" fmla="*/ 0 h 196"/>
              <a:gd name="T8" fmla="*/ 0 w 180"/>
              <a:gd name="T9" fmla="*/ 2147483646 h 196"/>
              <a:gd name="T10" fmla="*/ 0 w 180"/>
              <a:gd name="T11" fmla="*/ 2147483646 h 196"/>
              <a:gd name="T12" fmla="*/ 2147483646 w 180"/>
              <a:gd name="T13" fmla="*/ 2147483646 h 19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0"/>
              <a:gd name="T22" fmla="*/ 0 h 196"/>
              <a:gd name="T23" fmla="*/ 180 w 180"/>
              <a:gd name="T24" fmla="*/ 196 h 19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0" h="196">
                <a:moveTo>
                  <a:pt x="162" y="196"/>
                </a:moveTo>
                <a:lnTo>
                  <a:pt x="180" y="188"/>
                </a:lnTo>
                <a:lnTo>
                  <a:pt x="18" y="0"/>
                </a:lnTo>
                <a:lnTo>
                  <a:pt x="0" y="8"/>
                </a:lnTo>
                <a:lnTo>
                  <a:pt x="162" y="19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44" name="Freeform 49">
            <a:extLst>
              <a:ext uri="{FF2B5EF4-FFF2-40B4-BE49-F238E27FC236}">
                <a16:creationId xmlns:a16="http://schemas.microsoft.com/office/drawing/2014/main" id="{5C84BDF8-8734-653D-C461-761011BC056A}"/>
              </a:ext>
            </a:extLst>
          </p:cNvPr>
          <p:cNvSpPr>
            <a:spLocks/>
          </p:cNvSpPr>
          <p:nvPr/>
        </p:nvSpPr>
        <p:spPr bwMode="auto">
          <a:xfrm>
            <a:off x="7991476" y="2228850"/>
            <a:ext cx="314325" cy="298450"/>
          </a:xfrm>
          <a:custGeom>
            <a:avLst/>
            <a:gdLst>
              <a:gd name="T0" fmla="*/ 2147483646 w 198"/>
              <a:gd name="T1" fmla="*/ 2147483646 h 188"/>
              <a:gd name="T2" fmla="*/ 2147483646 w 198"/>
              <a:gd name="T3" fmla="*/ 2147483646 h 188"/>
              <a:gd name="T4" fmla="*/ 2147483646 w 198"/>
              <a:gd name="T5" fmla="*/ 2147483646 h 188"/>
              <a:gd name="T6" fmla="*/ 2147483646 w 198"/>
              <a:gd name="T7" fmla="*/ 0 h 188"/>
              <a:gd name="T8" fmla="*/ 2147483646 w 198"/>
              <a:gd name="T9" fmla="*/ 2147483646 h 188"/>
              <a:gd name="T10" fmla="*/ 0 w 198"/>
              <a:gd name="T11" fmla="*/ 2147483646 h 188"/>
              <a:gd name="T12" fmla="*/ 2147483646 w 198"/>
              <a:gd name="T13" fmla="*/ 2147483646 h 1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98"/>
              <a:gd name="T22" fmla="*/ 0 h 188"/>
              <a:gd name="T23" fmla="*/ 198 w 198"/>
              <a:gd name="T24" fmla="*/ 188 h 1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98" h="188">
                <a:moveTo>
                  <a:pt x="180" y="188"/>
                </a:moveTo>
                <a:lnTo>
                  <a:pt x="198" y="180"/>
                </a:lnTo>
                <a:lnTo>
                  <a:pt x="18" y="8"/>
                </a:lnTo>
                <a:lnTo>
                  <a:pt x="18" y="0"/>
                </a:lnTo>
                <a:lnTo>
                  <a:pt x="9" y="16"/>
                </a:lnTo>
                <a:lnTo>
                  <a:pt x="0" y="16"/>
                </a:lnTo>
                <a:lnTo>
                  <a:pt x="180" y="18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45" name="Freeform 50">
            <a:extLst>
              <a:ext uri="{FF2B5EF4-FFF2-40B4-BE49-F238E27FC236}">
                <a16:creationId xmlns:a16="http://schemas.microsoft.com/office/drawing/2014/main" id="{D8458019-D485-1DC4-9D3D-97AE57A78255}"/>
              </a:ext>
            </a:extLst>
          </p:cNvPr>
          <p:cNvSpPr>
            <a:spLocks/>
          </p:cNvSpPr>
          <p:nvPr/>
        </p:nvSpPr>
        <p:spPr bwMode="auto">
          <a:xfrm>
            <a:off x="7677150" y="2020888"/>
            <a:ext cx="342900" cy="233362"/>
          </a:xfrm>
          <a:custGeom>
            <a:avLst/>
            <a:gdLst>
              <a:gd name="T0" fmla="*/ 2147483646 w 216"/>
              <a:gd name="T1" fmla="*/ 2147483646 h 147"/>
              <a:gd name="T2" fmla="*/ 2147483646 w 216"/>
              <a:gd name="T3" fmla="*/ 2147483646 h 147"/>
              <a:gd name="T4" fmla="*/ 2147483646 w 216"/>
              <a:gd name="T5" fmla="*/ 0 h 147"/>
              <a:gd name="T6" fmla="*/ 2147483646 w 216"/>
              <a:gd name="T7" fmla="*/ 0 h 147"/>
              <a:gd name="T8" fmla="*/ 0 w 216"/>
              <a:gd name="T9" fmla="*/ 2147483646 h 147"/>
              <a:gd name="T10" fmla="*/ 0 w 216"/>
              <a:gd name="T11" fmla="*/ 2147483646 h 147"/>
              <a:gd name="T12" fmla="*/ 2147483646 w 216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147"/>
              <a:gd name="T23" fmla="*/ 216 w 216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147">
                <a:moveTo>
                  <a:pt x="207" y="147"/>
                </a:moveTo>
                <a:lnTo>
                  <a:pt x="216" y="131"/>
                </a:lnTo>
                <a:lnTo>
                  <a:pt x="9" y="0"/>
                </a:lnTo>
                <a:lnTo>
                  <a:pt x="0" y="17"/>
                </a:lnTo>
                <a:lnTo>
                  <a:pt x="207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46" name="Freeform 51">
            <a:extLst>
              <a:ext uri="{FF2B5EF4-FFF2-40B4-BE49-F238E27FC236}">
                <a16:creationId xmlns:a16="http://schemas.microsoft.com/office/drawing/2014/main" id="{84ABABF2-8A07-0921-F076-C0181EADE239}"/>
              </a:ext>
            </a:extLst>
          </p:cNvPr>
          <p:cNvSpPr>
            <a:spLocks/>
          </p:cNvSpPr>
          <p:nvPr/>
        </p:nvSpPr>
        <p:spPr bwMode="auto">
          <a:xfrm>
            <a:off x="7334250" y="1839913"/>
            <a:ext cx="357188" cy="207962"/>
          </a:xfrm>
          <a:custGeom>
            <a:avLst/>
            <a:gdLst>
              <a:gd name="T0" fmla="*/ 2147483646 w 225"/>
              <a:gd name="T1" fmla="*/ 2147483646 h 131"/>
              <a:gd name="T2" fmla="*/ 2147483646 w 225"/>
              <a:gd name="T3" fmla="*/ 2147483646 h 131"/>
              <a:gd name="T4" fmla="*/ 2147483646 w 225"/>
              <a:gd name="T5" fmla="*/ 0 h 131"/>
              <a:gd name="T6" fmla="*/ 2147483646 w 225"/>
              <a:gd name="T7" fmla="*/ 0 h 131"/>
              <a:gd name="T8" fmla="*/ 0 w 225"/>
              <a:gd name="T9" fmla="*/ 2147483646 h 131"/>
              <a:gd name="T10" fmla="*/ 0 w 225"/>
              <a:gd name="T11" fmla="*/ 2147483646 h 131"/>
              <a:gd name="T12" fmla="*/ 2147483646 w 225"/>
              <a:gd name="T13" fmla="*/ 2147483646 h 13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131"/>
              <a:gd name="T23" fmla="*/ 225 w 225"/>
              <a:gd name="T24" fmla="*/ 131 h 13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131">
                <a:moveTo>
                  <a:pt x="216" y="131"/>
                </a:moveTo>
                <a:lnTo>
                  <a:pt x="225" y="114"/>
                </a:lnTo>
                <a:lnTo>
                  <a:pt x="9" y="0"/>
                </a:lnTo>
                <a:lnTo>
                  <a:pt x="0" y="16"/>
                </a:lnTo>
                <a:lnTo>
                  <a:pt x="216" y="13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47" name="Freeform 52">
            <a:extLst>
              <a:ext uri="{FF2B5EF4-FFF2-40B4-BE49-F238E27FC236}">
                <a16:creationId xmlns:a16="http://schemas.microsoft.com/office/drawing/2014/main" id="{1FAAA89E-E738-DB14-C8C0-5C6B0FA7EF55}"/>
              </a:ext>
            </a:extLst>
          </p:cNvPr>
          <p:cNvSpPr>
            <a:spLocks/>
          </p:cNvSpPr>
          <p:nvPr/>
        </p:nvSpPr>
        <p:spPr bwMode="auto">
          <a:xfrm>
            <a:off x="6948488" y="1724025"/>
            <a:ext cx="400050" cy="141288"/>
          </a:xfrm>
          <a:custGeom>
            <a:avLst/>
            <a:gdLst>
              <a:gd name="T0" fmla="*/ 2147483646 w 252"/>
              <a:gd name="T1" fmla="*/ 2147483646 h 89"/>
              <a:gd name="T2" fmla="*/ 2147483646 w 252"/>
              <a:gd name="T3" fmla="*/ 2147483646 h 89"/>
              <a:gd name="T4" fmla="*/ 2147483646 w 252"/>
              <a:gd name="T5" fmla="*/ 0 h 89"/>
              <a:gd name="T6" fmla="*/ 0 w 252"/>
              <a:gd name="T7" fmla="*/ 0 h 89"/>
              <a:gd name="T8" fmla="*/ 0 w 252"/>
              <a:gd name="T9" fmla="*/ 2147483646 h 89"/>
              <a:gd name="T10" fmla="*/ 0 w 252"/>
              <a:gd name="T11" fmla="*/ 2147483646 h 89"/>
              <a:gd name="T12" fmla="*/ 2147483646 w 252"/>
              <a:gd name="T13" fmla="*/ 2147483646 h 8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52"/>
              <a:gd name="T22" fmla="*/ 0 h 89"/>
              <a:gd name="T23" fmla="*/ 252 w 252"/>
              <a:gd name="T24" fmla="*/ 89 h 8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52" h="89">
                <a:moveTo>
                  <a:pt x="243" y="89"/>
                </a:moveTo>
                <a:lnTo>
                  <a:pt x="252" y="73"/>
                </a:lnTo>
                <a:lnTo>
                  <a:pt x="9" y="0"/>
                </a:lnTo>
                <a:lnTo>
                  <a:pt x="0" y="0"/>
                </a:lnTo>
                <a:lnTo>
                  <a:pt x="0" y="16"/>
                </a:lnTo>
                <a:lnTo>
                  <a:pt x="243" y="8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48" name="Freeform 53">
            <a:extLst>
              <a:ext uri="{FF2B5EF4-FFF2-40B4-BE49-F238E27FC236}">
                <a16:creationId xmlns:a16="http://schemas.microsoft.com/office/drawing/2014/main" id="{3EDDF553-EEA0-2834-2C6B-33AD4678BA87}"/>
              </a:ext>
            </a:extLst>
          </p:cNvPr>
          <p:cNvSpPr>
            <a:spLocks/>
          </p:cNvSpPr>
          <p:nvPr/>
        </p:nvSpPr>
        <p:spPr bwMode="auto">
          <a:xfrm>
            <a:off x="6534150" y="1646239"/>
            <a:ext cx="414338" cy="103187"/>
          </a:xfrm>
          <a:custGeom>
            <a:avLst/>
            <a:gdLst>
              <a:gd name="T0" fmla="*/ 2147483646 w 261"/>
              <a:gd name="T1" fmla="*/ 2147483646 h 65"/>
              <a:gd name="T2" fmla="*/ 2147483646 w 261"/>
              <a:gd name="T3" fmla="*/ 2147483646 h 65"/>
              <a:gd name="T4" fmla="*/ 0 w 261"/>
              <a:gd name="T5" fmla="*/ 0 h 65"/>
              <a:gd name="T6" fmla="*/ 0 w 261"/>
              <a:gd name="T7" fmla="*/ 0 h 65"/>
              <a:gd name="T8" fmla="*/ 0 w 261"/>
              <a:gd name="T9" fmla="*/ 2147483646 h 65"/>
              <a:gd name="T10" fmla="*/ 0 w 261"/>
              <a:gd name="T11" fmla="*/ 2147483646 h 65"/>
              <a:gd name="T12" fmla="*/ 2147483646 w 261"/>
              <a:gd name="T13" fmla="*/ 2147483646 h 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1"/>
              <a:gd name="T22" fmla="*/ 0 h 65"/>
              <a:gd name="T23" fmla="*/ 261 w 261"/>
              <a:gd name="T24" fmla="*/ 65 h 6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1" h="65">
                <a:moveTo>
                  <a:pt x="261" y="65"/>
                </a:moveTo>
                <a:lnTo>
                  <a:pt x="261" y="49"/>
                </a:lnTo>
                <a:lnTo>
                  <a:pt x="0" y="0"/>
                </a:lnTo>
                <a:lnTo>
                  <a:pt x="0" y="16"/>
                </a:lnTo>
                <a:lnTo>
                  <a:pt x="261" y="6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49" name="Freeform 54">
            <a:extLst>
              <a:ext uri="{FF2B5EF4-FFF2-40B4-BE49-F238E27FC236}">
                <a16:creationId xmlns:a16="http://schemas.microsoft.com/office/drawing/2014/main" id="{243622E8-13C3-D61A-8F42-0E914C0F3D35}"/>
              </a:ext>
            </a:extLst>
          </p:cNvPr>
          <p:cNvSpPr>
            <a:spLocks/>
          </p:cNvSpPr>
          <p:nvPr/>
        </p:nvSpPr>
        <p:spPr bwMode="auto">
          <a:xfrm>
            <a:off x="6091238" y="1631950"/>
            <a:ext cx="442912" cy="39688"/>
          </a:xfrm>
          <a:custGeom>
            <a:avLst/>
            <a:gdLst>
              <a:gd name="T0" fmla="*/ 2147483646 w 279"/>
              <a:gd name="T1" fmla="*/ 2147483646 h 25"/>
              <a:gd name="T2" fmla="*/ 2147483646 w 279"/>
              <a:gd name="T3" fmla="*/ 2147483646 h 25"/>
              <a:gd name="T4" fmla="*/ 0 w 279"/>
              <a:gd name="T5" fmla="*/ 0 h 25"/>
              <a:gd name="T6" fmla="*/ 0 w 279"/>
              <a:gd name="T7" fmla="*/ 0 h 25"/>
              <a:gd name="T8" fmla="*/ 0 w 279"/>
              <a:gd name="T9" fmla="*/ 2147483646 h 25"/>
              <a:gd name="T10" fmla="*/ 0 w 279"/>
              <a:gd name="T11" fmla="*/ 2147483646 h 25"/>
              <a:gd name="T12" fmla="*/ 2147483646 w 279"/>
              <a:gd name="T13" fmla="*/ 2147483646 h 2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79"/>
              <a:gd name="T22" fmla="*/ 0 h 25"/>
              <a:gd name="T23" fmla="*/ 279 w 279"/>
              <a:gd name="T24" fmla="*/ 25 h 2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79" h="25">
                <a:moveTo>
                  <a:pt x="279" y="25"/>
                </a:moveTo>
                <a:lnTo>
                  <a:pt x="279" y="9"/>
                </a:lnTo>
                <a:lnTo>
                  <a:pt x="0" y="0"/>
                </a:lnTo>
                <a:lnTo>
                  <a:pt x="0" y="17"/>
                </a:lnTo>
                <a:lnTo>
                  <a:pt x="279" y="2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50" name="Freeform 55">
            <a:extLst>
              <a:ext uri="{FF2B5EF4-FFF2-40B4-BE49-F238E27FC236}">
                <a16:creationId xmlns:a16="http://schemas.microsoft.com/office/drawing/2014/main" id="{A339EF8F-9B6A-5A18-2F57-44831E085522}"/>
              </a:ext>
            </a:extLst>
          </p:cNvPr>
          <p:cNvSpPr>
            <a:spLocks/>
          </p:cNvSpPr>
          <p:nvPr/>
        </p:nvSpPr>
        <p:spPr bwMode="auto">
          <a:xfrm>
            <a:off x="5634038" y="1631950"/>
            <a:ext cx="457200" cy="65088"/>
          </a:xfrm>
          <a:custGeom>
            <a:avLst/>
            <a:gdLst>
              <a:gd name="T0" fmla="*/ 2147483646 w 288"/>
              <a:gd name="T1" fmla="*/ 2147483646 h 41"/>
              <a:gd name="T2" fmla="*/ 2147483646 w 288"/>
              <a:gd name="T3" fmla="*/ 0 h 41"/>
              <a:gd name="T4" fmla="*/ 0 w 288"/>
              <a:gd name="T5" fmla="*/ 2147483646 h 41"/>
              <a:gd name="T6" fmla="*/ 0 w 288"/>
              <a:gd name="T7" fmla="*/ 2147483646 h 41"/>
              <a:gd name="T8" fmla="*/ 0 w 288"/>
              <a:gd name="T9" fmla="*/ 2147483646 h 41"/>
              <a:gd name="T10" fmla="*/ 0 w 288"/>
              <a:gd name="T11" fmla="*/ 2147483646 h 41"/>
              <a:gd name="T12" fmla="*/ 2147483646 w 288"/>
              <a:gd name="T13" fmla="*/ 2147483646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88"/>
              <a:gd name="T22" fmla="*/ 0 h 41"/>
              <a:gd name="T23" fmla="*/ 288 w 288"/>
              <a:gd name="T24" fmla="*/ 41 h 4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88" h="41">
                <a:moveTo>
                  <a:pt x="288" y="17"/>
                </a:moveTo>
                <a:lnTo>
                  <a:pt x="288" y="0"/>
                </a:lnTo>
                <a:lnTo>
                  <a:pt x="0" y="25"/>
                </a:lnTo>
                <a:lnTo>
                  <a:pt x="0" y="41"/>
                </a:lnTo>
                <a:lnTo>
                  <a:pt x="288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51" name="Freeform 56">
            <a:extLst>
              <a:ext uri="{FF2B5EF4-FFF2-40B4-BE49-F238E27FC236}">
                <a16:creationId xmlns:a16="http://schemas.microsoft.com/office/drawing/2014/main" id="{A4095118-31AF-D33F-3988-7ACA0B69ADAF}"/>
              </a:ext>
            </a:extLst>
          </p:cNvPr>
          <p:cNvSpPr>
            <a:spLocks/>
          </p:cNvSpPr>
          <p:nvPr/>
        </p:nvSpPr>
        <p:spPr bwMode="auto">
          <a:xfrm>
            <a:off x="5162550" y="1671639"/>
            <a:ext cx="471488" cy="103187"/>
          </a:xfrm>
          <a:custGeom>
            <a:avLst/>
            <a:gdLst>
              <a:gd name="T0" fmla="*/ 2147483646 w 297"/>
              <a:gd name="T1" fmla="*/ 2147483646 h 65"/>
              <a:gd name="T2" fmla="*/ 2147483646 w 297"/>
              <a:gd name="T3" fmla="*/ 0 h 65"/>
              <a:gd name="T4" fmla="*/ 0 w 297"/>
              <a:gd name="T5" fmla="*/ 2147483646 h 65"/>
              <a:gd name="T6" fmla="*/ 0 w 297"/>
              <a:gd name="T7" fmla="*/ 2147483646 h 65"/>
              <a:gd name="T8" fmla="*/ 2147483646 w 297"/>
              <a:gd name="T9" fmla="*/ 2147483646 h 65"/>
              <a:gd name="T10" fmla="*/ 0 w 297"/>
              <a:gd name="T11" fmla="*/ 2147483646 h 65"/>
              <a:gd name="T12" fmla="*/ 2147483646 w 297"/>
              <a:gd name="T13" fmla="*/ 2147483646 h 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97"/>
              <a:gd name="T22" fmla="*/ 0 h 65"/>
              <a:gd name="T23" fmla="*/ 297 w 297"/>
              <a:gd name="T24" fmla="*/ 65 h 6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97" h="65">
                <a:moveTo>
                  <a:pt x="297" y="16"/>
                </a:moveTo>
                <a:lnTo>
                  <a:pt x="297" y="0"/>
                </a:lnTo>
                <a:lnTo>
                  <a:pt x="0" y="49"/>
                </a:lnTo>
                <a:lnTo>
                  <a:pt x="9" y="65"/>
                </a:lnTo>
                <a:lnTo>
                  <a:pt x="0" y="65"/>
                </a:lnTo>
                <a:lnTo>
                  <a:pt x="297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52" name="Freeform 57">
            <a:extLst>
              <a:ext uri="{FF2B5EF4-FFF2-40B4-BE49-F238E27FC236}">
                <a16:creationId xmlns:a16="http://schemas.microsoft.com/office/drawing/2014/main" id="{D0DC3A08-FB51-2BC3-C071-3E226C095B24}"/>
              </a:ext>
            </a:extLst>
          </p:cNvPr>
          <p:cNvSpPr>
            <a:spLocks/>
          </p:cNvSpPr>
          <p:nvPr/>
        </p:nvSpPr>
        <p:spPr bwMode="auto">
          <a:xfrm>
            <a:off x="4748214" y="1749426"/>
            <a:ext cx="428625" cy="130175"/>
          </a:xfrm>
          <a:custGeom>
            <a:avLst/>
            <a:gdLst>
              <a:gd name="T0" fmla="*/ 2147483646 w 270"/>
              <a:gd name="T1" fmla="*/ 2147483646 h 82"/>
              <a:gd name="T2" fmla="*/ 2147483646 w 270"/>
              <a:gd name="T3" fmla="*/ 0 h 82"/>
              <a:gd name="T4" fmla="*/ 0 w 270"/>
              <a:gd name="T5" fmla="*/ 2147483646 h 82"/>
              <a:gd name="T6" fmla="*/ 0 w 270"/>
              <a:gd name="T7" fmla="*/ 2147483646 h 82"/>
              <a:gd name="T8" fmla="*/ 2147483646 w 270"/>
              <a:gd name="T9" fmla="*/ 2147483646 h 82"/>
              <a:gd name="T10" fmla="*/ 2147483646 w 270"/>
              <a:gd name="T11" fmla="*/ 2147483646 h 82"/>
              <a:gd name="T12" fmla="*/ 2147483646 w 270"/>
              <a:gd name="T13" fmla="*/ 2147483646 h 8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70"/>
              <a:gd name="T22" fmla="*/ 0 h 82"/>
              <a:gd name="T23" fmla="*/ 270 w 270"/>
              <a:gd name="T24" fmla="*/ 82 h 8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70" h="82">
                <a:moveTo>
                  <a:pt x="270" y="16"/>
                </a:moveTo>
                <a:lnTo>
                  <a:pt x="261" y="0"/>
                </a:lnTo>
                <a:lnTo>
                  <a:pt x="0" y="65"/>
                </a:lnTo>
                <a:lnTo>
                  <a:pt x="9" y="82"/>
                </a:lnTo>
                <a:lnTo>
                  <a:pt x="270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53" name="Freeform 58">
            <a:extLst>
              <a:ext uri="{FF2B5EF4-FFF2-40B4-BE49-F238E27FC236}">
                <a16:creationId xmlns:a16="http://schemas.microsoft.com/office/drawing/2014/main" id="{9AB1540F-764A-0654-80CC-89543469179F}"/>
              </a:ext>
            </a:extLst>
          </p:cNvPr>
          <p:cNvSpPr>
            <a:spLocks/>
          </p:cNvSpPr>
          <p:nvPr/>
        </p:nvSpPr>
        <p:spPr bwMode="auto">
          <a:xfrm>
            <a:off x="4376738" y="1852614"/>
            <a:ext cx="385762" cy="168275"/>
          </a:xfrm>
          <a:custGeom>
            <a:avLst/>
            <a:gdLst>
              <a:gd name="T0" fmla="*/ 2147483646 w 243"/>
              <a:gd name="T1" fmla="*/ 2147483646 h 106"/>
              <a:gd name="T2" fmla="*/ 2147483646 w 243"/>
              <a:gd name="T3" fmla="*/ 0 h 106"/>
              <a:gd name="T4" fmla="*/ 0 w 243"/>
              <a:gd name="T5" fmla="*/ 2147483646 h 106"/>
              <a:gd name="T6" fmla="*/ 0 w 243"/>
              <a:gd name="T7" fmla="*/ 2147483646 h 106"/>
              <a:gd name="T8" fmla="*/ 2147483646 w 243"/>
              <a:gd name="T9" fmla="*/ 2147483646 h 106"/>
              <a:gd name="T10" fmla="*/ 2147483646 w 243"/>
              <a:gd name="T11" fmla="*/ 2147483646 h 106"/>
              <a:gd name="T12" fmla="*/ 2147483646 w 243"/>
              <a:gd name="T13" fmla="*/ 2147483646 h 10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3"/>
              <a:gd name="T22" fmla="*/ 0 h 106"/>
              <a:gd name="T23" fmla="*/ 243 w 243"/>
              <a:gd name="T24" fmla="*/ 106 h 10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3" h="106">
                <a:moveTo>
                  <a:pt x="243" y="17"/>
                </a:moveTo>
                <a:lnTo>
                  <a:pt x="234" y="0"/>
                </a:lnTo>
                <a:lnTo>
                  <a:pt x="0" y="90"/>
                </a:lnTo>
                <a:lnTo>
                  <a:pt x="9" y="106"/>
                </a:lnTo>
                <a:lnTo>
                  <a:pt x="243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54" name="Freeform 59">
            <a:extLst>
              <a:ext uri="{FF2B5EF4-FFF2-40B4-BE49-F238E27FC236}">
                <a16:creationId xmlns:a16="http://schemas.microsoft.com/office/drawing/2014/main" id="{CD9E9F03-6630-F232-4C58-60AB9086C240}"/>
              </a:ext>
            </a:extLst>
          </p:cNvPr>
          <p:cNvSpPr>
            <a:spLocks/>
          </p:cNvSpPr>
          <p:nvPr/>
        </p:nvSpPr>
        <p:spPr bwMode="auto">
          <a:xfrm>
            <a:off x="4048125" y="1995488"/>
            <a:ext cx="342900" cy="195262"/>
          </a:xfrm>
          <a:custGeom>
            <a:avLst/>
            <a:gdLst>
              <a:gd name="T0" fmla="*/ 2147483646 w 216"/>
              <a:gd name="T1" fmla="*/ 2147483646 h 123"/>
              <a:gd name="T2" fmla="*/ 2147483646 w 216"/>
              <a:gd name="T3" fmla="*/ 0 h 123"/>
              <a:gd name="T4" fmla="*/ 0 w 216"/>
              <a:gd name="T5" fmla="*/ 2147483646 h 123"/>
              <a:gd name="T6" fmla="*/ 0 w 216"/>
              <a:gd name="T7" fmla="*/ 2147483646 h 123"/>
              <a:gd name="T8" fmla="*/ 2147483646 w 216"/>
              <a:gd name="T9" fmla="*/ 2147483646 h 123"/>
              <a:gd name="T10" fmla="*/ 2147483646 w 216"/>
              <a:gd name="T11" fmla="*/ 2147483646 h 123"/>
              <a:gd name="T12" fmla="*/ 2147483646 w 216"/>
              <a:gd name="T13" fmla="*/ 2147483646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123"/>
              <a:gd name="T23" fmla="*/ 216 w 216"/>
              <a:gd name="T24" fmla="*/ 123 h 12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123">
                <a:moveTo>
                  <a:pt x="216" y="16"/>
                </a:moveTo>
                <a:lnTo>
                  <a:pt x="207" y="0"/>
                </a:lnTo>
                <a:lnTo>
                  <a:pt x="0" y="106"/>
                </a:lnTo>
                <a:lnTo>
                  <a:pt x="9" y="123"/>
                </a:lnTo>
                <a:lnTo>
                  <a:pt x="216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55" name="Freeform 60">
            <a:extLst>
              <a:ext uri="{FF2B5EF4-FFF2-40B4-BE49-F238E27FC236}">
                <a16:creationId xmlns:a16="http://schemas.microsoft.com/office/drawing/2014/main" id="{6BDE2800-D7C3-E7BC-66DF-DDD124BC654E}"/>
              </a:ext>
            </a:extLst>
          </p:cNvPr>
          <p:cNvSpPr>
            <a:spLocks/>
          </p:cNvSpPr>
          <p:nvPr/>
        </p:nvSpPr>
        <p:spPr bwMode="auto">
          <a:xfrm>
            <a:off x="3762375" y="2163763"/>
            <a:ext cx="300038" cy="233362"/>
          </a:xfrm>
          <a:custGeom>
            <a:avLst/>
            <a:gdLst>
              <a:gd name="T0" fmla="*/ 2147483646 w 189"/>
              <a:gd name="T1" fmla="*/ 2147483646 h 147"/>
              <a:gd name="T2" fmla="*/ 2147483646 w 189"/>
              <a:gd name="T3" fmla="*/ 0 h 147"/>
              <a:gd name="T4" fmla="*/ 0 w 189"/>
              <a:gd name="T5" fmla="*/ 2147483646 h 147"/>
              <a:gd name="T6" fmla="*/ 0 w 189"/>
              <a:gd name="T7" fmla="*/ 2147483646 h 147"/>
              <a:gd name="T8" fmla="*/ 2147483646 w 189"/>
              <a:gd name="T9" fmla="*/ 2147483646 h 147"/>
              <a:gd name="T10" fmla="*/ 2147483646 w 189"/>
              <a:gd name="T11" fmla="*/ 2147483646 h 147"/>
              <a:gd name="T12" fmla="*/ 2147483646 w 189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147"/>
              <a:gd name="T23" fmla="*/ 189 w 189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147">
                <a:moveTo>
                  <a:pt x="189" y="17"/>
                </a:moveTo>
                <a:lnTo>
                  <a:pt x="180" y="0"/>
                </a:lnTo>
                <a:lnTo>
                  <a:pt x="0" y="131"/>
                </a:lnTo>
                <a:lnTo>
                  <a:pt x="9" y="147"/>
                </a:lnTo>
                <a:lnTo>
                  <a:pt x="18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56" name="Freeform 61">
            <a:extLst>
              <a:ext uri="{FF2B5EF4-FFF2-40B4-BE49-F238E27FC236}">
                <a16:creationId xmlns:a16="http://schemas.microsoft.com/office/drawing/2014/main" id="{FE7A8580-F7D8-1042-F2F4-523D2A312B02}"/>
              </a:ext>
            </a:extLst>
          </p:cNvPr>
          <p:cNvSpPr>
            <a:spLocks/>
          </p:cNvSpPr>
          <p:nvPr/>
        </p:nvSpPr>
        <p:spPr bwMode="auto">
          <a:xfrm>
            <a:off x="3476625" y="2371726"/>
            <a:ext cx="300038" cy="258763"/>
          </a:xfrm>
          <a:custGeom>
            <a:avLst/>
            <a:gdLst>
              <a:gd name="T0" fmla="*/ 2147483646 w 189"/>
              <a:gd name="T1" fmla="*/ 2147483646 h 163"/>
              <a:gd name="T2" fmla="*/ 2147483646 w 189"/>
              <a:gd name="T3" fmla="*/ 0 h 163"/>
              <a:gd name="T4" fmla="*/ 2147483646 w 189"/>
              <a:gd name="T5" fmla="*/ 2147483646 h 163"/>
              <a:gd name="T6" fmla="*/ 0 w 189"/>
              <a:gd name="T7" fmla="*/ 2147483646 h 163"/>
              <a:gd name="T8" fmla="*/ 2147483646 w 189"/>
              <a:gd name="T9" fmla="*/ 2147483646 h 163"/>
              <a:gd name="T10" fmla="*/ 2147483646 w 189"/>
              <a:gd name="T11" fmla="*/ 2147483646 h 163"/>
              <a:gd name="T12" fmla="*/ 2147483646 w 189"/>
              <a:gd name="T13" fmla="*/ 2147483646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163"/>
              <a:gd name="T23" fmla="*/ 189 w 189"/>
              <a:gd name="T24" fmla="*/ 163 h 16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163">
                <a:moveTo>
                  <a:pt x="189" y="16"/>
                </a:moveTo>
                <a:lnTo>
                  <a:pt x="180" y="0"/>
                </a:lnTo>
                <a:lnTo>
                  <a:pt x="9" y="147"/>
                </a:lnTo>
                <a:lnTo>
                  <a:pt x="0" y="155"/>
                </a:lnTo>
                <a:lnTo>
                  <a:pt x="18" y="163"/>
                </a:lnTo>
                <a:lnTo>
                  <a:pt x="18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57" name="Freeform 62">
            <a:extLst>
              <a:ext uri="{FF2B5EF4-FFF2-40B4-BE49-F238E27FC236}">
                <a16:creationId xmlns:a16="http://schemas.microsoft.com/office/drawing/2014/main" id="{F9258AE0-AD20-A4FA-C8A6-7BFD5C24E1DB}"/>
              </a:ext>
            </a:extLst>
          </p:cNvPr>
          <p:cNvSpPr>
            <a:spLocks/>
          </p:cNvSpPr>
          <p:nvPr/>
        </p:nvSpPr>
        <p:spPr bwMode="auto">
          <a:xfrm>
            <a:off x="3248026" y="2617788"/>
            <a:ext cx="257175" cy="273050"/>
          </a:xfrm>
          <a:custGeom>
            <a:avLst/>
            <a:gdLst>
              <a:gd name="T0" fmla="*/ 2147483646 w 162"/>
              <a:gd name="T1" fmla="*/ 2147483646 h 172"/>
              <a:gd name="T2" fmla="*/ 2147483646 w 162"/>
              <a:gd name="T3" fmla="*/ 0 h 172"/>
              <a:gd name="T4" fmla="*/ 0 w 162"/>
              <a:gd name="T5" fmla="*/ 2147483646 h 172"/>
              <a:gd name="T6" fmla="*/ 0 w 162"/>
              <a:gd name="T7" fmla="*/ 2147483646 h 172"/>
              <a:gd name="T8" fmla="*/ 2147483646 w 162"/>
              <a:gd name="T9" fmla="*/ 2147483646 h 172"/>
              <a:gd name="T10" fmla="*/ 2147483646 w 162"/>
              <a:gd name="T11" fmla="*/ 2147483646 h 172"/>
              <a:gd name="T12" fmla="*/ 2147483646 w 162"/>
              <a:gd name="T13" fmla="*/ 2147483646 h 1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2"/>
              <a:gd name="T22" fmla="*/ 0 h 172"/>
              <a:gd name="T23" fmla="*/ 162 w 162"/>
              <a:gd name="T24" fmla="*/ 172 h 17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2" h="172">
                <a:moveTo>
                  <a:pt x="162" y="8"/>
                </a:moveTo>
                <a:lnTo>
                  <a:pt x="144" y="0"/>
                </a:lnTo>
                <a:lnTo>
                  <a:pt x="0" y="163"/>
                </a:lnTo>
                <a:lnTo>
                  <a:pt x="18" y="172"/>
                </a:lnTo>
                <a:lnTo>
                  <a:pt x="16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58" name="Freeform 63">
            <a:extLst>
              <a:ext uri="{FF2B5EF4-FFF2-40B4-BE49-F238E27FC236}">
                <a16:creationId xmlns:a16="http://schemas.microsoft.com/office/drawing/2014/main" id="{49A05F96-6EC9-6CDF-5752-C8A6A63CD78E}"/>
              </a:ext>
            </a:extLst>
          </p:cNvPr>
          <p:cNvSpPr>
            <a:spLocks/>
          </p:cNvSpPr>
          <p:nvPr/>
        </p:nvSpPr>
        <p:spPr bwMode="auto">
          <a:xfrm>
            <a:off x="3033714" y="2876550"/>
            <a:ext cx="242887" cy="312738"/>
          </a:xfrm>
          <a:custGeom>
            <a:avLst/>
            <a:gdLst>
              <a:gd name="T0" fmla="*/ 2147483646 w 153"/>
              <a:gd name="T1" fmla="*/ 2147483646 h 197"/>
              <a:gd name="T2" fmla="*/ 2147483646 w 153"/>
              <a:gd name="T3" fmla="*/ 0 h 197"/>
              <a:gd name="T4" fmla="*/ 0 w 153"/>
              <a:gd name="T5" fmla="*/ 2147483646 h 197"/>
              <a:gd name="T6" fmla="*/ 2147483646 w 153"/>
              <a:gd name="T7" fmla="*/ 2147483646 h 197"/>
              <a:gd name="T8" fmla="*/ 2147483646 w 153"/>
              <a:gd name="T9" fmla="*/ 2147483646 h 19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"/>
              <a:gd name="T16" fmla="*/ 0 h 197"/>
              <a:gd name="T17" fmla="*/ 153 w 153"/>
              <a:gd name="T18" fmla="*/ 197 h 19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" h="197">
                <a:moveTo>
                  <a:pt x="153" y="9"/>
                </a:moveTo>
                <a:lnTo>
                  <a:pt x="135" y="0"/>
                </a:lnTo>
                <a:lnTo>
                  <a:pt x="0" y="188"/>
                </a:lnTo>
                <a:lnTo>
                  <a:pt x="18" y="197"/>
                </a:lnTo>
                <a:lnTo>
                  <a:pt x="153" y="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59" name="Freeform 64">
            <a:extLst>
              <a:ext uri="{FF2B5EF4-FFF2-40B4-BE49-F238E27FC236}">
                <a16:creationId xmlns:a16="http://schemas.microsoft.com/office/drawing/2014/main" id="{4F52E77C-2929-4E52-10E4-B9633366D60B}"/>
              </a:ext>
            </a:extLst>
          </p:cNvPr>
          <p:cNvSpPr>
            <a:spLocks/>
          </p:cNvSpPr>
          <p:nvPr/>
        </p:nvSpPr>
        <p:spPr bwMode="auto">
          <a:xfrm>
            <a:off x="9063039" y="2138363"/>
            <a:ext cx="28575" cy="25400"/>
          </a:xfrm>
          <a:custGeom>
            <a:avLst/>
            <a:gdLst>
              <a:gd name="T0" fmla="*/ 2147483646 w 18"/>
              <a:gd name="T1" fmla="*/ 0 h 16"/>
              <a:gd name="T2" fmla="*/ 2147483646 w 18"/>
              <a:gd name="T3" fmla="*/ 0 h 16"/>
              <a:gd name="T4" fmla="*/ 0 w 18"/>
              <a:gd name="T5" fmla="*/ 2147483646 h 16"/>
              <a:gd name="T6" fmla="*/ 2147483646 w 18"/>
              <a:gd name="T7" fmla="*/ 2147483646 h 16"/>
              <a:gd name="T8" fmla="*/ 2147483646 w 18"/>
              <a:gd name="T9" fmla="*/ 2147483646 h 16"/>
              <a:gd name="T10" fmla="*/ 2147483646 w 18"/>
              <a:gd name="T11" fmla="*/ 2147483646 h 16"/>
              <a:gd name="T12" fmla="*/ 2147483646 w 18"/>
              <a:gd name="T13" fmla="*/ 2147483646 h 16"/>
              <a:gd name="T14" fmla="*/ 2147483646 w 18"/>
              <a:gd name="T15" fmla="*/ 0 h 16"/>
              <a:gd name="T16" fmla="*/ 2147483646 w 18"/>
              <a:gd name="T17" fmla="*/ 0 h 16"/>
              <a:gd name="T18" fmla="*/ 2147483646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9" y="0"/>
                </a:moveTo>
                <a:lnTo>
                  <a:pt x="9" y="0"/>
                </a:lnTo>
                <a:lnTo>
                  <a:pt x="0" y="8"/>
                </a:lnTo>
                <a:lnTo>
                  <a:pt x="9" y="8"/>
                </a:lnTo>
                <a:lnTo>
                  <a:pt x="9" y="16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60" name="Freeform 65">
            <a:extLst>
              <a:ext uri="{FF2B5EF4-FFF2-40B4-BE49-F238E27FC236}">
                <a16:creationId xmlns:a16="http://schemas.microsoft.com/office/drawing/2014/main" id="{6286AA59-6B02-708B-980C-23F8255649DB}"/>
              </a:ext>
            </a:extLst>
          </p:cNvPr>
          <p:cNvSpPr>
            <a:spLocks/>
          </p:cNvSpPr>
          <p:nvPr/>
        </p:nvSpPr>
        <p:spPr bwMode="auto">
          <a:xfrm>
            <a:off x="9020175" y="1943101"/>
            <a:ext cx="128588" cy="195263"/>
          </a:xfrm>
          <a:custGeom>
            <a:avLst/>
            <a:gdLst>
              <a:gd name="T0" fmla="*/ 2147483646 w 81"/>
              <a:gd name="T1" fmla="*/ 2147483646 h 123"/>
              <a:gd name="T2" fmla="*/ 0 w 81"/>
              <a:gd name="T3" fmla="*/ 2147483646 h 123"/>
              <a:gd name="T4" fmla="*/ 2147483646 w 81"/>
              <a:gd name="T5" fmla="*/ 0 h 123"/>
              <a:gd name="T6" fmla="*/ 2147483646 w 81"/>
              <a:gd name="T7" fmla="*/ 2147483646 h 123"/>
              <a:gd name="T8" fmla="*/ 2147483646 w 81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36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36" y="12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61" name="Freeform 66">
            <a:extLst>
              <a:ext uri="{FF2B5EF4-FFF2-40B4-BE49-F238E27FC236}">
                <a16:creationId xmlns:a16="http://schemas.microsoft.com/office/drawing/2014/main" id="{BCB00101-9D8E-8498-0449-01D6D355A77B}"/>
              </a:ext>
            </a:extLst>
          </p:cNvPr>
          <p:cNvSpPr>
            <a:spLocks/>
          </p:cNvSpPr>
          <p:nvPr/>
        </p:nvSpPr>
        <p:spPr bwMode="auto">
          <a:xfrm>
            <a:off x="9020175" y="1943101"/>
            <a:ext cx="128588" cy="195263"/>
          </a:xfrm>
          <a:custGeom>
            <a:avLst/>
            <a:gdLst>
              <a:gd name="T0" fmla="*/ 2147483646 w 81"/>
              <a:gd name="T1" fmla="*/ 2147483646 h 123"/>
              <a:gd name="T2" fmla="*/ 0 w 81"/>
              <a:gd name="T3" fmla="*/ 2147483646 h 123"/>
              <a:gd name="T4" fmla="*/ 2147483646 w 81"/>
              <a:gd name="T5" fmla="*/ 0 h 123"/>
              <a:gd name="T6" fmla="*/ 2147483646 w 81"/>
              <a:gd name="T7" fmla="*/ 2147483646 h 123"/>
              <a:gd name="T8" fmla="*/ 2147483646 w 81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36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36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62" name="Freeform 67">
            <a:extLst>
              <a:ext uri="{FF2B5EF4-FFF2-40B4-BE49-F238E27FC236}">
                <a16:creationId xmlns:a16="http://schemas.microsoft.com/office/drawing/2014/main" id="{74B23939-FA25-C220-31B6-6F171ADEC14E}"/>
              </a:ext>
            </a:extLst>
          </p:cNvPr>
          <p:cNvSpPr>
            <a:spLocks/>
          </p:cNvSpPr>
          <p:nvPr/>
        </p:nvSpPr>
        <p:spPr bwMode="auto">
          <a:xfrm>
            <a:off x="8620126" y="2695576"/>
            <a:ext cx="200025" cy="180975"/>
          </a:xfrm>
          <a:custGeom>
            <a:avLst/>
            <a:gdLst>
              <a:gd name="T0" fmla="*/ 0 w 126"/>
              <a:gd name="T1" fmla="*/ 2147483646 h 114"/>
              <a:gd name="T2" fmla="*/ 2147483646 w 126"/>
              <a:gd name="T3" fmla="*/ 2147483646 h 114"/>
              <a:gd name="T4" fmla="*/ 2147483646 w 126"/>
              <a:gd name="T5" fmla="*/ 2147483646 h 114"/>
              <a:gd name="T6" fmla="*/ 2147483646 w 126"/>
              <a:gd name="T7" fmla="*/ 2147483646 h 114"/>
              <a:gd name="T8" fmla="*/ 2147483646 w 126"/>
              <a:gd name="T9" fmla="*/ 0 h 114"/>
              <a:gd name="T10" fmla="*/ 2147483646 w 126"/>
              <a:gd name="T11" fmla="*/ 0 h 114"/>
              <a:gd name="T12" fmla="*/ 0 w 126"/>
              <a:gd name="T13" fmla="*/ 2147483646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26"/>
              <a:gd name="T22" fmla="*/ 0 h 114"/>
              <a:gd name="T23" fmla="*/ 126 w 126"/>
              <a:gd name="T24" fmla="*/ 114 h 11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26" h="114">
                <a:moveTo>
                  <a:pt x="0" y="106"/>
                </a:moveTo>
                <a:lnTo>
                  <a:pt x="18" y="114"/>
                </a:lnTo>
                <a:lnTo>
                  <a:pt x="126" y="8"/>
                </a:lnTo>
                <a:lnTo>
                  <a:pt x="10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63" name="Freeform 68">
            <a:extLst>
              <a:ext uri="{FF2B5EF4-FFF2-40B4-BE49-F238E27FC236}">
                <a16:creationId xmlns:a16="http://schemas.microsoft.com/office/drawing/2014/main" id="{02105211-7749-B357-C712-8F593EB555CB}"/>
              </a:ext>
            </a:extLst>
          </p:cNvPr>
          <p:cNvSpPr>
            <a:spLocks/>
          </p:cNvSpPr>
          <p:nvPr/>
        </p:nvSpPr>
        <p:spPr bwMode="auto">
          <a:xfrm>
            <a:off x="8791575" y="2514601"/>
            <a:ext cx="171450" cy="193675"/>
          </a:xfrm>
          <a:custGeom>
            <a:avLst/>
            <a:gdLst>
              <a:gd name="T0" fmla="*/ 0 w 108"/>
              <a:gd name="T1" fmla="*/ 2147483646 h 122"/>
              <a:gd name="T2" fmla="*/ 2147483646 w 108"/>
              <a:gd name="T3" fmla="*/ 2147483646 h 122"/>
              <a:gd name="T4" fmla="*/ 2147483646 w 108"/>
              <a:gd name="T5" fmla="*/ 2147483646 h 122"/>
              <a:gd name="T6" fmla="*/ 2147483646 w 108"/>
              <a:gd name="T7" fmla="*/ 2147483646 h 122"/>
              <a:gd name="T8" fmla="*/ 2147483646 w 108"/>
              <a:gd name="T9" fmla="*/ 0 h 122"/>
              <a:gd name="T10" fmla="*/ 2147483646 w 108"/>
              <a:gd name="T11" fmla="*/ 0 h 122"/>
              <a:gd name="T12" fmla="*/ 0 w 108"/>
              <a:gd name="T13" fmla="*/ 2147483646 h 12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08"/>
              <a:gd name="T22" fmla="*/ 0 h 122"/>
              <a:gd name="T23" fmla="*/ 108 w 108"/>
              <a:gd name="T24" fmla="*/ 122 h 12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08" h="122">
                <a:moveTo>
                  <a:pt x="0" y="114"/>
                </a:moveTo>
                <a:lnTo>
                  <a:pt x="18" y="122"/>
                </a:lnTo>
                <a:lnTo>
                  <a:pt x="108" y="8"/>
                </a:lnTo>
                <a:lnTo>
                  <a:pt x="9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64" name="Freeform 69">
            <a:extLst>
              <a:ext uri="{FF2B5EF4-FFF2-40B4-BE49-F238E27FC236}">
                <a16:creationId xmlns:a16="http://schemas.microsoft.com/office/drawing/2014/main" id="{A17FE37F-4721-595F-A6C9-EA6C852BD219}"/>
              </a:ext>
            </a:extLst>
          </p:cNvPr>
          <p:cNvSpPr>
            <a:spLocks/>
          </p:cNvSpPr>
          <p:nvPr/>
        </p:nvSpPr>
        <p:spPr bwMode="auto">
          <a:xfrm>
            <a:off x="8934450" y="2332038"/>
            <a:ext cx="128588" cy="195262"/>
          </a:xfrm>
          <a:custGeom>
            <a:avLst/>
            <a:gdLst>
              <a:gd name="T0" fmla="*/ 0 w 81"/>
              <a:gd name="T1" fmla="*/ 2147483646 h 123"/>
              <a:gd name="T2" fmla="*/ 2147483646 w 81"/>
              <a:gd name="T3" fmla="*/ 2147483646 h 123"/>
              <a:gd name="T4" fmla="*/ 2147483646 w 81"/>
              <a:gd name="T5" fmla="*/ 2147483646 h 123"/>
              <a:gd name="T6" fmla="*/ 2147483646 w 81"/>
              <a:gd name="T7" fmla="*/ 0 h 123"/>
              <a:gd name="T8" fmla="*/ 2147483646 w 81"/>
              <a:gd name="T9" fmla="*/ 0 h 123"/>
              <a:gd name="T10" fmla="*/ 2147483646 w 81"/>
              <a:gd name="T11" fmla="*/ 0 h 123"/>
              <a:gd name="T12" fmla="*/ 0 w 81"/>
              <a:gd name="T13" fmla="*/ 2147483646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1"/>
              <a:gd name="T22" fmla="*/ 0 h 123"/>
              <a:gd name="T23" fmla="*/ 81 w 81"/>
              <a:gd name="T24" fmla="*/ 123 h 12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1" h="123">
                <a:moveTo>
                  <a:pt x="0" y="115"/>
                </a:moveTo>
                <a:lnTo>
                  <a:pt x="18" y="123"/>
                </a:lnTo>
                <a:lnTo>
                  <a:pt x="81" y="9"/>
                </a:lnTo>
                <a:lnTo>
                  <a:pt x="81" y="0"/>
                </a:lnTo>
                <a:lnTo>
                  <a:pt x="63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65" name="Freeform 70">
            <a:extLst>
              <a:ext uri="{FF2B5EF4-FFF2-40B4-BE49-F238E27FC236}">
                <a16:creationId xmlns:a16="http://schemas.microsoft.com/office/drawing/2014/main" id="{EB89765A-836E-A79F-420B-4C78BC2B73E9}"/>
              </a:ext>
            </a:extLst>
          </p:cNvPr>
          <p:cNvSpPr>
            <a:spLocks/>
          </p:cNvSpPr>
          <p:nvPr/>
        </p:nvSpPr>
        <p:spPr bwMode="auto">
          <a:xfrm>
            <a:off x="9034463" y="2138364"/>
            <a:ext cx="57150" cy="193675"/>
          </a:xfrm>
          <a:custGeom>
            <a:avLst/>
            <a:gdLst>
              <a:gd name="T0" fmla="*/ 0 w 36"/>
              <a:gd name="T1" fmla="*/ 2147483646 h 122"/>
              <a:gd name="T2" fmla="*/ 2147483646 w 36"/>
              <a:gd name="T3" fmla="*/ 2147483646 h 122"/>
              <a:gd name="T4" fmla="*/ 2147483646 w 36"/>
              <a:gd name="T5" fmla="*/ 0 h 122"/>
              <a:gd name="T6" fmla="*/ 2147483646 w 36"/>
              <a:gd name="T7" fmla="*/ 0 h 122"/>
              <a:gd name="T8" fmla="*/ 0 w 36"/>
              <a:gd name="T9" fmla="*/ 2147483646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6"/>
              <a:gd name="T16" fmla="*/ 0 h 122"/>
              <a:gd name="T17" fmla="*/ 36 w 36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6" h="122">
                <a:moveTo>
                  <a:pt x="0" y="122"/>
                </a:moveTo>
                <a:lnTo>
                  <a:pt x="18" y="122"/>
                </a:lnTo>
                <a:lnTo>
                  <a:pt x="36" y="0"/>
                </a:lnTo>
                <a:lnTo>
                  <a:pt x="18" y="0"/>
                </a:lnTo>
                <a:lnTo>
                  <a:pt x="0" y="12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66" name="Freeform 71">
            <a:extLst>
              <a:ext uri="{FF2B5EF4-FFF2-40B4-BE49-F238E27FC236}">
                <a16:creationId xmlns:a16="http://schemas.microsoft.com/office/drawing/2014/main" id="{CF9E8A37-EFCF-8752-0A97-540426AF6AE6}"/>
              </a:ext>
            </a:extLst>
          </p:cNvPr>
          <p:cNvSpPr>
            <a:spLocks/>
          </p:cNvSpPr>
          <p:nvPr/>
        </p:nvSpPr>
        <p:spPr bwMode="auto">
          <a:xfrm>
            <a:off x="8534401" y="2359025"/>
            <a:ext cx="28575" cy="25400"/>
          </a:xfrm>
          <a:custGeom>
            <a:avLst/>
            <a:gdLst>
              <a:gd name="T0" fmla="*/ 2147483646 w 18"/>
              <a:gd name="T1" fmla="*/ 2147483646 h 16"/>
              <a:gd name="T2" fmla="*/ 2147483646 w 18"/>
              <a:gd name="T3" fmla="*/ 2147483646 h 16"/>
              <a:gd name="T4" fmla="*/ 2147483646 w 18"/>
              <a:gd name="T5" fmla="*/ 2147483646 h 16"/>
              <a:gd name="T6" fmla="*/ 2147483646 w 18"/>
              <a:gd name="T7" fmla="*/ 0 h 16"/>
              <a:gd name="T8" fmla="*/ 2147483646 w 18"/>
              <a:gd name="T9" fmla="*/ 0 h 16"/>
              <a:gd name="T10" fmla="*/ 2147483646 w 18"/>
              <a:gd name="T11" fmla="*/ 0 h 16"/>
              <a:gd name="T12" fmla="*/ 0 w 18"/>
              <a:gd name="T13" fmla="*/ 2147483646 h 16"/>
              <a:gd name="T14" fmla="*/ 2147483646 w 18"/>
              <a:gd name="T15" fmla="*/ 2147483646 h 16"/>
              <a:gd name="T16" fmla="*/ 2147483646 w 18"/>
              <a:gd name="T17" fmla="*/ 2147483646 h 16"/>
              <a:gd name="T18" fmla="*/ 2147483646 w 18"/>
              <a:gd name="T19" fmla="*/ 2147483646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9" y="16"/>
                </a:moveTo>
                <a:lnTo>
                  <a:pt x="18" y="16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lnTo>
                  <a:pt x="0" y="8"/>
                </a:lnTo>
                <a:lnTo>
                  <a:pt x="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67" name="Freeform 72">
            <a:extLst>
              <a:ext uri="{FF2B5EF4-FFF2-40B4-BE49-F238E27FC236}">
                <a16:creationId xmlns:a16="http://schemas.microsoft.com/office/drawing/2014/main" id="{23421206-836E-C4A3-EA2E-E7C0934D2C7E}"/>
              </a:ext>
            </a:extLst>
          </p:cNvPr>
          <p:cNvSpPr>
            <a:spLocks/>
          </p:cNvSpPr>
          <p:nvPr/>
        </p:nvSpPr>
        <p:spPr bwMode="auto">
          <a:xfrm>
            <a:off x="8491539" y="2384426"/>
            <a:ext cx="128587" cy="195263"/>
          </a:xfrm>
          <a:custGeom>
            <a:avLst/>
            <a:gdLst>
              <a:gd name="T0" fmla="*/ 2147483646 w 81"/>
              <a:gd name="T1" fmla="*/ 0 h 123"/>
              <a:gd name="T2" fmla="*/ 2147483646 w 81"/>
              <a:gd name="T3" fmla="*/ 0 h 123"/>
              <a:gd name="T4" fmla="*/ 2147483646 w 81"/>
              <a:gd name="T5" fmla="*/ 2147483646 h 123"/>
              <a:gd name="T6" fmla="*/ 0 w 81"/>
              <a:gd name="T7" fmla="*/ 0 h 123"/>
              <a:gd name="T8" fmla="*/ 2147483646 w 81"/>
              <a:gd name="T9" fmla="*/ 0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36" y="0"/>
                </a:moveTo>
                <a:lnTo>
                  <a:pt x="81" y="0"/>
                </a:lnTo>
                <a:lnTo>
                  <a:pt x="36" y="123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68" name="Freeform 73">
            <a:extLst>
              <a:ext uri="{FF2B5EF4-FFF2-40B4-BE49-F238E27FC236}">
                <a16:creationId xmlns:a16="http://schemas.microsoft.com/office/drawing/2014/main" id="{7993B804-C56E-DCF9-F172-721348A1BDDE}"/>
              </a:ext>
            </a:extLst>
          </p:cNvPr>
          <p:cNvSpPr>
            <a:spLocks/>
          </p:cNvSpPr>
          <p:nvPr/>
        </p:nvSpPr>
        <p:spPr bwMode="auto">
          <a:xfrm>
            <a:off x="8491539" y="2384426"/>
            <a:ext cx="128587" cy="195263"/>
          </a:xfrm>
          <a:custGeom>
            <a:avLst/>
            <a:gdLst>
              <a:gd name="T0" fmla="*/ 2147483646 w 81"/>
              <a:gd name="T1" fmla="*/ 0 h 123"/>
              <a:gd name="T2" fmla="*/ 2147483646 w 81"/>
              <a:gd name="T3" fmla="*/ 0 h 123"/>
              <a:gd name="T4" fmla="*/ 2147483646 w 81"/>
              <a:gd name="T5" fmla="*/ 2147483646 h 123"/>
              <a:gd name="T6" fmla="*/ 0 w 81"/>
              <a:gd name="T7" fmla="*/ 0 h 123"/>
              <a:gd name="T8" fmla="*/ 2147483646 w 81"/>
              <a:gd name="T9" fmla="*/ 0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36" y="0"/>
                </a:moveTo>
                <a:lnTo>
                  <a:pt x="81" y="0"/>
                </a:lnTo>
                <a:lnTo>
                  <a:pt x="36" y="123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69" name="Freeform 74">
            <a:extLst>
              <a:ext uri="{FF2B5EF4-FFF2-40B4-BE49-F238E27FC236}">
                <a16:creationId xmlns:a16="http://schemas.microsoft.com/office/drawing/2014/main" id="{809B4D8F-1145-C712-18F5-424D6C04CDCE}"/>
              </a:ext>
            </a:extLst>
          </p:cNvPr>
          <p:cNvSpPr>
            <a:spLocks/>
          </p:cNvSpPr>
          <p:nvPr/>
        </p:nvSpPr>
        <p:spPr bwMode="auto">
          <a:xfrm>
            <a:off x="8805863" y="1646239"/>
            <a:ext cx="214312" cy="193675"/>
          </a:xfrm>
          <a:custGeom>
            <a:avLst/>
            <a:gdLst>
              <a:gd name="T0" fmla="*/ 2147483646 w 135"/>
              <a:gd name="T1" fmla="*/ 2147483646 h 122"/>
              <a:gd name="T2" fmla="*/ 2147483646 w 135"/>
              <a:gd name="T3" fmla="*/ 0 h 122"/>
              <a:gd name="T4" fmla="*/ 0 w 135"/>
              <a:gd name="T5" fmla="*/ 2147483646 h 122"/>
              <a:gd name="T6" fmla="*/ 0 w 135"/>
              <a:gd name="T7" fmla="*/ 2147483646 h 122"/>
              <a:gd name="T8" fmla="*/ 2147483646 w 135"/>
              <a:gd name="T9" fmla="*/ 2147483646 h 122"/>
              <a:gd name="T10" fmla="*/ 2147483646 w 135"/>
              <a:gd name="T11" fmla="*/ 2147483646 h 122"/>
              <a:gd name="T12" fmla="*/ 2147483646 w 135"/>
              <a:gd name="T13" fmla="*/ 2147483646 h 12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35"/>
              <a:gd name="T22" fmla="*/ 0 h 122"/>
              <a:gd name="T23" fmla="*/ 135 w 135"/>
              <a:gd name="T24" fmla="*/ 122 h 12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35" h="122">
                <a:moveTo>
                  <a:pt x="135" y="8"/>
                </a:moveTo>
                <a:lnTo>
                  <a:pt x="117" y="0"/>
                </a:lnTo>
                <a:lnTo>
                  <a:pt x="0" y="114"/>
                </a:lnTo>
                <a:lnTo>
                  <a:pt x="18" y="122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70" name="Freeform 75">
            <a:extLst>
              <a:ext uri="{FF2B5EF4-FFF2-40B4-BE49-F238E27FC236}">
                <a16:creationId xmlns:a16="http://schemas.microsoft.com/office/drawing/2014/main" id="{FA4C2467-47CB-C1E9-8254-D6FDF384A4A7}"/>
              </a:ext>
            </a:extLst>
          </p:cNvPr>
          <p:cNvSpPr>
            <a:spLocks/>
          </p:cNvSpPr>
          <p:nvPr/>
        </p:nvSpPr>
        <p:spPr bwMode="auto">
          <a:xfrm>
            <a:off x="8662988" y="1827214"/>
            <a:ext cx="171450" cy="180975"/>
          </a:xfrm>
          <a:custGeom>
            <a:avLst/>
            <a:gdLst>
              <a:gd name="T0" fmla="*/ 2147483646 w 108"/>
              <a:gd name="T1" fmla="*/ 2147483646 h 114"/>
              <a:gd name="T2" fmla="*/ 2147483646 w 108"/>
              <a:gd name="T3" fmla="*/ 0 h 114"/>
              <a:gd name="T4" fmla="*/ 0 w 108"/>
              <a:gd name="T5" fmla="*/ 2147483646 h 114"/>
              <a:gd name="T6" fmla="*/ 0 w 108"/>
              <a:gd name="T7" fmla="*/ 2147483646 h 114"/>
              <a:gd name="T8" fmla="*/ 2147483646 w 108"/>
              <a:gd name="T9" fmla="*/ 2147483646 h 114"/>
              <a:gd name="T10" fmla="*/ 2147483646 w 108"/>
              <a:gd name="T11" fmla="*/ 2147483646 h 114"/>
              <a:gd name="T12" fmla="*/ 2147483646 w 108"/>
              <a:gd name="T13" fmla="*/ 2147483646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08"/>
              <a:gd name="T22" fmla="*/ 0 h 114"/>
              <a:gd name="T23" fmla="*/ 108 w 108"/>
              <a:gd name="T24" fmla="*/ 114 h 11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08" h="114">
                <a:moveTo>
                  <a:pt x="108" y="8"/>
                </a:moveTo>
                <a:lnTo>
                  <a:pt x="90" y="0"/>
                </a:lnTo>
                <a:lnTo>
                  <a:pt x="0" y="106"/>
                </a:lnTo>
                <a:lnTo>
                  <a:pt x="18" y="114"/>
                </a:lnTo>
                <a:lnTo>
                  <a:pt x="108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71" name="Freeform 76">
            <a:extLst>
              <a:ext uri="{FF2B5EF4-FFF2-40B4-BE49-F238E27FC236}">
                <a16:creationId xmlns:a16="http://schemas.microsoft.com/office/drawing/2014/main" id="{B9DE00EE-6EFA-FEAA-8D42-AFD2AE6FC1A7}"/>
              </a:ext>
            </a:extLst>
          </p:cNvPr>
          <p:cNvSpPr>
            <a:spLocks/>
          </p:cNvSpPr>
          <p:nvPr/>
        </p:nvSpPr>
        <p:spPr bwMode="auto">
          <a:xfrm>
            <a:off x="8577263" y="1995488"/>
            <a:ext cx="114300" cy="195262"/>
          </a:xfrm>
          <a:custGeom>
            <a:avLst/>
            <a:gdLst>
              <a:gd name="T0" fmla="*/ 2147483646 w 72"/>
              <a:gd name="T1" fmla="*/ 2147483646 h 123"/>
              <a:gd name="T2" fmla="*/ 2147483646 w 72"/>
              <a:gd name="T3" fmla="*/ 0 h 123"/>
              <a:gd name="T4" fmla="*/ 0 w 72"/>
              <a:gd name="T5" fmla="*/ 2147483646 h 123"/>
              <a:gd name="T6" fmla="*/ 0 w 72"/>
              <a:gd name="T7" fmla="*/ 2147483646 h 123"/>
              <a:gd name="T8" fmla="*/ 2147483646 w 72"/>
              <a:gd name="T9" fmla="*/ 2147483646 h 123"/>
              <a:gd name="T10" fmla="*/ 2147483646 w 72"/>
              <a:gd name="T11" fmla="*/ 2147483646 h 123"/>
              <a:gd name="T12" fmla="*/ 2147483646 w 72"/>
              <a:gd name="T13" fmla="*/ 2147483646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2"/>
              <a:gd name="T22" fmla="*/ 0 h 123"/>
              <a:gd name="T23" fmla="*/ 72 w 72"/>
              <a:gd name="T24" fmla="*/ 123 h 12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2" h="123">
                <a:moveTo>
                  <a:pt x="72" y="8"/>
                </a:moveTo>
                <a:lnTo>
                  <a:pt x="54" y="0"/>
                </a:lnTo>
                <a:lnTo>
                  <a:pt x="0" y="114"/>
                </a:lnTo>
                <a:lnTo>
                  <a:pt x="18" y="114"/>
                </a:lnTo>
                <a:lnTo>
                  <a:pt x="18" y="123"/>
                </a:lnTo>
                <a:lnTo>
                  <a:pt x="7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72" name="Freeform 77">
            <a:extLst>
              <a:ext uri="{FF2B5EF4-FFF2-40B4-BE49-F238E27FC236}">
                <a16:creationId xmlns:a16="http://schemas.microsoft.com/office/drawing/2014/main" id="{23C0F901-0565-3E90-0C70-824BCC0E15EB}"/>
              </a:ext>
            </a:extLst>
          </p:cNvPr>
          <p:cNvSpPr>
            <a:spLocks/>
          </p:cNvSpPr>
          <p:nvPr/>
        </p:nvSpPr>
        <p:spPr bwMode="auto">
          <a:xfrm>
            <a:off x="8534400" y="2176463"/>
            <a:ext cx="71438" cy="195262"/>
          </a:xfrm>
          <a:custGeom>
            <a:avLst/>
            <a:gdLst>
              <a:gd name="T0" fmla="*/ 2147483646 w 45"/>
              <a:gd name="T1" fmla="*/ 0 h 123"/>
              <a:gd name="T2" fmla="*/ 2147483646 w 45"/>
              <a:gd name="T3" fmla="*/ 0 h 123"/>
              <a:gd name="T4" fmla="*/ 0 w 45"/>
              <a:gd name="T5" fmla="*/ 2147483646 h 123"/>
              <a:gd name="T6" fmla="*/ 2147483646 w 45"/>
              <a:gd name="T7" fmla="*/ 2147483646 h 123"/>
              <a:gd name="T8" fmla="*/ 2147483646 w 45"/>
              <a:gd name="T9" fmla="*/ 0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5"/>
              <a:gd name="T16" fmla="*/ 0 h 123"/>
              <a:gd name="T17" fmla="*/ 45 w 45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5" h="123">
                <a:moveTo>
                  <a:pt x="45" y="0"/>
                </a:moveTo>
                <a:lnTo>
                  <a:pt x="27" y="0"/>
                </a:lnTo>
                <a:lnTo>
                  <a:pt x="0" y="123"/>
                </a:lnTo>
                <a:lnTo>
                  <a:pt x="18" y="123"/>
                </a:lnTo>
                <a:lnTo>
                  <a:pt x="4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73" name="Freeform 78">
            <a:extLst>
              <a:ext uri="{FF2B5EF4-FFF2-40B4-BE49-F238E27FC236}">
                <a16:creationId xmlns:a16="http://schemas.microsoft.com/office/drawing/2014/main" id="{0224CEBB-FAB8-57C3-BC26-D5F353F21846}"/>
              </a:ext>
            </a:extLst>
          </p:cNvPr>
          <p:cNvSpPr>
            <a:spLocks/>
          </p:cNvSpPr>
          <p:nvPr/>
        </p:nvSpPr>
        <p:spPr bwMode="auto">
          <a:xfrm>
            <a:off x="6148389" y="4549775"/>
            <a:ext cx="28575" cy="25400"/>
          </a:xfrm>
          <a:custGeom>
            <a:avLst/>
            <a:gdLst>
              <a:gd name="T0" fmla="*/ 0 w 18"/>
              <a:gd name="T1" fmla="*/ 2147483646 h 16"/>
              <a:gd name="T2" fmla="*/ 0 w 18"/>
              <a:gd name="T3" fmla="*/ 2147483646 h 16"/>
              <a:gd name="T4" fmla="*/ 2147483646 w 18"/>
              <a:gd name="T5" fmla="*/ 2147483646 h 16"/>
              <a:gd name="T6" fmla="*/ 2147483646 w 18"/>
              <a:gd name="T7" fmla="*/ 2147483646 h 16"/>
              <a:gd name="T8" fmla="*/ 2147483646 w 18"/>
              <a:gd name="T9" fmla="*/ 2147483646 h 16"/>
              <a:gd name="T10" fmla="*/ 2147483646 w 18"/>
              <a:gd name="T11" fmla="*/ 0 h 16"/>
              <a:gd name="T12" fmla="*/ 0 w 18"/>
              <a:gd name="T13" fmla="*/ 0 h 16"/>
              <a:gd name="T14" fmla="*/ 0 w 18"/>
              <a:gd name="T15" fmla="*/ 2147483646 h 16"/>
              <a:gd name="T16" fmla="*/ 0 w 18"/>
              <a:gd name="T17" fmla="*/ 2147483646 h 16"/>
              <a:gd name="T18" fmla="*/ 0 w 18"/>
              <a:gd name="T19" fmla="*/ 2147483646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0" y="16"/>
                </a:moveTo>
                <a:lnTo>
                  <a:pt x="0" y="16"/>
                </a:lnTo>
                <a:lnTo>
                  <a:pt x="9" y="16"/>
                </a:lnTo>
                <a:lnTo>
                  <a:pt x="18" y="16"/>
                </a:lnTo>
                <a:lnTo>
                  <a:pt x="18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lnTo>
                  <a:pt x="0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74" name="Freeform 79">
            <a:extLst>
              <a:ext uri="{FF2B5EF4-FFF2-40B4-BE49-F238E27FC236}">
                <a16:creationId xmlns:a16="http://schemas.microsoft.com/office/drawing/2014/main" id="{B8AF56DC-D32E-5AA5-B8A9-ED3EC5E84A69}"/>
              </a:ext>
            </a:extLst>
          </p:cNvPr>
          <p:cNvSpPr>
            <a:spLocks/>
          </p:cNvSpPr>
          <p:nvPr/>
        </p:nvSpPr>
        <p:spPr bwMode="auto">
          <a:xfrm>
            <a:off x="5948363" y="4524375"/>
            <a:ext cx="228600" cy="115888"/>
          </a:xfrm>
          <a:custGeom>
            <a:avLst/>
            <a:gdLst>
              <a:gd name="T0" fmla="*/ 2147483646 w 144"/>
              <a:gd name="T1" fmla="*/ 2147483646 h 73"/>
              <a:gd name="T2" fmla="*/ 2147483646 w 144"/>
              <a:gd name="T3" fmla="*/ 2147483646 h 73"/>
              <a:gd name="T4" fmla="*/ 0 w 144"/>
              <a:gd name="T5" fmla="*/ 2147483646 h 73"/>
              <a:gd name="T6" fmla="*/ 2147483646 w 144"/>
              <a:gd name="T7" fmla="*/ 0 h 73"/>
              <a:gd name="T8" fmla="*/ 2147483646 w 144"/>
              <a:gd name="T9" fmla="*/ 2147483646 h 7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73"/>
              <a:gd name="T17" fmla="*/ 144 w 144"/>
              <a:gd name="T18" fmla="*/ 73 h 7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73">
                <a:moveTo>
                  <a:pt x="126" y="32"/>
                </a:moveTo>
                <a:lnTo>
                  <a:pt x="144" y="65"/>
                </a:lnTo>
                <a:lnTo>
                  <a:pt x="0" y="73"/>
                </a:lnTo>
                <a:lnTo>
                  <a:pt x="117" y="0"/>
                </a:lnTo>
                <a:lnTo>
                  <a:pt x="126" y="32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75" name="Freeform 80">
            <a:extLst>
              <a:ext uri="{FF2B5EF4-FFF2-40B4-BE49-F238E27FC236}">
                <a16:creationId xmlns:a16="http://schemas.microsoft.com/office/drawing/2014/main" id="{160767F7-FB69-B063-A10A-E64C6EB48925}"/>
              </a:ext>
            </a:extLst>
          </p:cNvPr>
          <p:cNvSpPr>
            <a:spLocks/>
          </p:cNvSpPr>
          <p:nvPr/>
        </p:nvSpPr>
        <p:spPr bwMode="auto">
          <a:xfrm>
            <a:off x="5948363" y="4524375"/>
            <a:ext cx="228600" cy="115888"/>
          </a:xfrm>
          <a:custGeom>
            <a:avLst/>
            <a:gdLst>
              <a:gd name="T0" fmla="*/ 2147483646 w 144"/>
              <a:gd name="T1" fmla="*/ 2147483646 h 73"/>
              <a:gd name="T2" fmla="*/ 2147483646 w 144"/>
              <a:gd name="T3" fmla="*/ 2147483646 h 73"/>
              <a:gd name="T4" fmla="*/ 0 w 144"/>
              <a:gd name="T5" fmla="*/ 2147483646 h 73"/>
              <a:gd name="T6" fmla="*/ 2147483646 w 144"/>
              <a:gd name="T7" fmla="*/ 0 h 73"/>
              <a:gd name="T8" fmla="*/ 2147483646 w 144"/>
              <a:gd name="T9" fmla="*/ 2147483646 h 7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73"/>
              <a:gd name="T17" fmla="*/ 144 w 144"/>
              <a:gd name="T18" fmla="*/ 73 h 7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73">
                <a:moveTo>
                  <a:pt x="126" y="32"/>
                </a:moveTo>
                <a:lnTo>
                  <a:pt x="144" y="65"/>
                </a:lnTo>
                <a:lnTo>
                  <a:pt x="0" y="73"/>
                </a:lnTo>
                <a:lnTo>
                  <a:pt x="117" y="0"/>
                </a:lnTo>
                <a:lnTo>
                  <a:pt x="126" y="3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76" name="Freeform 81">
            <a:extLst>
              <a:ext uri="{FF2B5EF4-FFF2-40B4-BE49-F238E27FC236}">
                <a16:creationId xmlns:a16="http://schemas.microsoft.com/office/drawing/2014/main" id="{C243387F-5490-E2C4-1D2E-DE77C65BA08B}"/>
              </a:ext>
            </a:extLst>
          </p:cNvPr>
          <p:cNvSpPr>
            <a:spLocks/>
          </p:cNvSpPr>
          <p:nvPr/>
        </p:nvSpPr>
        <p:spPr bwMode="auto">
          <a:xfrm>
            <a:off x="8348663" y="2825751"/>
            <a:ext cx="214312" cy="271463"/>
          </a:xfrm>
          <a:custGeom>
            <a:avLst/>
            <a:gdLst>
              <a:gd name="T0" fmla="*/ 2147483646 w 135"/>
              <a:gd name="T1" fmla="*/ 2147483646 h 171"/>
              <a:gd name="T2" fmla="*/ 2147483646 w 135"/>
              <a:gd name="T3" fmla="*/ 0 h 171"/>
              <a:gd name="T4" fmla="*/ 0 w 135"/>
              <a:gd name="T5" fmla="*/ 2147483646 h 171"/>
              <a:gd name="T6" fmla="*/ 0 w 135"/>
              <a:gd name="T7" fmla="*/ 2147483646 h 171"/>
              <a:gd name="T8" fmla="*/ 2147483646 w 135"/>
              <a:gd name="T9" fmla="*/ 2147483646 h 171"/>
              <a:gd name="T10" fmla="*/ 2147483646 w 135"/>
              <a:gd name="T11" fmla="*/ 2147483646 h 171"/>
              <a:gd name="T12" fmla="*/ 2147483646 w 135"/>
              <a:gd name="T13" fmla="*/ 2147483646 h 17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35"/>
              <a:gd name="T22" fmla="*/ 0 h 171"/>
              <a:gd name="T23" fmla="*/ 135 w 135"/>
              <a:gd name="T24" fmla="*/ 171 h 17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35" h="171">
                <a:moveTo>
                  <a:pt x="135" y="8"/>
                </a:moveTo>
                <a:lnTo>
                  <a:pt x="117" y="0"/>
                </a:lnTo>
                <a:lnTo>
                  <a:pt x="0" y="163"/>
                </a:lnTo>
                <a:lnTo>
                  <a:pt x="18" y="171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77" name="Freeform 82">
            <a:extLst>
              <a:ext uri="{FF2B5EF4-FFF2-40B4-BE49-F238E27FC236}">
                <a16:creationId xmlns:a16="http://schemas.microsoft.com/office/drawing/2014/main" id="{F37081CA-B248-0F12-11D4-4C680CAEFCD4}"/>
              </a:ext>
            </a:extLst>
          </p:cNvPr>
          <p:cNvSpPr>
            <a:spLocks/>
          </p:cNvSpPr>
          <p:nvPr/>
        </p:nvSpPr>
        <p:spPr bwMode="auto">
          <a:xfrm>
            <a:off x="8120064" y="3084513"/>
            <a:ext cx="257175" cy="273050"/>
          </a:xfrm>
          <a:custGeom>
            <a:avLst/>
            <a:gdLst>
              <a:gd name="T0" fmla="*/ 2147483646 w 162"/>
              <a:gd name="T1" fmla="*/ 2147483646 h 172"/>
              <a:gd name="T2" fmla="*/ 2147483646 w 162"/>
              <a:gd name="T3" fmla="*/ 0 h 172"/>
              <a:gd name="T4" fmla="*/ 0 w 162"/>
              <a:gd name="T5" fmla="*/ 2147483646 h 172"/>
              <a:gd name="T6" fmla="*/ 0 w 162"/>
              <a:gd name="T7" fmla="*/ 2147483646 h 172"/>
              <a:gd name="T8" fmla="*/ 2147483646 w 162"/>
              <a:gd name="T9" fmla="*/ 2147483646 h 172"/>
              <a:gd name="T10" fmla="*/ 2147483646 w 162"/>
              <a:gd name="T11" fmla="*/ 2147483646 h 172"/>
              <a:gd name="T12" fmla="*/ 2147483646 w 162"/>
              <a:gd name="T13" fmla="*/ 2147483646 h 1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2"/>
              <a:gd name="T22" fmla="*/ 0 h 172"/>
              <a:gd name="T23" fmla="*/ 162 w 162"/>
              <a:gd name="T24" fmla="*/ 172 h 17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2" h="172">
                <a:moveTo>
                  <a:pt x="162" y="8"/>
                </a:moveTo>
                <a:lnTo>
                  <a:pt x="144" y="0"/>
                </a:lnTo>
                <a:lnTo>
                  <a:pt x="0" y="164"/>
                </a:lnTo>
                <a:lnTo>
                  <a:pt x="0" y="155"/>
                </a:lnTo>
                <a:lnTo>
                  <a:pt x="18" y="172"/>
                </a:lnTo>
                <a:lnTo>
                  <a:pt x="16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78" name="Freeform 83">
            <a:extLst>
              <a:ext uri="{FF2B5EF4-FFF2-40B4-BE49-F238E27FC236}">
                <a16:creationId xmlns:a16="http://schemas.microsoft.com/office/drawing/2014/main" id="{9F461022-A2A5-EA7E-BDF8-6453A264CDA1}"/>
              </a:ext>
            </a:extLst>
          </p:cNvPr>
          <p:cNvSpPr>
            <a:spLocks/>
          </p:cNvSpPr>
          <p:nvPr/>
        </p:nvSpPr>
        <p:spPr bwMode="auto">
          <a:xfrm>
            <a:off x="7848600" y="3330575"/>
            <a:ext cx="300038" cy="273050"/>
          </a:xfrm>
          <a:custGeom>
            <a:avLst/>
            <a:gdLst>
              <a:gd name="T0" fmla="*/ 2147483646 w 189"/>
              <a:gd name="T1" fmla="*/ 2147483646 h 172"/>
              <a:gd name="T2" fmla="*/ 2147483646 w 189"/>
              <a:gd name="T3" fmla="*/ 0 h 172"/>
              <a:gd name="T4" fmla="*/ 0 w 189"/>
              <a:gd name="T5" fmla="*/ 2147483646 h 172"/>
              <a:gd name="T6" fmla="*/ 2147483646 w 189"/>
              <a:gd name="T7" fmla="*/ 2147483646 h 172"/>
              <a:gd name="T8" fmla="*/ 2147483646 w 189"/>
              <a:gd name="T9" fmla="*/ 2147483646 h 172"/>
              <a:gd name="T10" fmla="*/ 2147483646 w 189"/>
              <a:gd name="T11" fmla="*/ 2147483646 h 172"/>
              <a:gd name="T12" fmla="*/ 2147483646 w 189"/>
              <a:gd name="T13" fmla="*/ 2147483646 h 1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172"/>
              <a:gd name="T23" fmla="*/ 189 w 189"/>
              <a:gd name="T24" fmla="*/ 172 h 17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172">
                <a:moveTo>
                  <a:pt x="189" y="17"/>
                </a:moveTo>
                <a:lnTo>
                  <a:pt x="171" y="0"/>
                </a:lnTo>
                <a:lnTo>
                  <a:pt x="0" y="156"/>
                </a:lnTo>
                <a:lnTo>
                  <a:pt x="9" y="156"/>
                </a:lnTo>
                <a:lnTo>
                  <a:pt x="18" y="172"/>
                </a:lnTo>
                <a:lnTo>
                  <a:pt x="18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79" name="Freeform 84">
            <a:extLst>
              <a:ext uri="{FF2B5EF4-FFF2-40B4-BE49-F238E27FC236}">
                <a16:creationId xmlns:a16="http://schemas.microsoft.com/office/drawing/2014/main" id="{253EE9D6-8D40-2827-4514-A287F99A4711}"/>
              </a:ext>
            </a:extLst>
          </p:cNvPr>
          <p:cNvSpPr>
            <a:spLocks/>
          </p:cNvSpPr>
          <p:nvPr/>
        </p:nvSpPr>
        <p:spPr bwMode="auto">
          <a:xfrm>
            <a:off x="7577139" y="3578226"/>
            <a:ext cx="300037" cy="258763"/>
          </a:xfrm>
          <a:custGeom>
            <a:avLst/>
            <a:gdLst>
              <a:gd name="T0" fmla="*/ 2147483646 w 189"/>
              <a:gd name="T1" fmla="*/ 2147483646 h 163"/>
              <a:gd name="T2" fmla="*/ 2147483646 w 189"/>
              <a:gd name="T3" fmla="*/ 0 h 163"/>
              <a:gd name="T4" fmla="*/ 0 w 189"/>
              <a:gd name="T5" fmla="*/ 2147483646 h 163"/>
              <a:gd name="T6" fmla="*/ 0 w 189"/>
              <a:gd name="T7" fmla="*/ 2147483646 h 163"/>
              <a:gd name="T8" fmla="*/ 2147483646 w 189"/>
              <a:gd name="T9" fmla="*/ 2147483646 h 163"/>
              <a:gd name="T10" fmla="*/ 2147483646 w 189"/>
              <a:gd name="T11" fmla="*/ 2147483646 h 163"/>
              <a:gd name="T12" fmla="*/ 2147483646 w 189"/>
              <a:gd name="T13" fmla="*/ 2147483646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163"/>
              <a:gd name="T23" fmla="*/ 189 w 189"/>
              <a:gd name="T24" fmla="*/ 163 h 16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163">
                <a:moveTo>
                  <a:pt x="189" y="16"/>
                </a:moveTo>
                <a:lnTo>
                  <a:pt x="180" y="0"/>
                </a:lnTo>
                <a:lnTo>
                  <a:pt x="0" y="147"/>
                </a:lnTo>
                <a:lnTo>
                  <a:pt x="9" y="163"/>
                </a:lnTo>
                <a:lnTo>
                  <a:pt x="18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80" name="Freeform 85">
            <a:extLst>
              <a:ext uri="{FF2B5EF4-FFF2-40B4-BE49-F238E27FC236}">
                <a16:creationId xmlns:a16="http://schemas.microsoft.com/office/drawing/2014/main" id="{4D2CAA23-174A-4523-CD5C-27B8FD7AFF37}"/>
              </a:ext>
            </a:extLst>
          </p:cNvPr>
          <p:cNvSpPr>
            <a:spLocks/>
          </p:cNvSpPr>
          <p:nvPr/>
        </p:nvSpPr>
        <p:spPr bwMode="auto">
          <a:xfrm>
            <a:off x="7248525" y="3811588"/>
            <a:ext cx="342900" cy="246062"/>
          </a:xfrm>
          <a:custGeom>
            <a:avLst/>
            <a:gdLst>
              <a:gd name="T0" fmla="*/ 2147483646 w 216"/>
              <a:gd name="T1" fmla="*/ 2147483646 h 155"/>
              <a:gd name="T2" fmla="*/ 2147483646 w 216"/>
              <a:gd name="T3" fmla="*/ 0 h 155"/>
              <a:gd name="T4" fmla="*/ 0 w 216"/>
              <a:gd name="T5" fmla="*/ 2147483646 h 155"/>
              <a:gd name="T6" fmla="*/ 0 w 216"/>
              <a:gd name="T7" fmla="*/ 2147483646 h 155"/>
              <a:gd name="T8" fmla="*/ 2147483646 w 216"/>
              <a:gd name="T9" fmla="*/ 2147483646 h 155"/>
              <a:gd name="T10" fmla="*/ 2147483646 w 216"/>
              <a:gd name="T11" fmla="*/ 2147483646 h 155"/>
              <a:gd name="T12" fmla="*/ 2147483646 w 216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155"/>
              <a:gd name="T23" fmla="*/ 216 w 216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155">
                <a:moveTo>
                  <a:pt x="216" y="16"/>
                </a:moveTo>
                <a:lnTo>
                  <a:pt x="207" y="0"/>
                </a:lnTo>
                <a:lnTo>
                  <a:pt x="0" y="138"/>
                </a:lnTo>
                <a:lnTo>
                  <a:pt x="9" y="155"/>
                </a:lnTo>
                <a:lnTo>
                  <a:pt x="216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81" name="Freeform 86">
            <a:extLst>
              <a:ext uri="{FF2B5EF4-FFF2-40B4-BE49-F238E27FC236}">
                <a16:creationId xmlns:a16="http://schemas.microsoft.com/office/drawing/2014/main" id="{BD33434C-E163-C398-2C26-FD039DEBB938}"/>
              </a:ext>
            </a:extLst>
          </p:cNvPr>
          <p:cNvSpPr>
            <a:spLocks/>
          </p:cNvSpPr>
          <p:nvPr/>
        </p:nvSpPr>
        <p:spPr bwMode="auto">
          <a:xfrm>
            <a:off x="6905625" y="4030663"/>
            <a:ext cx="357188" cy="220662"/>
          </a:xfrm>
          <a:custGeom>
            <a:avLst/>
            <a:gdLst>
              <a:gd name="T0" fmla="*/ 2147483646 w 225"/>
              <a:gd name="T1" fmla="*/ 2147483646 h 139"/>
              <a:gd name="T2" fmla="*/ 2147483646 w 225"/>
              <a:gd name="T3" fmla="*/ 0 h 139"/>
              <a:gd name="T4" fmla="*/ 0 w 225"/>
              <a:gd name="T5" fmla="*/ 2147483646 h 139"/>
              <a:gd name="T6" fmla="*/ 0 w 225"/>
              <a:gd name="T7" fmla="*/ 2147483646 h 139"/>
              <a:gd name="T8" fmla="*/ 2147483646 w 225"/>
              <a:gd name="T9" fmla="*/ 2147483646 h 139"/>
              <a:gd name="T10" fmla="*/ 2147483646 w 225"/>
              <a:gd name="T11" fmla="*/ 2147483646 h 139"/>
              <a:gd name="T12" fmla="*/ 2147483646 w 225"/>
              <a:gd name="T13" fmla="*/ 2147483646 h 13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139"/>
              <a:gd name="T23" fmla="*/ 225 w 225"/>
              <a:gd name="T24" fmla="*/ 139 h 13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139">
                <a:moveTo>
                  <a:pt x="225" y="17"/>
                </a:moveTo>
                <a:lnTo>
                  <a:pt x="216" y="0"/>
                </a:lnTo>
                <a:lnTo>
                  <a:pt x="0" y="123"/>
                </a:lnTo>
                <a:lnTo>
                  <a:pt x="9" y="139"/>
                </a:lnTo>
                <a:lnTo>
                  <a:pt x="225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82" name="Freeform 87">
            <a:extLst>
              <a:ext uri="{FF2B5EF4-FFF2-40B4-BE49-F238E27FC236}">
                <a16:creationId xmlns:a16="http://schemas.microsoft.com/office/drawing/2014/main" id="{D0A2027E-60BC-1147-2138-C18FC606440B}"/>
              </a:ext>
            </a:extLst>
          </p:cNvPr>
          <p:cNvSpPr>
            <a:spLocks/>
          </p:cNvSpPr>
          <p:nvPr/>
        </p:nvSpPr>
        <p:spPr bwMode="auto">
          <a:xfrm>
            <a:off x="6534151" y="4225926"/>
            <a:ext cx="385763" cy="207963"/>
          </a:xfrm>
          <a:custGeom>
            <a:avLst/>
            <a:gdLst>
              <a:gd name="T0" fmla="*/ 2147483646 w 243"/>
              <a:gd name="T1" fmla="*/ 2147483646 h 131"/>
              <a:gd name="T2" fmla="*/ 2147483646 w 243"/>
              <a:gd name="T3" fmla="*/ 0 h 131"/>
              <a:gd name="T4" fmla="*/ 0 w 243"/>
              <a:gd name="T5" fmla="*/ 2147483646 h 131"/>
              <a:gd name="T6" fmla="*/ 0 w 243"/>
              <a:gd name="T7" fmla="*/ 2147483646 h 131"/>
              <a:gd name="T8" fmla="*/ 2147483646 w 243"/>
              <a:gd name="T9" fmla="*/ 2147483646 h 131"/>
              <a:gd name="T10" fmla="*/ 2147483646 w 243"/>
              <a:gd name="T11" fmla="*/ 2147483646 h 131"/>
              <a:gd name="T12" fmla="*/ 2147483646 w 243"/>
              <a:gd name="T13" fmla="*/ 2147483646 h 13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3"/>
              <a:gd name="T22" fmla="*/ 0 h 131"/>
              <a:gd name="T23" fmla="*/ 243 w 243"/>
              <a:gd name="T24" fmla="*/ 131 h 13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3" h="131">
                <a:moveTo>
                  <a:pt x="243" y="16"/>
                </a:moveTo>
                <a:lnTo>
                  <a:pt x="234" y="0"/>
                </a:lnTo>
                <a:lnTo>
                  <a:pt x="0" y="114"/>
                </a:lnTo>
                <a:lnTo>
                  <a:pt x="9" y="131"/>
                </a:lnTo>
                <a:lnTo>
                  <a:pt x="243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83" name="Freeform 88">
            <a:extLst>
              <a:ext uri="{FF2B5EF4-FFF2-40B4-BE49-F238E27FC236}">
                <a16:creationId xmlns:a16="http://schemas.microsoft.com/office/drawing/2014/main" id="{0CFEA8DE-C3C4-DE0A-61B4-99D68CC41490}"/>
              </a:ext>
            </a:extLst>
          </p:cNvPr>
          <p:cNvSpPr>
            <a:spLocks/>
          </p:cNvSpPr>
          <p:nvPr/>
        </p:nvSpPr>
        <p:spPr bwMode="auto">
          <a:xfrm>
            <a:off x="6148388" y="4406901"/>
            <a:ext cx="400050" cy="168275"/>
          </a:xfrm>
          <a:custGeom>
            <a:avLst/>
            <a:gdLst>
              <a:gd name="T0" fmla="*/ 2147483646 w 252"/>
              <a:gd name="T1" fmla="*/ 2147483646 h 106"/>
              <a:gd name="T2" fmla="*/ 2147483646 w 252"/>
              <a:gd name="T3" fmla="*/ 0 h 106"/>
              <a:gd name="T4" fmla="*/ 0 w 252"/>
              <a:gd name="T5" fmla="*/ 2147483646 h 106"/>
              <a:gd name="T6" fmla="*/ 2147483646 w 252"/>
              <a:gd name="T7" fmla="*/ 2147483646 h 106"/>
              <a:gd name="T8" fmla="*/ 2147483646 w 252"/>
              <a:gd name="T9" fmla="*/ 2147483646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52"/>
              <a:gd name="T16" fmla="*/ 0 h 106"/>
              <a:gd name="T17" fmla="*/ 252 w 252"/>
              <a:gd name="T18" fmla="*/ 106 h 1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52" h="106">
                <a:moveTo>
                  <a:pt x="252" y="17"/>
                </a:moveTo>
                <a:lnTo>
                  <a:pt x="243" y="0"/>
                </a:lnTo>
                <a:lnTo>
                  <a:pt x="0" y="90"/>
                </a:lnTo>
                <a:lnTo>
                  <a:pt x="9" y="106"/>
                </a:lnTo>
                <a:lnTo>
                  <a:pt x="252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84" name="Freeform 89">
            <a:extLst>
              <a:ext uri="{FF2B5EF4-FFF2-40B4-BE49-F238E27FC236}">
                <a16:creationId xmlns:a16="http://schemas.microsoft.com/office/drawing/2014/main" id="{D1178750-606F-FE27-0EC5-7DC0D7EC8820}"/>
              </a:ext>
            </a:extLst>
          </p:cNvPr>
          <p:cNvSpPr>
            <a:spLocks/>
          </p:cNvSpPr>
          <p:nvPr/>
        </p:nvSpPr>
        <p:spPr bwMode="auto">
          <a:xfrm>
            <a:off x="3676651" y="4926013"/>
            <a:ext cx="28575" cy="25400"/>
          </a:xfrm>
          <a:custGeom>
            <a:avLst/>
            <a:gdLst>
              <a:gd name="T0" fmla="*/ 0 w 18"/>
              <a:gd name="T1" fmla="*/ 2147483646 h 16"/>
              <a:gd name="T2" fmla="*/ 0 w 18"/>
              <a:gd name="T3" fmla="*/ 2147483646 h 16"/>
              <a:gd name="T4" fmla="*/ 2147483646 w 18"/>
              <a:gd name="T5" fmla="*/ 2147483646 h 16"/>
              <a:gd name="T6" fmla="*/ 2147483646 w 18"/>
              <a:gd name="T7" fmla="*/ 2147483646 h 16"/>
              <a:gd name="T8" fmla="*/ 2147483646 w 18"/>
              <a:gd name="T9" fmla="*/ 2147483646 h 16"/>
              <a:gd name="T10" fmla="*/ 2147483646 w 18"/>
              <a:gd name="T11" fmla="*/ 2147483646 h 16"/>
              <a:gd name="T12" fmla="*/ 2147483646 w 18"/>
              <a:gd name="T13" fmla="*/ 0 h 16"/>
              <a:gd name="T14" fmla="*/ 0 w 18"/>
              <a:gd name="T15" fmla="*/ 0 h 16"/>
              <a:gd name="T16" fmla="*/ 0 w 18"/>
              <a:gd name="T17" fmla="*/ 2147483646 h 16"/>
              <a:gd name="T18" fmla="*/ 0 w 18"/>
              <a:gd name="T19" fmla="*/ 2147483646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0" y="8"/>
                </a:moveTo>
                <a:lnTo>
                  <a:pt x="0" y="16"/>
                </a:lnTo>
                <a:lnTo>
                  <a:pt x="9" y="16"/>
                </a:lnTo>
                <a:lnTo>
                  <a:pt x="18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85" name="Freeform 90">
            <a:extLst>
              <a:ext uri="{FF2B5EF4-FFF2-40B4-BE49-F238E27FC236}">
                <a16:creationId xmlns:a16="http://schemas.microsoft.com/office/drawing/2014/main" id="{34DB15BB-CB2A-3895-B497-0A77DD4A6060}"/>
              </a:ext>
            </a:extLst>
          </p:cNvPr>
          <p:cNvSpPr>
            <a:spLocks/>
          </p:cNvSpPr>
          <p:nvPr/>
        </p:nvSpPr>
        <p:spPr bwMode="auto">
          <a:xfrm>
            <a:off x="3476625" y="4886326"/>
            <a:ext cx="228600" cy="104775"/>
          </a:xfrm>
          <a:custGeom>
            <a:avLst/>
            <a:gdLst>
              <a:gd name="T0" fmla="*/ 2147483646 w 144"/>
              <a:gd name="T1" fmla="*/ 2147483646 h 66"/>
              <a:gd name="T2" fmla="*/ 2147483646 w 144"/>
              <a:gd name="T3" fmla="*/ 2147483646 h 66"/>
              <a:gd name="T4" fmla="*/ 0 w 144"/>
              <a:gd name="T5" fmla="*/ 0 h 66"/>
              <a:gd name="T6" fmla="*/ 2147483646 w 144"/>
              <a:gd name="T7" fmla="*/ 0 h 66"/>
              <a:gd name="T8" fmla="*/ 2147483646 w 144"/>
              <a:gd name="T9" fmla="*/ 2147483646 h 6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66"/>
              <a:gd name="T17" fmla="*/ 144 w 144"/>
              <a:gd name="T18" fmla="*/ 66 h 6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66">
                <a:moveTo>
                  <a:pt x="126" y="33"/>
                </a:moveTo>
                <a:lnTo>
                  <a:pt x="117" y="66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86" name="Freeform 91">
            <a:extLst>
              <a:ext uri="{FF2B5EF4-FFF2-40B4-BE49-F238E27FC236}">
                <a16:creationId xmlns:a16="http://schemas.microsoft.com/office/drawing/2014/main" id="{B5665D29-0948-01D3-6908-8BF2E24938BC}"/>
              </a:ext>
            </a:extLst>
          </p:cNvPr>
          <p:cNvSpPr>
            <a:spLocks/>
          </p:cNvSpPr>
          <p:nvPr/>
        </p:nvSpPr>
        <p:spPr bwMode="auto">
          <a:xfrm>
            <a:off x="3476625" y="4886326"/>
            <a:ext cx="228600" cy="104775"/>
          </a:xfrm>
          <a:custGeom>
            <a:avLst/>
            <a:gdLst>
              <a:gd name="T0" fmla="*/ 2147483646 w 144"/>
              <a:gd name="T1" fmla="*/ 2147483646 h 66"/>
              <a:gd name="T2" fmla="*/ 2147483646 w 144"/>
              <a:gd name="T3" fmla="*/ 2147483646 h 66"/>
              <a:gd name="T4" fmla="*/ 0 w 144"/>
              <a:gd name="T5" fmla="*/ 0 h 66"/>
              <a:gd name="T6" fmla="*/ 2147483646 w 144"/>
              <a:gd name="T7" fmla="*/ 0 h 66"/>
              <a:gd name="T8" fmla="*/ 2147483646 w 144"/>
              <a:gd name="T9" fmla="*/ 2147483646 h 6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66"/>
              <a:gd name="T17" fmla="*/ 144 w 144"/>
              <a:gd name="T18" fmla="*/ 66 h 6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66">
                <a:moveTo>
                  <a:pt x="126" y="33"/>
                </a:moveTo>
                <a:lnTo>
                  <a:pt x="117" y="66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87" name="Freeform 92">
            <a:extLst>
              <a:ext uri="{FF2B5EF4-FFF2-40B4-BE49-F238E27FC236}">
                <a16:creationId xmlns:a16="http://schemas.microsoft.com/office/drawing/2014/main" id="{A2661F83-5474-0B58-63F7-E0B2DBEFC5D9}"/>
              </a:ext>
            </a:extLst>
          </p:cNvPr>
          <p:cNvSpPr>
            <a:spLocks/>
          </p:cNvSpPr>
          <p:nvPr/>
        </p:nvSpPr>
        <p:spPr bwMode="auto">
          <a:xfrm>
            <a:off x="5362575" y="4627564"/>
            <a:ext cx="171450" cy="142875"/>
          </a:xfrm>
          <a:custGeom>
            <a:avLst/>
            <a:gdLst>
              <a:gd name="T0" fmla="*/ 2147483646 w 108"/>
              <a:gd name="T1" fmla="*/ 2147483646 h 90"/>
              <a:gd name="T2" fmla="*/ 2147483646 w 108"/>
              <a:gd name="T3" fmla="*/ 0 h 90"/>
              <a:gd name="T4" fmla="*/ 0 w 108"/>
              <a:gd name="T5" fmla="*/ 2147483646 h 90"/>
              <a:gd name="T6" fmla="*/ 0 w 108"/>
              <a:gd name="T7" fmla="*/ 2147483646 h 90"/>
              <a:gd name="T8" fmla="*/ 2147483646 w 108"/>
              <a:gd name="T9" fmla="*/ 2147483646 h 90"/>
              <a:gd name="T10" fmla="*/ 2147483646 w 108"/>
              <a:gd name="T11" fmla="*/ 2147483646 h 90"/>
              <a:gd name="T12" fmla="*/ 2147483646 w 108"/>
              <a:gd name="T13" fmla="*/ 2147483646 h 9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08"/>
              <a:gd name="T22" fmla="*/ 0 h 90"/>
              <a:gd name="T23" fmla="*/ 108 w 108"/>
              <a:gd name="T24" fmla="*/ 90 h 9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08" h="90">
                <a:moveTo>
                  <a:pt x="108" y="16"/>
                </a:moveTo>
                <a:lnTo>
                  <a:pt x="99" y="0"/>
                </a:lnTo>
                <a:lnTo>
                  <a:pt x="0" y="74"/>
                </a:lnTo>
                <a:lnTo>
                  <a:pt x="9" y="90"/>
                </a:lnTo>
                <a:lnTo>
                  <a:pt x="108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88" name="Freeform 93">
            <a:extLst>
              <a:ext uri="{FF2B5EF4-FFF2-40B4-BE49-F238E27FC236}">
                <a16:creationId xmlns:a16="http://schemas.microsoft.com/office/drawing/2014/main" id="{EBA1EF7D-B502-7F46-46A6-56148BC165B7}"/>
              </a:ext>
            </a:extLst>
          </p:cNvPr>
          <p:cNvSpPr>
            <a:spLocks/>
          </p:cNvSpPr>
          <p:nvPr/>
        </p:nvSpPr>
        <p:spPr bwMode="auto">
          <a:xfrm>
            <a:off x="5162551" y="4745039"/>
            <a:ext cx="214313" cy="115887"/>
          </a:xfrm>
          <a:custGeom>
            <a:avLst/>
            <a:gdLst>
              <a:gd name="T0" fmla="*/ 2147483646 w 135"/>
              <a:gd name="T1" fmla="*/ 2147483646 h 73"/>
              <a:gd name="T2" fmla="*/ 2147483646 w 135"/>
              <a:gd name="T3" fmla="*/ 0 h 73"/>
              <a:gd name="T4" fmla="*/ 0 w 135"/>
              <a:gd name="T5" fmla="*/ 2147483646 h 73"/>
              <a:gd name="T6" fmla="*/ 0 w 135"/>
              <a:gd name="T7" fmla="*/ 2147483646 h 73"/>
              <a:gd name="T8" fmla="*/ 2147483646 w 135"/>
              <a:gd name="T9" fmla="*/ 2147483646 h 73"/>
              <a:gd name="T10" fmla="*/ 2147483646 w 135"/>
              <a:gd name="T11" fmla="*/ 2147483646 h 73"/>
              <a:gd name="T12" fmla="*/ 2147483646 w 135"/>
              <a:gd name="T13" fmla="*/ 2147483646 h 7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35"/>
              <a:gd name="T22" fmla="*/ 0 h 73"/>
              <a:gd name="T23" fmla="*/ 135 w 135"/>
              <a:gd name="T24" fmla="*/ 73 h 7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35" h="73">
                <a:moveTo>
                  <a:pt x="135" y="16"/>
                </a:moveTo>
                <a:lnTo>
                  <a:pt x="126" y="0"/>
                </a:lnTo>
                <a:lnTo>
                  <a:pt x="0" y="57"/>
                </a:lnTo>
                <a:lnTo>
                  <a:pt x="9" y="73"/>
                </a:lnTo>
                <a:lnTo>
                  <a:pt x="13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89" name="Freeform 94">
            <a:extLst>
              <a:ext uri="{FF2B5EF4-FFF2-40B4-BE49-F238E27FC236}">
                <a16:creationId xmlns:a16="http://schemas.microsoft.com/office/drawing/2014/main" id="{D488E5E7-F477-D49E-6A4B-26EDF03B4D06}"/>
              </a:ext>
            </a:extLst>
          </p:cNvPr>
          <p:cNvSpPr>
            <a:spLocks/>
          </p:cNvSpPr>
          <p:nvPr/>
        </p:nvSpPr>
        <p:spPr bwMode="auto">
          <a:xfrm>
            <a:off x="4948238" y="4835525"/>
            <a:ext cx="228600" cy="90488"/>
          </a:xfrm>
          <a:custGeom>
            <a:avLst/>
            <a:gdLst>
              <a:gd name="T0" fmla="*/ 2147483646 w 144"/>
              <a:gd name="T1" fmla="*/ 2147483646 h 57"/>
              <a:gd name="T2" fmla="*/ 2147483646 w 144"/>
              <a:gd name="T3" fmla="*/ 0 h 57"/>
              <a:gd name="T4" fmla="*/ 0 w 144"/>
              <a:gd name="T5" fmla="*/ 2147483646 h 57"/>
              <a:gd name="T6" fmla="*/ 0 w 144"/>
              <a:gd name="T7" fmla="*/ 2147483646 h 57"/>
              <a:gd name="T8" fmla="*/ 0 w 144"/>
              <a:gd name="T9" fmla="*/ 2147483646 h 57"/>
              <a:gd name="T10" fmla="*/ 2147483646 w 144"/>
              <a:gd name="T11" fmla="*/ 2147483646 h 57"/>
              <a:gd name="T12" fmla="*/ 2147483646 w 144"/>
              <a:gd name="T13" fmla="*/ 2147483646 h 5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44"/>
              <a:gd name="T22" fmla="*/ 0 h 57"/>
              <a:gd name="T23" fmla="*/ 144 w 144"/>
              <a:gd name="T24" fmla="*/ 57 h 5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44" h="57">
                <a:moveTo>
                  <a:pt x="144" y="16"/>
                </a:moveTo>
                <a:lnTo>
                  <a:pt x="135" y="0"/>
                </a:lnTo>
                <a:lnTo>
                  <a:pt x="0" y="41"/>
                </a:lnTo>
                <a:lnTo>
                  <a:pt x="0" y="57"/>
                </a:lnTo>
                <a:lnTo>
                  <a:pt x="9" y="57"/>
                </a:lnTo>
                <a:lnTo>
                  <a:pt x="144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90" name="Freeform 95">
            <a:extLst>
              <a:ext uri="{FF2B5EF4-FFF2-40B4-BE49-F238E27FC236}">
                <a16:creationId xmlns:a16="http://schemas.microsoft.com/office/drawing/2014/main" id="{F042338F-79F6-203E-A95A-B3BA42E736B6}"/>
              </a:ext>
            </a:extLst>
          </p:cNvPr>
          <p:cNvSpPr>
            <a:spLocks/>
          </p:cNvSpPr>
          <p:nvPr/>
        </p:nvSpPr>
        <p:spPr bwMode="auto">
          <a:xfrm>
            <a:off x="4705350" y="4900614"/>
            <a:ext cx="242888" cy="77787"/>
          </a:xfrm>
          <a:custGeom>
            <a:avLst/>
            <a:gdLst>
              <a:gd name="T0" fmla="*/ 2147483646 w 153"/>
              <a:gd name="T1" fmla="*/ 2147483646 h 49"/>
              <a:gd name="T2" fmla="*/ 2147483646 w 153"/>
              <a:gd name="T3" fmla="*/ 0 h 49"/>
              <a:gd name="T4" fmla="*/ 0 w 153"/>
              <a:gd name="T5" fmla="*/ 2147483646 h 49"/>
              <a:gd name="T6" fmla="*/ 0 w 153"/>
              <a:gd name="T7" fmla="*/ 2147483646 h 49"/>
              <a:gd name="T8" fmla="*/ 0 w 153"/>
              <a:gd name="T9" fmla="*/ 2147483646 h 49"/>
              <a:gd name="T10" fmla="*/ 0 w 153"/>
              <a:gd name="T11" fmla="*/ 2147483646 h 49"/>
              <a:gd name="T12" fmla="*/ 2147483646 w 153"/>
              <a:gd name="T13" fmla="*/ 2147483646 h 4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53"/>
              <a:gd name="T22" fmla="*/ 0 h 49"/>
              <a:gd name="T23" fmla="*/ 153 w 153"/>
              <a:gd name="T24" fmla="*/ 49 h 4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53" h="49">
                <a:moveTo>
                  <a:pt x="153" y="16"/>
                </a:moveTo>
                <a:lnTo>
                  <a:pt x="153" y="0"/>
                </a:lnTo>
                <a:lnTo>
                  <a:pt x="0" y="32"/>
                </a:lnTo>
                <a:lnTo>
                  <a:pt x="0" y="49"/>
                </a:lnTo>
                <a:lnTo>
                  <a:pt x="153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91" name="Freeform 96">
            <a:extLst>
              <a:ext uri="{FF2B5EF4-FFF2-40B4-BE49-F238E27FC236}">
                <a16:creationId xmlns:a16="http://schemas.microsoft.com/office/drawing/2014/main" id="{6AF1E775-28E1-02C8-EDEF-6AD7CB067F78}"/>
              </a:ext>
            </a:extLst>
          </p:cNvPr>
          <p:cNvSpPr>
            <a:spLocks/>
          </p:cNvSpPr>
          <p:nvPr/>
        </p:nvSpPr>
        <p:spPr bwMode="auto">
          <a:xfrm>
            <a:off x="4205288" y="4951414"/>
            <a:ext cx="500062" cy="65087"/>
          </a:xfrm>
          <a:custGeom>
            <a:avLst/>
            <a:gdLst>
              <a:gd name="T0" fmla="*/ 2147483646 w 315"/>
              <a:gd name="T1" fmla="*/ 2147483646 h 41"/>
              <a:gd name="T2" fmla="*/ 2147483646 w 315"/>
              <a:gd name="T3" fmla="*/ 0 h 41"/>
              <a:gd name="T4" fmla="*/ 0 w 315"/>
              <a:gd name="T5" fmla="*/ 2147483646 h 41"/>
              <a:gd name="T6" fmla="*/ 0 w 315"/>
              <a:gd name="T7" fmla="*/ 2147483646 h 41"/>
              <a:gd name="T8" fmla="*/ 0 w 315"/>
              <a:gd name="T9" fmla="*/ 2147483646 h 41"/>
              <a:gd name="T10" fmla="*/ 0 w 315"/>
              <a:gd name="T11" fmla="*/ 2147483646 h 41"/>
              <a:gd name="T12" fmla="*/ 2147483646 w 315"/>
              <a:gd name="T13" fmla="*/ 2147483646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15"/>
              <a:gd name="T22" fmla="*/ 0 h 41"/>
              <a:gd name="T23" fmla="*/ 315 w 315"/>
              <a:gd name="T24" fmla="*/ 41 h 4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15" h="41">
                <a:moveTo>
                  <a:pt x="315" y="17"/>
                </a:moveTo>
                <a:lnTo>
                  <a:pt x="315" y="0"/>
                </a:lnTo>
                <a:lnTo>
                  <a:pt x="0" y="25"/>
                </a:lnTo>
                <a:lnTo>
                  <a:pt x="0" y="41"/>
                </a:lnTo>
                <a:lnTo>
                  <a:pt x="315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92" name="Freeform 97">
            <a:extLst>
              <a:ext uri="{FF2B5EF4-FFF2-40B4-BE49-F238E27FC236}">
                <a16:creationId xmlns:a16="http://schemas.microsoft.com/office/drawing/2014/main" id="{354C4617-8095-B254-DEFF-5B64FE750A20}"/>
              </a:ext>
            </a:extLst>
          </p:cNvPr>
          <p:cNvSpPr>
            <a:spLocks/>
          </p:cNvSpPr>
          <p:nvPr/>
        </p:nvSpPr>
        <p:spPr bwMode="auto">
          <a:xfrm>
            <a:off x="3690938" y="4926014"/>
            <a:ext cx="514350" cy="90487"/>
          </a:xfrm>
          <a:custGeom>
            <a:avLst/>
            <a:gdLst>
              <a:gd name="T0" fmla="*/ 2147483646 w 324"/>
              <a:gd name="T1" fmla="*/ 2147483646 h 57"/>
              <a:gd name="T2" fmla="*/ 2147483646 w 324"/>
              <a:gd name="T3" fmla="*/ 2147483646 h 57"/>
              <a:gd name="T4" fmla="*/ 0 w 324"/>
              <a:gd name="T5" fmla="*/ 0 h 57"/>
              <a:gd name="T6" fmla="*/ 0 w 324"/>
              <a:gd name="T7" fmla="*/ 2147483646 h 57"/>
              <a:gd name="T8" fmla="*/ 2147483646 w 324"/>
              <a:gd name="T9" fmla="*/ 2147483646 h 5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4"/>
              <a:gd name="T16" fmla="*/ 0 h 57"/>
              <a:gd name="T17" fmla="*/ 324 w 324"/>
              <a:gd name="T18" fmla="*/ 57 h 5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4" h="57">
                <a:moveTo>
                  <a:pt x="324" y="57"/>
                </a:moveTo>
                <a:lnTo>
                  <a:pt x="324" y="41"/>
                </a:lnTo>
                <a:lnTo>
                  <a:pt x="0" y="0"/>
                </a:lnTo>
                <a:lnTo>
                  <a:pt x="0" y="16"/>
                </a:lnTo>
                <a:lnTo>
                  <a:pt x="324" y="5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93" name="Freeform 98">
            <a:extLst>
              <a:ext uri="{FF2B5EF4-FFF2-40B4-BE49-F238E27FC236}">
                <a16:creationId xmlns:a16="http://schemas.microsoft.com/office/drawing/2014/main" id="{FDC0AAD3-85AE-5666-24FC-225621DA7DAD}"/>
              </a:ext>
            </a:extLst>
          </p:cNvPr>
          <p:cNvSpPr>
            <a:spLocks/>
          </p:cNvSpPr>
          <p:nvPr/>
        </p:nvSpPr>
        <p:spPr bwMode="auto">
          <a:xfrm>
            <a:off x="5462589" y="4186239"/>
            <a:ext cx="28575" cy="26987"/>
          </a:xfrm>
          <a:custGeom>
            <a:avLst/>
            <a:gdLst>
              <a:gd name="T0" fmla="*/ 2147483646 w 18"/>
              <a:gd name="T1" fmla="*/ 2147483646 h 17"/>
              <a:gd name="T2" fmla="*/ 2147483646 w 18"/>
              <a:gd name="T3" fmla="*/ 2147483646 h 17"/>
              <a:gd name="T4" fmla="*/ 2147483646 w 18"/>
              <a:gd name="T5" fmla="*/ 0 h 17"/>
              <a:gd name="T6" fmla="*/ 2147483646 w 18"/>
              <a:gd name="T7" fmla="*/ 0 h 17"/>
              <a:gd name="T8" fmla="*/ 2147483646 w 18"/>
              <a:gd name="T9" fmla="*/ 0 h 17"/>
              <a:gd name="T10" fmla="*/ 2147483646 w 18"/>
              <a:gd name="T11" fmla="*/ 0 h 17"/>
              <a:gd name="T12" fmla="*/ 0 w 18"/>
              <a:gd name="T13" fmla="*/ 2147483646 h 17"/>
              <a:gd name="T14" fmla="*/ 2147483646 w 18"/>
              <a:gd name="T15" fmla="*/ 2147483646 h 17"/>
              <a:gd name="T16" fmla="*/ 2147483646 w 18"/>
              <a:gd name="T17" fmla="*/ 2147483646 h 17"/>
              <a:gd name="T18" fmla="*/ 2147483646 w 18"/>
              <a:gd name="T19" fmla="*/ 2147483646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7"/>
              <a:gd name="T32" fmla="*/ 18 w 18"/>
              <a:gd name="T33" fmla="*/ 17 h 17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7">
                <a:moveTo>
                  <a:pt x="9" y="17"/>
                </a:moveTo>
                <a:lnTo>
                  <a:pt x="18" y="9"/>
                </a:lnTo>
                <a:lnTo>
                  <a:pt x="18" y="0"/>
                </a:lnTo>
                <a:lnTo>
                  <a:pt x="9" y="0"/>
                </a:lnTo>
                <a:lnTo>
                  <a:pt x="0" y="9"/>
                </a:lnTo>
                <a:lnTo>
                  <a:pt x="9" y="9"/>
                </a:lnTo>
                <a:lnTo>
                  <a:pt x="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94" name="Freeform 99">
            <a:extLst>
              <a:ext uri="{FF2B5EF4-FFF2-40B4-BE49-F238E27FC236}">
                <a16:creationId xmlns:a16="http://schemas.microsoft.com/office/drawing/2014/main" id="{6D972426-E8BE-5087-0745-29B0B13F290C}"/>
              </a:ext>
            </a:extLst>
          </p:cNvPr>
          <p:cNvSpPr>
            <a:spLocks/>
          </p:cNvSpPr>
          <p:nvPr/>
        </p:nvSpPr>
        <p:spPr bwMode="auto">
          <a:xfrm>
            <a:off x="5419725" y="4200526"/>
            <a:ext cx="128588" cy="193675"/>
          </a:xfrm>
          <a:custGeom>
            <a:avLst/>
            <a:gdLst>
              <a:gd name="T0" fmla="*/ 2147483646 w 81"/>
              <a:gd name="T1" fmla="*/ 0 h 122"/>
              <a:gd name="T2" fmla="*/ 2147483646 w 81"/>
              <a:gd name="T3" fmla="*/ 0 h 122"/>
              <a:gd name="T4" fmla="*/ 2147483646 w 81"/>
              <a:gd name="T5" fmla="*/ 2147483646 h 122"/>
              <a:gd name="T6" fmla="*/ 0 w 81"/>
              <a:gd name="T7" fmla="*/ 0 h 122"/>
              <a:gd name="T8" fmla="*/ 2147483646 w 81"/>
              <a:gd name="T9" fmla="*/ 0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2"/>
              <a:gd name="T17" fmla="*/ 81 w 81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2">
                <a:moveTo>
                  <a:pt x="36" y="0"/>
                </a:moveTo>
                <a:lnTo>
                  <a:pt x="81" y="0"/>
                </a:lnTo>
                <a:lnTo>
                  <a:pt x="45" y="122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95" name="Freeform 100">
            <a:extLst>
              <a:ext uri="{FF2B5EF4-FFF2-40B4-BE49-F238E27FC236}">
                <a16:creationId xmlns:a16="http://schemas.microsoft.com/office/drawing/2014/main" id="{10BBE7EC-8CC1-C6C6-97D6-A9708545F166}"/>
              </a:ext>
            </a:extLst>
          </p:cNvPr>
          <p:cNvSpPr>
            <a:spLocks/>
          </p:cNvSpPr>
          <p:nvPr/>
        </p:nvSpPr>
        <p:spPr bwMode="auto">
          <a:xfrm>
            <a:off x="5419725" y="4200526"/>
            <a:ext cx="128588" cy="193675"/>
          </a:xfrm>
          <a:custGeom>
            <a:avLst/>
            <a:gdLst>
              <a:gd name="T0" fmla="*/ 2147483646 w 81"/>
              <a:gd name="T1" fmla="*/ 0 h 122"/>
              <a:gd name="T2" fmla="*/ 2147483646 w 81"/>
              <a:gd name="T3" fmla="*/ 0 h 122"/>
              <a:gd name="T4" fmla="*/ 2147483646 w 81"/>
              <a:gd name="T5" fmla="*/ 2147483646 h 122"/>
              <a:gd name="T6" fmla="*/ 0 w 81"/>
              <a:gd name="T7" fmla="*/ 0 h 122"/>
              <a:gd name="T8" fmla="*/ 2147483646 w 81"/>
              <a:gd name="T9" fmla="*/ 0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2"/>
              <a:gd name="T17" fmla="*/ 81 w 81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2">
                <a:moveTo>
                  <a:pt x="36" y="0"/>
                </a:moveTo>
                <a:lnTo>
                  <a:pt x="81" y="0"/>
                </a:lnTo>
                <a:lnTo>
                  <a:pt x="45" y="122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96" name="Freeform 101">
            <a:extLst>
              <a:ext uri="{FF2B5EF4-FFF2-40B4-BE49-F238E27FC236}">
                <a16:creationId xmlns:a16="http://schemas.microsoft.com/office/drawing/2014/main" id="{857212B9-EE62-6176-F939-BC371A135DC0}"/>
              </a:ext>
            </a:extLst>
          </p:cNvPr>
          <p:cNvSpPr>
            <a:spLocks/>
          </p:cNvSpPr>
          <p:nvPr/>
        </p:nvSpPr>
        <p:spPr bwMode="auto">
          <a:xfrm>
            <a:off x="6191251" y="2293938"/>
            <a:ext cx="257175" cy="233362"/>
          </a:xfrm>
          <a:custGeom>
            <a:avLst/>
            <a:gdLst>
              <a:gd name="T0" fmla="*/ 2147483646 w 162"/>
              <a:gd name="T1" fmla="*/ 2147483646 h 147"/>
              <a:gd name="T2" fmla="*/ 2147483646 w 162"/>
              <a:gd name="T3" fmla="*/ 0 h 147"/>
              <a:gd name="T4" fmla="*/ 0 w 162"/>
              <a:gd name="T5" fmla="*/ 2147483646 h 147"/>
              <a:gd name="T6" fmla="*/ 0 w 162"/>
              <a:gd name="T7" fmla="*/ 2147483646 h 147"/>
              <a:gd name="T8" fmla="*/ 2147483646 w 162"/>
              <a:gd name="T9" fmla="*/ 2147483646 h 147"/>
              <a:gd name="T10" fmla="*/ 2147483646 w 162"/>
              <a:gd name="T11" fmla="*/ 2147483646 h 147"/>
              <a:gd name="T12" fmla="*/ 2147483646 w 162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2"/>
              <a:gd name="T22" fmla="*/ 0 h 147"/>
              <a:gd name="T23" fmla="*/ 162 w 162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2" h="147">
                <a:moveTo>
                  <a:pt x="162" y="8"/>
                </a:moveTo>
                <a:lnTo>
                  <a:pt x="144" y="0"/>
                </a:lnTo>
                <a:lnTo>
                  <a:pt x="0" y="139"/>
                </a:lnTo>
                <a:lnTo>
                  <a:pt x="18" y="147"/>
                </a:lnTo>
                <a:lnTo>
                  <a:pt x="16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97" name="Freeform 102">
            <a:extLst>
              <a:ext uri="{FF2B5EF4-FFF2-40B4-BE49-F238E27FC236}">
                <a16:creationId xmlns:a16="http://schemas.microsoft.com/office/drawing/2014/main" id="{0BDB17E6-E132-195E-752B-C491B5F86AA5}"/>
              </a:ext>
            </a:extLst>
          </p:cNvPr>
          <p:cNvSpPr>
            <a:spLocks/>
          </p:cNvSpPr>
          <p:nvPr/>
        </p:nvSpPr>
        <p:spPr bwMode="auto">
          <a:xfrm>
            <a:off x="5991225" y="2514601"/>
            <a:ext cx="228600" cy="246063"/>
          </a:xfrm>
          <a:custGeom>
            <a:avLst/>
            <a:gdLst>
              <a:gd name="T0" fmla="*/ 2147483646 w 144"/>
              <a:gd name="T1" fmla="*/ 2147483646 h 155"/>
              <a:gd name="T2" fmla="*/ 2147483646 w 144"/>
              <a:gd name="T3" fmla="*/ 0 h 155"/>
              <a:gd name="T4" fmla="*/ 0 w 144"/>
              <a:gd name="T5" fmla="*/ 2147483646 h 155"/>
              <a:gd name="T6" fmla="*/ 0 w 144"/>
              <a:gd name="T7" fmla="*/ 2147483646 h 155"/>
              <a:gd name="T8" fmla="*/ 2147483646 w 144"/>
              <a:gd name="T9" fmla="*/ 2147483646 h 155"/>
              <a:gd name="T10" fmla="*/ 2147483646 w 144"/>
              <a:gd name="T11" fmla="*/ 2147483646 h 155"/>
              <a:gd name="T12" fmla="*/ 2147483646 w 144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44"/>
              <a:gd name="T22" fmla="*/ 0 h 155"/>
              <a:gd name="T23" fmla="*/ 144 w 144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44" h="155">
                <a:moveTo>
                  <a:pt x="144" y="8"/>
                </a:moveTo>
                <a:lnTo>
                  <a:pt x="126" y="0"/>
                </a:lnTo>
                <a:lnTo>
                  <a:pt x="0" y="147"/>
                </a:lnTo>
                <a:lnTo>
                  <a:pt x="18" y="155"/>
                </a:lnTo>
                <a:lnTo>
                  <a:pt x="144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98" name="Freeform 103">
            <a:extLst>
              <a:ext uri="{FF2B5EF4-FFF2-40B4-BE49-F238E27FC236}">
                <a16:creationId xmlns:a16="http://schemas.microsoft.com/office/drawing/2014/main" id="{4EBC2338-2F89-3FFB-3989-05E675B269F2}"/>
              </a:ext>
            </a:extLst>
          </p:cNvPr>
          <p:cNvSpPr>
            <a:spLocks/>
          </p:cNvSpPr>
          <p:nvPr/>
        </p:nvSpPr>
        <p:spPr bwMode="auto">
          <a:xfrm>
            <a:off x="5819776" y="2747963"/>
            <a:ext cx="200025" cy="233362"/>
          </a:xfrm>
          <a:custGeom>
            <a:avLst/>
            <a:gdLst>
              <a:gd name="T0" fmla="*/ 2147483646 w 126"/>
              <a:gd name="T1" fmla="*/ 2147483646 h 147"/>
              <a:gd name="T2" fmla="*/ 2147483646 w 126"/>
              <a:gd name="T3" fmla="*/ 0 h 147"/>
              <a:gd name="T4" fmla="*/ 0 w 126"/>
              <a:gd name="T5" fmla="*/ 2147483646 h 147"/>
              <a:gd name="T6" fmla="*/ 0 w 126"/>
              <a:gd name="T7" fmla="*/ 2147483646 h 147"/>
              <a:gd name="T8" fmla="*/ 2147483646 w 126"/>
              <a:gd name="T9" fmla="*/ 2147483646 h 147"/>
              <a:gd name="T10" fmla="*/ 2147483646 w 126"/>
              <a:gd name="T11" fmla="*/ 2147483646 h 147"/>
              <a:gd name="T12" fmla="*/ 2147483646 w 126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26"/>
              <a:gd name="T22" fmla="*/ 0 h 147"/>
              <a:gd name="T23" fmla="*/ 126 w 126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26" h="147">
                <a:moveTo>
                  <a:pt x="126" y="8"/>
                </a:moveTo>
                <a:lnTo>
                  <a:pt x="108" y="0"/>
                </a:lnTo>
                <a:lnTo>
                  <a:pt x="0" y="139"/>
                </a:lnTo>
                <a:lnTo>
                  <a:pt x="18" y="147"/>
                </a:lnTo>
                <a:lnTo>
                  <a:pt x="126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99" name="Freeform 104">
            <a:extLst>
              <a:ext uri="{FF2B5EF4-FFF2-40B4-BE49-F238E27FC236}">
                <a16:creationId xmlns:a16="http://schemas.microsoft.com/office/drawing/2014/main" id="{ABFE2812-DE26-060A-8E46-A1EDBC2D9446}"/>
              </a:ext>
            </a:extLst>
          </p:cNvPr>
          <p:cNvSpPr>
            <a:spLocks/>
          </p:cNvSpPr>
          <p:nvPr/>
        </p:nvSpPr>
        <p:spPr bwMode="auto">
          <a:xfrm>
            <a:off x="5691188" y="2968626"/>
            <a:ext cx="157162" cy="246063"/>
          </a:xfrm>
          <a:custGeom>
            <a:avLst/>
            <a:gdLst>
              <a:gd name="T0" fmla="*/ 2147483646 w 99"/>
              <a:gd name="T1" fmla="*/ 2147483646 h 155"/>
              <a:gd name="T2" fmla="*/ 2147483646 w 99"/>
              <a:gd name="T3" fmla="*/ 0 h 155"/>
              <a:gd name="T4" fmla="*/ 0 w 99"/>
              <a:gd name="T5" fmla="*/ 2147483646 h 155"/>
              <a:gd name="T6" fmla="*/ 0 w 99"/>
              <a:gd name="T7" fmla="*/ 2147483646 h 155"/>
              <a:gd name="T8" fmla="*/ 2147483646 w 99"/>
              <a:gd name="T9" fmla="*/ 2147483646 h 155"/>
              <a:gd name="T10" fmla="*/ 2147483646 w 99"/>
              <a:gd name="T11" fmla="*/ 2147483646 h 155"/>
              <a:gd name="T12" fmla="*/ 2147483646 w 99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99"/>
              <a:gd name="T22" fmla="*/ 0 h 155"/>
              <a:gd name="T23" fmla="*/ 99 w 99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99" h="155">
                <a:moveTo>
                  <a:pt x="99" y="8"/>
                </a:moveTo>
                <a:lnTo>
                  <a:pt x="81" y="0"/>
                </a:lnTo>
                <a:lnTo>
                  <a:pt x="0" y="147"/>
                </a:lnTo>
                <a:lnTo>
                  <a:pt x="18" y="155"/>
                </a:lnTo>
                <a:lnTo>
                  <a:pt x="99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800" name="Freeform 105">
            <a:extLst>
              <a:ext uri="{FF2B5EF4-FFF2-40B4-BE49-F238E27FC236}">
                <a16:creationId xmlns:a16="http://schemas.microsoft.com/office/drawing/2014/main" id="{B6FAD369-3303-B51A-A0B3-73F9AF2105E2}"/>
              </a:ext>
            </a:extLst>
          </p:cNvPr>
          <p:cNvSpPr>
            <a:spLocks/>
          </p:cNvSpPr>
          <p:nvPr/>
        </p:nvSpPr>
        <p:spPr bwMode="auto">
          <a:xfrm>
            <a:off x="5576889" y="3201988"/>
            <a:ext cx="142875" cy="258762"/>
          </a:xfrm>
          <a:custGeom>
            <a:avLst/>
            <a:gdLst>
              <a:gd name="T0" fmla="*/ 2147483646 w 90"/>
              <a:gd name="T1" fmla="*/ 2147483646 h 163"/>
              <a:gd name="T2" fmla="*/ 2147483646 w 90"/>
              <a:gd name="T3" fmla="*/ 0 h 163"/>
              <a:gd name="T4" fmla="*/ 0 w 90"/>
              <a:gd name="T5" fmla="*/ 2147483646 h 163"/>
              <a:gd name="T6" fmla="*/ 0 w 90"/>
              <a:gd name="T7" fmla="*/ 2147483646 h 163"/>
              <a:gd name="T8" fmla="*/ 2147483646 w 90"/>
              <a:gd name="T9" fmla="*/ 2147483646 h 163"/>
              <a:gd name="T10" fmla="*/ 2147483646 w 90"/>
              <a:gd name="T11" fmla="*/ 2147483646 h 163"/>
              <a:gd name="T12" fmla="*/ 2147483646 w 90"/>
              <a:gd name="T13" fmla="*/ 2147483646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90"/>
              <a:gd name="T22" fmla="*/ 0 h 163"/>
              <a:gd name="T23" fmla="*/ 90 w 90"/>
              <a:gd name="T24" fmla="*/ 163 h 16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90" h="163">
                <a:moveTo>
                  <a:pt x="90" y="8"/>
                </a:moveTo>
                <a:lnTo>
                  <a:pt x="72" y="0"/>
                </a:lnTo>
                <a:lnTo>
                  <a:pt x="0" y="155"/>
                </a:lnTo>
                <a:lnTo>
                  <a:pt x="18" y="163"/>
                </a:lnTo>
                <a:lnTo>
                  <a:pt x="9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801" name="Freeform 106">
            <a:extLst>
              <a:ext uri="{FF2B5EF4-FFF2-40B4-BE49-F238E27FC236}">
                <a16:creationId xmlns:a16="http://schemas.microsoft.com/office/drawing/2014/main" id="{1A238B03-1C26-F843-88CB-CD044EE119A2}"/>
              </a:ext>
            </a:extLst>
          </p:cNvPr>
          <p:cNvSpPr>
            <a:spLocks/>
          </p:cNvSpPr>
          <p:nvPr/>
        </p:nvSpPr>
        <p:spPr bwMode="auto">
          <a:xfrm>
            <a:off x="5505451" y="3448051"/>
            <a:ext cx="100013" cy="258763"/>
          </a:xfrm>
          <a:custGeom>
            <a:avLst/>
            <a:gdLst>
              <a:gd name="T0" fmla="*/ 2147483646 w 63"/>
              <a:gd name="T1" fmla="*/ 2147483646 h 163"/>
              <a:gd name="T2" fmla="*/ 2147483646 w 63"/>
              <a:gd name="T3" fmla="*/ 0 h 163"/>
              <a:gd name="T4" fmla="*/ 0 w 63"/>
              <a:gd name="T5" fmla="*/ 2147483646 h 163"/>
              <a:gd name="T6" fmla="*/ 0 w 63"/>
              <a:gd name="T7" fmla="*/ 2147483646 h 163"/>
              <a:gd name="T8" fmla="*/ 2147483646 w 63"/>
              <a:gd name="T9" fmla="*/ 2147483646 h 163"/>
              <a:gd name="T10" fmla="*/ 2147483646 w 63"/>
              <a:gd name="T11" fmla="*/ 2147483646 h 163"/>
              <a:gd name="T12" fmla="*/ 2147483646 w 63"/>
              <a:gd name="T13" fmla="*/ 2147483646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3"/>
              <a:gd name="T22" fmla="*/ 0 h 163"/>
              <a:gd name="T23" fmla="*/ 63 w 63"/>
              <a:gd name="T24" fmla="*/ 163 h 16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3" h="163">
                <a:moveTo>
                  <a:pt x="63" y="8"/>
                </a:moveTo>
                <a:lnTo>
                  <a:pt x="45" y="0"/>
                </a:lnTo>
                <a:lnTo>
                  <a:pt x="0" y="155"/>
                </a:lnTo>
                <a:lnTo>
                  <a:pt x="18" y="155"/>
                </a:lnTo>
                <a:lnTo>
                  <a:pt x="18" y="163"/>
                </a:lnTo>
                <a:lnTo>
                  <a:pt x="63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802" name="Freeform 107">
            <a:extLst>
              <a:ext uri="{FF2B5EF4-FFF2-40B4-BE49-F238E27FC236}">
                <a16:creationId xmlns:a16="http://schemas.microsoft.com/office/drawing/2014/main" id="{81A08F08-09E5-B990-CBB1-011BE2803448}"/>
              </a:ext>
            </a:extLst>
          </p:cNvPr>
          <p:cNvSpPr>
            <a:spLocks/>
          </p:cNvSpPr>
          <p:nvPr/>
        </p:nvSpPr>
        <p:spPr bwMode="auto">
          <a:xfrm>
            <a:off x="5462589" y="3694113"/>
            <a:ext cx="71437" cy="246062"/>
          </a:xfrm>
          <a:custGeom>
            <a:avLst/>
            <a:gdLst>
              <a:gd name="T0" fmla="*/ 2147483646 w 45"/>
              <a:gd name="T1" fmla="*/ 0 h 155"/>
              <a:gd name="T2" fmla="*/ 2147483646 w 45"/>
              <a:gd name="T3" fmla="*/ 0 h 155"/>
              <a:gd name="T4" fmla="*/ 0 w 45"/>
              <a:gd name="T5" fmla="*/ 2147483646 h 155"/>
              <a:gd name="T6" fmla="*/ 0 w 45"/>
              <a:gd name="T7" fmla="*/ 2147483646 h 155"/>
              <a:gd name="T8" fmla="*/ 2147483646 w 45"/>
              <a:gd name="T9" fmla="*/ 2147483646 h 155"/>
              <a:gd name="T10" fmla="*/ 2147483646 w 45"/>
              <a:gd name="T11" fmla="*/ 2147483646 h 155"/>
              <a:gd name="T12" fmla="*/ 2147483646 w 45"/>
              <a:gd name="T13" fmla="*/ 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5"/>
              <a:gd name="T22" fmla="*/ 0 h 155"/>
              <a:gd name="T23" fmla="*/ 45 w 45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5" h="155">
                <a:moveTo>
                  <a:pt x="45" y="0"/>
                </a:moveTo>
                <a:lnTo>
                  <a:pt x="27" y="0"/>
                </a:lnTo>
                <a:lnTo>
                  <a:pt x="0" y="155"/>
                </a:lnTo>
                <a:lnTo>
                  <a:pt x="18" y="155"/>
                </a:lnTo>
                <a:lnTo>
                  <a:pt x="4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803" name="Rectangle 108">
            <a:extLst>
              <a:ext uri="{FF2B5EF4-FFF2-40B4-BE49-F238E27FC236}">
                <a16:creationId xmlns:a16="http://schemas.microsoft.com/office/drawing/2014/main" id="{186CD4C2-CD95-1831-CEA3-60939F64BA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2589" y="3940176"/>
            <a:ext cx="28575" cy="246063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9804" name="Freeform 109">
            <a:extLst>
              <a:ext uri="{FF2B5EF4-FFF2-40B4-BE49-F238E27FC236}">
                <a16:creationId xmlns:a16="http://schemas.microsoft.com/office/drawing/2014/main" id="{AB85D776-238F-7CE2-E8D7-F2A892A4182C}"/>
              </a:ext>
            </a:extLst>
          </p:cNvPr>
          <p:cNvSpPr>
            <a:spLocks/>
          </p:cNvSpPr>
          <p:nvPr/>
        </p:nvSpPr>
        <p:spPr bwMode="auto">
          <a:xfrm>
            <a:off x="3548064" y="3641725"/>
            <a:ext cx="28575" cy="26988"/>
          </a:xfrm>
          <a:custGeom>
            <a:avLst/>
            <a:gdLst>
              <a:gd name="T0" fmla="*/ 0 w 18"/>
              <a:gd name="T1" fmla="*/ 2147483646 h 17"/>
              <a:gd name="T2" fmla="*/ 0 w 18"/>
              <a:gd name="T3" fmla="*/ 2147483646 h 17"/>
              <a:gd name="T4" fmla="*/ 2147483646 w 18"/>
              <a:gd name="T5" fmla="*/ 2147483646 h 17"/>
              <a:gd name="T6" fmla="*/ 2147483646 w 18"/>
              <a:gd name="T7" fmla="*/ 2147483646 h 17"/>
              <a:gd name="T8" fmla="*/ 2147483646 w 18"/>
              <a:gd name="T9" fmla="*/ 2147483646 h 17"/>
              <a:gd name="T10" fmla="*/ 2147483646 w 18"/>
              <a:gd name="T11" fmla="*/ 2147483646 h 17"/>
              <a:gd name="T12" fmla="*/ 2147483646 w 18"/>
              <a:gd name="T13" fmla="*/ 0 h 17"/>
              <a:gd name="T14" fmla="*/ 0 w 18"/>
              <a:gd name="T15" fmla="*/ 0 h 17"/>
              <a:gd name="T16" fmla="*/ 0 w 18"/>
              <a:gd name="T17" fmla="*/ 2147483646 h 17"/>
              <a:gd name="T18" fmla="*/ 0 w 18"/>
              <a:gd name="T19" fmla="*/ 2147483646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7"/>
              <a:gd name="T32" fmla="*/ 18 w 18"/>
              <a:gd name="T33" fmla="*/ 17 h 17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7">
                <a:moveTo>
                  <a:pt x="0" y="9"/>
                </a:moveTo>
                <a:lnTo>
                  <a:pt x="0" y="17"/>
                </a:lnTo>
                <a:lnTo>
                  <a:pt x="9" y="17"/>
                </a:lnTo>
                <a:lnTo>
                  <a:pt x="18" y="17"/>
                </a:lnTo>
                <a:lnTo>
                  <a:pt x="18" y="9"/>
                </a:lnTo>
                <a:lnTo>
                  <a:pt x="9" y="0"/>
                </a:lnTo>
                <a:lnTo>
                  <a:pt x="0" y="0"/>
                </a:lnTo>
                <a:lnTo>
                  <a:pt x="0" y="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805" name="Freeform 110">
            <a:extLst>
              <a:ext uri="{FF2B5EF4-FFF2-40B4-BE49-F238E27FC236}">
                <a16:creationId xmlns:a16="http://schemas.microsoft.com/office/drawing/2014/main" id="{CEA2ADE8-535D-79EE-F39C-AA9E89582B8F}"/>
              </a:ext>
            </a:extLst>
          </p:cNvPr>
          <p:cNvSpPr>
            <a:spLocks/>
          </p:cNvSpPr>
          <p:nvPr/>
        </p:nvSpPr>
        <p:spPr bwMode="auto">
          <a:xfrm>
            <a:off x="3348038" y="3603625"/>
            <a:ext cx="228600" cy="103188"/>
          </a:xfrm>
          <a:custGeom>
            <a:avLst/>
            <a:gdLst>
              <a:gd name="T0" fmla="*/ 2147483646 w 144"/>
              <a:gd name="T1" fmla="*/ 2147483646 h 65"/>
              <a:gd name="T2" fmla="*/ 2147483646 w 144"/>
              <a:gd name="T3" fmla="*/ 2147483646 h 65"/>
              <a:gd name="T4" fmla="*/ 0 w 144"/>
              <a:gd name="T5" fmla="*/ 0 h 65"/>
              <a:gd name="T6" fmla="*/ 2147483646 w 144"/>
              <a:gd name="T7" fmla="*/ 0 h 65"/>
              <a:gd name="T8" fmla="*/ 2147483646 w 144"/>
              <a:gd name="T9" fmla="*/ 2147483646 h 6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65"/>
              <a:gd name="T17" fmla="*/ 144 w 144"/>
              <a:gd name="T18" fmla="*/ 65 h 6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65">
                <a:moveTo>
                  <a:pt x="126" y="33"/>
                </a:moveTo>
                <a:lnTo>
                  <a:pt x="117" y="65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806" name="Freeform 111">
            <a:extLst>
              <a:ext uri="{FF2B5EF4-FFF2-40B4-BE49-F238E27FC236}">
                <a16:creationId xmlns:a16="http://schemas.microsoft.com/office/drawing/2014/main" id="{C2E1179D-01EF-36D6-BF43-C2EF09547CF1}"/>
              </a:ext>
            </a:extLst>
          </p:cNvPr>
          <p:cNvSpPr>
            <a:spLocks/>
          </p:cNvSpPr>
          <p:nvPr/>
        </p:nvSpPr>
        <p:spPr bwMode="auto">
          <a:xfrm>
            <a:off x="3348038" y="3603625"/>
            <a:ext cx="228600" cy="103188"/>
          </a:xfrm>
          <a:custGeom>
            <a:avLst/>
            <a:gdLst>
              <a:gd name="T0" fmla="*/ 2147483646 w 144"/>
              <a:gd name="T1" fmla="*/ 2147483646 h 65"/>
              <a:gd name="T2" fmla="*/ 2147483646 w 144"/>
              <a:gd name="T3" fmla="*/ 2147483646 h 65"/>
              <a:gd name="T4" fmla="*/ 0 w 144"/>
              <a:gd name="T5" fmla="*/ 0 h 65"/>
              <a:gd name="T6" fmla="*/ 2147483646 w 144"/>
              <a:gd name="T7" fmla="*/ 0 h 65"/>
              <a:gd name="T8" fmla="*/ 2147483646 w 144"/>
              <a:gd name="T9" fmla="*/ 2147483646 h 6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65"/>
              <a:gd name="T17" fmla="*/ 144 w 144"/>
              <a:gd name="T18" fmla="*/ 65 h 6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65">
                <a:moveTo>
                  <a:pt x="126" y="33"/>
                </a:moveTo>
                <a:lnTo>
                  <a:pt x="117" y="65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807" name="Freeform 112">
            <a:extLst>
              <a:ext uri="{FF2B5EF4-FFF2-40B4-BE49-F238E27FC236}">
                <a16:creationId xmlns:a16="http://schemas.microsoft.com/office/drawing/2014/main" id="{039184F3-D093-FE54-7FE4-8C6A900581BD}"/>
              </a:ext>
            </a:extLst>
          </p:cNvPr>
          <p:cNvSpPr>
            <a:spLocks/>
          </p:cNvSpPr>
          <p:nvPr/>
        </p:nvSpPr>
        <p:spPr bwMode="auto">
          <a:xfrm>
            <a:off x="5062539" y="4303714"/>
            <a:ext cx="471487" cy="363537"/>
          </a:xfrm>
          <a:custGeom>
            <a:avLst/>
            <a:gdLst>
              <a:gd name="T0" fmla="*/ 2147483646 w 297"/>
              <a:gd name="T1" fmla="*/ 2147483646 h 229"/>
              <a:gd name="T2" fmla="*/ 2147483646 w 297"/>
              <a:gd name="T3" fmla="*/ 2147483646 h 229"/>
              <a:gd name="T4" fmla="*/ 2147483646 w 297"/>
              <a:gd name="T5" fmla="*/ 0 h 229"/>
              <a:gd name="T6" fmla="*/ 2147483646 w 297"/>
              <a:gd name="T7" fmla="*/ 0 h 229"/>
              <a:gd name="T8" fmla="*/ 0 w 297"/>
              <a:gd name="T9" fmla="*/ 2147483646 h 229"/>
              <a:gd name="T10" fmla="*/ 0 w 297"/>
              <a:gd name="T11" fmla="*/ 2147483646 h 229"/>
              <a:gd name="T12" fmla="*/ 2147483646 w 297"/>
              <a:gd name="T13" fmla="*/ 2147483646 h 2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97"/>
              <a:gd name="T22" fmla="*/ 0 h 229"/>
              <a:gd name="T23" fmla="*/ 297 w 297"/>
              <a:gd name="T24" fmla="*/ 229 h 22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97" h="229">
                <a:moveTo>
                  <a:pt x="288" y="229"/>
                </a:moveTo>
                <a:lnTo>
                  <a:pt x="297" y="212"/>
                </a:lnTo>
                <a:lnTo>
                  <a:pt x="9" y="0"/>
                </a:lnTo>
                <a:lnTo>
                  <a:pt x="0" y="16"/>
                </a:lnTo>
                <a:lnTo>
                  <a:pt x="288" y="22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808" name="Freeform 113">
            <a:extLst>
              <a:ext uri="{FF2B5EF4-FFF2-40B4-BE49-F238E27FC236}">
                <a16:creationId xmlns:a16="http://schemas.microsoft.com/office/drawing/2014/main" id="{883B2A93-B73E-222E-256F-81E6F4E45D24}"/>
              </a:ext>
            </a:extLst>
          </p:cNvPr>
          <p:cNvSpPr>
            <a:spLocks/>
          </p:cNvSpPr>
          <p:nvPr/>
        </p:nvSpPr>
        <p:spPr bwMode="auto">
          <a:xfrm>
            <a:off x="4591051" y="4030663"/>
            <a:ext cx="485775" cy="298450"/>
          </a:xfrm>
          <a:custGeom>
            <a:avLst/>
            <a:gdLst>
              <a:gd name="T0" fmla="*/ 2147483646 w 306"/>
              <a:gd name="T1" fmla="*/ 2147483646 h 188"/>
              <a:gd name="T2" fmla="*/ 2147483646 w 306"/>
              <a:gd name="T3" fmla="*/ 2147483646 h 188"/>
              <a:gd name="T4" fmla="*/ 2147483646 w 306"/>
              <a:gd name="T5" fmla="*/ 0 h 188"/>
              <a:gd name="T6" fmla="*/ 2147483646 w 306"/>
              <a:gd name="T7" fmla="*/ 0 h 188"/>
              <a:gd name="T8" fmla="*/ 0 w 306"/>
              <a:gd name="T9" fmla="*/ 2147483646 h 188"/>
              <a:gd name="T10" fmla="*/ 0 w 306"/>
              <a:gd name="T11" fmla="*/ 2147483646 h 188"/>
              <a:gd name="T12" fmla="*/ 2147483646 w 306"/>
              <a:gd name="T13" fmla="*/ 2147483646 h 1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06"/>
              <a:gd name="T22" fmla="*/ 0 h 188"/>
              <a:gd name="T23" fmla="*/ 306 w 306"/>
              <a:gd name="T24" fmla="*/ 188 h 1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06" h="188">
                <a:moveTo>
                  <a:pt x="297" y="188"/>
                </a:moveTo>
                <a:lnTo>
                  <a:pt x="306" y="172"/>
                </a:lnTo>
                <a:lnTo>
                  <a:pt x="9" y="0"/>
                </a:lnTo>
                <a:lnTo>
                  <a:pt x="0" y="17"/>
                </a:lnTo>
                <a:lnTo>
                  <a:pt x="297" y="18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809" name="Freeform 114">
            <a:extLst>
              <a:ext uri="{FF2B5EF4-FFF2-40B4-BE49-F238E27FC236}">
                <a16:creationId xmlns:a16="http://schemas.microsoft.com/office/drawing/2014/main" id="{9B72429A-FFD4-66FF-5920-6503D8ACF6C6}"/>
              </a:ext>
            </a:extLst>
          </p:cNvPr>
          <p:cNvSpPr>
            <a:spLocks/>
          </p:cNvSpPr>
          <p:nvPr/>
        </p:nvSpPr>
        <p:spPr bwMode="auto">
          <a:xfrm>
            <a:off x="4076700" y="3811588"/>
            <a:ext cx="528638" cy="246062"/>
          </a:xfrm>
          <a:custGeom>
            <a:avLst/>
            <a:gdLst>
              <a:gd name="T0" fmla="*/ 2147483646 w 333"/>
              <a:gd name="T1" fmla="*/ 2147483646 h 155"/>
              <a:gd name="T2" fmla="*/ 2147483646 w 333"/>
              <a:gd name="T3" fmla="*/ 2147483646 h 155"/>
              <a:gd name="T4" fmla="*/ 2147483646 w 333"/>
              <a:gd name="T5" fmla="*/ 0 h 155"/>
              <a:gd name="T6" fmla="*/ 2147483646 w 333"/>
              <a:gd name="T7" fmla="*/ 0 h 155"/>
              <a:gd name="T8" fmla="*/ 0 w 333"/>
              <a:gd name="T9" fmla="*/ 2147483646 h 155"/>
              <a:gd name="T10" fmla="*/ 0 w 333"/>
              <a:gd name="T11" fmla="*/ 2147483646 h 155"/>
              <a:gd name="T12" fmla="*/ 2147483646 w 333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33"/>
              <a:gd name="T22" fmla="*/ 0 h 155"/>
              <a:gd name="T23" fmla="*/ 333 w 333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33" h="155">
                <a:moveTo>
                  <a:pt x="324" y="155"/>
                </a:moveTo>
                <a:lnTo>
                  <a:pt x="333" y="138"/>
                </a:lnTo>
                <a:lnTo>
                  <a:pt x="9" y="0"/>
                </a:lnTo>
                <a:lnTo>
                  <a:pt x="0" y="16"/>
                </a:lnTo>
                <a:lnTo>
                  <a:pt x="324" y="15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810" name="Freeform 115">
            <a:extLst>
              <a:ext uri="{FF2B5EF4-FFF2-40B4-BE49-F238E27FC236}">
                <a16:creationId xmlns:a16="http://schemas.microsoft.com/office/drawing/2014/main" id="{5FED9D9B-67D4-8B63-1637-7D886DAC10FE}"/>
              </a:ext>
            </a:extLst>
          </p:cNvPr>
          <p:cNvSpPr>
            <a:spLocks/>
          </p:cNvSpPr>
          <p:nvPr/>
        </p:nvSpPr>
        <p:spPr bwMode="auto">
          <a:xfrm>
            <a:off x="3562350" y="3641726"/>
            <a:ext cx="528638" cy="195263"/>
          </a:xfrm>
          <a:custGeom>
            <a:avLst/>
            <a:gdLst>
              <a:gd name="T0" fmla="*/ 2147483646 w 333"/>
              <a:gd name="T1" fmla="*/ 2147483646 h 123"/>
              <a:gd name="T2" fmla="*/ 2147483646 w 333"/>
              <a:gd name="T3" fmla="*/ 2147483646 h 123"/>
              <a:gd name="T4" fmla="*/ 2147483646 w 333"/>
              <a:gd name="T5" fmla="*/ 0 h 123"/>
              <a:gd name="T6" fmla="*/ 0 w 333"/>
              <a:gd name="T7" fmla="*/ 2147483646 h 123"/>
              <a:gd name="T8" fmla="*/ 2147483646 w 333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33"/>
              <a:gd name="T16" fmla="*/ 0 h 123"/>
              <a:gd name="T17" fmla="*/ 333 w 333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33" h="123">
                <a:moveTo>
                  <a:pt x="324" y="123"/>
                </a:moveTo>
                <a:lnTo>
                  <a:pt x="333" y="107"/>
                </a:lnTo>
                <a:lnTo>
                  <a:pt x="9" y="0"/>
                </a:lnTo>
                <a:lnTo>
                  <a:pt x="0" y="17"/>
                </a:lnTo>
                <a:lnTo>
                  <a:pt x="324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811" name="Freeform 116">
            <a:extLst>
              <a:ext uri="{FF2B5EF4-FFF2-40B4-BE49-F238E27FC236}">
                <a16:creationId xmlns:a16="http://schemas.microsoft.com/office/drawing/2014/main" id="{F0901359-1DDB-67BA-B1B5-A3AA0C6F749B}"/>
              </a:ext>
            </a:extLst>
          </p:cNvPr>
          <p:cNvSpPr>
            <a:spLocks/>
          </p:cNvSpPr>
          <p:nvPr/>
        </p:nvSpPr>
        <p:spPr bwMode="auto">
          <a:xfrm>
            <a:off x="6477001" y="2747963"/>
            <a:ext cx="28575" cy="25400"/>
          </a:xfrm>
          <a:custGeom>
            <a:avLst/>
            <a:gdLst>
              <a:gd name="T0" fmla="*/ 2147483646 w 18"/>
              <a:gd name="T1" fmla="*/ 0 h 16"/>
              <a:gd name="T2" fmla="*/ 0 w 18"/>
              <a:gd name="T3" fmla="*/ 0 h 16"/>
              <a:gd name="T4" fmla="*/ 0 w 18"/>
              <a:gd name="T5" fmla="*/ 2147483646 h 16"/>
              <a:gd name="T6" fmla="*/ 0 w 18"/>
              <a:gd name="T7" fmla="*/ 2147483646 h 16"/>
              <a:gd name="T8" fmla="*/ 2147483646 w 18"/>
              <a:gd name="T9" fmla="*/ 2147483646 h 16"/>
              <a:gd name="T10" fmla="*/ 2147483646 w 18"/>
              <a:gd name="T11" fmla="*/ 2147483646 h 16"/>
              <a:gd name="T12" fmla="*/ 2147483646 w 18"/>
              <a:gd name="T13" fmla="*/ 0 h 16"/>
              <a:gd name="T14" fmla="*/ 2147483646 w 18"/>
              <a:gd name="T15" fmla="*/ 0 h 16"/>
              <a:gd name="T16" fmla="*/ 2147483646 w 18"/>
              <a:gd name="T17" fmla="*/ 0 h 16"/>
              <a:gd name="T18" fmla="*/ 2147483646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9" y="0"/>
                </a:moveTo>
                <a:lnTo>
                  <a:pt x="0" y="0"/>
                </a:lnTo>
                <a:lnTo>
                  <a:pt x="0" y="8"/>
                </a:lnTo>
                <a:lnTo>
                  <a:pt x="9" y="16"/>
                </a:lnTo>
                <a:lnTo>
                  <a:pt x="9" y="8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812" name="Freeform 117">
            <a:extLst>
              <a:ext uri="{FF2B5EF4-FFF2-40B4-BE49-F238E27FC236}">
                <a16:creationId xmlns:a16="http://schemas.microsoft.com/office/drawing/2014/main" id="{3BB3A4B6-29B6-7413-24D3-382BEF844C52}"/>
              </a:ext>
            </a:extLst>
          </p:cNvPr>
          <p:cNvSpPr>
            <a:spLocks/>
          </p:cNvSpPr>
          <p:nvPr/>
        </p:nvSpPr>
        <p:spPr bwMode="auto">
          <a:xfrm>
            <a:off x="6419850" y="2552701"/>
            <a:ext cx="128588" cy="195263"/>
          </a:xfrm>
          <a:custGeom>
            <a:avLst/>
            <a:gdLst>
              <a:gd name="T0" fmla="*/ 2147483646 w 81"/>
              <a:gd name="T1" fmla="*/ 2147483646 h 123"/>
              <a:gd name="T2" fmla="*/ 0 w 81"/>
              <a:gd name="T3" fmla="*/ 2147483646 h 123"/>
              <a:gd name="T4" fmla="*/ 2147483646 w 81"/>
              <a:gd name="T5" fmla="*/ 0 h 123"/>
              <a:gd name="T6" fmla="*/ 2147483646 w 81"/>
              <a:gd name="T7" fmla="*/ 2147483646 h 123"/>
              <a:gd name="T8" fmla="*/ 2147483646 w 81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45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45" y="12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813" name="Freeform 118">
            <a:extLst>
              <a:ext uri="{FF2B5EF4-FFF2-40B4-BE49-F238E27FC236}">
                <a16:creationId xmlns:a16="http://schemas.microsoft.com/office/drawing/2014/main" id="{5FF107F2-10D6-B543-BD12-880BD7B35E2B}"/>
              </a:ext>
            </a:extLst>
          </p:cNvPr>
          <p:cNvSpPr>
            <a:spLocks/>
          </p:cNvSpPr>
          <p:nvPr/>
        </p:nvSpPr>
        <p:spPr bwMode="auto">
          <a:xfrm>
            <a:off x="6419850" y="2552701"/>
            <a:ext cx="128588" cy="195263"/>
          </a:xfrm>
          <a:custGeom>
            <a:avLst/>
            <a:gdLst>
              <a:gd name="T0" fmla="*/ 2147483646 w 81"/>
              <a:gd name="T1" fmla="*/ 2147483646 h 123"/>
              <a:gd name="T2" fmla="*/ 0 w 81"/>
              <a:gd name="T3" fmla="*/ 2147483646 h 123"/>
              <a:gd name="T4" fmla="*/ 2147483646 w 81"/>
              <a:gd name="T5" fmla="*/ 0 h 123"/>
              <a:gd name="T6" fmla="*/ 2147483646 w 81"/>
              <a:gd name="T7" fmla="*/ 2147483646 h 123"/>
              <a:gd name="T8" fmla="*/ 2147483646 w 81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45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45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814" name="Freeform 119">
            <a:extLst>
              <a:ext uri="{FF2B5EF4-FFF2-40B4-BE49-F238E27FC236}">
                <a16:creationId xmlns:a16="http://schemas.microsoft.com/office/drawing/2014/main" id="{64E60461-4711-C375-CEDA-2830D7FD24A5}"/>
              </a:ext>
            </a:extLst>
          </p:cNvPr>
          <p:cNvSpPr>
            <a:spLocks/>
          </p:cNvSpPr>
          <p:nvPr/>
        </p:nvSpPr>
        <p:spPr bwMode="auto">
          <a:xfrm>
            <a:off x="5505451" y="4419601"/>
            <a:ext cx="257175" cy="233363"/>
          </a:xfrm>
          <a:custGeom>
            <a:avLst/>
            <a:gdLst>
              <a:gd name="T0" fmla="*/ 0 w 162"/>
              <a:gd name="T1" fmla="*/ 2147483646 h 147"/>
              <a:gd name="T2" fmla="*/ 2147483646 w 162"/>
              <a:gd name="T3" fmla="*/ 2147483646 h 147"/>
              <a:gd name="T4" fmla="*/ 2147483646 w 162"/>
              <a:gd name="T5" fmla="*/ 2147483646 h 147"/>
              <a:gd name="T6" fmla="*/ 2147483646 w 162"/>
              <a:gd name="T7" fmla="*/ 2147483646 h 147"/>
              <a:gd name="T8" fmla="*/ 2147483646 w 162"/>
              <a:gd name="T9" fmla="*/ 0 h 147"/>
              <a:gd name="T10" fmla="*/ 2147483646 w 162"/>
              <a:gd name="T11" fmla="*/ 0 h 147"/>
              <a:gd name="T12" fmla="*/ 0 w 162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2"/>
              <a:gd name="T22" fmla="*/ 0 h 147"/>
              <a:gd name="T23" fmla="*/ 162 w 162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2" h="147">
                <a:moveTo>
                  <a:pt x="0" y="139"/>
                </a:moveTo>
                <a:lnTo>
                  <a:pt x="18" y="147"/>
                </a:lnTo>
                <a:lnTo>
                  <a:pt x="162" y="9"/>
                </a:lnTo>
                <a:lnTo>
                  <a:pt x="144" y="0"/>
                </a:lnTo>
                <a:lnTo>
                  <a:pt x="0" y="13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815" name="Freeform 120">
            <a:extLst>
              <a:ext uri="{FF2B5EF4-FFF2-40B4-BE49-F238E27FC236}">
                <a16:creationId xmlns:a16="http://schemas.microsoft.com/office/drawing/2014/main" id="{AA9DF89D-6369-D188-036D-005388F16F9E}"/>
              </a:ext>
            </a:extLst>
          </p:cNvPr>
          <p:cNvSpPr>
            <a:spLocks/>
          </p:cNvSpPr>
          <p:nvPr/>
        </p:nvSpPr>
        <p:spPr bwMode="auto">
          <a:xfrm>
            <a:off x="5734050" y="4200526"/>
            <a:ext cx="228600" cy="233363"/>
          </a:xfrm>
          <a:custGeom>
            <a:avLst/>
            <a:gdLst>
              <a:gd name="T0" fmla="*/ 0 w 144"/>
              <a:gd name="T1" fmla="*/ 2147483646 h 147"/>
              <a:gd name="T2" fmla="*/ 2147483646 w 144"/>
              <a:gd name="T3" fmla="*/ 2147483646 h 147"/>
              <a:gd name="T4" fmla="*/ 2147483646 w 144"/>
              <a:gd name="T5" fmla="*/ 2147483646 h 147"/>
              <a:gd name="T6" fmla="*/ 2147483646 w 144"/>
              <a:gd name="T7" fmla="*/ 2147483646 h 147"/>
              <a:gd name="T8" fmla="*/ 2147483646 w 144"/>
              <a:gd name="T9" fmla="*/ 0 h 147"/>
              <a:gd name="T10" fmla="*/ 2147483646 w 144"/>
              <a:gd name="T11" fmla="*/ 0 h 147"/>
              <a:gd name="T12" fmla="*/ 0 w 144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44"/>
              <a:gd name="T22" fmla="*/ 0 h 147"/>
              <a:gd name="T23" fmla="*/ 144 w 144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44" h="147">
                <a:moveTo>
                  <a:pt x="0" y="138"/>
                </a:moveTo>
                <a:lnTo>
                  <a:pt x="18" y="147"/>
                </a:lnTo>
                <a:lnTo>
                  <a:pt x="144" y="8"/>
                </a:lnTo>
                <a:lnTo>
                  <a:pt x="126" y="0"/>
                </a:lnTo>
                <a:lnTo>
                  <a:pt x="0" y="13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816" name="Freeform 121">
            <a:extLst>
              <a:ext uri="{FF2B5EF4-FFF2-40B4-BE49-F238E27FC236}">
                <a16:creationId xmlns:a16="http://schemas.microsoft.com/office/drawing/2014/main" id="{EB644210-0F67-6E90-A9BB-A1D59AB9BC3A}"/>
              </a:ext>
            </a:extLst>
          </p:cNvPr>
          <p:cNvSpPr>
            <a:spLocks/>
          </p:cNvSpPr>
          <p:nvPr/>
        </p:nvSpPr>
        <p:spPr bwMode="auto">
          <a:xfrm>
            <a:off x="5934076" y="3967163"/>
            <a:ext cx="200025" cy="246062"/>
          </a:xfrm>
          <a:custGeom>
            <a:avLst/>
            <a:gdLst>
              <a:gd name="T0" fmla="*/ 0 w 126"/>
              <a:gd name="T1" fmla="*/ 2147483646 h 155"/>
              <a:gd name="T2" fmla="*/ 2147483646 w 126"/>
              <a:gd name="T3" fmla="*/ 2147483646 h 155"/>
              <a:gd name="T4" fmla="*/ 2147483646 w 126"/>
              <a:gd name="T5" fmla="*/ 2147483646 h 155"/>
              <a:gd name="T6" fmla="*/ 2147483646 w 126"/>
              <a:gd name="T7" fmla="*/ 2147483646 h 155"/>
              <a:gd name="T8" fmla="*/ 2147483646 w 126"/>
              <a:gd name="T9" fmla="*/ 0 h 155"/>
              <a:gd name="T10" fmla="*/ 2147483646 w 126"/>
              <a:gd name="T11" fmla="*/ 0 h 155"/>
              <a:gd name="T12" fmla="*/ 0 w 126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26"/>
              <a:gd name="T22" fmla="*/ 0 h 155"/>
              <a:gd name="T23" fmla="*/ 126 w 126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26" h="155">
                <a:moveTo>
                  <a:pt x="0" y="147"/>
                </a:moveTo>
                <a:lnTo>
                  <a:pt x="18" y="155"/>
                </a:lnTo>
                <a:lnTo>
                  <a:pt x="126" y="8"/>
                </a:lnTo>
                <a:lnTo>
                  <a:pt x="108" y="0"/>
                </a:lnTo>
                <a:lnTo>
                  <a:pt x="0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817" name="Freeform 122">
            <a:extLst>
              <a:ext uri="{FF2B5EF4-FFF2-40B4-BE49-F238E27FC236}">
                <a16:creationId xmlns:a16="http://schemas.microsoft.com/office/drawing/2014/main" id="{5D5CE2DB-707B-2C30-E4A7-AC1469842AE5}"/>
              </a:ext>
            </a:extLst>
          </p:cNvPr>
          <p:cNvSpPr>
            <a:spLocks/>
          </p:cNvSpPr>
          <p:nvPr/>
        </p:nvSpPr>
        <p:spPr bwMode="auto">
          <a:xfrm>
            <a:off x="6105525" y="3733801"/>
            <a:ext cx="171450" cy="246063"/>
          </a:xfrm>
          <a:custGeom>
            <a:avLst/>
            <a:gdLst>
              <a:gd name="T0" fmla="*/ 0 w 108"/>
              <a:gd name="T1" fmla="*/ 2147483646 h 155"/>
              <a:gd name="T2" fmla="*/ 2147483646 w 108"/>
              <a:gd name="T3" fmla="*/ 2147483646 h 155"/>
              <a:gd name="T4" fmla="*/ 2147483646 w 108"/>
              <a:gd name="T5" fmla="*/ 2147483646 h 155"/>
              <a:gd name="T6" fmla="*/ 2147483646 w 108"/>
              <a:gd name="T7" fmla="*/ 2147483646 h 155"/>
              <a:gd name="T8" fmla="*/ 2147483646 w 108"/>
              <a:gd name="T9" fmla="*/ 0 h 155"/>
              <a:gd name="T10" fmla="*/ 2147483646 w 108"/>
              <a:gd name="T11" fmla="*/ 0 h 155"/>
              <a:gd name="T12" fmla="*/ 0 w 108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08"/>
              <a:gd name="T22" fmla="*/ 0 h 155"/>
              <a:gd name="T23" fmla="*/ 108 w 108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08" h="155">
                <a:moveTo>
                  <a:pt x="0" y="147"/>
                </a:moveTo>
                <a:lnTo>
                  <a:pt x="18" y="155"/>
                </a:lnTo>
                <a:lnTo>
                  <a:pt x="108" y="8"/>
                </a:lnTo>
                <a:lnTo>
                  <a:pt x="90" y="0"/>
                </a:lnTo>
                <a:lnTo>
                  <a:pt x="0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818" name="Freeform 123">
            <a:extLst>
              <a:ext uri="{FF2B5EF4-FFF2-40B4-BE49-F238E27FC236}">
                <a16:creationId xmlns:a16="http://schemas.microsoft.com/office/drawing/2014/main" id="{A7063D23-18C4-8205-04A0-C56B11AF2FF0}"/>
              </a:ext>
            </a:extLst>
          </p:cNvPr>
          <p:cNvSpPr>
            <a:spLocks/>
          </p:cNvSpPr>
          <p:nvPr/>
        </p:nvSpPr>
        <p:spPr bwMode="auto">
          <a:xfrm>
            <a:off x="6248400" y="3500438"/>
            <a:ext cx="128588" cy="246062"/>
          </a:xfrm>
          <a:custGeom>
            <a:avLst/>
            <a:gdLst>
              <a:gd name="T0" fmla="*/ 0 w 81"/>
              <a:gd name="T1" fmla="*/ 2147483646 h 155"/>
              <a:gd name="T2" fmla="*/ 2147483646 w 81"/>
              <a:gd name="T3" fmla="*/ 2147483646 h 155"/>
              <a:gd name="T4" fmla="*/ 2147483646 w 81"/>
              <a:gd name="T5" fmla="*/ 2147483646 h 155"/>
              <a:gd name="T6" fmla="*/ 2147483646 w 81"/>
              <a:gd name="T7" fmla="*/ 2147483646 h 155"/>
              <a:gd name="T8" fmla="*/ 2147483646 w 81"/>
              <a:gd name="T9" fmla="*/ 0 h 155"/>
              <a:gd name="T10" fmla="*/ 2147483646 w 81"/>
              <a:gd name="T11" fmla="*/ 0 h 155"/>
              <a:gd name="T12" fmla="*/ 0 w 81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1"/>
              <a:gd name="T22" fmla="*/ 0 h 155"/>
              <a:gd name="T23" fmla="*/ 81 w 81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1" h="155">
                <a:moveTo>
                  <a:pt x="0" y="147"/>
                </a:moveTo>
                <a:lnTo>
                  <a:pt x="18" y="155"/>
                </a:lnTo>
                <a:lnTo>
                  <a:pt x="81" y="8"/>
                </a:lnTo>
                <a:lnTo>
                  <a:pt x="63" y="0"/>
                </a:lnTo>
                <a:lnTo>
                  <a:pt x="0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819" name="Freeform 124">
            <a:extLst>
              <a:ext uri="{FF2B5EF4-FFF2-40B4-BE49-F238E27FC236}">
                <a16:creationId xmlns:a16="http://schemas.microsoft.com/office/drawing/2014/main" id="{7E52A02A-BC8D-539D-736D-E5EA72B9F042}"/>
              </a:ext>
            </a:extLst>
          </p:cNvPr>
          <p:cNvSpPr>
            <a:spLocks/>
          </p:cNvSpPr>
          <p:nvPr/>
        </p:nvSpPr>
        <p:spPr bwMode="auto">
          <a:xfrm>
            <a:off x="6348413" y="3252788"/>
            <a:ext cx="100012" cy="260350"/>
          </a:xfrm>
          <a:custGeom>
            <a:avLst/>
            <a:gdLst>
              <a:gd name="T0" fmla="*/ 0 w 63"/>
              <a:gd name="T1" fmla="*/ 2147483646 h 164"/>
              <a:gd name="T2" fmla="*/ 2147483646 w 63"/>
              <a:gd name="T3" fmla="*/ 2147483646 h 164"/>
              <a:gd name="T4" fmla="*/ 2147483646 w 63"/>
              <a:gd name="T5" fmla="*/ 2147483646 h 164"/>
              <a:gd name="T6" fmla="*/ 2147483646 w 63"/>
              <a:gd name="T7" fmla="*/ 0 h 164"/>
              <a:gd name="T8" fmla="*/ 2147483646 w 63"/>
              <a:gd name="T9" fmla="*/ 0 h 164"/>
              <a:gd name="T10" fmla="*/ 2147483646 w 63"/>
              <a:gd name="T11" fmla="*/ 0 h 164"/>
              <a:gd name="T12" fmla="*/ 0 w 63"/>
              <a:gd name="T13" fmla="*/ 2147483646 h 16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3"/>
              <a:gd name="T22" fmla="*/ 0 h 164"/>
              <a:gd name="T23" fmla="*/ 63 w 63"/>
              <a:gd name="T24" fmla="*/ 164 h 16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3" h="164">
                <a:moveTo>
                  <a:pt x="0" y="156"/>
                </a:moveTo>
                <a:lnTo>
                  <a:pt x="18" y="164"/>
                </a:lnTo>
                <a:lnTo>
                  <a:pt x="63" y="9"/>
                </a:lnTo>
                <a:lnTo>
                  <a:pt x="63" y="0"/>
                </a:lnTo>
                <a:lnTo>
                  <a:pt x="45" y="0"/>
                </a:lnTo>
                <a:lnTo>
                  <a:pt x="0" y="15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820" name="Freeform 125">
            <a:extLst>
              <a:ext uri="{FF2B5EF4-FFF2-40B4-BE49-F238E27FC236}">
                <a16:creationId xmlns:a16="http://schemas.microsoft.com/office/drawing/2014/main" id="{1F6E30D7-83B9-E007-0FCF-23B19BA1FE66}"/>
              </a:ext>
            </a:extLst>
          </p:cNvPr>
          <p:cNvSpPr>
            <a:spLocks/>
          </p:cNvSpPr>
          <p:nvPr/>
        </p:nvSpPr>
        <p:spPr bwMode="auto">
          <a:xfrm>
            <a:off x="6419850" y="3006726"/>
            <a:ext cx="71438" cy="246063"/>
          </a:xfrm>
          <a:custGeom>
            <a:avLst/>
            <a:gdLst>
              <a:gd name="T0" fmla="*/ 0 w 45"/>
              <a:gd name="T1" fmla="*/ 2147483646 h 155"/>
              <a:gd name="T2" fmla="*/ 2147483646 w 45"/>
              <a:gd name="T3" fmla="*/ 2147483646 h 155"/>
              <a:gd name="T4" fmla="*/ 2147483646 w 45"/>
              <a:gd name="T5" fmla="*/ 0 h 155"/>
              <a:gd name="T6" fmla="*/ 2147483646 w 45"/>
              <a:gd name="T7" fmla="*/ 0 h 155"/>
              <a:gd name="T8" fmla="*/ 2147483646 w 45"/>
              <a:gd name="T9" fmla="*/ 0 h 155"/>
              <a:gd name="T10" fmla="*/ 2147483646 w 45"/>
              <a:gd name="T11" fmla="*/ 0 h 155"/>
              <a:gd name="T12" fmla="*/ 0 w 45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5"/>
              <a:gd name="T22" fmla="*/ 0 h 155"/>
              <a:gd name="T23" fmla="*/ 45 w 45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5" h="155">
                <a:moveTo>
                  <a:pt x="0" y="155"/>
                </a:moveTo>
                <a:lnTo>
                  <a:pt x="18" y="155"/>
                </a:lnTo>
                <a:lnTo>
                  <a:pt x="45" y="0"/>
                </a:lnTo>
                <a:lnTo>
                  <a:pt x="27" y="0"/>
                </a:lnTo>
                <a:lnTo>
                  <a:pt x="0" y="15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821" name="Rectangle 126">
            <a:extLst>
              <a:ext uri="{FF2B5EF4-FFF2-40B4-BE49-F238E27FC236}">
                <a16:creationId xmlns:a16="http://schemas.microsoft.com/office/drawing/2014/main" id="{28A461F0-D79D-D33B-2071-2A33B6C0E3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2714" y="2747963"/>
            <a:ext cx="28575" cy="25876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9822" name="Freeform 127">
            <a:extLst>
              <a:ext uri="{FF2B5EF4-FFF2-40B4-BE49-F238E27FC236}">
                <a16:creationId xmlns:a16="http://schemas.microsoft.com/office/drawing/2014/main" id="{34BD3597-20CE-930D-AEFE-88AD3484DF7D}"/>
              </a:ext>
            </a:extLst>
          </p:cNvPr>
          <p:cNvSpPr>
            <a:spLocks/>
          </p:cNvSpPr>
          <p:nvPr/>
        </p:nvSpPr>
        <p:spPr bwMode="auto">
          <a:xfrm>
            <a:off x="8462964" y="5199063"/>
            <a:ext cx="14287" cy="12700"/>
          </a:xfrm>
          <a:custGeom>
            <a:avLst/>
            <a:gdLst>
              <a:gd name="T0" fmla="*/ 0 w 9"/>
              <a:gd name="T1" fmla="*/ 2147483646 h 8"/>
              <a:gd name="T2" fmla="*/ 2147483646 w 9"/>
              <a:gd name="T3" fmla="*/ 2147483646 h 8"/>
              <a:gd name="T4" fmla="*/ 2147483646 w 9"/>
              <a:gd name="T5" fmla="*/ 2147483646 h 8"/>
              <a:gd name="T6" fmla="*/ 2147483646 w 9"/>
              <a:gd name="T7" fmla="*/ 0 h 8"/>
              <a:gd name="T8" fmla="*/ 2147483646 w 9"/>
              <a:gd name="T9" fmla="*/ 0 h 8"/>
              <a:gd name="T10" fmla="*/ 0 w 9"/>
              <a:gd name="T11" fmla="*/ 0 h 8"/>
              <a:gd name="T12" fmla="*/ 0 w 9"/>
              <a:gd name="T13" fmla="*/ 0 h 8"/>
              <a:gd name="T14" fmla="*/ 0 w 9"/>
              <a:gd name="T15" fmla="*/ 2147483646 h 8"/>
              <a:gd name="T16" fmla="*/ 0 w 9"/>
              <a:gd name="T17" fmla="*/ 2147483646 h 8"/>
              <a:gd name="T18" fmla="*/ 0 w 9"/>
              <a:gd name="T19" fmla="*/ 2147483646 h 8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9"/>
              <a:gd name="T31" fmla="*/ 0 h 8"/>
              <a:gd name="T32" fmla="*/ 9 w 9"/>
              <a:gd name="T33" fmla="*/ 8 h 8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9" h="8">
                <a:moveTo>
                  <a:pt x="0" y="8"/>
                </a:moveTo>
                <a:lnTo>
                  <a:pt x="9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823" name="Freeform 128">
            <a:extLst>
              <a:ext uri="{FF2B5EF4-FFF2-40B4-BE49-F238E27FC236}">
                <a16:creationId xmlns:a16="http://schemas.microsoft.com/office/drawing/2014/main" id="{D0558F50-A6A7-F95C-B6D5-562DB90FF754}"/>
              </a:ext>
            </a:extLst>
          </p:cNvPr>
          <p:cNvSpPr>
            <a:spLocks/>
          </p:cNvSpPr>
          <p:nvPr/>
        </p:nvSpPr>
        <p:spPr bwMode="auto">
          <a:xfrm>
            <a:off x="8405813" y="5199064"/>
            <a:ext cx="114300" cy="193675"/>
          </a:xfrm>
          <a:custGeom>
            <a:avLst/>
            <a:gdLst>
              <a:gd name="T0" fmla="*/ 2147483646 w 72"/>
              <a:gd name="T1" fmla="*/ 2147483646 h 122"/>
              <a:gd name="T2" fmla="*/ 2147483646 w 72"/>
              <a:gd name="T3" fmla="*/ 2147483646 h 122"/>
              <a:gd name="T4" fmla="*/ 0 w 72"/>
              <a:gd name="T5" fmla="*/ 2147483646 h 122"/>
              <a:gd name="T6" fmla="*/ 0 w 72"/>
              <a:gd name="T7" fmla="*/ 0 h 122"/>
              <a:gd name="T8" fmla="*/ 2147483646 w 72"/>
              <a:gd name="T9" fmla="*/ 2147483646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2"/>
              <a:gd name="T16" fmla="*/ 0 h 122"/>
              <a:gd name="T17" fmla="*/ 72 w 72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2" h="122">
                <a:moveTo>
                  <a:pt x="36" y="8"/>
                </a:moveTo>
                <a:lnTo>
                  <a:pt x="72" y="16"/>
                </a:lnTo>
                <a:lnTo>
                  <a:pt x="0" y="122"/>
                </a:lnTo>
                <a:lnTo>
                  <a:pt x="0" y="0"/>
                </a:lnTo>
                <a:lnTo>
                  <a:pt x="36" y="8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824" name="Freeform 129">
            <a:extLst>
              <a:ext uri="{FF2B5EF4-FFF2-40B4-BE49-F238E27FC236}">
                <a16:creationId xmlns:a16="http://schemas.microsoft.com/office/drawing/2014/main" id="{1DE8FDAA-AE29-2465-A9E3-8021D6A2EC3A}"/>
              </a:ext>
            </a:extLst>
          </p:cNvPr>
          <p:cNvSpPr>
            <a:spLocks/>
          </p:cNvSpPr>
          <p:nvPr/>
        </p:nvSpPr>
        <p:spPr bwMode="auto">
          <a:xfrm>
            <a:off x="8405813" y="5199064"/>
            <a:ext cx="114300" cy="193675"/>
          </a:xfrm>
          <a:custGeom>
            <a:avLst/>
            <a:gdLst>
              <a:gd name="T0" fmla="*/ 2147483646 w 72"/>
              <a:gd name="T1" fmla="*/ 2147483646 h 122"/>
              <a:gd name="T2" fmla="*/ 2147483646 w 72"/>
              <a:gd name="T3" fmla="*/ 2147483646 h 122"/>
              <a:gd name="T4" fmla="*/ 0 w 72"/>
              <a:gd name="T5" fmla="*/ 2147483646 h 122"/>
              <a:gd name="T6" fmla="*/ 0 w 72"/>
              <a:gd name="T7" fmla="*/ 0 h 122"/>
              <a:gd name="T8" fmla="*/ 2147483646 w 72"/>
              <a:gd name="T9" fmla="*/ 2147483646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2"/>
              <a:gd name="T16" fmla="*/ 0 h 122"/>
              <a:gd name="T17" fmla="*/ 72 w 72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2" h="122">
                <a:moveTo>
                  <a:pt x="36" y="8"/>
                </a:moveTo>
                <a:lnTo>
                  <a:pt x="72" y="16"/>
                </a:lnTo>
                <a:lnTo>
                  <a:pt x="0" y="122"/>
                </a:lnTo>
                <a:lnTo>
                  <a:pt x="0" y="0"/>
                </a:lnTo>
                <a:lnTo>
                  <a:pt x="36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825" name="Freeform 130">
            <a:extLst>
              <a:ext uri="{FF2B5EF4-FFF2-40B4-BE49-F238E27FC236}">
                <a16:creationId xmlns:a16="http://schemas.microsoft.com/office/drawing/2014/main" id="{0F6410A8-B4FE-21EB-2A33-C36EFDA1B330}"/>
              </a:ext>
            </a:extLst>
          </p:cNvPr>
          <p:cNvSpPr>
            <a:spLocks/>
          </p:cNvSpPr>
          <p:nvPr/>
        </p:nvSpPr>
        <p:spPr bwMode="auto">
          <a:xfrm>
            <a:off x="8534400" y="2825750"/>
            <a:ext cx="114300" cy="311150"/>
          </a:xfrm>
          <a:custGeom>
            <a:avLst/>
            <a:gdLst>
              <a:gd name="T0" fmla="*/ 2147483646 w 72"/>
              <a:gd name="T1" fmla="*/ 0 h 196"/>
              <a:gd name="T2" fmla="*/ 0 w 72"/>
              <a:gd name="T3" fmla="*/ 2147483646 h 196"/>
              <a:gd name="T4" fmla="*/ 2147483646 w 72"/>
              <a:gd name="T5" fmla="*/ 2147483646 h 196"/>
              <a:gd name="T6" fmla="*/ 2147483646 w 72"/>
              <a:gd name="T7" fmla="*/ 2147483646 h 196"/>
              <a:gd name="T8" fmla="*/ 2147483646 w 72"/>
              <a:gd name="T9" fmla="*/ 2147483646 h 196"/>
              <a:gd name="T10" fmla="*/ 2147483646 w 72"/>
              <a:gd name="T11" fmla="*/ 2147483646 h 196"/>
              <a:gd name="T12" fmla="*/ 2147483646 w 72"/>
              <a:gd name="T13" fmla="*/ 0 h 19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2"/>
              <a:gd name="T22" fmla="*/ 0 h 196"/>
              <a:gd name="T23" fmla="*/ 72 w 72"/>
              <a:gd name="T24" fmla="*/ 196 h 19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2" h="196">
                <a:moveTo>
                  <a:pt x="18" y="0"/>
                </a:moveTo>
                <a:lnTo>
                  <a:pt x="0" y="8"/>
                </a:lnTo>
                <a:lnTo>
                  <a:pt x="54" y="196"/>
                </a:lnTo>
                <a:lnTo>
                  <a:pt x="54" y="188"/>
                </a:lnTo>
                <a:lnTo>
                  <a:pt x="72" y="188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826" name="Freeform 131">
            <a:extLst>
              <a:ext uri="{FF2B5EF4-FFF2-40B4-BE49-F238E27FC236}">
                <a16:creationId xmlns:a16="http://schemas.microsoft.com/office/drawing/2014/main" id="{365449EA-77EC-FD24-E2F3-04FC08D2EE3B}"/>
              </a:ext>
            </a:extLst>
          </p:cNvPr>
          <p:cNvSpPr>
            <a:spLocks/>
          </p:cNvSpPr>
          <p:nvPr/>
        </p:nvSpPr>
        <p:spPr bwMode="auto">
          <a:xfrm>
            <a:off x="8620126" y="3124200"/>
            <a:ext cx="85725" cy="298450"/>
          </a:xfrm>
          <a:custGeom>
            <a:avLst/>
            <a:gdLst>
              <a:gd name="T0" fmla="*/ 2147483646 w 54"/>
              <a:gd name="T1" fmla="*/ 0 h 188"/>
              <a:gd name="T2" fmla="*/ 0 w 54"/>
              <a:gd name="T3" fmla="*/ 0 h 188"/>
              <a:gd name="T4" fmla="*/ 2147483646 w 54"/>
              <a:gd name="T5" fmla="*/ 2147483646 h 188"/>
              <a:gd name="T6" fmla="*/ 2147483646 w 54"/>
              <a:gd name="T7" fmla="*/ 2147483646 h 188"/>
              <a:gd name="T8" fmla="*/ 2147483646 w 54"/>
              <a:gd name="T9" fmla="*/ 2147483646 h 188"/>
              <a:gd name="T10" fmla="*/ 2147483646 w 54"/>
              <a:gd name="T11" fmla="*/ 2147483646 h 188"/>
              <a:gd name="T12" fmla="*/ 2147483646 w 54"/>
              <a:gd name="T13" fmla="*/ 0 h 1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54"/>
              <a:gd name="T22" fmla="*/ 0 h 188"/>
              <a:gd name="T23" fmla="*/ 54 w 54"/>
              <a:gd name="T24" fmla="*/ 188 h 1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54" h="188">
                <a:moveTo>
                  <a:pt x="18" y="0"/>
                </a:moveTo>
                <a:lnTo>
                  <a:pt x="0" y="0"/>
                </a:lnTo>
                <a:lnTo>
                  <a:pt x="36" y="188"/>
                </a:lnTo>
                <a:lnTo>
                  <a:pt x="54" y="188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827" name="Freeform 132">
            <a:extLst>
              <a:ext uri="{FF2B5EF4-FFF2-40B4-BE49-F238E27FC236}">
                <a16:creationId xmlns:a16="http://schemas.microsoft.com/office/drawing/2014/main" id="{2FFA0603-456D-81CE-281D-75A794825246}"/>
              </a:ext>
            </a:extLst>
          </p:cNvPr>
          <p:cNvSpPr>
            <a:spLocks/>
          </p:cNvSpPr>
          <p:nvPr/>
        </p:nvSpPr>
        <p:spPr bwMode="auto">
          <a:xfrm>
            <a:off x="8677276" y="3422651"/>
            <a:ext cx="42863" cy="595313"/>
          </a:xfrm>
          <a:custGeom>
            <a:avLst/>
            <a:gdLst>
              <a:gd name="T0" fmla="*/ 2147483646 w 27"/>
              <a:gd name="T1" fmla="*/ 0 h 375"/>
              <a:gd name="T2" fmla="*/ 0 w 27"/>
              <a:gd name="T3" fmla="*/ 0 h 375"/>
              <a:gd name="T4" fmla="*/ 2147483646 w 27"/>
              <a:gd name="T5" fmla="*/ 2147483646 h 375"/>
              <a:gd name="T6" fmla="*/ 2147483646 w 27"/>
              <a:gd name="T7" fmla="*/ 2147483646 h 375"/>
              <a:gd name="T8" fmla="*/ 2147483646 w 27"/>
              <a:gd name="T9" fmla="*/ 2147483646 h 375"/>
              <a:gd name="T10" fmla="*/ 2147483646 w 27"/>
              <a:gd name="T11" fmla="*/ 2147483646 h 375"/>
              <a:gd name="T12" fmla="*/ 2147483646 w 27"/>
              <a:gd name="T13" fmla="*/ 0 h 37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7"/>
              <a:gd name="T22" fmla="*/ 0 h 375"/>
              <a:gd name="T23" fmla="*/ 27 w 27"/>
              <a:gd name="T24" fmla="*/ 375 h 37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7" h="375">
                <a:moveTo>
                  <a:pt x="18" y="0"/>
                </a:moveTo>
                <a:lnTo>
                  <a:pt x="0" y="0"/>
                </a:lnTo>
                <a:lnTo>
                  <a:pt x="9" y="375"/>
                </a:lnTo>
                <a:lnTo>
                  <a:pt x="27" y="375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828" name="Freeform 133">
            <a:extLst>
              <a:ext uri="{FF2B5EF4-FFF2-40B4-BE49-F238E27FC236}">
                <a16:creationId xmlns:a16="http://schemas.microsoft.com/office/drawing/2014/main" id="{B4DB4AB3-4602-F441-3CCB-0190D5A2E4A6}"/>
              </a:ext>
            </a:extLst>
          </p:cNvPr>
          <p:cNvSpPr>
            <a:spLocks/>
          </p:cNvSpPr>
          <p:nvPr/>
        </p:nvSpPr>
        <p:spPr bwMode="auto">
          <a:xfrm>
            <a:off x="8620126" y="4017963"/>
            <a:ext cx="100013" cy="609600"/>
          </a:xfrm>
          <a:custGeom>
            <a:avLst/>
            <a:gdLst>
              <a:gd name="T0" fmla="*/ 2147483646 w 63"/>
              <a:gd name="T1" fmla="*/ 0 h 384"/>
              <a:gd name="T2" fmla="*/ 2147483646 w 63"/>
              <a:gd name="T3" fmla="*/ 0 h 384"/>
              <a:gd name="T4" fmla="*/ 0 w 63"/>
              <a:gd name="T5" fmla="*/ 2147483646 h 384"/>
              <a:gd name="T6" fmla="*/ 0 w 63"/>
              <a:gd name="T7" fmla="*/ 2147483646 h 384"/>
              <a:gd name="T8" fmla="*/ 2147483646 w 63"/>
              <a:gd name="T9" fmla="*/ 2147483646 h 384"/>
              <a:gd name="T10" fmla="*/ 2147483646 w 63"/>
              <a:gd name="T11" fmla="*/ 2147483646 h 384"/>
              <a:gd name="T12" fmla="*/ 2147483646 w 63"/>
              <a:gd name="T13" fmla="*/ 0 h 38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3"/>
              <a:gd name="T22" fmla="*/ 0 h 384"/>
              <a:gd name="T23" fmla="*/ 63 w 63"/>
              <a:gd name="T24" fmla="*/ 384 h 38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3" h="384">
                <a:moveTo>
                  <a:pt x="63" y="0"/>
                </a:moveTo>
                <a:lnTo>
                  <a:pt x="45" y="0"/>
                </a:lnTo>
                <a:lnTo>
                  <a:pt x="0" y="376"/>
                </a:lnTo>
                <a:lnTo>
                  <a:pt x="18" y="384"/>
                </a:lnTo>
                <a:lnTo>
                  <a:pt x="18" y="376"/>
                </a:lnTo>
                <a:lnTo>
                  <a:pt x="6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829" name="Freeform 134">
            <a:extLst>
              <a:ext uri="{FF2B5EF4-FFF2-40B4-BE49-F238E27FC236}">
                <a16:creationId xmlns:a16="http://schemas.microsoft.com/office/drawing/2014/main" id="{6CEA99F7-CD8A-F7A6-AAB9-667252A69EA6}"/>
              </a:ext>
            </a:extLst>
          </p:cNvPr>
          <p:cNvSpPr>
            <a:spLocks/>
          </p:cNvSpPr>
          <p:nvPr/>
        </p:nvSpPr>
        <p:spPr bwMode="auto">
          <a:xfrm>
            <a:off x="8448676" y="4614863"/>
            <a:ext cx="200025" cy="596900"/>
          </a:xfrm>
          <a:custGeom>
            <a:avLst/>
            <a:gdLst>
              <a:gd name="T0" fmla="*/ 2147483646 w 126"/>
              <a:gd name="T1" fmla="*/ 2147483646 h 376"/>
              <a:gd name="T2" fmla="*/ 2147483646 w 126"/>
              <a:gd name="T3" fmla="*/ 0 h 376"/>
              <a:gd name="T4" fmla="*/ 0 w 126"/>
              <a:gd name="T5" fmla="*/ 2147483646 h 376"/>
              <a:gd name="T6" fmla="*/ 2147483646 w 126"/>
              <a:gd name="T7" fmla="*/ 2147483646 h 376"/>
              <a:gd name="T8" fmla="*/ 2147483646 w 126"/>
              <a:gd name="T9" fmla="*/ 2147483646 h 37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6"/>
              <a:gd name="T16" fmla="*/ 0 h 376"/>
              <a:gd name="T17" fmla="*/ 126 w 126"/>
              <a:gd name="T18" fmla="*/ 376 h 37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6" h="376">
                <a:moveTo>
                  <a:pt x="126" y="8"/>
                </a:moveTo>
                <a:lnTo>
                  <a:pt x="108" y="0"/>
                </a:lnTo>
                <a:lnTo>
                  <a:pt x="0" y="368"/>
                </a:lnTo>
                <a:lnTo>
                  <a:pt x="18" y="376"/>
                </a:lnTo>
                <a:lnTo>
                  <a:pt x="126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830" name="Oval 135">
            <a:extLst>
              <a:ext uri="{FF2B5EF4-FFF2-40B4-BE49-F238E27FC236}">
                <a16:creationId xmlns:a16="http://schemas.microsoft.com/office/drawing/2014/main" id="{43799335-A28D-48EB-BB8A-0CCB308492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8638" y="2592389"/>
            <a:ext cx="800100" cy="43973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9831" name="Oval 136">
            <a:extLst>
              <a:ext uri="{FF2B5EF4-FFF2-40B4-BE49-F238E27FC236}">
                <a16:creationId xmlns:a16="http://schemas.microsoft.com/office/drawing/2014/main" id="{E7F0911C-9B11-5ABD-DFB5-8E4FB476D2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8638" y="2593976"/>
            <a:ext cx="800100" cy="436563"/>
          </a:xfrm>
          <a:prstGeom prst="ellips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9832" name="Rectangle 137">
            <a:extLst>
              <a:ext uri="{FF2B5EF4-FFF2-40B4-BE49-F238E27FC236}">
                <a16:creationId xmlns:a16="http://schemas.microsoft.com/office/drawing/2014/main" id="{B0B8DD7C-4C82-BF27-B7B0-921D5E5750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0089" y="2708275"/>
            <a:ext cx="407163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00">
                <a:solidFill>
                  <a:srgbClr val="0000FF"/>
                </a:solidFill>
                <a:latin typeface="Times New Roman" panose="02020603050405020304" pitchFamily="18" charset="0"/>
              </a:rPr>
              <a:t>JFK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29833" name="Freeform 138">
            <a:extLst>
              <a:ext uri="{FF2B5EF4-FFF2-40B4-BE49-F238E27FC236}">
                <a16:creationId xmlns:a16="http://schemas.microsoft.com/office/drawing/2014/main" id="{AA0DF44F-E45F-983E-869B-B12D696509C6}"/>
              </a:ext>
            </a:extLst>
          </p:cNvPr>
          <p:cNvSpPr>
            <a:spLocks/>
          </p:cNvSpPr>
          <p:nvPr/>
        </p:nvSpPr>
        <p:spPr bwMode="auto">
          <a:xfrm>
            <a:off x="5948364" y="4964114"/>
            <a:ext cx="28575" cy="26987"/>
          </a:xfrm>
          <a:custGeom>
            <a:avLst/>
            <a:gdLst>
              <a:gd name="T0" fmla="*/ 2147483646 w 18"/>
              <a:gd name="T1" fmla="*/ 0 h 17"/>
              <a:gd name="T2" fmla="*/ 0 w 18"/>
              <a:gd name="T3" fmla="*/ 2147483646 h 17"/>
              <a:gd name="T4" fmla="*/ 2147483646 w 18"/>
              <a:gd name="T5" fmla="*/ 2147483646 h 17"/>
              <a:gd name="T6" fmla="*/ 2147483646 w 18"/>
              <a:gd name="T7" fmla="*/ 2147483646 h 17"/>
              <a:gd name="T8" fmla="*/ 2147483646 w 18"/>
              <a:gd name="T9" fmla="*/ 2147483646 h 17"/>
              <a:gd name="T10" fmla="*/ 2147483646 w 18"/>
              <a:gd name="T11" fmla="*/ 2147483646 h 17"/>
              <a:gd name="T12" fmla="*/ 2147483646 w 18"/>
              <a:gd name="T13" fmla="*/ 0 h 17"/>
              <a:gd name="T14" fmla="*/ 2147483646 w 18"/>
              <a:gd name="T15" fmla="*/ 0 h 17"/>
              <a:gd name="T16" fmla="*/ 2147483646 w 18"/>
              <a:gd name="T17" fmla="*/ 0 h 17"/>
              <a:gd name="T18" fmla="*/ 2147483646 w 18"/>
              <a:gd name="T19" fmla="*/ 0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7"/>
              <a:gd name="T32" fmla="*/ 18 w 18"/>
              <a:gd name="T33" fmla="*/ 17 h 17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7">
                <a:moveTo>
                  <a:pt x="9" y="0"/>
                </a:moveTo>
                <a:lnTo>
                  <a:pt x="0" y="9"/>
                </a:lnTo>
                <a:lnTo>
                  <a:pt x="9" y="9"/>
                </a:lnTo>
                <a:lnTo>
                  <a:pt x="9" y="17"/>
                </a:lnTo>
                <a:lnTo>
                  <a:pt x="18" y="9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834" name="Freeform 139">
            <a:extLst>
              <a:ext uri="{FF2B5EF4-FFF2-40B4-BE49-F238E27FC236}">
                <a16:creationId xmlns:a16="http://schemas.microsoft.com/office/drawing/2014/main" id="{A3755BEF-4EF4-19A0-AD17-3F6915F85A39}"/>
              </a:ext>
            </a:extLst>
          </p:cNvPr>
          <p:cNvSpPr>
            <a:spLocks/>
          </p:cNvSpPr>
          <p:nvPr/>
        </p:nvSpPr>
        <p:spPr bwMode="auto">
          <a:xfrm>
            <a:off x="5819775" y="4822826"/>
            <a:ext cx="185738" cy="180975"/>
          </a:xfrm>
          <a:custGeom>
            <a:avLst/>
            <a:gdLst>
              <a:gd name="T0" fmla="*/ 2147483646 w 117"/>
              <a:gd name="T1" fmla="*/ 2147483646 h 114"/>
              <a:gd name="T2" fmla="*/ 2147483646 w 117"/>
              <a:gd name="T3" fmla="*/ 2147483646 h 114"/>
              <a:gd name="T4" fmla="*/ 0 w 117"/>
              <a:gd name="T5" fmla="*/ 0 h 114"/>
              <a:gd name="T6" fmla="*/ 2147483646 w 117"/>
              <a:gd name="T7" fmla="*/ 2147483646 h 114"/>
              <a:gd name="T8" fmla="*/ 2147483646 w 117"/>
              <a:gd name="T9" fmla="*/ 2147483646 h 11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"/>
              <a:gd name="T16" fmla="*/ 0 h 114"/>
              <a:gd name="T17" fmla="*/ 117 w 117"/>
              <a:gd name="T18" fmla="*/ 114 h 11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" h="114">
                <a:moveTo>
                  <a:pt x="90" y="89"/>
                </a:moveTo>
                <a:lnTo>
                  <a:pt x="63" y="114"/>
                </a:lnTo>
                <a:lnTo>
                  <a:pt x="0" y="0"/>
                </a:lnTo>
                <a:lnTo>
                  <a:pt x="117" y="73"/>
                </a:lnTo>
                <a:lnTo>
                  <a:pt x="90" y="89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835" name="Freeform 140">
            <a:extLst>
              <a:ext uri="{FF2B5EF4-FFF2-40B4-BE49-F238E27FC236}">
                <a16:creationId xmlns:a16="http://schemas.microsoft.com/office/drawing/2014/main" id="{86BAF724-7628-244B-B87C-AC0FFBA0A0A4}"/>
              </a:ext>
            </a:extLst>
          </p:cNvPr>
          <p:cNvSpPr>
            <a:spLocks/>
          </p:cNvSpPr>
          <p:nvPr/>
        </p:nvSpPr>
        <p:spPr bwMode="auto">
          <a:xfrm>
            <a:off x="5819775" y="4822826"/>
            <a:ext cx="185738" cy="180975"/>
          </a:xfrm>
          <a:custGeom>
            <a:avLst/>
            <a:gdLst>
              <a:gd name="T0" fmla="*/ 2147483646 w 117"/>
              <a:gd name="T1" fmla="*/ 2147483646 h 114"/>
              <a:gd name="T2" fmla="*/ 2147483646 w 117"/>
              <a:gd name="T3" fmla="*/ 2147483646 h 114"/>
              <a:gd name="T4" fmla="*/ 0 w 117"/>
              <a:gd name="T5" fmla="*/ 0 h 114"/>
              <a:gd name="T6" fmla="*/ 2147483646 w 117"/>
              <a:gd name="T7" fmla="*/ 2147483646 h 114"/>
              <a:gd name="T8" fmla="*/ 2147483646 w 117"/>
              <a:gd name="T9" fmla="*/ 2147483646 h 11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"/>
              <a:gd name="T16" fmla="*/ 0 h 114"/>
              <a:gd name="T17" fmla="*/ 117 w 117"/>
              <a:gd name="T18" fmla="*/ 114 h 11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" h="114">
                <a:moveTo>
                  <a:pt x="90" y="89"/>
                </a:moveTo>
                <a:lnTo>
                  <a:pt x="63" y="114"/>
                </a:lnTo>
                <a:lnTo>
                  <a:pt x="0" y="0"/>
                </a:lnTo>
                <a:lnTo>
                  <a:pt x="117" y="73"/>
                </a:lnTo>
                <a:lnTo>
                  <a:pt x="90" y="8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836" name="Freeform 141">
            <a:extLst>
              <a:ext uri="{FF2B5EF4-FFF2-40B4-BE49-F238E27FC236}">
                <a16:creationId xmlns:a16="http://schemas.microsoft.com/office/drawing/2014/main" id="{D1F12D8C-D497-02A0-1CB9-A9D0B3C7FF39}"/>
              </a:ext>
            </a:extLst>
          </p:cNvPr>
          <p:cNvSpPr>
            <a:spLocks/>
          </p:cNvSpPr>
          <p:nvPr/>
        </p:nvSpPr>
        <p:spPr bwMode="auto">
          <a:xfrm>
            <a:off x="8034339" y="5626100"/>
            <a:ext cx="357187" cy="65088"/>
          </a:xfrm>
          <a:custGeom>
            <a:avLst/>
            <a:gdLst>
              <a:gd name="T0" fmla="*/ 2147483646 w 225"/>
              <a:gd name="T1" fmla="*/ 2147483646 h 41"/>
              <a:gd name="T2" fmla="*/ 2147483646 w 225"/>
              <a:gd name="T3" fmla="*/ 0 h 41"/>
              <a:gd name="T4" fmla="*/ 0 w 225"/>
              <a:gd name="T5" fmla="*/ 2147483646 h 41"/>
              <a:gd name="T6" fmla="*/ 0 w 225"/>
              <a:gd name="T7" fmla="*/ 2147483646 h 41"/>
              <a:gd name="T8" fmla="*/ 0 w 225"/>
              <a:gd name="T9" fmla="*/ 2147483646 h 41"/>
              <a:gd name="T10" fmla="*/ 0 w 225"/>
              <a:gd name="T11" fmla="*/ 2147483646 h 41"/>
              <a:gd name="T12" fmla="*/ 2147483646 w 225"/>
              <a:gd name="T13" fmla="*/ 2147483646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41"/>
              <a:gd name="T23" fmla="*/ 225 w 225"/>
              <a:gd name="T24" fmla="*/ 41 h 4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41">
                <a:moveTo>
                  <a:pt x="225" y="16"/>
                </a:moveTo>
                <a:lnTo>
                  <a:pt x="225" y="0"/>
                </a:lnTo>
                <a:lnTo>
                  <a:pt x="0" y="25"/>
                </a:lnTo>
                <a:lnTo>
                  <a:pt x="0" y="41"/>
                </a:lnTo>
                <a:lnTo>
                  <a:pt x="22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837" name="Freeform 142">
            <a:extLst>
              <a:ext uri="{FF2B5EF4-FFF2-40B4-BE49-F238E27FC236}">
                <a16:creationId xmlns:a16="http://schemas.microsoft.com/office/drawing/2014/main" id="{B952548E-038B-84E6-B3D5-50BB8DA7A163}"/>
              </a:ext>
            </a:extLst>
          </p:cNvPr>
          <p:cNvSpPr>
            <a:spLocks/>
          </p:cNvSpPr>
          <p:nvPr/>
        </p:nvSpPr>
        <p:spPr bwMode="auto">
          <a:xfrm>
            <a:off x="7677150" y="5665788"/>
            <a:ext cx="357188" cy="25400"/>
          </a:xfrm>
          <a:custGeom>
            <a:avLst/>
            <a:gdLst>
              <a:gd name="T0" fmla="*/ 2147483646 w 225"/>
              <a:gd name="T1" fmla="*/ 2147483646 h 16"/>
              <a:gd name="T2" fmla="*/ 2147483646 w 225"/>
              <a:gd name="T3" fmla="*/ 0 h 16"/>
              <a:gd name="T4" fmla="*/ 0 w 225"/>
              <a:gd name="T5" fmla="*/ 0 h 16"/>
              <a:gd name="T6" fmla="*/ 0 w 225"/>
              <a:gd name="T7" fmla="*/ 0 h 16"/>
              <a:gd name="T8" fmla="*/ 0 w 225"/>
              <a:gd name="T9" fmla="*/ 2147483646 h 16"/>
              <a:gd name="T10" fmla="*/ 0 w 225"/>
              <a:gd name="T11" fmla="*/ 2147483646 h 16"/>
              <a:gd name="T12" fmla="*/ 2147483646 w 225"/>
              <a:gd name="T13" fmla="*/ 2147483646 h 1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16"/>
              <a:gd name="T23" fmla="*/ 225 w 225"/>
              <a:gd name="T24" fmla="*/ 16 h 1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16">
                <a:moveTo>
                  <a:pt x="225" y="16"/>
                </a:moveTo>
                <a:lnTo>
                  <a:pt x="225" y="0"/>
                </a:lnTo>
                <a:lnTo>
                  <a:pt x="0" y="0"/>
                </a:lnTo>
                <a:lnTo>
                  <a:pt x="0" y="16"/>
                </a:lnTo>
                <a:lnTo>
                  <a:pt x="22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838" name="Freeform 143">
            <a:extLst>
              <a:ext uri="{FF2B5EF4-FFF2-40B4-BE49-F238E27FC236}">
                <a16:creationId xmlns:a16="http://schemas.microsoft.com/office/drawing/2014/main" id="{B34181B0-6038-142B-B251-DEE385AAE52D}"/>
              </a:ext>
            </a:extLst>
          </p:cNvPr>
          <p:cNvSpPr>
            <a:spLocks/>
          </p:cNvSpPr>
          <p:nvPr/>
        </p:nvSpPr>
        <p:spPr bwMode="auto">
          <a:xfrm>
            <a:off x="7334250" y="5626100"/>
            <a:ext cx="342900" cy="65088"/>
          </a:xfrm>
          <a:custGeom>
            <a:avLst/>
            <a:gdLst>
              <a:gd name="T0" fmla="*/ 2147483646 w 216"/>
              <a:gd name="T1" fmla="*/ 2147483646 h 41"/>
              <a:gd name="T2" fmla="*/ 2147483646 w 216"/>
              <a:gd name="T3" fmla="*/ 2147483646 h 41"/>
              <a:gd name="T4" fmla="*/ 0 w 216"/>
              <a:gd name="T5" fmla="*/ 0 h 41"/>
              <a:gd name="T6" fmla="*/ 0 w 216"/>
              <a:gd name="T7" fmla="*/ 0 h 41"/>
              <a:gd name="T8" fmla="*/ 0 w 216"/>
              <a:gd name="T9" fmla="*/ 2147483646 h 41"/>
              <a:gd name="T10" fmla="*/ 0 w 216"/>
              <a:gd name="T11" fmla="*/ 2147483646 h 41"/>
              <a:gd name="T12" fmla="*/ 2147483646 w 216"/>
              <a:gd name="T13" fmla="*/ 2147483646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41"/>
              <a:gd name="T23" fmla="*/ 216 w 216"/>
              <a:gd name="T24" fmla="*/ 41 h 4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41">
                <a:moveTo>
                  <a:pt x="216" y="41"/>
                </a:moveTo>
                <a:lnTo>
                  <a:pt x="216" y="25"/>
                </a:lnTo>
                <a:lnTo>
                  <a:pt x="0" y="0"/>
                </a:lnTo>
                <a:lnTo>
                  <a:pt x="0" y="16"/>
                </a:lnTo>
                <a:lnTo>
                  <a:pt x="216" y="4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839" name="Freeform 144">
            <a:extLst>
              <a:ext uri="{FF2B5EF4-FFF2-40B4-BE49-F238E27FC236}">
                <a16:creationId xmlns:a16="http://schemas.microsoft.com/office/drawing/2014/main" id="{77EBF7B3-DF9A-5AC8-B1C9-6CA91D5E5FDB}"/>
              </a:ext>
            </a:extLst>
          </p:cNvPr>
          <p:cNvSpPr>
            <a:spLocks/>
          </p:cNvSpPr>
          <p:nvPr/>
        </p:nvSpPr>
        <p:spPr bwMode="auto">
          <a:xfrm>
            <a:off x="7005638" y="5561014"/>
            <a:ext cx="328612" cy="90487"/>
          </a:xfrm>
          <a:custGeom>
            <a:avLst/>
            <a:gdLst>
              <a:gd name="T0" fmla="*/ 2147483646 w 207"/>
              <a:gd name="T1" fmla="*/ 2147483646 h 57"/>
              <a:gd name="T2" fmla="*/ 2147483646 w 207"/>
              <a:gd name="T3" fmla="*/ 2147483646 h 57"/>
              <a:gd name="T4" fmla="*/ 0 w 207"/>
              <a:gd name="T5" fmla="*/ 0 h 57"/>
              <a:gd name="T6" fmla="*/ 2147483646 w 207"/>
              <a:gd name="T7" fmla="*/ 0 h 57"/>
              <a:gd name="T8" fmla="*/ 0 w 207"/>
              <a:gd name="T9" fmla="*/ 2147483646 h 57"/>
              <a:gd name="T10" fmla="*/ 0 w 207"/>
              <a:gd name="T11" fmla="*/ 2147483646 h 57"/>
              <a:gd name="T12" fmla="*/ 2147483646 w 207"/>
              <a:gd name="T13" fmla="*/ 2147483646 h 5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07"/>
              <a:gd name="T22" fmla="*/ 0 h 57"/>
              <a:gd name="T23" fmla="*/ 207 w 207"/>
              <a:gd name="T24" fmla="*/ 57 h 5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07" h="57">
                <a:moveTo>
                  <a:pt x="207" y="57"/>
                </a:moveTo>
                <a:lnTo>
                  <a:pt x="207" y="41"/>
                </a:lnTo>
                <a:lnTo>
                  <a:pt x="0" y="0"/>
                </a:lnTo>
                <a:lnTo>
                  <a:pt x="9" y="0"/>
                </a:lnTo>
                <a:lnTo>
                  <a:pt x="0" y="17"/>
                </a:lnTo>
                <a:lnTo>
                  <a:pt x="207" y="5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840" name="Freeform 145">
            <a:extLst>
              <a:ext uri="{FF2B5EF4-FFF2-40B4-BE49-F238E27FC236}">
                <a16:creationId xmlns:a16="http://schemas.microsoft.com/office/drawing/2014/main" id="{19B29408-0C69-FFA7-7323-445F5C1CBCDF}"/>
              </a:ext>
            </a:extLst>
          </p:cNvPr>
          <p:cNvSpPr>
            <a:spLocks/>
          </p:cNvSpPr>
          <p:nvPr/>
        </p:nvSpPr>
        <p:spPr bwMode="auto">
          <a:xfrm>
            <a:off x="6705601" y="5457826"/>
            <a:ext cx="314325" cy="130175"/>
          </a:xfrm>
          <a:custGeom>
            <a:avLst/>
            <a:gdLst>
              <a:gd name="T0" fmla="*/ 2147483646 w 198"/>
              <a:gd name="T1" fmla="*/ 2147483646 h 82"/>
              <a:gd name="T2" fmla="*/ 2147483646 w 198"/>
              <a:gd name="T3" fmla="*/ 2147483646 h 82"/>
              <a:gd name="T4" fmla="*/ 2147483646 w 198"/>
              <a:gd name="T5" fmla="*/ 0 h 82"/>
              <a:gd name="T6" fmla="*/ 2147483646 w 198"/>
              <a:gd name="T7" fmla="*/ 0 h 82"/>
              <a:gd name="T8" fmla="*/ 0 w 198"/>
              <a:gd name="T9" fmla="*/ 2147483646 h 82"/>
              <a:gd name="T10" fmla="*/ 0 w 198"/>
              <a:gd name="T11" fmla="*/ 2147483646 h 82"/>
              <a:gd name="T12" fmla="*/ 2147483646 w 198"/>
              <a:gd name="T13" fmla="*/ 2147483646 h 8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98"/>
              <a:gd name="T22" fmla="*/ 0 h 82"/>
              <a:gd name="T23" fmla="*/ 198 w 198"/>
              <a:gd name="T24" fmla="*/ 82 h 8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98" h="82">
                <a:moveTo>
                  <a:pt x="189" y="82"/>
                </a:moveTo>
                <a:lnTo>
                  <a:pt x="198" y="65"/>
                </a:lnTo>
                <a:lnTo>
                  <a:pt x="9" y="0"/>
                </a:lnTo>
                <a:lnTo>
                  <a:pt x="0" y="16"/>
                </a:lnTo>
                <a:lnTo>
                  <a:pt x="189" y="8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841" name="Freeform 146">
            <a:extLst>
              <a:ext uri="{FF2B5EF4-FFF2-40B4-BE49-F238E27FC236}">
                <a16:creationId xmlns:a16="http://schemas.microsoft.com/office/drawing/2014/main" id="{75389260-09A7-48AA-C805-081DAEE582B5}"/>
              </a:ext>
            </a:extLst>
          </p:cNvPr>
          <p:cNvSpPr>
            <a:spLocks/>
          </p:cNvSpPr>
          <p:nvPr/>
        </p:nvSpPr>
        <p:spPr bwMode="auto">
          <a:xfrm>
            <a:off x="6419850" y="5327651"/>
            <a:ext cx="300038" cy="155575"/>
          </a:xfrm>
          <a:custGeom>
            <a:avLst/>
            <a:gdLst>
              <a:gd name="T0" fmla="*/ 2147483646 w 189"/>
              <a:gd name="T1" fmla="*/ 2147483646 h 98"/>
              <a:gd name="T2" fmla="*/ 2147483646 w 189"/>
              <a:gd name="T3" fmla="*/ 2147483646 h 98"/>
              <a:gd name="T4" fmla="*/ 2147483646 w 189"/>
              <a:gd name="T5" fmla="*/ 0 h 98"/>
              <a:gd name="T6" fmla="*/ 2147483646 w 189"/>
              <a:gd name="T7" fmla="*/ 0 h 98"/>
              <a:gd name="T8" fmla="*/ 0 w 189"/>
              <a:gd name="T9" fmla="*/ 2147483646 h 98"/>
              <a:gd name="T10" fmla="*/ 0 w 189"/>
              <a:gd name="T11" fmla="*/ 2147483646 h 98"/>
              <a:gd name="T12" fmla="*/ 2147483646 w 189"/>
              <a:gd name="T13" fmla="*/ 2147483646 h 9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98"/>
              <a:gd name="T23" fmla="*/ 189 w 189"/>
              <a:gd name="T24" fmla="*/ 98 h 9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98">
                <a:moveTo>
                  <a:pt x="180" y="98"/>
                </a:moveTo>
                <a:lnTo>
                  <a:pt x="189" y="82"/>
                </a:lnTo>
                <a:lnTo>
                  <a:pt x="9" y="0"/>
                </a:lnTo>
                <a:lnTo>
                  <a:pt x="0" y="17"/>
                </a:lnTo>
                <a:lnTo>
                  <a:pt x="180" y="9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842" name="Freeform 147">
            <a:extLst>
              <a:ext uri="{FF2B5EF4-FFF2-40B4-BE49-F238E27FC236}">
                <a16:creationId xmlns:a16="http://schemas.microsoft.com/office/drawing/2014/main" id="{32A709B7-3EA9-04AB-CAF0-E5FCC6B9608B}"/>
              </a:ext>
            </a:extLst>
          </p:cNvPr>
          <p:cNvSpPr>
            <a:spLocks/>
          </p:cNvSpPr>
          <p:nvPr/>
        </p:nvSpPr>
        <p:spPr bwMode="auto">
          <a:xfrm>
            <a:off x="6162676" y="5159376"/>
            <a:ext cx="271463" cy="195263"/>
          </a:xfrm>
          <a:custGeom>
            <a:avLst/>
            <a:gdLst>
              <a:gd name="T0" fmla="*/ 2147483646 w 171"/>
              <a:gd name="T1" fmla="*/ 2147483646 h 123"/>
              <a:gd name="T2" fmla="*/ 2147483646 w 171"/>
              <a:gd name="T3" fmla="*/ 2147483646 h 123"/>
              <a:gd name="T4" fmla="*/ 2147483646 w 171"/>
              <a:gd name="T5" fmla="*/ 0 h 123"/>
              <a:gd name="T6" fmla="*/ 2147483646 w 171"/>
              <a:gd name="T7" fmla="*/ 2147483646 h 123"/>
              <a:gd name="T8" fmla="*/ 0 w 171"/>
              <a:gd name="T9" fmla="*/ 2147483646 h 123"/>
              <a:gd name="T10" fmla="*/ 2147483646 w 171"/>
              <a:gd name="T11" fmla="*/ 2147483646 h 123"/>
              <a:gd name="T12" fmla="*/ 2147483646 w 171"/>
              <a:gd name="T13" fmla="*/ 2147483646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71"/>
              <a:gd name="T22" fmla="*/ 0 h 123"/>
              <a:gd name="T23" fmla="*/ 171 w 171"/>
              <a:gd name="T24" fmla="*/ 123 h 12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71" h="123">
                <a:moveTo>
                  <a:pt x="162" y="123"/>
                </a:moveTo>
                <a:lnTo>
                  <a:pt x="171" y="106"/>
                </a:lnTo>
                <a:lnTo>
                  <a:pt x="18" y="0"/>
                </a:lnTo>
                <a:lnTo>
                  <a:pt x="18" y="8"/>
                </a:lnTo>
                <a:lnTo>
                  <a:pt x="0" y="16"/>
                </a:lnTo>
                <a:lnTo>
                  <a:pt x="9" y="16"/>
                </a:lnTo>
                <a:lnTo>
                  <a:pt x="162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843" name="Freeform 148">
            <a:extLst>
              <a:ext uri="{FF2B5EF4-FFF2-40B4-BE49-F238E27FC236}">
                <a16:creationId xmlns:a16="http://schemas.microsoft.com/office/drawing/2014/main" id="{5C362DAC-4306-733A-7A21-9FF3A7C3E1CC}"/>
              </a:ext>
            </a:extLst>
          </p:cNvPr>
          <p:cNvSpPr>
            <a:spLocks/>
          </p:cNvSpPr>
          <p:nvPr/>
        </p:nvSpPr>
        <p:spPr bwMode="auto">
          <a:xfrm>
            <a:off x="5948364" y="4964113"/>
            <a:ext cx="242887" cy="220662"/>
          </a:xfrm>
          <a:custGeom>
            <a:avLst/>
            <a:gdLst>
              <a:gd name="T0" fmla="*/ 2147483646 w 153"/>
              <a:gd name="T1" fmla="*/ 2147483646 h 139"/>
              <a:gd name="T2" fmla="*/ 2147483646 w 153"/>
              <a:gd name="T3" fmla="*/ 2147483646 h 139"/>
              <a:gd name="T4" fmla="*/ 2147483646 w 153"/>
              <a:gd name="T5" fmla="*/ 0 h 139"/>
              <a:gd name="T6" fmla="*/ 0 w 153"/>
              <a:gd name="T7" fmla="*/ 2147483646 h 139"/>
              <a:gd name="T8" fmla="*/ 2147483646 w 153"/>
              <a:gd name="T9" fmla="*/ 2147483646 h 13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"/>
              <a:gd name="T16" fmla="*/ 0 h 139"/>
              <a:gd name="T17" fmla="*/ 153 w 153"/>
              <a:gd name="T18" fmla="*/ 139 h 13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" h="139">
                <a:moveTo>
                  <a:pt x="135" y="139"/>
                </a:moveTo>
                <a:lnTo>
                  <a:pt x="153" y="131"/>
                </a:lnTo>
                <a:lnTo>
                  <a:pt x="18" y="0"/>
                </a:lnTo>
                <a:lnTo>
                  <a:pt x="0" y="9"/>
                </a:lnTo>
                <a:lnTo>
                  <a:pt x="135" y="13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844" name="Oval 149">
            <a:extLst>
              <a:ext uri="{FF2B5EF4-FFF2-40B4-BE49-F238E27FC236}">
                <a16:creationId xmlns:a16="http://schemas.microsoft.com/office/drawing/2014/main" id="{7C9BC30D-2750-E5D7-1B69-4D580CF02A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4425" y="1503364"/>
            <a:ext cx="800100" cy="43973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9845" name="Oval 150">
            <a:extLst>
              <a:ext uri="{FF2B5EF4-FFF2-40B4-BE49-F238E27FC236}">
                <a16:creationId xmlns:a16="http://schemas.microsoft.com/office/drawing/2014/main" id="{85EF4CC2-72AD-7C1C-9967-65B123E40A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4425" y="1504951"/>
            <a:ext cx="800100" cy="436563"/>
          </a:xfrm>
          <a:prstGeom prst="ellips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9846" name="Rectangle 151">
            <a:extLst>
              <a:ext uri="{FF2B5EF4-FFF2-40B4-BE49-F238E27FC236}">
                <a16:creationId xmlns:a16="http://schemas.microsoft.com/office/drawing/2014/main" id="{2AC4FAC4-1DAE-4B9E-A25C-3D97CF88AA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7301" y="1619250"/>
            <a:ext cx="474489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00">
                <a:solidFill>
                  <a:srgbClr val="0000FF"/>
                </a:solidFill>
                <a:latin typeface="Times New Roman" panose="02020603050405020304" pitchFamily="18" charset="0"/>
              </a:rPr>
              <a:t>BOS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29847" name="Oval 152">
            <a:extLst>
              <a:ext uri="{FF2B5EF4-FFF2-40B4-BE49-F238E27FC236}">
                <a16:creationId xmlns:a16="http://schemas.microsoft.com/office/drawing/2014/main" id="{3FDC9FC3-F956-7BBC-247B-A80F3A00C4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1475" y="5418139"/>
            <a:ext cx="800100" cy="4413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9848" name="Oval 153">
            <a:extLst>
              <a:ext uri="{FF2B5EF4-FFF2-40B4-BE49-F238E27FC236}">
                <a16:creationId xmlns:a16="http://schemas.microsoft.com/office/drawing/2014/main" id="{DE17FBEB-C7BC-9668-AFBD-B01A74B2FA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1475" y="5421314"/>
            <a:ext cx="800100" cy="434975"/>
          </a:xfrm>
          <a:prstGeom prst="ellips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9849" name="Rectangle 154">
            <a:extLst>
              <a:ext uri="{FF2B5EF4-FFF2-40B4-BE49-F238E27FC236}">
                <a16:creationId xmlns:a16="http://schemas.microsoft.com/office/drawing/2014/main" id="{F6AD29A8-81D5-6ADC-C93E-5D822866C3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34351" y="5521325"/>
            <a:ext cx="474489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00">
                <a:solidFill>
                  <a:srgbClr val="0000FF"/>
                </a:solidFill>
                <a:latin typeface="Times New Roman" panose="02020603050405020304" pitchFamily="18" charset="0"/>
              </a:rPr>
              <a:t>MIA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29850" name="Oval 155">
            <a:extLst>
              <a:ext uri="{FF2B5EF4-FFF2-40B4-BE49-F238E27FC236}">
                <a16:creationId xmlns:a16="http://schemas.microsoft.com/office/drawing/2014/main" id="{E11F8771-2B04-B78C-DB9B-9C785A69F8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6950" y="2085976"/>
            <a:ext cx="800100" cy="4413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9851" name="Oval 156">
            <a:extLst>
              <a:ext uri="{FF2B5EF4-FFF2-40B4-BE49-F238E27FC236}">
                <a16:creationId xmlns:a16="http://schemas.microsoft.com/office/drawing/2014/main" id="{75B3DF9A-B9DC-BC3A-C1D3-8ADCEEBBBC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6950" y="2089151"/>
            <a:ext cx="800100" cy="434975"/>
          </a:xfrm>
          <a:prstGeom prst="ellips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9852" name="Rectangle 157">
            <a:extLst>
              <a:ext uri="{FF2B5EF4-FFF2-40B4-BE49-F238E27FC236}">
                <a16:creationId xmlns:a16="http://schemas.microsoft.com/office/drawing/2014/main" id="{86BEE3B3-A88C-CCC3-0256-7F78E0E0F1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1250" y="2201863"/>
            <a:ext cx="514564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00">
                <a:solidFill>
                  <a:srgbClr val="0000FF"/>
                </a:solidFill>
                <a:latin typeface="Times New Roman" panose="02020603050405020304" pitchFamily="18" charset="0"/>
              </a:rPr>
              <a:t>ORD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29853" name="Oval 158">
            <a:extLst>
              <a:ext uri="{FF2B5EF4-FFF2-40B4-BE49-F238E27FC236}">
                <a16:creationId xmlns:a16="http://schemas.microsoft.com/office/drawing/2014/main" id="{6EC20953-CF90-1C3B-E6CD-987BEDFF23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7950" y="4667250"/>
            <a:ext cx="800100" cy="439738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9854" name="Oval 159">
            <a:extLst>
              <a:ext uri="{FF2B5EF4-FFF2-40B4-BE49-F238E27FC236}">
                <a16:creationId xmlns:a16="http://schemas.microsoft.com/office/drawing/2014/main" id="{43510213-663D-FCEA-8BB9-45D7AE9F2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7950" y="4668838"/>
            <a:ext cx="800100" cy="436562"/>
          </a:xfrm>
          <a:prstGeom prst="ellipse">
            <a:avLst/>
          </a:prstGeom>
          <a:noFill/>
          <a:ln w="57150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9855" name="Rectangle 160">
            <a:extLst>
              <a:ext uri="{FF2B5EF4-FFF2-40B4-BE49-F238E27FC236}">
                <a16:creationId xmlns:a16="http://schemas.microsoft.com/office/drawing/2014/main" id="{8FE95F3C-ACDD-1E33-357E-D075CCBFE9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6538" y="4783138"/>
            <a:ext cx="50174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00">
                <a:solidFill>
                  <a:srgbClr val="0000FF"/>
                </a:solidFill>
                <a:latin typeface="Times New Roman" panose="02020603050405020304" pitchFamily="18" charset="0"/>
              </a:rPr>
              <a:t>LAX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29856" name="Oval 161">
            <a:extLst>
              <a:ext uri="{FF2B5EF4-FFF2-40B4-BE49-F238E27FC236}">
                <a16:creationId xmlns:a16="http://schemas.microsoft.com/office/drawing/2014/main" id="{073EB601-3BDA-D7A6-9155-3112EA250E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9689" y="4419601"/>
            <a:ext cx="814387" cy="4413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9857" name="Oval 162">
            <a:extLst>
              <a:ext uri="{FF2B5EF4-FFF2-40B4-BE49-F238E27FC236}">
                <a16:creationId xmlns:a16="http://schemas.microsoft.com/office/drawing/2014/main" id="{BFB73922-6923-E0E4-1459-1111614A24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9689" y="4422776"/>
            <a:ext cx="814387" cy="434975"/>
          </a:xfrm>
          <a:prstGeom prst="ellips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9858" name="Rectangle 163">
            <a:extLst>
              <a:ext uri="{FF2B5EF4-FFF2-40B4-BE49-F238E27FC236}">
                <a16:creationId xmlns:a16="http://schemas.microsoft.com/office/drawing/2014/main" id="{90765137-D656-7159-B128-F201BD2989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3989" y="4537075"/>
            <a:ext cx="541815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00">
                <a:solidFill>
                  <a:srgbClr val="0000FF"/>
                </a:solidFill>
                <a:latin typeface="Times New Roman" panose="02020603050405020304" pitchFamily="18" charset="0"/>
              </a:rPr>
              <a:t>DFW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29859" name="Oval 164">
            <a:extLst>
              <a:ext uri="{FF2B5EF4-FFF2-40B4-BE49-F238E27FC236}">
                <a16:creationId xmlns:a16="http://schemas.microsoft.com/office/drawing/2014/main" id="{3F18D1D1-30F4-000D-8C9A-0C13FDCF2F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2213" y="3370264"/>
            <a:ext cx="800100" cy="4413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9860" name="Oval 165">
            <a:extLst>
              <a:ext uri="{FF2B5EF4-FFF2-40B4-BE49-F238E27FC236}">
                <a16:creationId xmlns:a16="http://schemas.microsoft.com/office/drawing/2014/main" id="{36C0ADF6-8C3B-D679-DD3A-7863BB90B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2213" y="3373439"/>
            <a:ext cx="800100" cy="434975"/>
          </a:xfrm>
          <a:prstGeom prst="ellips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9861" name="Rectangle 166">
            <a:extLst>
              <a:ext uri="{FF2B5EF4-FFF2-40B4-BE49-F238E27FC236}">
                <a16:creationId xmlns:a16="http://schemas.microsoft.com/office/drawing/2014/main" id="{EA10E997-2D13-9D87-F3C6-8FE811A7C0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5089" y="3486150"/>
            <a:ext cx="448841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00">
                <a:solidFill>
                  <a:srgbClr val="0000FF"/>
                </a:solidFill>
                <a:latin typeface="Times New Roman" panose="02020603050405020304" pitchFamily="18" charset="0"/>
              </a:rPr>
              <a:t>SFO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29862" name="Rectangle 167">
            <a:extLst>
              <a:ext uri="{FF2B5EF4-FFF2-40B4-BE49-F238E27FC236}">
                <a16:creationId xmlns:a16="http://schemas.microsoft.com/office/drawing/2014/main" id="{9082B652-696B-3D19-D920-D6EB5CF7F5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0775" y="2890838"/>
            <a:ext cx="400050" cy="34925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9863" name="Rectangle 168">
            <a:extLst>
              <a:ext uri="{FF2B5EF4-FFF2-40B4-BE49-F238E27FC236}">
                <a16:creationId xmlns:a16="http://schemas.microsoft.com/office/drawing/2014/main" id="{F4E3DC76-1A4B-AF27-7531-B5D49F7A9D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1" y="2916239"/>
            <a:ext cx="385763" cy="3508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9864" name="Rectangle 169">
            <a:extLst>
              <a:ext uri="{FF2B5EF4-FFF2-40B4-BE49-F238E27FC236}">
                <a16:creationId xmlns:a16="http://schemas.microsoft.com/office/drawing/2014/main" id="{293E27D9-0A72-0096-DF74-4491D206CD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1" y="2917826"/>
            <a:ext cx="385763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9865" name="Rectangle 170">
            <a:extLst>
              <a:ext uri="{FF2B5EF4-FFF2-40B4-BE49-F238E27FC236}">
                <a16:creationId xmlns:a16="http://schemas.microsoft.com/office/drawing/2014/main" id="{FCCC1A8D-DAB7-0950-7E38-7576FB6733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3638" y="2878139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29866" name="Rectangle 171">
            <a:extLst>
              <a:ext uri="{FF2B5EF4-FFF2-40B4-BE49-F238E27FC236}">
                <a16:creationId xmlns:a16="http://schemas.microsoft.com/office/drawing/2014/main" id="{C3E1A2DC-714C-AEED-E3FE-5A40A26504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6513" y="3033713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29867" name="Rectangle 172">
            <a:extLst>
              <a:ext uri="{FF2B5EF4-FFF2-40B4-BE49-F238E27FC236}">
                <a16:creationId xmlns:a16="http://schemas.microsoft.com/office/drawing/2014/main" id="{0D37D343-4F63-6E36-F490-51AD63B526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5063" y="5199063"/>
            <a:ext cx="400050" cy="34925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9868" name="Rectangle 173">
            <a:extLst>
              <a:ext uri="{FF2B5EF4-FFF2-40B4-BE49-F238E27FC236}">
                <a16:creationId xmlns:a16="http://schemas.microsoft.com/office/drawing/2014/main" id="{C3FEA7E5-AE16-EAD1-5CAF-AC7E1D7B37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6488" y="5224463"/>
            <a:ext cx="385762" cy="3492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9869" name="Rectangle 174">
            <a:extLst>
              <a:ext uri="{FF2B5EF4-FFF2-40B4-BE49-F238E27FC236}">
                <a16:creationId xmlns:a16="http://schemas.microsoft.com/office/drawing/2014/main" id="{9D5ED0E6-3644-9F80-2266-0E0F641EE1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6488" y="5226051"/>
            <a:ext cx="385762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9870" name="Rectangle 175">
            <a:extLst>
              <a:ext uri="{FF2B5EF4-FFF2-40B4-BE49-F238E27FC236}">
                <a16:creationId xmlns:a16="http://schemas.microsoft.com/office/drawing/2014/main" id="{DCF888E3-6104-F312-AB69-8BF23519EA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7925" y="5186364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29871" name="Rectangle 176">
            <a:extLst>
              <a:ext uri="{FF2B5EF4-FFF2-40B4-BE49-F238E27FC236}">
                <a16:creationId xmlns:a16="http://schemas.microsoft.com/office/drawing/2014/main" id="{F700305E-AAA0-9294-945B-190B916A92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5341938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29872" name="Rectangle 177">
            <a:extLst>
              <a:ext uri="{FF2B5EF4-FFF2-40B4-BE49-F238E27FC236}">
                <a16:creationId xmlns:a16="http://schemas.microsoft.com/office/drawing/2014/main" id="{DF23381C-6BBA-224E-7761-C1B8DDCCF2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6838" y="4978400"/>
            <a:ext cx="400050" cy="36195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9873" name="Rectangle 178">
            <a:extLst>
              <a:ext uri="{FF2B5EF4-FFF2-40B4-BE49-F238E27FC236}">
                <a16:creationId xmlns:a16="http://schemas.microsoft.com/office/drawing/2014/main" id="{71A85384-A8B8-A971-A3F2-1E6DF016FB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3975" y="5003800"/>
            <a:ext cx="400050" cy="3635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9874" name="Rectangle 179">
            <a:extLst>
              <a:ext uri="{FF2B5EF4-FFF2-40B4-BE49-F238E27FC236}">
                <a16:creationId xmlns:a16="http://schemas.microsoft.com/office/drawing/2014/main" id="{0B71A435-1C73-3147-C6D5-77AEB02383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3975" y="5005388"/>
            <a:ext cx="400050" cy="360362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9875" name="Rectangle 180">
            <a:extLst>
              <a:ext uri="{FF2B5EF4-FFF2-40B4-BE49-F238E27FC236}">
                <a16:creationId xmlns:a16="http://schemas.microsoft.com/office/drawing/2014/main" id="{8C422433-A00D-4E67-6BC0-39AE88F77B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00" y="4978401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29876" name="Rectangle 181">
            <a:extLst>
              <a:ext uri="{FF2B5EF4-FFF2-40B4-BE49-F238E27FC236}">
                <a16:creationId xmlns:a16="http://schemas.microsoft.com/office/drawing/2014/main" id="{97E570F2-F250-98EA-E687-2F1F409908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2575" y="5121275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29877" name="Rectangle 182">
            <a:extLst>
              <a:ext uri="{FF2B5EF4-FFF2-40B4-BE49-F238E27FC236}">
                <a16:creationId xmlns:a16="http://schemas.microsoft.com/office/drawing/2014/main" id="{C8CA48D0-613F-1900-A4EA-1BA86C414E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4213" y="2112963"/>
            <a:ext cx="385762" cy="34925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9878" name="Rectangle 183">
            <a:extLst>
              <a:ext uri="{FF2B5EF4-FFF2-40B4-BE49-F238E27FC236}">
                <a16:creationId xmlns:a16="http://schemas.microsoft.com/office/drawing/2014/main" id="{43BB3690-E255-EB35-1A32-C7FF77135F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1351" y="2138364"/>
            <a:ext cx="385763" cy="3635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9879" name="Rectangle 184">
            <a:extLst>
              <a:ext uri="{FF2B5EF4-FFF2-40B4-BE49-F238E27FC236}">
                <a16:creationId xmlns:a16="http://schemas.microsoft.com/office/drawing/2014/main" id="{124DEC01-97FD-40DB-261B-382556E5DE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1351" y="2139951"/>
            <a:ext cx="385763" cy="3603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9880" name="Rectangle 185">
            <a:extLst>
              <a:ext uri="{FF2B5EF4-FFF2-40B4-BE49-F238E27FC236}">
                <a16:creationId xmlns:a16="http://schemas.microsoft.com/office/drawing/2014/main" id="{544E6C9C-6A05-A7C6-EB72-E8A1FB570A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2788" y="2100264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29881" name="Rectangle 186">
            <a:extLst>
              <a:ext uri="{FF2B5EF4-FFF2-40B4-BE49-F238E27FC236}">
                <a16:creationId xmlns:a16="http://schemas.microsoft.com/office/drawing/2014/main" id="{74EE3019-C982-F994-B149-4EB7AA1C58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5663" y="2255838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29882" name="Rectangle 187">
            <a:extLst>
              <a:ext uri="{FF2B5EF4-FFF2-40B4-BE49-F238E27FC236}">
                <a16:creationId xmlns:a16="http://schemas.microsoft.com/office/drawing/2014/main" id="{4CD591FD-17AE-8F24-8561-2C5F9A9A05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0038" y="5962650"/>
            <a:ext cx="400050" cy="363538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9883" name="Rectangle 188">
            <a:extLst>
              <a:ext uri="{FF2B5EF4-FFF2-40B4-BE49-F238E27FC236}">
                <a16:creationId xmlns:a16="http://schemas.microsoft.com/office/drawing/2014/main" id="{99E60A63-E49F-120E-0A9F-C844B9D9F9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7175" y="6002338"/>
            <a:ext cx="400050" cy="3492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9884" name="Rectangle 189">
            <a:extLst>
              <a:ext uri="{FF2B5EF4-FFF2-40B4-BE49-F238E27FC236}">
                <a16:creationId xmlns:a16="http://schemas.microsoft.com/office/drawing/2014/main" id="{3BA87EEA-5D54-8620-124D-9EFBC7CDC4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7175" y="6003926"/>
            <a:ext cx="400050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9885" name="Rectangle 190">
            <a:extLst>
              <a:ext uri="{FF2B5EF4-FFF2-40B4-BE49-F238E27FC236}">
                <a16:creationId xmlns:a16="http://schemas.microsoft.com/office/drawing/2014/main" id="{BAB18F1C-D81B-DAB0-C33B-F7269E898A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48613" y="5964239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29886" name="Rectangle 191">
            <a:extLst>
              <a:ext uri="{FF2B5EF4-FFF2-40B4-BE49-F238E27FC236}">
                <a16:creationId xmlns:a16="http://schemas.microsoft.com/office/drawing/2014/main" id="{4BE18ADF-4C73-C450-F596-2D8A8FF9BC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5775" y="6105525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t>5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29887" name="Rectangle 192">
            <a:extLst>
              <a:ext uri="{FF2B5EF4-FFF2-40B4-BE49-F238E27FC236}">
                <a16:creationId xmlns:a16="http://schemas.microsoft.com/office/drawing/2014/main" id="{29A26652-6212-35CD-2242-DE95DE9593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3026" y="3019425"/>
            <a:ext cx="385763" cy="363538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9888" name="Rectangle 193">
            <a:extLst>
              <a:ext uri="{FF2B5EF4-FFF2-40B4-BE49-F238E27FC236}">
                <a16:creationId xmlns:a16="http://schemas.microsoft.com/office/drawing/2014/main" id="{E2EFE07B-9D2F-A087-D57C-3746E0C16C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0163" y="3059113"/>
            <a:ext cx="385762" cy="3492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9889" name="Rectangle 194">
            <a:extLst>
              <a:ext uri="{FF2B5EF4-FFF2-40B4-BE49-F238E27FC236}">
                <a16:creationId xmlns:a16="http://schemas.microsoft.com/office/drawing/2014/main" id="{63AC1539-B84B-9DE3-0A09-DF2D20B95E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0163" y="3060701"/>
            <a:ext cx="385762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9890" name="Rectangle 195">
            <a:extLst>
              <a:ext uri="{FF2B5EF4-FFF2-40B4-BE49-F238E27FC236}">
                <a16:creationId xmlns:a16="http://schemas.microsoft.com/office/drawing/2014/main" id="{4A9395D5-20EB-50C0-29BB-17CE7F66B2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1600" y="3021014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29891" name="Rectangle 196">
            <a:extLst>
              <a:ext uri="{FF2B5EF4-FFF2-40B4-BE49-F238E27FC236}">
                <a16:creationId xmlns:a16="http://schemas.microsoft.com/office/drawing/2014/main" id="{B7CF9BFA-69DD-82A3-2530-17C493010E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34475" y="3162300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t>6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pic>
        <p:nvPicPr>
          <p:cNvPr id="29892" name="Picture 197">
            <a:extLst>
              <a:ext uri="{FF2B5EF4-FFF2-40B4-BE49-F238E27FC236}">
                <a16:creationId xmlns:a16="http://schemas.microsoft.com/office/drawing/2014/main" id="{C93FDAB5-3C3E-8D75-0AD6-B2355083FD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6913" y="1219200"/>
            <a:ext cx="419100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76678" name="AutoShape 198">
            <a:extLst>
              <a:ext uri="{FF2B5EF4-FFF2-40B4-BE49-F238E27FC236}">
                <a16:creationId xmlns:a16="http://schemas.microsoft.com/office/drawing/2014/main" id="{9A34F3C1-74AB-9430-5968-6FD4FF7766F1}"/>
              </a:ext>
            </a:extLst>
          </p:cNvPr>
          <p:cNvCxnSpPr>
            <a:cxnSpLocks noChangeShapeType="1"/>
            <a:stCxn id="29848" idx="1"/>
            <a:endCxn id="29851" idx="5"/>
          </p:cNvCxnSpPr>
          <p:nvPr/>
        </p:nvCxnSpPr>
        <p:spPr bwMode="auto">
          <a:xfrm rot="5400000" flipH="1">
            <a:off x="5950744" y="3298032"/>
            <a:ext cx="2967038" cy="1349375"/>
          </a:xfrm>
          <a:prstGeom prst="curvedConnector3">
            <a:avLst>
              <a:gd name="adj1" fmla="val 49972"/>
            </a:avLst>
          </a:prstGeom>
          <a:noFill/>
          <a:ln w="57150">
            <a:solidFill>
              <a:schemeClr val="tx2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76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>
            <a:extLst>
              <a:ext uri="{FF2B5EF4-FFF2-40B4-BE49-F238E27FC236}">
                <a16:creationId xmlns:a16="http://schemas.microsoft.com/office/drawing/2014/main" id="{5DB19681-917E-9A77-DFD1-9100B74F55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57400" y="381000"/>
            <a:ext cx="7772400" cy="838200"/>
          </a:xfrm>
        </p:spPr>
        <p:txBody>
          <a:bodyPr/>
          <a:lstStyle/>
          <a:p>
            <a:r>
              <a:rPr lang="en-US" altLang="en-US"/>
              <a:t>Floyd-Warshall, Iteration 2</a:t>
            </a:r>
          </a:p>
        </p:txBody>
      </p:sp>
      <p:sp>
        <p:nvSpPr>
          <p:cNvPr id="30722" name="Freeform 3">
            <a:extLst>
              <a:ext uri="{FF2B5EF4-FFF2-40B4-BE49-F238E27FC236}">
                <a16:creationId xmlns:a16="http://schemas.microsoft.com/office/drawing/2014/main" id="{618F20A2-2132-ED61-A4B9-B4FEF1DC4DD9}"/>
              </a:ext>
            </a:extLst>
          </p:cNvPr>
          <p:cNvSpPr>
            <a:spLocks/>
          </p:cNvSpPr>
          <p:nvPr/>
        </p:nvSpPr>
        <p:spPr bwMode="auto">
          <a:xfrm>
            <a:off x="5834064" y="2384425"/>
            <a:ext cx="28575" cy="25400"/>
          </a:xfrm>
          <a:custGeom>
            <a:avLst/>
            <a:gdLst>
              <a:gd name="T0" fmla="*/ 2147483646 w 18"/>
              <a:gd name="T1" fmla="*/ 0 h 16"/>
              <a:gd name="T2" fmla="*/ 2147483646 w 18"/>
              <a:gd name="T3" fmla="*/ 0 h 16"/>
              <a:gd name="T4" fmla="*/ 0 w 18"/>
              <a:gd name="T5" fmla="*/ 0 h 16"/>
              <a:gd name="T6" fmla="*/ 0 w 18"/>
              <a:gd name="T7" fmla="*/ 0 h 16"/>
              <a:gd name="T8" fmla="*/ 0 w 18"/>
              <a:gd name="T9" fmla="*/ 2147483646 h 16"/>
              <a:gd name="T10" fmla="*/ 0 w 18"/>
              <a:gd name="T11" fmla="*/ 2147483646 h 16"/>
              <a:gd name="T12" fmla="*/ 2147483646 w 18"/>
              <a:gd name="T13" fmla="*/ 2147483646 h 16"/>
              <a:gd name="T14" fmla="*/ 2147483646 w 18"/>
              <a:gd name="T15" fmla="*/ 2147483646 h 16"/>
              <a:gd name="T16" fmla="*/ 2147483646 w 18"/>
              <a:gd name="T17" fmla="*/ 0 h 16"/>
              <a:gd name="T18" fmla="*/ 2147483646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18" y="0"/>
                </a:move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lnTo>
                  <a:pt x="0" y="16"/>
                </a:lnTo>
                <a:lnTo>
                  <a:pt x="9" y="16"/>
                </a:lnTo>
                <a:lnTo>
                  <a:pt x="18" y="8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3" name="Freeform 4">
            <a:extLst>
              <a:ext uri="{FF2B5EF4-FFF2-40B4-BE49-F238E27FC236}">
                <a16:creationId xmlns:a16="http://schemas.microsoft.com/office/drawing/2014/main" id="{9F517F2F-786A-808A-E0B9-183A591367EA}"/>
              </a:ext>
            </a:extLst>
          </p:cNvPr>
          <p:cNvSpPr>
            <a:spLocks/>
          </p:cNvSpPr>
          <p:nvPr/>
        </p:nvSpPr>
        <p:spPr bwMode="auto">
          <a:xfrm>
            <a:off x="5834063" y="2319339"/>
            <a:ext cx="214312" cy="130175"/>
          </a:xfrm>
          <a:custGeom>
            <a:avLst/>
            <a:gdLst>
              <a:gd name="T0" fmla="*/ 2147483646 w 135"/>
              <a:gd name="T1" fmla="*/ 2147483646 h 82"/>
              <a:gd name="T2" fmla="*/ 0 w 135"/>
              <a:gd name="T3" fmla="*/ 2147483646 h 82"/>
              <a:gd name="T4" fmla="*/ 2147483646 w 135"/>
              <a:gd name="T5" fmla="*/ 0 h 82"/>
              <a:gd name="T6" fmla="*/ 2147483646 w 135"/>
              <a:gd name="T7" fmla="*/ 2147483646 h 82"/>
              <a:gd name="T8" fmla="*/ 2147483646 w 135"/>
              <a:gd name="T9" fmla="*/ 2147483646 h 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5"/>
              <a:gd name="T16" fmla="*/ 0 h 82"/>
              <a:gd name="T17" fmla="*/ 135 w 135"/>
              <a:gd name="T18" fmla="*/ 82 h 8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5" h="82">
                <a:moveTo>
                  <a:pt x="9" y="49"/>
                </a:moveTo>
                <a:lnTo>
                  <a:pt x="0" y="17"/>
                </a:lnTo>
                <a:lnTo>
                  <a:pt x="135" y="0"/>
                </a:lnTo>
                <a:lnTo>
                  <a:pt x="27" y="82"/>
                </a:lnTo>
                <a:lnTo>
                  <a:pt x="9" y="49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4" name="Freeform 5">
            <a:extLst>
              <a:ext uri="{FF2B5EF4-FFF2-40B4-BE49-F238E27FC236}">
                <a16:creationId xmlns:a16="http://schemas.microsoft.com/office/drawing/2014/main" id="{70C992B6-3E6E-CF97-B5C7-74396D9C49E4}"/>
              </a:ext>
            </a:extLst>
          </p:cNvPr>
          <p:cNvSpPr>
            <a:spLocks/>
          </p:cNvSpPr>
          <p:nvPr/>
        </p:nvSpPr>
        <p:spPr bwMode="auto">
          <a:xfrm>
            <a:off x="5834063" y="2319339"/>
            <a:ext cx="214312" cy="130175"/>
          </a:xfrm>
          <a:custGeom>
            <a:avLst/>
            <a:gdLst>
              <a:gd name="T0" fmla="*/ 2147483646 w 135"/>
              <a:gd name="T1" fmla="*/ 2147483646 h 82"/>
              <a:gd name="T2" fmla="*/ 0 w 135"/>
              <a:gd name="T3" fmla="*/ 2147483646 h 82"/>
              <a:gd name="T4" fmla="*/ 2147483646 w 135"/>
              <a:gd name="T5" fmla="*/ 0 h 82"/>
              <a:gd name="T6" fmla="*/ 2147483646 w 135"/>
              <a:gd name="T7" fmla="*/ 2147483646 h 82"/>
              <a:gd name="T8" fmla="*/ 2147483646 w 135"/>
              <a:gd name="T9" fmla="*/ 2147483646 h 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5"/>
              <a:gd name="T16" fmla="*/ 0 h 82"/>
              <a:gd name="T17" fmla="*/ 135 w 135"/>
              <a:gd name="T18" fmla="*/ 82 h 8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5" h="82">
                <a:moveTo>
                  <a:pt x="9" y="49"/>
                </a:moveTo>
                <a:lnTo>
                  <a:pt x="0" y="17"/>
                </a:lnTo>
                <a:lnTo>
                  <a:pt x="135" y="0"/>
                </a:lnTo>
                <a:lnTo>
                  <a:pt x="27" y="82"/>
                </a:lnTo>
                <a:lnTo>
                  <a:pt x="9" y="4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5" name="Freeform 6">
            <a:extLst>
              <a:ext uri="{FF2B5EF4-FFF2-40B4-BE49-F238E27FC236}">
                <a16:creationId xmlns:a16="http://schemas.microsoft.com/office/drawing/2014/main" id="{E54438FD-1D36-51CA-D4B6-BC1F8EC83495}"/>
              </a:ext>
            </a:extLst>
          </p:cNvPr>
          <p:cNvSpPr>
            <a:spLocks/>
          </p:cNvSpPr>
          <p:nvPr/>
        </p:nvSpPr>
        <p:spPr bwMode="auto">
          <a:xfrm>
            <a:off x="3033714" y="4549775"/>
            <a:ext cx="242887" cy="363538"/>
          </a:xfrm>
          <a:custGeom>
            <a:avLst/>
            <a:gdLst>
              <a:gd name="T0" fmla="*/ 0 w 153"/>
              <a:gd name="T1" fmla="*/ 2147483646 h 229"/>
              <a:gd name="T2" fmla="*/ 2147483646 w 153"/>
              <a:gd name="T3" fmla="*/ 2147483646 h 229"/>
              <a:gd name="T4" fmla="*/ 2147483646 w 153"/>
              <a:gd name="T5" fmla="*/ 2147483646 h 229"/>
              <a:gd name="T6" fmla="*/ 2147483646 w 153"/>
              <a:gd name="T7" fmla="*/ 2147483646 h 229"/>
              <a:gd name="T8" fmla="*/ 2147483646 w 153"/>
              <a:gd name="T9" fmla="*/ 0 h 229"/>
              <a:gd name="T10" fmla="*/ 2147483646 w 153"/>
              <a:gd name="T11" fmla="*/ 0 h 229"/>
              <a:gd name="T12" fmla="*/ 0 w 153"/>
              <a:gd name="T13" fmla="*/ 2147483646 h 2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53"/>
              <a:gd name="T22" fmla="*/ 0 h 229"/>
              <a:gd name="T23" fmla="*/ 153 w 153"/>
              <a:gd name="T24" fmla="*/ 229 h 22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53" h="229">
                <a:moveTo>
                  <a:pt x="0" y="221"/>
                </a:moveTo>
                <a:lnTo>
                  <a:pt x="18" y="229"/>
                </a:lnTo>
                <a:lnTo>
                  <a:pt x="153" y="8"/>
                </a:lnTo>
                <a:lnTo>
                  <a:pt x="135" y="0"/>
                </a:lnTo>
                <a:lnTo>
                  <a:pt x="0" y="22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6" name="Freeform 7">
            <a:extLst>
              <a:ext uri="{FF2B5EF4-FFF2-40B4-BE49-F238E27FC236}">
                <a16:creationId xmlns:a16="http://schemas.microsoft.com/office/drawing/2014/main" id="{32B62672-E6BD-E5C1-A128-4C92F4033174}"/>
              </a:ext>
            </a:extLst>
          </p:cNvPr>
          <p:cNvSpPr>
            <a:spLocks/>
          </p:cNvSpPr>
          <p:nvPr/>
        </p:nvSpPr>
        <p:spPr bwMode="auto">
          <a:xfrm>
            <a:off x="3248025" y="4186239"/>
            <a:ext cx="285750" cy="376237"/>
          </a:xfrm>
          <a:custGeom>
            <a:avLst/>
            <a:gdLst>
              <a:gd name="T0" fmla="*/ 0 w 180"/>
              <a:gd name="T1" fmla="*/ 2147483646 h 237"/>
              <a:gd name="T2" fmla="*/ 2147483646 w 180"/>
              <a:gd name="T3" fmla="*/ 2147483646 h 237"/>
              <a:gd name="T4" fmla="*/ 2147483646 w 180"/>
              <a:gd name="T5" fmla="*/ 2147483646 h 237"/>
              <a:gd name="T6" fmla="*/ 2147483646 w 180"/>
              <a:gd name="T7" fmla="*/ 2147483646 h 237"/>
              <a:gd name="T8" fmla="*/ 2147483646 w 180"/>
              <a:gd name="T9" fmla="*/ 0 h 237"/>
              <a:gd name="T10" fmla="*/ 2147483646 w 180"/>
              <a:gd name="T11" fmla="*/ 0 h 237"/>
              <a:gd name="T12" fmla="*/ 0 w 180"/>
              <a:gd name="T13" fmla="*/ 2147483646 h 23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0"/>
              <a:gd name="T22" fmla="*/ 0 h 237"/>
              <a:gd name="T23" fmla="*/ 180 w 180"/>
              <a:gd name="T24" fmla="*/ 237 h 23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0" h="237">
                <a:moveTo>
                  <a:pt x="0" y="229"/>
                </a:moveTo>
                <a:lnTo>
                  <a:pt x="18" y="237"/>
                </a:lnTo>
                <a:lnTo>
                  <a:pt x="180" y="9"/>
                </a:lnTo>
                <a:lnTo>
                  <a:pt x="162" y="0"/>
                </a:lnTo>
                <a:lnTo>
                  <a:pt x="0" y="22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7" name="Freeform 8">
            <a:extLst>
              <a:ext uri="{FF2B5EF4-FFF2-40B4-BE49-F238E27FC236}">
                <a16:creationId xmlns:a16="http://schemas.microsoft.com/office/drawing/2014/main" id="{DEB4072D-3504-BD8B-A68C-361315723DB7}"/>
              </a:ext>
            </a:extLst>
          </p:cNvPr>
          <p:cNvSpPr>
            <a:spLocks/>
          </p:cNvSpPr>
          <p:nvPr/>
        </p:nvSpPr>
        <p:spPr bwMode="auto">
          <a:xfrm>
            <a:off x="3505200" y="3824289"/>
            <a:ext cx="342900" cy="376237"/>
          </a:xfrm>
          <a:custGeom>
            <a:avLst/>
            <a:gdLst>
              <a:gd name="T0" fmla="*/ 0 w 216"/>
              <a:gd name="T1" fmla="*/ 2147483646 h 237"/>
              <a:gd name="T2" fmla="*/ 2147483646 w 216"/>
              <a:gd name="T3" fmla="*/ 2147483646 h 237"/>
              <a:gd name="T4" fmla="*/ 2147483646 w 216"/>
              <a:gd name="T5" fmla="*/ 2147483646 h 237"/>
              <a:gd name="T6" fmla="*/ 2147483646 w 216"/>
              <a:gd name="T7" fmla="*/ 2147483646 h 237"/>
              <a:gd name="T8" fmla="*/ 2147483646 w 216"/>
              <a:gd name="T9" fmla="*/ 0 h 237"/>
              <a:gd name="T10" fmla="*/ 2147483646 w 216"/>
              <a:gd name="T11" fmla="*/ 0 h 237"/>
              <a:gd name="T12" fmla="*/ 0 w 216"/>
              <a:gd name="T13" fmla="*/ 2147483646 h 23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237"/>
              <a:gd name="T23" fmla="*/ 216 w 216"/>
              <a:gd name="T24" fmla="*/ 237 h 23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237">
                <a:moveTo>
                  <a:pt x="0" y="228"/>
                </a:moveTo>
                <a:lnTo>
                  <a:pt x="18" y="237"/>
                </a:lnTo>
                <a:lnTo>
                  <a:pt x="216" y="8"/>
                </a:lnTo>
                <a:lnTo>
                  <a:pt x="198" y="0"/>
                </a:lnTo>
                <a:lnTo>
                  <a:pt x="0" y="22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8" name="Freeform 9">
            <a:extLst>
              <a:ext uri="{FF2B5EF4-FFF2-40B4-BE49-F238E27FC236}">
                <a16:creationId xmlns:a16="http://schemas.microsoft.com/office/drawing/2014/main" id="{AB74615E-4A4C-DD76-D401-17628FE1533F}"/>
              </a:ext>
            </a:extLst>
          </p:cNvPr>
          <p:cNvSpPr>
            <a:spLocks/>
          </p:cNvSpPr>
          <p:nvPr/>
        </p:nvSpPr>
        <p:spPr bwMode="auto">
          <a:xfrm>
            <a:off x="3819526" y="3448050"/>
            <a:ext cx="385763" cy="388938"/>
          </a:xfrm>
          <a:custGeom>
            <a:avLst/>
            <a:gdLst>
              <a:gd name="T0" fmla="*/ 0 w 243"/>
              <a:gd name="T1" fmla="*/ 2147483646 h 245"/>
              <a:gd name="T2" fmla="*/ 2147483646 w 243"/>
              <a:gd name="T3" fmla="*/ 2147483646 h 245"/>
              <a:gd name="T4" fmla="*/ 2147483646 w 243"/>
              <a:gd name="T5" fmla="*/ 2147483646 h 245"/>
              <a:gd name="T6" fmla="*/ 2147483646 w 243"/>
              <a:gd name="T7" fmla="*/ 2147483646 h 245"/>
              <a:gd name="T8" fmla="*/ 2147483646 w 243"/>
              <a:gd name="T9" fmla="*/ 0 h 245"/>
              <a:gd name="T10" fmla="*/ 2147483646 w 243"/>
              <a:gd name="T11" fmla="*/ 2147483646 h 245"/>
              <a:gd name="T12" fmla="*/ 0 w 243"/>
              <a:gd name="T13" fmla="*/ 2147483646 h 24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3"/>
              <a:gd name="T22" fmla="*/ 0 h 245"/>
              <a:gd name="T23" fmla="*/ 243 w 243"/>
              <a:gd name="T24" fmla="*/ 245 h 24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3" h="245">
                <a:moveTo>
                  <a:pt x="0" y="237"/>
                </a:moveTo>
                <a:lnTo>
                  <a:pt x="18" y="245"/>
                </a:lnTo>
                <a:lnTo>
                  <a:pt x="243" y="16"/>
                </a:lnTo>
                <a:lnTo>
                  <a:pt x="234" y="0"/>
                </a:lnTo>
                <a:lnTo>
                  <a:pt x="225" y="8"/>
                </a:lnTo>
                <a:lnTo>
                  <a:pt x="0" y="23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9" name="Freeform 10">
            <a:extLst>
              <a:ext uri="{FF2B5EF4-FFF2-40B4-BE49-F238E27FC236}">
                <a16:creationId xmlns:a16="http://schemas.microsoft.com/office/drawing/2014/main" id="{040D3B02-519C-C95A-9CD5-0ED110360548}"/>
              </a:ext>
            </a:extLst>
          </p:cNvPr>
          <p:cNvSpPr>
            <a:spLocks/>
          </p:cNvSpPr>
          <p:nvPr/>
        </p:nvSpPr>
        <p:spPr bwMode="auto">
          <a:xfrm>
            <a:off x="4191001" y="3124200"/>
            <a:ext cx="385763" cy="349250"/>
          </a:xfrm>
          <a:custGeom>
            <a:avLst/>
            <a:gdLst>
              <a:gd name="T0" fmla="*/ 0 w 243"/>
              <a:gd name="T1" fmla="*/ 2147483646 h 220"/>
              <a:gd name="T2" fmla="*/ 2147483646 w 243"/>
              <a:gd name="T3" fmla="*/ 2147483646 h 220"/>
              <a:gd name="T4" fmla="*/ 2147483646 w 243"/>
              <a:gd name="T5" fmla="*/ 2147483646 h 220"/>
              <a:gd name="T6" fmla="*/ 2147483646 w 243"/>
              <a:gd name="T7" fmla="*/ 2147483646 h 220"/>
              <a:gd name="T8" fmla="*/ 2147483646 w 243"/>
              <a:gd name="T9" fmla="*/ 0 h 220"/>
              <a:gd name="T10" fmla="*/ 2147483646 w 243"/>
              <a:gd name="T11" fmla="*/ 0 h 220"/>
              <a:gd name="T12" fmla="*/ 0 w 243"/>
              <a:gd name="T13" fmla="*/ 2147483646 h 22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3"/>
              <a:gd name="T22" fmla="*/ 0 h 220"/>
              <a:gd name="T23" fmla="*/ 243 w 243"/>
              <a:gd name="T24" fmla="*/ 220 h 22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3" h="220">
                <a:moveTo>
                  <a:pt x="0" y="204"/>
                </a:moveTo>
                <a:lnTo>
                  <a:pt x="9" y="220"/>
                </a:lnTo>
                <a:lnTo>
                  <a:pt x="243" y="16"/>
                </a:lnTo>
                <a:lnTo>
                  <a:pt x="234" y="0"/>
                </a:lnTo>
                <a:lnTo>
                  <a:pt x="0" y="20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0" name="Freeform 11">
            <a:extLst>
              <a:ext uri="{FF2B5EF4-FFF2-40B4-BE49-F238E27FC236}">
                <a16:creationId xmlns:a16="http://schemas.microsoft.com/office/drawing/2014/main" id="{973560B7-681C-7E56-080E-AC644AC9385A}"/>
              </a:ext>
            </a:extLst>
          </p:cNvPr>
          <p:cNvSpPr>
            <a:spLocks/>
          </p:cNvSpPr>
          <p:nvPr/>
        </p:nvSpPr>
        <p:spPr bwMode="auto">
          <a:xfrm>
            <a:off x="4562476" y="2825750"/>
            <a:ext cx="428625" cy="323850"/>
          </a:xfrm>
          <a:custGeom>
            <a:avLst/>
            <a:gdLst>
              <a:gd name="T0" fmla="*/ 0 w 270"/>
              <a:gd name="T1" fmla="*/ 2147483646 h 204"/>
              <a:gd name="T2" fmla="*/ 2147483646 w 270"/>
              <a:gd name="T3" fmla="*/ 2147483646 h 204"/>
              <a:gd name="T4" fmla="*/ 2147483646 w 270"/>
              <a:gd name="T5" fmla="*/ 2147483646 h 204"/>
              <a:gd name="T6" fmla="*/ 2147483646 w 270"/>
              <a:gd name="T7" fmla="*/ 2147483646 h 204"/>
              <a:gd name="T8" fmla="*/ 2147483646 w 270"/>
              <a:gd name="T9" fmla="*/ 0 h 204"/>
              <a:gd name="T10" fmla="*/ 2147483646 w 270"/>
              <a:gd name="T11" fmla="*/ 0 h 204"/>
              <a:gd name="T12" fmla="*/ 0 w 270"/>
              <a:gd name="T13" fmla="*/ 2147483646 h 20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70"/>
              <a:gd name="T22" fmla="*/ 0 h 204"/>
              <a:gd name="T23" fmla="*/ 270 w 270"/>
              <a:gd name="T24" fmla="*/ 204 h 20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70" h="204">
                <a:moveTo>
                  <a:pt x="0" y="188"/>
                </a:moveTo>
                <a:lnTo>
                  <a:pt x="9" y="204"/>
                </a:lnTo>
                <a:lnTo>
                  <a:pt x="270" y="16"/>
                </a:lnTo>
                <a:lnTo>
                  <a:pt x="261" y="0"/>
                </a:lnTo>
                <a:lnTo>
                  <a:pt x="0" y="18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1" name="Freeform 12">
            <a:extLst>
              <a:ext uri="{FF2B5EF4-FFF2-40B4-BE49-F238E27FC236}">
                <a16:creationId xmlns:a16="http://schemas.microsoft.com/office/drawing/2014/main" id="{06204D64-2035-57FA-267B-C27DC721067D}"/>
              </a:ext>
            </a:extLst>
          </p:cNvPr>
          <p:cNvSpPr>
            <a:spLocks/>
          </p:cNvSpPr>
          <p:nvPr/>
        </p:nvSpPr>
        <p:spPr bwMode="auto">
          <a:xfrm>
            <a:off x="4976813" y="2579688"/>
            <a:ext cx="442912" cy="271462"/>
          </a:xfrm>
          <a:custGeom>
            <a:avLst/>
            <a:gdLst>
              <a:gd name="T0" fmla="*/ 0 w 279"/>
              <a:gd name="T1" fmla="*/ 2147483646 h 171"/>
              <a:gd name="T2" fmla="*/ 2147483646 w 279"/>
              <a:gd name="T3" fmla="*/ 2147483646 h 171"/>
              <a:gd name="T4" fmla="*/ 2147483646 w 279"/>
              <a:gd name="T5" fmla="*/ 2147483646 h 171"/>
              <a:gd name="T6" fmla="*/ 2147483646 w 279"/>
              <a:gd name="T7" fmla="*/ 2147483646 h 171"/>
              <a:gd name="T8" fmla="*/ 2147483646 w 279"/>
              <a:gd name="T9" fmla="*/ 0 h 171"/>
              <a:gd name="T10" fmla="*/ 2147483646 w 279"/>
              <a:gd name="T11" fmla="*/ 0 h 171"/>
              <a:gd name="T12" fmla="*/ 0 w 279"/>
              <a:gd name="T13" fmla="*/ 2147483646 h 17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79"/>
              <a:gd name="T22" fmla="*/ 0 h 171"/>
              <a:gd name="T23" fmla="*/ 279 w 279"/>
              <a:gd name="T24" fmla="*/ 171 h 17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79" h="171">
                <a:moveTo>
                  <a:pt x="0" y="155"/>
                </a:moveTo>
                <a:lnTo>
                  <a:pt x="9" y="171"/>
                </a:lnTo>
                <a:lnTo>
                  <a:pt x="279" y="16"/>
                </a:lnTo>
                <a:lnTo>
                  <a:pt x="270" y="0"/>
                </a:lnTo>
                <a:lnTo>
                  <a:pt x="0" y="15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2" name="Freeform 13">
            <a:extLst>
              <a:ext uri="{FF2B5EF4-FFF2-40B4-BE49-F238E27FC236}">
                <a16:creationId xmlns:a16="http://schemas.microsoft.com/office/drawing/2014/main" id="{3C6AE757-FBCE-0E0E-7872-AF5F3B649E85}"/>
              </a:ext>
            </a:extLst>
          </p:cNvPr>
          <p:cNvSpPr>
            <a:spLocks/>
          </p:cNvSpPr>
          <p:nvPr/>
        </p:nvSpPr>
        <p:spPr bwMode="auto">
          <a:xfrm>
            <a:off x="5405438" y="2371726"/>
            <a:ext cx="457200" cy="233363"/>
          </a:xfrm>
          <a:custGeom>
            <a:avLst/>
            <a:gdLst>
              <a:gd name="T0" fmla="*/ 0 w 288"/>
              <a:gd name="T1" fmla="*/ 2147483646 h 147"/>
              <a:gd name="T2" fmla="*/ 2147483646 w 288"/>
              <a:gd name="T3" fmla="*/ 2147483646 h 147"/>
              <a:gd name="T4" fmla="*/ 2147483646 w 288"/>
              <a:gd name="T5" fmla="*/ 2147483646 h 147"/>
              <a:gd name="T6" fmla="*/ 2147483646 w 288"/>
              <a:gd name="T7" fmla="*/ 0 h 147"/>
              <a:gd name="T8" fmla="*/ 0 w 288"/>
              <a:gd name="T9" fmla="*/ 2147483646 h 14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88"/>
              <a:gd name="T16" fmla="*/ 0 h 147"/>
              <a:gd name="T17" fmla="*/ 288 w 288"/>
              <a:gd name="T18" fmla="*/ 147 h 14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88" h="147">
                <a:moveTo>
                  <a:pt x="0" y="131"/>
                </a:moveTo>
                <a:lnTo>
                  <a:pt x="9" y="147"/>
                </a:lnTo>
                <a:lnTo>
                  <a:pt x="288" y="16"/>
                </a:lnTo>
                <a:lnTo>
                  <a:pt x="279" y="0"/>
                </a:lnTo>
                <a:lnTo>
                  <a:pt x="0" y="13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3" name="Freeform 14">
            <a:extLst>
              <a:ext uri="{FF2B5EF4-FFF2-40B4-BE49-F238E27FC236}">
                <a16:creationId xmlns:a16="http://schemas.microsoft.com/office/drawing/2014/main" id="{600CBB71-CCA5-175C-D7EC-9504D0E67028}"/>
              </a:ext>
            </a:extLst>
          </p:cNvPr>
          <p:cNvSpPr>
            <a:spLocks/>
          </p:cNvSpPr>
          <p:nvPr/>
        </p:nvSpPr>
        <p:spPr bwMode="auto">
          <a:xfrm>
            <a:off x="3162301" y="5289550"/>
            <a:ext cx="28575" cy="25400"/>
          </a:xfrm>
          <a:custGeom>
            <a:avLst/>
            <a:gdLst>
              <a:gd name="T0" fmla="*/ 2147483646 w 18"/>
              <a:gd name="T1" fmla="*/ 0 h 16"/>
              <a:gd name="T2" fmla="*/ 0 w 18"/>
              <a:gd name="T3" fmla="*/ 2147483646 h 16"/>
              <a:gd name="T4" fmla="*/ 2147483646 w 18"/>
              <a:gd name="T5" fmla="*/ 2147483646 h 16"/>
              <a:gd name="T6" fmla="*/ 2147483646 w 18"/>
              <a:gd name="T7" fmla="*/ 2147483646 h 16"/>
              <a:gd name="T8" fmla="*/ 2147483646 w 18"/>
              <a:gd name="T9" fmla="*/ 2147483646 h 16"/>
              <a:gd name="T10" fmla="*/ 2147483646 w 18"/>
              <a:gd name="T11" fmla="*/ 2147483646 h 16"/>
              <a:gd name="T12" fmla="*/ 2147483646 w 18"/>
              <a:gd name="T13" fmla="*/ 0 h 16"/>
              <a:gd name="T14" fmla="*/ 2147483646 w 18"/>
              <a:gd name="T15" fmla="*/ 0 h 16"/>
              <a:gd name="T16" fmla="*/ 2147483646 w 18"/>
              <a:gd name="T17" fmla="*/ 0 h 16"/>
              <a:gd name="T18" fmla="*/ 2147483646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9" y="0"/>
                </a:moveTo>
                <a:lnTo>
                  <a:pt x="0" y="8"/>
                </a:lnTo>
                <a:lnTo>
                  <a:pt x="9" y="8"/>
                </a:lnTo>
                <a:lnTo>
                  <a:pt x="9" y="16"/>
                </a:lnTo>
                <a:lnTo>
                  <a:pt x="18" y="16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4" name="Freeform 15">
            <a:extLst>
              <a:ext uri="{FF2B5EF4-FFF2-40B4-BE49-F238E27FC236}">
                <a16:creationId xmlns:a16="http://schemas.microsoft.com/office/drawing/2014/main" id="{EB1A562A-9330-316C-E31D-09C30A756B4A}"/>
              </a:ext>
            </a:extLst>
          </p:cNvPr>
          <p:cNvSpPr>
            <a:spLocks/>
          </p:cNvSpPr>
          <p:nvPr/>
        </p:nvSpPr>
        <p:spPr bwMode="auto">
          <a:xfrm>
            <a:off x="3062288" y="5133976"/>
            <a:ext cx="171450" cy="193675"/>
          </a:xfrm>
          <a:custGeom>
            <a:avLst/>
            <a:gdLst>
              <a:gd name="T0" fmla="*/ 2147483646 w 108"/>
              <a:gd name="T1" fmla="*/ 2147483646 h 122"/>
              <a:gd name="T2" fmla="*/ 2147483646 w 108"/>
              <a:gd name="T3" fmla="*/ 2147483646 h 122"/>
              <a:gd name="T4" fmla="*/ 0 w 108"/>
              <a:gd name="T5" fmla="*/ 0 h 122"/>
              <a:gd name="T6" fmla="*/ 2147483646 w 108"/>
              <a:gd name="T7" fmla="*/ 2147483646 h 122"/>
              <a:gd name="T8" fmla="*/ 2147483646 w 108"/>
              <a:gd name="T9" fmla="*/ 2147483646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8"/>
              <a:gd name="T16" fmla="*/ 0 h 122"/>
              <a:gd name="T17" fmla="*/ 108 w 108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8" h="122">
                <a:moveTo>
                  <a:pt x="72" y="98"/>
                </a:moveTo>
                <a:lnTo>
                  <a:pt x="36" y="122"/>
                </a:lnTo>
                <a:lnTo>
                  <a:pt x="0" y="0"/>
                </a:lnTo>
                <a:lnTo>
                  <a:pt x="108" y="81"/>
                </a:lnTo>
                <a:lnTo>
                  <a:pt x="72" y="98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5" name="Freeform 16">
            <a:extLst>
              <a:ext uri="{FF2B5EF4-FFF2-40B4-BE49-F238E27FC236}">
                <a16:creationId xmlns:a16="http://schemas.microsoft.com/office/drawing/2014/main" id="{C57BEE7F-6311-2C40-D6B3-610F1E2FC1ED}"/>
              </a:ext>
            </a:extLst>
          </p:cNvPr>
          <p:cNvSpPr>
            <a:spLocks/>
          </p:cNvSpPr>
          <p:nvPr/>
        </p:nvSpPr>
        <p:spPr bwMode="auto">
          <a:xfrm>
            <a:off x="3062288" y="5133976"/>
            <a:ext cx="171450" cy="193675"/>
          </a:xfrm>
          <a:custGeom>
            <a:avLst/>
            <a:gdLst>
              <a:gd name="T0" fmla="*/ 2147483646 w 108"/>
              <a:gd name="T1" fmla="*/ 2147483646 h 122"/>
              <a:gd name="T2" fmla="*/ 2147483646 w 108"/>
              <a:gd name="T3" fmla="*/ 2147483646 h 122"/>
              <a:gd name="T4" fmla="*/ 0 w 108"/>
              <a:gd name="T5" fmla="*/ 0 h 122"/>
              <a:gd name="T6" fmla="*/ 2147483646 w 108"/>
              <a:gd name="T7" fmla="*/ 2147483646 h 122"/>
              <a:gd name="T8" fmla="*/ 2147483646 w 108"/>
              <a:gd name="T9" fmla="*/ 2147483646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8"/>
              <a:gd name="T16" fmla="*/ 0 h 122"/>
              <a:gd name="T17" fmla="*/ 108 w 108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8" h="122">
                <a:moveTo>
                  <a:pt x="72" y="98"/>
                </a:moveTo>
                <a:lnTo>
                  <a:pt x="36" y="122"/>
                </a:lnTo>
                <a:lnTo>
                  <a:pt x="0" y="0"/>
                </a:lnTo>
                <a:lnTo>
                  <a:pt x="108" y="81"/>
                </a:lnTo>
                <a:lnTo>
                  <a:pt x="72" y="9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6" name="Freeform 17">
            <a:extLst>
              <a:ext uri="{FF2B5EF4-FFF2-40B4-BE49-F238E27FC236}">
                <a16:creationId xmlns:a16="http://schemas.microsoft.com/office/drawing/2014/main" id="{27D4551B-1EA8-858C-CAE3-C9F0F89E091C}"/>
              </a:ext>
            </a:extLst>
          </p:cNvPr>
          <p:cNvSpPr>
            <a:spLocks/>
          </p:cNvSpPr>
          <p:nvPr/>
        </p:nvSpPr>
        <p:spPr bwMode="auto">
          <a:xfrm>
            <a:off x="8105775" y="5626101"/>
            <a:ext cx="300038" cy="180975"/>
          </a:xfrm>
          <a:custGeom>
            <a:avLst/>
            <a:gdLst>
              <a:gd name="T0" fmla="*/ 2147483646 w 189"/>
              <a:gd name="T1" fmla="*/ 2147483646 h 114"/>
              <a:gd name="T2" fmla="*/ 2147483646 w 189"/>
              <a:gd name="T3" fmla="*/ 0 h 114"/>
              <a:gd name="T4" fmla="*/ 0 w 189"/>
              <a:gd name="T5" fmla="*/ 2147483646 h 114"/>
              <a:gd name="T6" fmla="*/ 0 w 189"/>
              <a:gd name="T7" fmla="*/ 2147483646 h 114"/>
              <a:gd name="T8" fmla="*/ 2147483646 w 189"/>
              <a:gd name="T9" fmla="*/ 2147483646 h 114"/>
              <a:gd name="T10" fmla="*/ 2147483646 w 189"/>
              <a:gd name="T11" fmla="*/ 2147483646 h 114"/>
              <a:gd name="T12" fmla="*/ 2147483646 w 189"/>
              <a:gd name="T13" fmla="*/ 2147483646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114"/>
              <a:gd name="T23" fmla="*/ 189 w 189"/>
              <a:gd name="T24" fmla="*/ 114 h 11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114">
                <a:moveTo>
                  <a:pt x="189" y="16"/>
                </a:moveTo>
                <a:lnTo>
                  <a:pt x="180" y="0"/>
                </a:lnTo>
                <a:lnTo>
                  <a:pt x="0" y="98"/>
                </a:lnTo>
                <a:lnTo>
                  <a:pt x="9" y="114"/>
                </a:lnTo>
                <a:lnTo>
                  <a:pt x="18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7" name="Freeform 18">
            <a:extLst>
              <a:ext uri="{FF2B5EF4-FFF2-40B4-BE49-F238E27FC236}">
                <a16:creationId xmlns:a16="http://schemas.microsoft.com/office/drawing/2014/main" id="{5B28D4C5-487F-9BF8-B262-2540188E9848}"/>
              </a:ext>
            </a:extLst>
          </p:cNvPr>
          <p:cNvSpPr>
            <a:spLocks/>
          </p:cNvSpPr>
          <p:nvPr/>
        </p:nvSpPr>
        <p:spPr bwMode="auto">
          <a:xfrm>
            <a:off x="7777163" y="5781676"/>
            <a:ext cx="342900" cy="155575"/>
          </a:xfrm>
          <a:custGeom>
            <a:avLst/>
            <a:gdLst>
              <a:gd name="T0" fmla="*/ 2147483646 w 216"/>
              <a:gd name="T1" fmla="*/ 2147483646 h 98"/>
              <a:gd name="T2" fmla="*/ 2147483646 w 216"/>
              <a:gd name="T3" fmla="*/ 0 h 98"/>
              <a:gd name="T4" fmla="*/ 0 w 216"/>
              <a:gd name="T5" fmla="*/ 2147483646 h 98"/>
              <a:gd name="T6" fmla="*/ 0 w 216"/>
              <a:gd name="T7" fmla="*/ 2147483646 h 98"/>
              <a:gd name="T8" fmla="*/ 2147483646 w 216"/>
              <a:gd name="T9" fmla="*/ 2147483646 h 98"/>
              <a:gd name="T10" fmla="*/ 2147483646 w 216"/>
              <a:gd name="T11" fmla="*/ 2147483646 h 98"/>
              <a:gd name="T12" fmla="*/ 2147483646 w 216"/>
              <a:gd name="T13" fmla="*/ 2147483646 h 9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98"/>
              <a:gd name="T23" fmla="*/ 216 w 216"/>
              <a:gd name="T24" fmla="*/ 98 h 9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98">
                <a:moveTo>
                  <a:pt x="216" y="16"/>
                </a:moveTo>
                <a:lnTo>
                  <a:pt x="207" y="0"/>
                </a:lnTo>
                <a:lnTo>
                  <a:pt x="0" y="82"/>
                </a:lnTo>
                <a:lnTo>
                  <a:pt x="9" y="98"/>
                </a:lnTo>
                <a:lnTo>
                  <a:pt x="216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8" name="Freeform 19">
            <a:extLst>
              <a:ext uri="{FF2B5EF4-FFF2-40B4-BE49-F238E27FC236}">
                <a16:creationId xmlns:a16="http://schemas.microsoft.com/office/drawing/2014/main" id="{8FADBFC8-F6BF-3B7B-B22F-7A27BD27DC6D}"/>
              </a:ext>
            </a:extLst>
          </p:cNvPr>
          <p:cNvSpPr>
            <a:spLocks/>
          </p:cNvSpPr>
          <p:nvPr/>
        </p:nvSpPr>
        <p:spPr bwMode="auto">
          <a:xfrm>
            <a:off x="7434264" y="5911850"/>
            <a:ext cx="357187" cy="128588"/>
          </a:xfrm>
          <a:custGeom>
            <a:avLst/>
            <a:gdLst>
              <a:gd name="T0" fmla="*/ 2147483646 w 225"/>
              <a:gd name="T1" fmla="*/ 2147483646 h 81"/>
              <a:gd name="T2" fmla="*/ 2147483646 w 225"/>
              <a:gd name="T3" fmla="*/ 0 h 81"/>
              <a:gd name="T4" fmla="*/ 0 w 225"/>
              <a:gd name="T5" fmla="*/ 2147483646 h 81"/>
              <a:gd name="T6" fmla="*/ 0 w 225"/>
              <a:gd name="T7" fmla="*/ 2147483646 h 81"/>
              <a:gd name="T8" fmla="*/ 0 w 225"/>
              <a:gd name="T9" fmla="*/ 2147483646 h 81"/>
              <a:gd name="T10" fmla="*/ 2147483646 w 225"/>
              <a:gd name="T11" fmla="*/ 2147483646 h 81"/>
              <a:gd name="T12" fmla="*/ 2147483646 w 225"/>
              <a:gd name="T13" fmla="*/ 2147483646 h 8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81"/>
              <a:gd name="T23" fmla="*/ 225 w 225"/>
              <a:gd name="T24" fmla="*/ 81 h 8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81">
                <a:moveTo>
                  <a:pt x="225" y="16"/>
                </a:moveTo>
                <a:lnTo>
                  <a:pt x="216" y="0"/>
                </a:lnTo>
                <a:lnTo>
                  <a:pt x="0" y="65"/>
                </a:lnTo>
                <a:lnTo>
                  <a:pt x="0" y="81"/>
                </a:lnTo>
                <a:lnTo>
                  <a:pt x="9" y="81"/>
                </a:lnTo>
                <a:lnTo>
                  <a:pt x="22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9" name="Freeform 20">
            <a:extLst>
              <a:ext uri="{FF2B5EF4-FFF2-40B4-BE49-F238E27FC236}">
                <a16:creationId xmlns:a16="http://schemas.microsoft.com/office/drawing/2014/main" id="{F747A645-0888-E24C-EA4B-7C8F23BFDF18}"/>
              </a:ext>
            </a:extLst>
          </p:cNvPr>
          <p:cNvSpPr>
            <a:spLocks/>
          </p:cNvSpPr>
          <p:nvPr/>
        </p:nvSpPr>
        <p:spPr bwMode="auto">
          <a:xfrm>
            <a:off x="7062789" y="6015039"/>
            <a:ext cx="371475" cy="103187"/>
          </a:xfrm>
          <a:custGeom>
            <a:avLst/>
            <a:gdLst>
              <a:gd name="T0" fmla="*/ 2147483646 w 234"/>
              <a:gd name="T1" fmla="*/ 2147483646 h 65"/>
              <a:gd name="T2" fmla="*/ 2147483646 w 234"/>
              <a:gd name="T3" fmla="*/ 0 h 65"/>
              <a:gd name="T4" fmla="*/ 0 w 234"/>
              <a:gd name="T5" fmla="*/ 2147483646 h 65"/>
              <a:gd name="T6" fmla="*/ 0 w 234"/>
              <a:gd name="T7" fmla="*/ 2147483646 h 65"/>
              <a:gd name="T8" fmla="*/ 0 w 234"/>
              <a:gd name="T9" fmla="*/ 2147483646 h 65"/>
              <a:gd name="T10" fmla="*/ 0 w 234"/>
              <a:gd name="T11" fmla="*/ 2147483646 h 65"/>
              <a:gd name="T12" fmla="*/ 2147483646 w 234"/>
              <a:gd name="T13" fmla="*/ 2147483646 h 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34"/>
              <a:gd name="T22" fmla="*/ 0 h 65"/>
              <a:gd name="T23" fmla="*/ 234 w 234"/>
              <a:gd name="T24" fmla="*/ 65 h 6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34" h="65">
                <a:moveTo>
                  <a:pt x="234" y="16"/>
                </a:moveTo>
                <a:lnTo>
                  <a:pt x="234" y="0"/>
                </a:lnTo>
                <a:lnTo>
                  <a:pt x="0" y="49"/>
                </a:lnTo>
                <a:lnTo>
                  <a:pt x="0" y="65"/>
                </a:lnTo>
                <a:lnTo>
                  <a:pt x="234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40" name="Freeform 21">
            <a:extLst>
              <a:ext uri="{FF2B5EF4-FFF2-40B4-BE49-F238E27FC236}">
                <a16:creationId xmlns:a16="http://schemas.microsoft.com/office/drawing/2014/main" id="{1AAC1B68-57B4-CAA5-41EB-6708F3ABB9CC}"/>
              </a:ext>
            </a:extLst>
          </p:cNvPr>
          <p:cNvSpPr>
            <a:spLocks/>
          </p:cNvSpPr>
          <p:nvPr/>
        </p:nvSpPr>
        <p:spPr bwMode="auto">
          <a:xfrm>
            <a:off x="6276976" y="6092825"/>
            <a:ext cx="785813" cy="90488"/>
          </a:xfrm>
          <a:custGeom>
            <a:avLst/>
            <a:gdLst>
              <a:gd name="T0" fmla="*/ 2147483646 w 495"/>
              <a:gd name="T1" fmla="*/ 2147483646 h 57"/>
              <a:gd name="T2" fmla="*/ 2147483646 w 495"/>
              <a:gd name="T3" fmla="*/ 0 h 57"/>
              <a:gd name="T4" fmla="*/ 0 w 495"/>
              <a:gd name="T5" fmla="*/ 2147483646 h 57"/>
              <a:gd name="T6" fmla="*/ 0 w 495"/>
              <a:gd name="T7" fmla="*/ 2147483646 h 57"/>
              <a:gd name="T8" fmla="*/ 0 w 495"/>
              <a:gd name="T9" fmla="*/ 2147483646 h 57"/>
              <a:gd name="T10" fmla="*/ 0 w 495"/>
              <a:gd name="T11" fmla="*/ 2147483646 h 57"/>
              <a:gd name="T12" fmla="*/ 2147483646 w 495"/>
              <a:gd name="T13" fmla="*/ 2147483646 h 5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95"/>
              <a:gd name="T22" fmla="*/ 0 h 57"/>
              <a:gd name="T23" fmla="*/ 495 w 495"/>
              <a:gd name="T24" fmla="*/ 57 h 5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95" h="57">
                <a:moveTo>
                  <a:pt x="495" y="16"/>
                </a:moveTo>
                <a:lnTo>
                  <a:pt x="495" y="0"/>
                </a:lnTo>
                <a:lnTo>
                  <a:pt x="0" y="41"/>
                </a:lnTo>
                <a:lnTo>
                  <a:pt x="0" y="57"/>
                </a:lnTo>
                <a:lnTo>
                  <a:pt x="49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41" name="Freeform 22">
            <a:extLst>
              <a:ext uri="{FF2B5EF4-FFF2-40B4-BE49-F238E27FC236}">
                <a16:creationId xmlns:a16="http://schemas.microsoft.com/office/drawing/2014/main" id="{2B31B766-390A-38BB-ED40-B70236D9BD31}"/>
              </a:ext>
            </a:extLst>
          </p:cNvPr>
          <p:cNvSpPr>
            <a:spLocks/>
          </p:cNvSpPr>
          <p:nvPr/>
        </p:nvSpPr>
        <p:spPr bwMode="auto">
          <a:xfrm>
            <a:off x="5491163" y="6145213"/>
            <a:ext cx="785812" cy="38100"/>
          </a:xfrm>
          <a:custGeom>
            <a:avLst/>
            <a:gdLst>
              <a:gd name="T0" fmla="*/ 2147483646 w 495"/>
              <a:gd name="T1" fmla="*/ 2147483646 h 24"/>
              <a:gd name="T2" fmla="*/ 2147483646 w 495"/>
              <a:gd name="T3" fmla="*/ 2147483646 h 24"/>
              <a:gd name="T4" fmla="*/ 0 w 495"/>
              <a:gd name="T5" fmla="*/ 0 h 24"/>
              <a:gd name="T6" fmla="*/ 0 w 495"/>
              <a:gd name="T7" fmla="*/ 0 h 24"/>
              <a:gd name="T8" fmla="*/ 0 w 495"/>
              <a:gd name="T9" fmla="*/ 2147483646 h 24"/>
              <a:gd name="T10" fmla="*/ 0 w 495"/>
              <a:gd name="T11" fmla="*/ 2147483646 h 24"/>
              <a:gd name="T12" fmla="*/ 2147483646 w 495"/>
              <a:gd name="T13" fmla="*/ 2147483646 h 2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95"/>
              <a:gd name="T22" fmla="*/ 0 h 24"/>
              <a:gd name="T23" fmla="*/ 495 w 495"/>
              <a:gd name="T24" fmla="*/ 24 h 2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95" h="24">
                <a:moveTo>
                  <a:pt x="495" y="24"/>
                </a:moveTo>
                <a:lnTo>
                  <a:pt x="495" y="8"/>
                </a:lnTo>
                <a:lnTo>
                  <a:pt x="0" y="0"/>
                </a:lnTo>
                <a:lnTo>
                  <a:pt x="0" y="16"/>
                </a:lnTo>
                <a:lnTo>
                  <a:pt x="495" y="2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42" name="Freeform 23">
            <a:extLst>
              <a:ext uri="{FF2B5EF4-FFF2-40B4-BE49-F238E27FC236}">
                <a16:creationId xmlns:a16="http://schemas.microsoft.com/office/drawing/2014/main" id="{9849D3DE-14BF-7ECA-87D0-A33379AAB7E6}"/>
              </a:ext>
            </a:extLst>
          </p:cNvPr>
          <p:cNvSpPr>
            <a:spLocks/>
          </p:cNvSpPr>
          <p:nvPr/>
        </p:nvSpPr>
        <p:spPr bwMode="auto">
          <a:xfrm>
            <a:off x="4733925" y="6027739"/>
            <a:ext cx="757238" cy="142875"/>
          </a:xfrm>
          <a:custGeom>
            <a:avLst/>
            <a:gdLst>
              <a:gd name="T0" fmla="*/ 2147483646 w 477"/>
              <a:gd name="T1" fmla="*/ 2147483646 h 90"/>
              <a:gd name="T2" fmla="*/ 2147483646 w 477"/>
              <a:gd name="T3" fmla="*/ 2147483646 h 90"/>
              <a:gd name="T4" fmla="*/ 0 w 477"/>
              <a:gd name="T5" fmla="*/ 0 h 90"/>
              <a:gd name="T6" fmla="*/ 0 w 477"/>
              <a:gd name="T7" fmla="*/ 0 h 90"/>
              <a:gd name="T8" fmla="*/ 0 w 477"/>
              <a:gd name="T9" fmla="*/ 2147483646 h 90"/>
              <a:gd name="T10" fmla="*/ 0 w 477"/>
              <a:gd name="T11" fmla="*/ 2147483646 h 90"/>
              <a:gd name="T12" fmla="*/ 2147483646 w 477"/>
              <a:gd name="T13" fmla="*/ 2147483646 h 9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77"/>
              <a:gd name="T22" fmla="*/ 0 h 90"/>
              <a:gd name="T23" fmla="*/ 477 w 477"/>
              <a:gd name="T24" fmla="*/ 90 h 9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77" h="90">
                <a:moveTo>
                  <a:pt x="477" y="90"/>
                </a:moveTo>
                <a:lnTo>
                  <a:pt x="477" y="74"/>
                </a:lnTo>
                <a:lnTo>
                  <a:pt x="0" y="0"/>
                </a:lnTo>
                <a:lnTo>
                  <a:pt x="0" y="17"/>
                </a:lnTo>
                <a:lnTo>
                  <a:pt x="477" y="9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43" name="Freeform 24">
            <a:extLst>
              <a:ext uri="{FF2B5EF4-FFF2-40B4-BE49-F238E27FC236}">
                <a16:creationId xmlns:a16="http://schemas.microsoft.com/office/drawing/2014/main" id="{88632B3E-91E1-9327-A3CF-66487C7E267A}"/>
              </a:ext>
            </a:extLst>
          </p:cNvPr>
          <p:cNvSpPr>
            <a:spLocks/>
          </p:cNvSpPr>
          <p:nvPr/>
        </p:nvSpPr>
        <p:spPr bwMode="auto">
          <a:xfrm>
            <a:off x="4376739" y="5949951"/>
            <a:ext cx="357187" cy="104775"/>
          </a:xfrm>
          <a:custGeom>
            <a:avLst/>
            <a:gdLst>
              <a:gd name="T0" fmla="*/ 2147483646 w 225"/>
              <a:gd name="T1" fmla="*/ 2147483646 h 66"/>
              <a:gd name="T2" fmla="*/ 2147483646 w 225"/>
              <a:gd name="T3" fmla="*/ 2147483646 h 66"/>
              <a:gd name="T4" fmla="*/ 0 w 225"/>
              <a:gd name="T5" fmla="*/ 0 h 66"/>
              <a:gd name="T6" fmla="*/ 2147483646 w 225"/>
              <a:gd name="T7" fmla="*/ 0 h 66"/>
              <a:gd name="T8" fmla="*/ 0 w 225"/>
              <a:gd name="T9" fmla="*/ 2147483646 h 66"/>
              <a:gd name="T10" fmla="*/ 0 w 225"/>
              <a:gd name="T11" fmla="*/ 2147483646 h 66"/>
              <a:gd name="T12" fmla="*/ 2147483646 w 225"/>
              <a:gd name="T13" fmla="*/ 2147483646 h 6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66"/>
              <a:gd name="T23" fmla="*/ 225 w 225"/>
              <a:gd name="T24" fmla="*/ 66 h 6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66">
                <a:moveTo>
                  <a:pt x="225" y="66"/>
                </a:moveTo>
                <a:lnTo>
                  <a:pt x="225" y="49"/>
                </a:lnTo>
                <a:lnTo>
                  <a:pt x="0" y="0"/>
                </a:lnTo>
                <a:lnTo>
                  <a:pt x="9" y="0"/>
                </a:lnTo>
                <a:lnTo>
                  <a:pt x="0" y="17"/>
                </a:lnTo>
                <a:lnTo>
                  <a:pt x="225" y="6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44" name="Freeform 25">
            <a:extLst>
              <a:ext uri="{FF2B5EF4-FFF2-40B4-BE49-F238E27FC236}">
                <a16:creationId xmlns:a16="http://schemas.microsoft.com/office/drawing/2014/main" id="{757FFE0D-4165-8D17-28A8-72F711158801}"/>
              </a:ext>
            </a:extLst>
          </p:cNvPr>
          <p:cNvSpPr>
            <a:spLocks/>
          </p:cNvSpPr>
          <p:nvPr/>
        </p:nvSpPr>
        <p:spPr bwMode="auto">
          <a:xfrm>
            <a:off x="4062413" y="5846764"/>
            <a:ext cx="328612" cy="130175"/>
          </a:xfrm>
          <a:custGeom>
            <a:avLst/>
            <a:gdLst>
              <a:gd name="T0" fmla="*/ 2147483646 w 207"/>
              <a:gd name="T1" fmla="*/ 2147483646 h 82"/>
              <a:gd name="T2" fmla="*/ 2147483646 w 207"/>
              <a:gd name="T3" fmla="*/ 2147483646 h 82"/>
              <a:gd name="T4" fmla="*/ 2147483646 w 207"/>
              <a:gd name="T5" fmla="*/ 0 h 82"/>
              <a:gd name="T6" fmla="*/ 2147483646 w 207"/>
              <a:gd name="T7" fmla="*/ 0 h 82"/>
              <a:gd name="T8" fmla="*/ 0 w 207"/>
              <a:gd name="T9" fmla="*/ 2147483646 h 82"/>
              <a:gd name="T10" fmla="*/ 0 w 207"/>
              <a:gd name="T11" fmla="*/ 2147483646 h 82"/>
              <a:gd name="T12" fmla="*/ 2147483646 w 207"/>
              <a:gd name="T13" fmla="*/ 2147483646 h 8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07"/>
              <a:gd name="T22" fmla="*/ 0 h 82"/>
              <a:gd name="T23" fmla="*/ 207 w 207"/>
              <a:gd name="T24" fmla="*/ 82 h 8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07" h="82">
                <a:moveTo>
                  <a:pt x="198" y="82"/>
                </a:moveTo>
                <a:lnTo>
                  <a:pt x="207" y="65"/>
                </a:lnTo>
                <a:lnTo>
                  <a:pt x="9" y="0"/>
                </a:lnTo>
                <a:lnTo>
                  <a:pt x="0" y="16"/>
                </a:lnTo>
                <a:lnTo>
                  <a:pt x="198" y="8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45" name="Freeform 26">
            <a:extLst>
              <a:ext uri="{FF2B5EF4-FFF2-40B4-BE49-F238E27FC236}">
                <a16:creationId xmlns:a16="http://schemas.microsoft.com/office/drawing/2014/main" id="{9F0542EE-D370-460B-E53F-DFAFD32A7B7D}"/>
              </a:ext>
            </a:extLst>
          </p:cNvPr>
          <p:cNvSpPr>
            <a:spLocks/>
          </p:cNvSpPr>
          <p:nvPr/>
        </p:nvSpPr>
        <p:spPr bwMode="auto">
          <a:xfrm>
            <a:off x="3776664" y="5729289"/>
            <a:ext cx="300037" cy="142875"/>
          </a:xfrm>
          <a:custGeom>
            <a:avLst/>
            <a:gdLst>
              <a:gd name="T0" fmla="*/ 2147483646 w 189"/>
              <a:gd name="T1" fmla="*/ 2147483646 h 90"/>
              <a:gd name="T2" fmla="*/ 2147483646 w 189"/>
              <a:gd name="T3" fmla="*/ 2147483646 h 90"/>
              <a:gd name="T4" fmla="*/ 2147483646 w 189"/>
              <a:gd name="T5" fmla="*/ 0 h 90"/>
              <a:gd name="T6" fmla="*/ 2147483646 w 189"/>
              <a:gd name="T7" fmla="*/ 0 h 90"/>
              <a:gd name="T8" fmla="*/ 0 w 189"/>
              <a:gd name="T9" fmla="*/ 2147483646 h 90"/>
              <a:gd name="T10" fmla="*/ 0 w 189"/>
              <a:gd name="T11" fmla="*/ 2147483646 h 90"/>
              <a:gd name="T12" fmla="*/ 2147483646 w 189"/>
              <a:gd name="T13" fmla="*/ 2147483646 h 9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90"/>
              <a:gd name="T23" fmla="*/ 189 w 189"/>
              <a:gd name="T24" fmla="*/ 90 h 9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90">
                <a:moveTo>
                  <a:pt x="180" y="90"/>
                </a:moveTo>
                <a:lnTo>
                  <a:pt x="189" y="74"/>
                </a:lnTo>
                <a:lnTo>
                  <a:pt x="9" y="0"/>
                </a:lnTo>
                <a:lnTo>
                  <a:pt x="0" y="17"/>
                </a:lnTo>
                <a:lnTo>
                  <a:pt x="180" y="9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46" name="Freeform 27">
            <a:extLst>
              <a:ext uri="{FF2B5EF4-FFF2-40B4-BE49-F238E27FC236}">
                <a16:creationId xmlns:a16="http://schemas.microsoft.com/office/drawing/2014/main" id="{37353F20-CDF1-BE80-9374-CF92E00EA105}"/>
              </a:ext>
            </a:extLst>
          </p:cNvPr>
          <p:cNvSpPr>
            <a:spLocks/>
          </p:cNvSpPr>
          <p:nvPr/>
        </p:nvSpPr>
        <p:spPr bwMode="auto">
          <a:xfrm>
            <a:off x="3519488" y="5600701"/>
            <a:ext cx="271462" cy="155575"/>
          </a:xfrm>
          <a:custGeom>
            <a:avLst/>
            <a:gdLst>
              <a:gd name="T0" fmla="*/ 2147483646 w 171"/>
              <a:gd name="T1" fmla="*/ 2147483646 h 98"/>
              <a:gd name="T2" fmla="*/ 2147483646 w 171"/>
              <a:gd name="T3" fmla="*/ 2147483646 h 98"/>
              <a:gd name="T4" fmla="*/ 2147483646 w 171"/>
              <a:gd name="T5" fmla="*/ 0 h 98"/>
              <a:gd name="T6" fmla="*/ 2147483646 w 171"/>
              <a:gd name="T7" fmla="*/ 0 h 98"/>
              <a:gd name="T8" fmla="*/ 0 w 171"/>
              <a:gd name="T9" fmla="*/ 2147483646 h 98"/>
              <a:gd name="T10" fmla="*/ 0 w 171"/>
              <a:gd name="T11" fmla="*/ 2147483646 h 98"/>
              <a:gd name="T12" fmla="*/ 2147483646 w 171"/>
              <a:gd name="T13" fmla="*/ 2147483646 h 9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71"/>
              <a:gd name="T22" fmla="*/ 0 h 98"/>
              <a:gd name="T23" fmla="*/ 171 w 171"/>
              <a:gd name="T24" fmla="*/ 98 h 9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71" h="98">
                <a:moveTo>
                  <a:pt x="162" y="98"/>
                </a:moveTo>
                <a:lnTo>
                  <a:pt x="171" y="81"/>
                </a:lnTo>
                <a:lnTo>
                  <a:pt x="9" y="0"/>
                </a:lnTo>
                <a:lnTo>
                  <a:pt x="0" y="16"/>
                </a:lnTo>
                <a:lnTo>
                  <a:pt x="162" y="9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47" name="Freeform 28">
            <a:extLst>
              <a:ext uri="{FF2B5EF4-FFF2-40B4-BE49-F238E27FC236}">
                <a16:creationId xmlns:a16="http://schemas.microsoft.com/office/drawing/2014/main" id="{9ED0C0DC-33E8-D4C7-A086-9EA34A826AB6}"/>
              </a:ext>
            </a:extLst>
          </p:cNvPr>
          <p:cNvSpPr>
            <a:spLocks/>
          </p:cNvSpPr>
          <p:nvPr/>
        </p:nvSpPr>
        <p:spPr bwMode="auto">
          <a:xfrm>
            <a:off x="3319463" y="5445126"/>
            <a:ext cx="214312" cy="180975"/>
          </a:xfrm>
          <a:custGeom>
            <a:avLst/>
            <a:gdLst>
              <a:gd name="T0" fmla="*/ 2147483646 w 135"/>
              <a:gd name="T1" fmla="*/ 2147483646 h 114"/>
              <a:gd name="T2" fmla="*/ 2147483646 w 135"/>
              <a:gd name="T3" fmla="*/ 2147483646 h 114"/>
              <a:gd name="T4" fmla="*/ 2147483646 w 135"/>
              <a:gd name="T5" fmla="*/ 0 h 114"/>
              <a:gd name="T6" fmla="*/ 2147483646 w 135"/>
              <a:gd name="T7" fmla="*/ 2147483646 h 114"/>
              <a:gd name="T8" fmla="*/ 0 w 135"/>
              <a:gd name="T9" fmla="*/ 2147483646 h 114"/>
              <a:gd name="T10" fmla="*/ 2147483646 w 135"/>
              <a:gd name="T11" fmla="*/ 2147483646 h 114"/>
              <a:gd name="T12" fmla="*/ 2147483646 w 135"/>
              <a:gd name="T13" fmla="*/ 2147483646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35"/>
              <a:gd name="T22" fmla="*/ 0 h 114"/>
              <a:gd name="T23" fmla="*/ 135 w 135"/>
              <a:gd name="T24" fmla="*/ 114 h 11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35" h="114">
                <a:moveTo>
                  <a:pt x="126" y="114"/>
                </a:moveTo>
                <a:lnTo>
                  <a:pt x="135" y="98"/>
                </a:lnTo>
                <a:lnTo>
                  <a:pt x="18" y="0"/>
                </a:lnTo>
                <a:lnTo>
                  <a:pt x="18" y="8"/>
                </a:lnTo>
                <a:lnTo>
                  <a:pt x="0" y="16"/>
                </a:lnTo>
                <a:lnTo>
                  <a:pt x="9" y="16"/>
                </a:lnTo>
                <a:lnTo>
                  <a:pt x="126" y="1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48" name="Freeform 29">
            <a:extLst>
              <a:ext uri="{FF2B5EF4-FFF2-40B4-BE49-F238E27FC236}">
                <a16:creationId xmlns:a16="http://schemas.microsoft.com/office/drawing/2014/main" id="{7B2DC77D-921E-AFFB-CF60-4AA86B2B1E69}"/>
              </a:ext>
            </a:extLst>
          </p:cNvPr>
          <p:cNvSpPr>
            <a:spLocks/>
          </p:cNvSpPr>
          <p:nvPr/>
        </p:nvSpPr>
        <p:spPr bwMode="auto">
          <a:xfrm>
            <a:off x="3162300" y="5302251"/>
            <a:ext cx="185738" cy="168275"/>
          </a:xfrm>
          <a:custGeom>
            <a:avLst/>
            <a:gdLst>
              <a:gd name="T0" fmla="*/ 2147483646 w 117"/>
              <a:gd name="T1" fmla="*/ 2147483646 h 106"/>
              <a:gd name="T2" fmla="*/ 2147483646 w 117"/>
              <a:gd name="T3" fmla="*/ 2147483646 h 106"/>
              <a:gd name="T4" fmla="*/ 2147483646 w 117"/>
              <a:gd name="T5" fmla="*/ 0 h 106"/>
              <a:gd name="T6" fmla="*/ 0 w 117"/>
              <a:gd name="T7" fmla="*/ 2147483646 h 106"/>
              <a:gd name="T8" fmla="*/ 2147483646 w 117"/>
              <a:gd name="T9" fmla="*/ 2147483646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"/>
              <a:gd name="T16" fmla="*/ 0 h 106"/>
              <a:gd name="T17" fmla="*/ 117 w 117"/>
              <a:gd name="T18" fmla="*/ 106 h 1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" h="106">
                <a:moveTo>
                  <a:pt x="99" y="106"/>
                </a:moveTo>
                <a:lnTo>
                  <a:pt x="117" y="98"/>
                </a:lnTo>
                <a:lnTo>
                  <a:pt x="18" y="0"/>
                </a:lnTo>
                <a:lnTo>
                  <a:pt x="0" y="8"/>
                </a:lnTo>
                <a:lnTo>
                  <a:pt x="99" y="10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49" name="Freeform 30">
            <a:extLst>
              <a:ext uri="{FF2B5EF4-FFF2-40B4-BE49-F238E27FC236}">
                <a16:creationId xmlns:a16="http://schemas.microsoft.com/office/drawing/2014/main" id="{FF6C98D9-B4DB-C54D-8652-657FE066FE2F}"/>
              </a:ext>
            </a:extLst>
          </p:cNvPr>
          <p:cNvSpPr>
            <a:spLocks/>
          </p:cNvSpPr>
          <p:nvPr/>
        </p:nvSpPr>
        <p:spPr bwMode="auto">
          <a:xfrm>
            <a:off x="8834439" y="5302250"/>
            <a:ext cx="28575" cy="25400"/>
          </a:xfrm>
          <a:custGeom>
            <a:avLst/>
            <a:gdLst>
              <a:gd name="T0" fmla="*/ 0 w 18"/>
              <a:gd name="T1" fmla="*/ 2147483646 h 16"/>
              <a:gd name="T2" fmla="*/ 2147483646 w 18"/>
              <a:gd name="T3" fmla="*/ 2147483646 h 16"/>
              <a:gd name="T4" fmla="*/ 2147483646 w 18"/>
              <a:gd name="T5" fmla="*/ 2147483646 h 16"/>
              <a:gd name="T6" fmla="*/ 2147483646 w 18"/>
              <a:gd name="T7" fmla="*/ 2147483646 h 16"/>
              <a:gd name="T8" fmla="*/ 2147483646 w 18"/>
              <a:gd name="T9" fmla="*/ 0 h 16"/>
              <a:gd name="T10" fmla="*/ 2147483646 w 18"/>
              <a:gd name="T11" fmla="*/ 0 h 16"/>
              <a:gd name="T12" fmla="*/ 0 w 18"/>
              <a:gd name="T13" fmla="*/ 0 h 16"/>
              <a:gd name="T14" fmla="*/ 0 w 18"/>
              <a:gd name="T15" fmla="*/ 2147483646 h 16"/>
              <a:gd name="T16" fmla="*/ 0 w 18"/>
              <a:gd name="T17" fmla="*/ 2147483646 h 16"/>
              <a:gd name="T18" fmla="*/ 0 w 18"/>
              <a:gd name="T19" fmla="*/ 2147483646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0" y="16"/>
                </a:moveTo>
                <a:lnTo>
                  <a:pt x="9" y="16"/>
                </a:lnTo>
                <a:lnTo>
                  <a:pt x="18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lnTo>
                  <a:pt x="0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50" name="Freeform 31">
            <a:extLst>
              <a:ext uri="{FF2B5EF4-FFF2-40B4-BE49-F238E27FC236}">
                <a16:creationId xmlns:a16="http://schemas.microsoft.com/office/drawing/2014/main" id="{55E94429-BDE7-E512-B04E-C7506C9AAA58}"/>
              </a:ext>
            </a:extLst>
          </p:cNvPr>
          <p:cNvSpPr>
            <a:spLocks/>
          </p:cNvSpPr>
          <p:nvPr/>
        </p:nvSpPr>
        <p:spPr bwMode="auto">
          <a:xfrm>
            <a:off x="8691564" y="5289551"/>
            <a:ext cx="200025" cy="168275"/>
          </a:xfrm>
          <a:custGeom>
            <a:avLst/>
            <a:gdLst>
              <a:gd name="T0" fmla="*/ 2147483646 w 126"/>
              <a:gd name="T1" fmla="*/ 2147483646 h 106"/>
              <a:gd name="T2" fmla="*/ 2147483646 w 126"/>
              <a:gd name="T3" fmla="*/ 2147483646 h 106"/>
              <a:gd name="T4" fmla="*/ 0 w 126"/>
              <a:gd name="T5" fmla="*/ 2147483646 h 106"/>
              <a:gd name="T6" fmla="*/ 2147483646 w 126"/>
              <a:gd name="T7" fmla="*/ 0 h 106"/>
              <a:gd name="T8" fmla="*/ 2147483646 w 126"/>
              <a:gd name="T9" fmla="*/ 2147483646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6"/>
              <a:gd name="T16" fmla="*/ 0 h 106"/>
              <a:gd name="T17" fmla="*/ 126 w 126"/>
              <a:gd name="T18" fmla="*/ 106 h 1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6" h="106">
                <a:moveTo>
                  <a:pt x="90" y="24"/>
                </a:moveTo>
                <a:lnTo>
                  <a:pt x="126" y="41"/>
                </a:lnTo>
                <a:lnTo>
                  <a:pt x="0" y="106"/>
                </a:lnTo>
                <a:lnTo>
                  <a:pt x="63" y="0"/>
                </a:lnTo>
                <a:lnTo>
                  <a:pt x="90" y="24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51" name="Freeform 32">
            <a:extLst>
              <a:ext uri="{FF2B5EF4-FFF2-40B4-BE49-F238E27FC236}">
                <a16:creationId xmlns:a16="http://schemas.microsoft.com/office/drawing/2014/main" id="{1B738CF2-5723-C511-C6B7-0FCA21EA1D42}"/>
              </a:ext>
            </a:extLst>
          </p:cNvPr>
          <p:cNvSpPr>
            <a:spLocks/>
          </p:cNvSpPr>
          <p:nvPr/>
        </p:nvSpPr>
        <p:spPr bwMode="auto">
          <a:xfrm>
            <a:off x="8691564" y="5289551"/>
            <a:ext cx="200025" cy="168275"/>
          </a:xfrm>
          <a:custGeom>
            <a:avLst/>
            <a:gdLst>
              <a:gd name="T0" fmla="*/ 2147483646 w 126"/>
              <a:gd name="T1" fmla="*/ 2147483646 h 106"/>
              <a:gd name="T2" fmla="*/ 2147483646 w 126"/>
              <a:gd name="T3" fmla="*/ 2147483646 h 106"/>
              <a:gd name="T4" fmla="*/ 0 w 126"/>
              <a:gd name="T5" fmla="*/ 2147483646 h 106"/>
              <a:gd name="T6" fmla="*/ 2147483646 w 126"/>
              <a:gd name="T7" fmla="*/ 0 h 106"/>
              <a:gd name="T8" fmla="*/ 2147483646 w 126"/>
              <a:gd name="T9" fmla="*/ 2147483646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6"/>
              <a:gd name="T16" fmla="*/ 0 h 106"/>
              <a:gd name="T17" fmla="*/ 126 w 126"/>
              <a:gd name="T18" fmla="*/ 106 h 1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6" h="106">
                <a:moveTo>
                  <a:pt x="90" y="24"/>
                </a:moveTo>
                <a:lnTo>
                  <a:pt x="126" y="41"/>
                </a:lnTo>
                <a:lnTo>
                  <a:pt x="0" y="106"/>
                </a:lnTo>
                <a:lnTo>
                  <a:pt x="63" y="0"/>
                </a:lnTo>
                <a:lnTo>
                  <a:pt x="90" y="2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52" name="Freeform 33">
            <a:extLst>
              <a:ext uri="{FF2B5EF4-FFF2-40B4-BE49-F238E27FC236}">
                <a16:creationId xmlns:a16="http://schemas.microsoft.com/office/drawing/2014/main" id="{2C08E417-B6BB-2F88-C3F3-645807BEC73D}"/>
              </a:ext>
            </a:extLst>
          </p:cNvPr>
          <p:cNvSpPr>
            <a:spLocks/>
          </p:cNvSpPr>
          <p:nvPr/>
        </p:nvSpPr>
        <p:spPr bwMode="auto">
          <a:xfrm>
            <a:off x="9120188" y="1697038"/>
            <a:ext cx="228600" cy="246062"/>
          </a:xfrm>
          <a:custGeom>
            <a:avLst/>
            <a:gdLst>
              <a:gd name="T0" fmla="*/ 2147483646 w 144"/>
              <a:gd name="T1" fmla="*/ 0 h 155"/>
              <a:gd name="T2" fmla="*/ 0 w 144"/>
              <a:gd name="T3" fmla="*/ 2147483646 h 155"/>
              <a:gd name="T4" fmla="*/ 2147483646 w 144"/>
              <a:gd name="T5" fmla="*/ 2147483646 h 155"/>
              <a:gd name="T6" fmla="*/ 2147483646 w 144"/>
              <a:gd name="T7" fmla="*/ 2147483646 h 155"/>
              <a:gd name="T8" fmla="*/ 2147483646 w 144"/>
              <a:gd name="T9" fmla="*/ 2147483646 h 155"/>
              <a:gd name="T10" fmla="*/ 2147483646 w 144"/>
              <a:gd name="T11" fmla="*/ 2147483646 h 155"/>
              <a:gd name="T12" fmla="*/ 2147483646 w 144"/>
              <a:gd name="T13" fmla="*/ 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44"/>
              <a:gd name="T22" fmla="*/ 0 h 155"/>
              <a:gd name="T23" fmla="*/ 144 w 144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44" h="155">
                <a:moveTo>
                  <a:pt x="18" y="0"/>
                </a:moveTo>
                <a:lnTo>
                  <a:pt x="0" y="8"/>
                </a:lnTo>
                <a:lnTo>
                  <a:pt x="126" y="155"/>
                </a:lnTo>
                <a:lnTo>
                  <a:pt x="144" y="147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53" name="Freeform 34">
            <a:extLst>
              <a:ext uri="{FF2B5EF4-FFF2-40B4-BE49-F238E27FC236}">
                <a16:creationId xmlns:a16="http://schemas.microsoft.com/office/drawing/2014/main" id="{1FE6DFC5-214C-B77C-3D23-CFC72249C665}"/>
              </a:ext>
            </a:extLst>
          </p:cNvPr>
          <p:cNvSpPr>
            <a:spLocks/>
          </p:cNvSpPr>
          <p:nvPr/>
        </p:nvSpPr>
        <p:spPr bwMode="auto">
          <a:xfrm>
            <a:off x="9320214" y="1930400"/>
            <a:ext cx="185737" cy="260350"/>
          </a:xfrm>
          <a:custGeom>
            <a:avLst/>
            <a:gdLst>
              <a:gd name="T0" fmla="*/ 2147483646 w 117"/>
              <a:gd name="T1" fmla="*/ 0 h 164"/>
              <a:gd name="T2" fmla="*/ 0 w 117"/>
              <a:gd name="T3" fmla="*/ 2147483646 h 164"/>
              <a:gd name="T4" fmla="*/ 2147483646 w 117"/>
              <a:gd name="T5" fmla="*/ 2147483646 h 164"/>
              <a:gd name="T6" fmla="*/ 2147483646 w 117"/>
              <a:gd name="T7" fmla="*/ 2147483646 h 164"/>
              <a:gd name="T8" fmla="*/ 2147483646 w 117"/>
              <a:gd name="T9" fmla="*/ 2147483646 h 164"/>
              <a:gd name="T10" fmla="*/ 2147483646 w 117"/>
              <a:gd name="T11" fmla="*/ 2147483646 h 164"/>
              <a:gd name="T12" fmla="*/ 2147483646 w 117"/>
              <a:gd name="T13" fmla="*/ 0 h 16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17"/>
              <a:gd name="T22" fmla="*/ 0 h 164"/>
              <a:gd name="T23" fmla="*/ 117 w 117"/>
              <a:gd name="T24" fmla="*/ 164 h 16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17" h="164">
                <a:moveTo>
                  <a:pt x="18" y="0"/>
                </a:moveTo>
                <a:lnTo>
                  <a:pt x="0" y="8"/>
                </a:lnTo>
                <a:lnTo>
                  <a:pt x="99" y="164"/>
                </a:lnTo>
                <a:lnTo>
                  <a:pt x="117" y="155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54" name="Freeform 35">
            <a:extLst>
              <a:ext uri="{FF2B5EF4-FFF2-40B4-BE49-F238E27FC236}">
                <a16:creationId xmlns:a16="http://schemas.microsoft.com/office/drawing/2014/main" id="{5BD8011F-7DE8-7D5D-3877-B6AB7B8B02DE}"/>
              </a:ext>
            </a:extLst>
          </p:cNvPr>
          <p:cNvSpPr>
            <a:spLocks/>
          </p:cNvSpPr>
          <p:nvPr/>
        </p:nvSpPr>
        <p:spPr bwMode="auto">
          <a:xfrm>
            <a:off x="9477376" y="2176463"/>
            <a:ext cx="142875" cy="247650"/>
          </a:xfrm>
          <a:custGeom>
            <a:avLst/>
            <a:gdLst>
              <a:gd name="T0" fmla="*/ 2147483646 w 90"/>
              <a:gd name="T1" fmla="*/ 0 h 156"/>
              <a:gd name="T2" fmla="*/ 0 w 90"/>
              <a:gd name="T3" fmla="*/ 2147483646 h 156"/>
              <a:gd name="T4" fmla="*/ 2147483646 w 90"/>
              <a:gd name="T5" fmla="*/ 2147483646 h 156"/>
              <a:gd name="T6" fmla="*/ 2147483646 w 90"/>
              <a:gd name="T7" fmla="*/ 2147483646 h 156"/>
              <a:gd name="T8" fmla="*/ 2147483646 w 90"/>
              <a:gd name="T9" fmla="*/ 2147483646 h 156"/>
              <a:gd name="T10" fmla="*/ 2147483646 w 90"/>
              <a:gd name="T11" fmla="*/ 2147483646 h 156"/>
              <a:gd name="T12" fmla="*/ 2147483646 w 90"/>
              <a:gd name="T13" fmla="*/ 0 h 15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90"/>
              <a:gd name="T22" fmla="*/ 0 h 156"/>
              <a:gd name="T23" fmla="*/ 90 w 90"/>
              <a:gd name="T24" fmla="*/ 156 h 15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90" h="156">
                <a:moveTo>
                  <a:pt x="18" y="0"/>
                </a:moveTo>
                <a:lnTo>
                  <a:pt x="0" y="9"/>
                </a:lnTo>
                <a:lnTo>
                  <a:pt x="72" y="156"/>
                </a:lnTo>
                <a:lnTo>
                  <a:pt x="90" y="147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55" name="Freeform 36">
            <a:extLst>
              <a:ext uri="{FF2B5EF4-FFF2-40B4-BE49-F238E27FC236}">
                <a16:creationId xmlns:a16="http://schemas.microsoft.com/office/drawing/2014/main" id="{040E1D7F-FA32-86BC-D270-6719AE508924}"/>
              </a:ext>
            </a:extLst>
          </p:cNvPr>
          <p:cNvSpPr>
            <a:spLocks/>
          </p:cNvSpPr>
          <p:nvPr/>
        </p:nvSpPr>
        <p:spPr bwMode="auto">
          <a:xfrm>
            <a:off x="9591675" y="2409825"/>
            <a:ext cx="114300" cy="260350"/>
          </a:xfrm>
          <a:custGeom>
            <a:avLst/>
            <a:gdLst>
              <a:gd name="T0" fmla="*/ 2147483646 w 72"/>
              <a:gd name="T1" fmla="*/ 0 h 164"/>
              <a:gd name="T2" fmla="*/ 0 w 72"/>
              <a:gd name="T3" fmla="*/ 2147483646 h 164"/>
              <a:gd name="T4" fmla="*/ 2147483646 w 72"/>
              <a:gd name="T5" fmla="*/ 2147483646 h 164"/>
              <a:gd name="T6" fmla="*/ 2147483646 w 72"/>
              <a:gd name="T7" fmla="*/ 2147483646 h 164"/>
              <a:gd name="T8" fmla="*/ 2147483646 w 72"/>
              <a:gd name="T9" fmla="*/ 2147483646 h 164"/>
              <a:gd name="T10" fmla="*/ 2147483646 w 72"/>
              <a:gd name="T11" fmla="*/ 2147483646 h 164"/>
              <a:gd name="T12" fmla="*/ 2147483646 w 72"/>
              <a:gd name="T13" fmla="*/ 0 h 16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2"/>
              <a:gd name="T22" fmla="*/ 0 h 164"/>
              <a:gd name="T23" fmla="*/ 72 w 72"/>
              <a:gd name="T24" fmla="*/ 164 h 16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2" h="164">
                <a:moveTo>
                  <a:pt x="18" y="0"/>
                </a:moveTo>
                <a:lnTo>
                  <a:pt x="0" y="9"/>
                </a:lnTo>
                <a:lnTo>
                  <a:pt x="54" y="164"/>
                </a:lnTo>
                <a:lnTo>
                  <a:pt x="54" y="156"/>
                </a:lnTo>
                <a:lnTo>
                  <a:pt x="72" y="156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56" name="Freeform 37">
            <a:extLst>
              <a:ext uri="{FF2B5EF4-FFF2-40B4-BE49-F238E27FC236}">
                <a16:creationId xmlns:a16="http://schemas.microsoft.com/office/drawing/2014/main" id="{21B43F60-1422-D53D-8B16-3DC55039585D}"/>
              </a:ext>
            </a:extLst>
          </p:cNvPr>
          <p:cNvSpPr>
            <a:spLocks/>
          </p:cNvSpPr>
          <p:nvPr/>
        </p:nvSpPr>
        <p:spPr bwMode="auto">
          <a:xfrm>
            <a:off x="9677401" y="2657476"/>
            <a:ext cx="85725" cy="233363"/>
          </a:xfrm>
          <a:custGeom>
            <a:avLst/>
            <a:gdLst>
              <a:gd name="T0" fmla="*/ 2147483646 w 54"/>
              <a:gd name="T1" fmla="*/ 0 h 147"/>
              <a:gd name="T2" fmla="*/ 0 w 54"/>
              <a:gd name="T3" fmla="*/ 0 h 147"/>
              <a:gd name="T4" fmla="*/ 2147483646 w 54"/>
              <a:gd name="T5" fmla="*/ 2147483646 h 147"/>
              <a:gd name="T6" fmla="*/ 2147483646 w 54"/>
              <a:gd name="T7" fmla="*/ 2147483646 h 147"/>
              <a:gd name="T8" fmla="*/ 2147483646 w 54"/>
              <a:gd name="T9" fmla="*/ 2147483646 h 147"/>
              <a:gd name="T10" fmla="*/ 2147483646 w 54"/>
              <a:gd name="T11" fmla="*/ 2147483646 h 147"/>
              <a:gd name="T12" fmla="*/ 2147483646 w 54"/>
              <a:gd name="T13" fmla="*/ 0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54"/>
              <a:gd name="T22" fmla="*/ 0 h 147"/>
              <a:gd name="T23" fmla="*/ 54 w 54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54" h="147">
                <a:moveTo>
                  <a:pt x="18" y="0"/>
                </a:moveTo>
                <a:lnTo>
                  <a:pt x="0" y="0"/>
                </a:lnTo>
                <a:lnTo>
                  <a:pt x="36" y="147"/>
                </a:lnTo>
                <a:lnTo>
                  <a:pt x="54" y="147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57" name="Freeform 38">
            <a:extLst>
              <a:ext uri="{FF2B5EF4-FFF2-40B4-BE49-F238E27FC236}">
                <a16:creationId xmlns:a16="http://schemas.microsoft.com/office/drawing/2014/main" id="{77AF16A6-85C5-333D-DE11-BDD4DD15F96C}"/>
              </a:ext>
            </a:extLst>
          </p:cNvPr>
          <p:cNvSpPr>
            <a:spLocks/>
          </p:cNvSpPr>
          <p:nvPr/>
        </p:nvSpPr>
        <p:spPr bwMode="auto">
          <a:xfrm>
            <a:off x="9734550" y="2890838"/>
            <a:ext cx="57150" cy="246062"/>
          </a:xfrm>
          <a:custGeom>
            <a:avLst/>
            <a:gdLst>
              <a:gd name="T0" fmla="*/ 2147483646 w 36"/>
              <a:gd name="T1" fmla="*/ 0 h 155"/>
              <a:gd name="T2" fmla="*/ 0 w 36"/>
              <a:gd name="T3" fmla="*/ 0 h 155"/>
              <a:gd name="T4" fmla="*/ 2147483646 w 36"/>
              <a:gd name="T5" fmla="*/ 2147483646 h 155"/>
              <a:gd name="T6" fmla="*/ 2147483646 w 36"/>
              <a:gd name="T7" fmla="*/ 2147483646 h 155"/>
              <a:gd name="T8" fmla="*/ 2147483646 w 36"/>
              <a:gd name="T9" fmla="*/ 2147483646 h 155"/>
              <a:gd name="T10" fmla="*/ 2147483646 w 36"/>
              <a:gd name="T11" fmla="*/ 2147483646 h 155"/>
              <a:gd name="T12" fmla="*/ 2147483646 w 36"/>
              <a:gd name="T13" fmla="*/ 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6"/>
              <a:gd name="T22" fmla="*/ 0 h 155"/>
              <a:gd name="T23" fmla="*/ 36 w 36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6" h="155">
                <a:moveTo>
                  <a:pt x="18" y="0"/>
                </a:moveTo>
                <a:lnTo>
                  <a:pt x="0" y="0"/>
                </a:lnTo>
                <a:lnTo>
                  <a:pt x="18" y="155"/>
                </a:lnTo>
                <a:lnTo>
                  <a:pt x="36" y="155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58" name="Freeform 39">
            <a:extLst>
              <a:ext uri="{FF2B5EF4-FFF2-40B4-BE49-F238E27FC236}">
                <a16:creationId xmlns:a16="http://schemas.microsoft.com/office/drawing/2014/main" id="{C61950D8-5E8C-9EAC-9E0F-230709D3F316}"/>
              </a:ext>
            </a:extLst>
          </p:cNvPr>
          <p:cNvSpPr>
            <a:spLocks/>
          </p:cNvSpPr>
          <p:nvPr/>
        </p:nvSpPr>
        <p:spPr bwMode="auto">
          <a:xfrm>
            <a:off x="9720264" y="3136901"/>
            <a:ext cx="71437" cy="479425"/>
          </a:xfrm>
          <a:custGeom>
            <a:avLst/>
            <a:gdLst>
              <a:gd name="T0" fmla="*/ 2147483646 w 45"/>
              <a:gd name="T1" fmla="*/ 0 h 302"/>
              <a:gd name="T2" fmla="*/ 2147483646 w 45"/>
              <a:gd name="T3" fmla="*/ 0 h 302"/>
              <a:gd name="T4" fmla="*/ 0 w 45"/>
              <a:gd name="T5" fmla="*/ 2147483646 h 302"/>
              <a:gd name="T6" fmla="*/ 0 w 45"/>
              <a:gd name="T7" fmla="*/ 2147483646 h 302"/>
              <a:gd name="T8" fmla="*/ 2147483646 w 45"/>
              <a:gd name="T9" fmla="*/ 2147483646 h 302"/>
              <a:gd name="T10" fmla="*/ 2147483646 w 45"/>
              <a:gd name="T11" fmla="*/ 2147483646 h 302"/>
              <a:gd name="T12" fmla="*/ 2147483646 w 45"/>
              <a:gd name="T13" fmla="*/ 0 h 30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5"/>
              <a:gd name="T22" fmla="*/ 0 h 302"/>
              <a:gd name="T23" fmla="*/ 45 w 45"/>
              <a:gd name="T24" fmla="*/ 302 h 30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5" h="302">
                <a:moveTo>
                  <a:pt x="45" y="0"/>
                </a:moveTo>
                <a:lnTo>
                  <a:pt x="27" y="0"/>
                </a:lnTo>
                <a:lnTo>
                  <a:pt x="0" y="294"/>
                </a:lnTo>
                <a:lnTo>
                  <a:pt x="18" y="302"/>
                </a:lnTo>
                <a:lnTo>
                  <a:pt x="18" y="294"/>
                </a:lnTo>
                <a:lnTo>
                  <a:pt x="4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59" name="Freeform 40">
            <a:extLst>
              <a:ext uri="{FF2B5EF4-FFF2-40B4-BE49-F238E27FC236}">
                <a16:creationId xmlns:a16="http://schemas.microsoft.com/office/drawing/2014/main" id="{D56448D5-3D2C-71C5-96AD-C4CE190530B4}"/>
              </a:ext>
            </a:extLst>
          </p:cNvPr>
          <p:cNvSpPr>
            <a:spLocks/>
          </p:cNvSpPr>
          <p:nvPr/>
        </p:nvSpPr>
        <p:spPr bwMode="auto">
          <a:xfrm>
            <a:off x="9605964" y="3603625"/>
            <a:ext cx="142875" cy="427038"/>
          </a:xfrm>
          <a:custGeom>
            <a:avLst/>
            <a:gdLst>
              <a:gd name="T0" fmla="*/ 2147483646 w 90"/>
              <a:gd name="T1" fmla="*/ 2147483646 h 269"/>
              <a:gd name="T2" fmla="*/ 2147483646 w 90"/>
              <a:gd name="T3" fmla="*/ 0 h 269"/>
              <a:gd name="T4" fmla="*/ 0 w 90"/>
              <a:gd name="T5" fmla="*/ 2147483646 h 269"/>
              <a:gd name="T6" fmla="*/ 0 w 90"/>
              <a:gd name="T7" fmla="*/ 2147483646 h 269"/>
              <a:gd name="T8" fmla="*/ 2147483646 w 90"/>
              <a:gd name="T9" fmla="*/ 2147483646 h 269"/>
              <a:gd name="T10" fmla="*/ 2147483646 w 90"/>
              <a:gd name="T11" fmla="*/ 2147483646 h 269"/>
              <a:gd name="T12" fmla="*/ 2147483646 w 90"/>
              <a:gd name="T13" fmla="*/ 2147483646 h 26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90"/>
              <a:gd name="T22" fmla="*/ 0 h 269"/>
              <a:gd name="T23" fmla="*/ 90 w 90"/>
              <a:gd name="T24" fmla="*/ 269 h 26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90" h="269">
                <a:moveTo>
                  <a:pt x="90" y="8"/>
                </a:moveTo>
                <a:lnTo>
                  <a:pt x="72" y="0"/>
                </a:lnTo>
                <a:lnTo>
                  <a:pt x="0" y="261"/>
                </a:lnTo>
                <a:lnTo>
                  <a:pt x="18" y="269"/>
                </a:lnTo>
                <a:lnTo>
                  <a:pt x="9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60" name="Freeform 41">
            <a:extLst>
              <a:ext uri="{FF2B5EF4-FFF2-40B4-BE49-F238E27FC236}">
                <a16:creationId xmlns:a16="http://schemas.microsoft.com/office/drawing/2014/main" id="{15019C1B-3A06-6D18-7E04-FEE64BD2D246}"/>
              </a:ext>
            </a:extLst>
          </p:cNvPr>
          <p:cNvSpPr>
            <a:spLocks/>
          </p:cNvSpPr>
          <p:nvPr/>
        </p:nvSpPr>
        <p:spPr bwMode="auto">
          <a:xfrm>
            <a:off x="9420226" y="4017964"/>
            <a:ext cx="214313" cy="466725"/>
          </a:xfrm>
          <a:custGeom>
            <a:avLst/>
            <a:gdLst>
              <a:gd name="T0" fmla="*/ 2147483646 w 135"/>
              <a:gd name="T1" fmla="*/ 2147483646 h 294"/>
              <a:gd name="T2" fmla="*/ 2147483646 w 135"/>
              <a:gd name="T3" fmla="*/ 0 h 294"/>
              <a:gd name="T4" fmla="*/ 0 w 135"/>
              <a:gd name="T5" fmla="*/ 2147483646 h 294"/>
              <a:gd name="T6" fmla="*/ 0 w 135"/>
              <a:gd name="T7" fmla="*/ 2147483646 h 294"/>
              <a:gd name="T8" fmla="*/ 2147483646 w 135"/>
              <a:gd name="T9" fmla="*/ 2147483646 h 294"/>
              <a:gd name="T10" fmla="*/ 2147483646 w 135"/>
              <a:gd name="T11" fmla="*/ 2147483646 h 294"/>
              <a:gd name="T12" fmla="*/ 2147483646 w 135"/>
              <a:gd name="T13" fmla="*/ 2147483646 h 29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35"/>
              <a:gd name="T22" fmla="*/ 0 h 294"/>
              <a:gd name="T23" fmla="*/ 135 w 135"/>
              <a:gd name="T24" fmla="*/ 294 h 29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35" h="294">
                <a:moveTo>
                  <a:pt x="135" y="8"/>
                </a:moveTo>
                <a:lnTo>
                  <a:pt x="117" y="0"/>
                </a:lnTo>
                <a:lnTo>
                  <a:pt x="0" y="286"/>
                </a:lnTo>
                <a:lnTo>
                  <a:pt x="18" y="294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61" name="Freeform 42">
            <a:extLst>
              <a:ext uri="{FF2B5EF4-FFF2-40B4-BE49-F238E27FC236}">
                <a16:creationId xmlns:a16="http://schemas.microsoft.com/office/drawing/2014/main" id="{D6FFA0D6-5C65-5DA2-33D2-C2CA600F17D1}"/>
              </a:ext>
            </a:extLst>
          </p:cNvPr>
          <p:cNvSpPr>
            <a:spLocks/>
          </p:cNvSpPr>
          <p:nvPr/>
        </p:nvSpPr>
        <p:spPr bwMode="auto">
          <a:xfrm>
            <a:off x="9163050" y="4471989"/>
            <a:ext cx="285750" cy="454025"/>
          </a:xfrm>
          <a:custGeom>
            <a:avLst/>
            <a:gdLst>
              <a:gd name="T0" fmla="*/ 2147483646 w 180"/>
              <a:gd name="T1" fmla="*/ 2147483646 h 286"/>
              <a:gd name="T2" fmla="*/ 2147483646 w 180"/>
              <a:gd name="T3" fmla="*/ 0 h 286"/>
              <a:gd name="T4" fmla="*/ 0 w 180"/>
              <a:gd name="T5" fmla="*/ 2147483646 h 286"/>
              <a:gd name="T6" fmla="*/ 0 w 180"/>
              <a:gd name="T7" fmla="*/ 2147483646 h 286"/>
              <a:gd name="T8" fmla="*/ 2147483646 w 180"/>
              <a:gd name="T9" fmla="*/ 2147483646 h 286"/>
              <a:gd name="T10" fmla="*/ 2147483646 w 180"/>
              <a:gd name="T11" fmla="*/ 2147483646 h 286"/>
              <a:gd name="T12" fmla="*/ 2147483646 w 180"/>
              <a:gd name="T13" fmla="*/ 2147483646 h 28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0"/>
              <a:gd name="T22" fmla="*/ 0 h 286"/>
              <a:gd name="T23" fmla="*/ 180 w 180"/>
              <a:gd name="T24" fmla="*/ 286 h 28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0" h="286">
                <a:moveTo>
                  <a:pt x="180" y="8"/>
                </a:moveTo>
                <a:lnTo>
                  <a:pt x="162" y="0"/>
                </a:lnTo>
                <a:lnTo>
                  <a:pt x="0" y="278"/>
                </a:lnTo>
                <a:lnTo>
                  <a:pt x="18" y="286"/>
                </a:lnTo>
                <a:lnTo>
                  <a:pt x="18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62" name="Freeform 43">
            <a:extLst>
              <a:ext uri="{FF2B5EF4-FFF2-40B4-BE49-F238E27FC236}">
                <a16:creationId xmlns:a16="http://schemas.microsoft.com/office/drawing/2014/main" id="{6C70FFB6-C2B6-C098-4BB9-B5EF8A5B9502}"/>
              </a:ext>
            </a:extLst>
          </p:cNvPr>
          <p:cNvSpPr>
            <a:spLocks/>
          </p:cNvSpPr>
          <p:nvPr/>
        </p:nvSpPr>
        <p:spPr bwMode="auto">
          <a:xfrm>
            <a:off x="9005889" y="4913313"/>
            <a:ext cx="185737" cy="220662"/>
          </a:xfrm>
          <a:custGeom>
            <a:avLst/>
            <a:gdLst>
              <a:gd name="T0" fmla="*/ 2147483646 w 117"/>
              <a:gd name="T1" fmla="*/ 2147483646 h 139"/>
              <a:gd name="T2" fmla="*/ 2147483646 w 117"/>
              <a:gd name="T3" fmla="*/ 0 h 139"/>
              <a:gd name="T4" fmla="*/ 0 w 117"/>
              <a:gd name="T5" fmla="*/ 2147483646 h 139"/>
              <a:gd name="T6" fmla="*/ 0 w 117"/>
              <a:gd name="T7" fmla="*/ 2147483646 h 139"/>
              <a:gd name="T8" fmla="*/ 2147483646 w 117"/>
              <a:gd name="T9" fmla="*/ 2147483646 h 139"/>
              <a:gd name="T10" fmla="*/ 2147483646 w 117"/>
              <a:gd name="T11" fmla="*/ 2147483646 h 139"/>
              <a:gd name="T12" fmla="*/ 2147483646 w 117"/>
              <a:gd name="T13" fmla="*/ 2147483646 h 13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17"/>
              <a:gd name="T22" fmla="*/ 0 h 139"/>
              <a:gd name="T23" fmla="*/ 117 w 117"/>
              <a:gd name="T24" fmla="*/ 139 h 13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17" h="139">
                <a:moveTo>
                  <a:pt x="117" y="8"/>
                </a:moveTo>
                <a:lnTo>
                  <a:pt x="99" y="0"/>
                </a:lnTo>
                <a:lnTo>
                  <a:pt x="0" y="131"/>
                </a:lnTo>
                <a:lnTo>
                  <a:pt x="18" y="139"/>
                </a:lnTo>
                <a:lnTo>
                  <a:pt x="117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63" name="Freeform 44">
            <a:extLst>
              <a:ext uri="{FF2B5EF4-FFF2-40B4-BE49-F238E27FC236}">
                <a16:creationId xmlns:a16="http://schemas.microsoft.com/office/drawing/2014/main" id="{3EE71238-606B-F820-73AF-D076B0CA99CF}"/>
              </a:ext>
            </a:extLst>
          </p:cNvPr>
          <p:cNvSpPr>
            <a:spLocks/>
          </p:cNvSpPr>
          <p:nvPr/>
        </p:nvSpPr>
        <p:spPr bwMode="auto">
          <a:xfrm>
            <a:off x="8820151" y="5121276"/>
            <a:ext cx="214313" cy="206375"/>
          </a:xfrm>
          <a:custGeom>
            <a:avLst/>
            <a:gdLst>
              <a:gd name="T0" fmla="*/ 2147483646 w 135"/>
              <a:gd name="T1" fmla="*/ 2147483646 h 130"/>
              <a:gd name="T2" fmla="*/ 2147483646 w 135"/>
              <a:gd name="T3" fmla="*/ 0 h 130"/>
              <a:gd name="T4" fmla="*/ 0 w 135"/>
              <a:gd name="T5" fmla="*/ 2147483646 h 130"/>
              <a:gd name="T6" fmla="*/ 2147483646 w 135"/>
              <a:gd name="T7" fmla="*/ 2147483646 h 130"/>
              <a:gd name="T8" fmla="*/ 2147483646 w 135"/>
              <a:gd name="T9" fmla="*/ 2147483646 h 13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5"/>
              <a:gd name="T16" fmla="*/ 0 h 130"/>
              <a:gd name="T17" fmla="*/ 135 w 135"/>
              <a:gd name="T18" fmla="*/ 130 h 13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5" h="130">
                <a:moveTo>
                  <a:pt x="135" y="8"/>
                </a:moveTo>
                <a:lnTo>
                  <a:pt x="117" y="0"/>
                </a:lnTo>
                <a:lnTo>
                  <a:pt x="0" y="122"/>
                </a:lnTo>
                <a:lnTo>
                  <a:pt x="18" y="130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64" name="Freeform 45">
            <a:extLst>
              <a:ext uri="{FF2B5EF4-FFF2-40B4-BE49-F238E27FC236}">
                <a16:creationId xmlns:a16="http://schemas.microsoft.com/office/drawing/2014/main" id="{D4B0AB5C-D568-D8B3-3A68-A993EE792964}"/>
              </a:ext>
            </a:extLst>
          </p:cNvPr>
          <p:cNvSpPr>
            <a:spLocks/>
          </p:cNvSpPr>
          <p:nvPr/>
        </p:nvSpPr>
        <p:spPr bwMode="auto">
          <a:xfrm>
            <a:off x="3033714" y="3162300"/>
            <a:ext cx="28575" cy="26988"/>
          </a:xfrm>
          <a:custGeom>
            <a:avLst/>
            <a:gdLst>
              <a:gd name="T0" fmla="*/ 2147483646 w 18"/>
              <a:gd name="T1" fmla="*/ 2147483646 h 17"/>
              <a:gd name="T2" fmla="*/ 2147483646 w 18"/>
              <a:gd name="T3" fmla="*/ 2147483646 h 17"/>
              <a:gd name="T4" fmla="*/ 2147483646 w 18"/>
              <a:gd name="T5" fmla="*/ 2147483646 h 17"/>
              <a:gd name="T6" fmla="*/ 2147483646 w 18"/>
              <a:gd name="T7" fmla="*/ 2147483646 h 17"/>
              <a:gd name="T8" fmla="*/ 2147483646 w 18"/>
              <a:gd name="T9" fmla="*/ 0 h 17"/>
              <a:gd name="T10" fmla="*/ 2147483646 w 18"/>
              <a:gd name="T11" fmla="*/ 0 h 17"/>
              <a:gd name="T12" fmla="*/ 0 w 18"/>
              <a:gd name="T13" fmla="*/ 2147483646 h 17"/>
              <a:gd name="T14" fmla="*/ 0 w 18"/>
              <a:gd name="T15" fmla="*/ 2147483646 h 17"/>
              <a:gd name="T16" fmla="*/ 2147483646 w 18"/>
              <a:gd name="T17" fmla="*/ 2147483646 h 17"/>
              <a:gd name="T18" fmla="*/ 2147483646 w 18"/>
              <a:gd name="T19" fmla="*/ 2147483646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7"/>
              <a:gd name="T32" fmla="*/ 18 w 18"/>
              <a:gd name="T33" fmla="*/ 17 h 17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7">
                <a:moveTo>
                  <a:pt x="9" y="17"/>
                </a:moveTo>
                <a:lnTo>
                  <a:pt x="9" y="17"/>
                </a:lnTo>
                <a:lnTo>
                  <a:pt x="18" y="17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lnTo>
                  <a:pt x="0" y="8"/>
                </a:lnTo>
                <a:lnTo>
                  <a:pt x="0" y="17"/>
                </a:lnTo>
                <a:lnTo>
                  <a:pt x="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65" name="Freeform 46">
            <a:extLst>
              <a:ext uri="{FF2B5EF4-FFF2-40B4-BE49-F238E27FC236}">
                <a16:creationId xmlns:a16="http://schemas.microsoft.com/office/drawing/2014/main" id="{7C7880F2-5FB4-C2DB-65D8-1E7CEC58FBFA}"/>
              </a:ext>
            </a:extLst>
          </p:cNvPr>
          <p:cNvSpPr>
            <a:spLocks/>
          </p:cNvSpPr>
          <p:nvPr/>
        </p:nvSpPr>
        <p:spPr bwMode="auto">
          <a:xfrm>
            <a:off x="2933700" y="3162301"/>
            <a:ext cx="171450" cy="195263"/>
          </a:xfrm>
          <a:custGeom>
            <a:avLst/>
            <a:gdLst>
              <a:gd name="T0" fmla="*/ 2147483646 w 108"/>
              <a:gd name="T1" fmla="*/ 2147483646 h 123"/>
              <a:gd name="T2" fmla="*/ 2147483646 w 108"/>
              <a:gd name="T3" fmla="*/ 2147483646 h 123"/>
              <a:gd name="T4" fmla="*/ 0 w 108"/>
              <a:gd name="T5" fmla="*/ 2147483646 h 123"/>
              <a:gd name="T6" fmla="*/ 2147483646 w 108"/>
              <a:gd name="T7" fmla="*/ 0 h 123"/>
              <a:gd name="T8" fmla="*/ 2147483646 w 108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8"/>
              <a:gd name="T16" fmla="*/ 0 h 123"/>
              <a:gd name="T17" fmla="*/ 108 w 108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8" h="123">
                <a:moveTo>
                  <a:pt x="72" y="17"/>
                </a:moveTo>
                <a:lnTo>
                  <a:pt x="108" y="33"/>
                </a:lnTo>
                <a:lnTo>
                  <a:pt x="0" y="123"/>
                </a:lnTo>
                <a:lnTo>
                  <a:pt x="36" y="0"/>
                </a:lnTo>
                <a:lnTo>
                  <a:pt x="72" y="17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66" name="Freeform 47">
            <a:extLst>
              <a:ext uri="{FF2B5EF4-FFF2-40B4-BE49-F238E27FC236}">
                <a16:creationId xmlns:a16="http://schemas.microsoft.com/office/drawing/2014/main" id="{BC0FF698-7C6A-48EE-1A8E-09621FAFC521}"/>
              </a:ext>
            </a:extLst>
          </p:cNvPr>
          <p:cNvSpPr>
            <a:spLocks/>
          </p:cNvSpPr>
          <p:nvPr/>
        </p:nvSpPr>
        <p:spPr bwMode="auto">
          <a:xfrm>
            <a:off x="2933700" y="3162301"/>
            <a:ext cx="171450" cy="195263"/>
          </a:xfrm>
          <a:custGeom>
            <a:avLst/>
            <a:gdLst>
              <a:gd name="T0" fmla="*/ 2147483646 w 108"/>
              <a:gd name="T1" fmla="*/ 2147483646 h 123"/>
              <a:gd name="T2" fmla="*/ 2147483646 w 108"/>
              <a:gd name="T3" fmla="*/ 2147483646 h 123"/>
              <a:gd name="T4" fmla="*/ 0 w 108"/>
              <a:gd name="T5" fmla="*/ 2147483646 h 123"/>
              <a:gd name="T6" fmla="*/ 2147483646 w 108"/>
              <a:gd name="T7" fmla="*/ 0 h 123"/>
              <a:gd name="T8" fmla="*/ 2147483646 w 108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8"/>
              <a:gd name="T16" fmla="*/ 0 h 123"/>
              <a:gd name="T17" fmla="*/ 108 w 108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8" h="123">
                <a:moveTo>
                  <a:pt x="72" y="17"/>
                </a:moveTo>
                <a:lnTo>
                  <a:pt x="108" y="33"/>
                </a:lnTo>
                <a:lnTo>
                  <a:pt x="0" y="123"/>
                </a:lnTo>
                <a:lnTo>
                  <a:pt x="36" y="0"/>
                </a:lnTo>
                <a:lnTo>
                  <a:pt x="72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67" name="Freeform 48">
            <a:extLst>
              <a:ext uri="{FF2B5EF4-FFF2-40B4-BE49-F238E27FC236}">
                <a16:creationId xmlns:a16="http://schemas.microsoft.com/office/drawing/2014/main" id="{7A06D4A4-7B5F-ED5C-73F3-DCB854DE17C1}"/>
              </a:ext>
            </a:extLst>
          </p:cNvPr>
          <p:cNvSpPr>
            <a:spLocks/>
          </p:cNvSpPr>
          <p:nvPr/>
        </p:nvSpPr>
        <p:spPr bwMode="auto">
          <a:xfrm>
            <a:off x="8277225" y="2514600"/>
            <a:ext cx="285750" cy="311150"/>
          </a:xfrm>
          <a:custGeom>
            <a:avLst/>
            <a:gdLst>
              <a:gd name="T0" fmla="*/ 2147483646 w 180"/>
              <a:gd name="T1" fmla="*/ 2147483646 h 196"/>
              <a:gd name="T2" fmla="*/ 2147483646 w 180"/>
              <a:gd name="T3" fmla="*/ 2147483646 h 196"/>
              <a:gd name="T4" fmla="*/ 2147483646 w 180"/>
              <a:gd name="T5" fmla="*/ 0 h 196"/>
              <a:gd name="T6" fmla="*/ 2147483646 w 180"/>
              <a:gd name="T7" fmla="*/ 0 h 196"/>
              <a:gd name="T8" fmla="*/ 0 w 180"/>
              <a:gd name="T9" fmla="*/ 2147483646 h 196"/>
              <a:gd name="T10" fmla="*/ 0 w 180"/>
              <a:gd name="T11" fmla="*/ 2147483646 h 196"/>
              <a:gd name="T12" fmla="*/ 2147483646 w 180"/>
              <a:gd name="T13" fmla="*/ 2147483646 h 19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0"/>
              <a:gd name="T22" fmla="*/ 0 h 196"/>
              <a:gd name="T23" fmla="*/ 180 w 180"/>
              <a:gd name="T24" fmla="*/ 196 h 19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0" h="196">
                <a:moveTo>
                  <a:pt x="162" y="196"/>
                </a:moveTo>
                <a:lnTo>
                  <a:pt x="180" y="188"/>
                </a:lnTo>
                <a:lnTo>
                  <a:pt x="18" y="0"/>
                </a:lnTo>
                <a:lnTo>
                  <a:pt x="0" y="8"/>
                </a:lnTo>
                <a:lnTo>
                  <a:pt x="162" y="19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68" name="Freeform 49">
            <a:extLst>
              <a:ext uri="{FF2B5EF4-FFF2-40B4-BE49-F238E27FC236}">
                <a16:creationId xmlns:a16="http://schemas.microsoft.com/office/drawing/2014/main" id="{6E27476E-5EC5-9C03-7AB3-FF4D4EED2460}"/>
              </a:ext>
            </a:extLst>
          </p:cNvPr>
          <p:cNvSpPr>
            <a:spLocks/>
          </p:cNvSpPr>
          <p:nvPr/>
        </p:nvSpPr>
        <p:spPr bwMode="auto">
          <a:xfrm>
            <a:off x="7991476" y="2228850"/>
            <a:ext cx="314325" cy="298450"/>
          </a:xfrm>
          <a:custGeom>
            <a:avLst/>
            <a:gdLst>
              <a:gd name="T0" fmla="*/ 2147483646 w 198"/>
              <a:gd name="T1" fmla="*/ 2147483646 h 188"/>
              <a:gd name="T2" fmla="*/ 2147483646 w 198"/>
              <a:gd name="T3" fmla="*/ 2147483646 h 188"/>
              <a:gd name="T4" fmla="*/ 2147483646 w 198"/>
              <a:gd name="T5" fmla="*/ 2147483646 h 188"/>
              <a:gd name="T6" fmla="*/ 2147483646 w 198"/>
              <a:gd name="T7" fmla="*/ 0 h 188"/>
              <a:gd name="T8" fmla="*/ 2147483646 w 198"/>
              <a:gd name="T9" fmla="*/ 2147483646 h 188"/>
              <a:gd name="T10" fmla="*/ 0 w 198"/>
              <a:gd name="T11" fmla="*/ 2147483646 h 188"/>
              <a:gd name="T12" fmla="*/ 2147483646 w 198"/>
              <a:gd name="T13" fmla="*/ 2147483646 h 1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98"/>
              <a:gd name="T22" fmla="*/ 0 h 188"/>
              <a:gd name="T23" fmla="*/ 198 w 198"/>
              <a:gd name="T24" fmla="*/ 188 h 1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98" h="188">
                <a:moveTo>
                  <a:pt x="180" y="188"/>
                </a:moveTo>
                <a:lnTo>
                  <a:pt x="198" y="180"/>
                </a:lnTo>
                <a:lnTo>
                  <a:pt x="18" y="8"/>
                </a:lnTo>
                <a:lnTo>
                  <a:pt x="18" y="0"/>
                </a:lnTo>
                <a:lnTo>
                  <a:pt x="9" y="16"/>
                </a:lnTo>
                <a:lnTo>
                  <a:pt x="0" y="16"/>
                </a:lnTo>
                <a:lnTo>
                  <a:pt x="180" y="18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69" name="Freeform 50">
            <a:extLst>
              <a:ext uri="{FF2B5EF4-FFF2-40B4-BE49-F238E27FC236}">
                <a16:creationId xmlns:a16="http://schemas.microsoft.com/office/drawing/2014/main" id="{FA332F04-3703-AC6A-31F9-D5E741F6DA1D}"/>
              </a:ext>
            </a:extLst>
          </p:cNvPr>
          <p:cNvSpPr>
            <a:spLocks/>
          </p:cNvSpPr>
          <p:nvPr/>
        </p:nvSpPr>
        <p:spPr bwMode="auto">
          <a:xfrm>
            <a:off x="7677150" y="2020888"/>
            <a:ext cx="342900" cy="233362"/>
          </a:xfrm>
          <a:custGeom>
            <a:avLst/>
            <a:gdLst>
              <a:gd name="T0" fmla="*/ 2147483646 w 216"/>
              <a:gd name="T1" fmla="*/ 2147483646 h 147"/>
              <a:gd name="T2" fmla="*/ 2147483646 w 216"/>
              <a:gd name="T3" fmla="*/ 2147483646 h 147"/>
              <a:gd name="T4" fmla="*/ 2147483646 w 216"/>
              <a:gd name="T5" fmla="*/ 0 h 147"/>
              <a:gd name="T6" fmla="*/ 2147483646 w 216"/>
              <a:gd name="T7" fmla="*/ 0 h 147"/>
              <a:gd name="T8" fmla="*/ 0 w 216"/>
              <a:gd name="T9" fmla="*/ 2147483646 h 147"/>
              <a:gd name="T10" fmla="*/ 0 w 216"/>
              <a:gd name="T11" fmla="*/ 2147483646 h 147"/>
              <a:gd name="T12" fmla="*/ 2147483646 w 216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147"/>
              <a:gd name="T23" fmla="*/ 216 w 216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147">
                <a:moveTo>
                  <a:pt x="207" y="147"/>
                </a:moveTo>
                <a:lnTo>
                  <a:pt x="216" y="131"/>
                </a:lnTo>
                <a:lnTo>
                  <a:pt x="9" y="0"/>
                </a:lnTo>
                <a:lnTo>
                  <a:pt x="0" y="17"/>
                </a:lnTo>
                <a:lnTo>
                  <a:pt x="207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70" name="Freeform 51">
            <a:extLst>
              <a:ext uri="{FF2B5EF4-FFF2-40B4-BE49-F238E27FC236}">
                <a16:creationId xmlns:a16="http://schemas.microsoft.com/office/drawing/2014/main" id="{70A2EF1B-1DDE-178D-6ADC-AC89B61E90C3}"/>
              </a:ext>
            </a:extLst>
          </p:cNvPr>
          <p:cNvSpPr>
            <a:spLocks/>
          </p:cNvSpPr>
          <p:nvPr/>
        </p:nvSpPr>
        <p:spPr bwMode="auto">
          <a:xfrm>
            <a:off x="7334250" y="1839913"/>
            <a:ext cx="357188" cy="207962"/>
          </a:xfrm>
          <a:custGeom>
            <a:avLst/>
            <a:gdLst>
              <a:gd name="T0" fmla="*/ 2147483646 w 225"/>
              <a:gd name="T1" fmla="*/ 2147483646 h 131"/>
              <a:gd name="T2" fmla="*/ 2147483646 w 225"/>
              <a:gd name="T3" fmla="*/ 2147483646 h 131"/>
              <a:gd name="T4" fmla="*/ 2147483646 w 225"/>
              <a:gd name="T5" fmla="*/ 0 h 131"/>
              <a:gd name="T6" fmla="*/ 2147483646 w 225"/>
              <a:gd name="T7" fmla="*/ 0 h 131"/>
              <a:gd name="T8" fmla="*/ 0 w 225"/>
              <a:gd name="T9" fmla="*/ 2147483646 h 131"/>
              <a:gd name="T10" fmla="*/ 0 w 225"/>
              <a:gd name="T11" fmla="*/ 2147483646 h 131"/>
              <a:gd name="T12" fmla="*/ 2147483646 w 225"/>
              <a:gd name="T13" fmla="*/ 2147483646 h 13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131"/>
              <a:gd name="T23" fmla="*/ 225 w 225"/>
              <a:gd name="T24" fmla="*/ 131 h 13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131">
                <a:moveTo>
                  <a:pt x="216" y="131"/>
                </a:moveTo>
                <a:lnTo>
                  <a:pt x="225" y="114"/>
                </a:lnTo>
                <a:lnTo>
                  <a:pt x="9" y="0"/>
                </a:lnTo>
                <a:lnTo>
                  <a:pt x="0" y="16"/>
                </a:lnTo>
                <a:lnTo>
                  <a:pt x="216" y="13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71" name="Freeform 52">
            <a:extLst>
              <a:ext uri="{FF2B5EF4-FFF2-40B4-BE49-F238E27FC236}">
                <a16:creationId xmlns:a16="http://schemas.microsoft.com/office/drawing/2014/main" id="{664BEA5F-D06C-8707-3681-5A968E9A508B}"/>
              </a:ext>
            </a:extLst>
          </p:cNvPr>
          <p:cNvSpPr>
            <a:spLocks/>
          </p:cNvSpPr>
          <p:nvPr/>
        </p:nvSpPr>
        <p:spPr bwMode="auto">
          <a:xfrm>
            <a:off x="6948488" y="1724025"/>
            <a:ext cx="400050" cy="141288"/>
          </a:xfrm>
          <a:custGeom>
            <a:avLst/>
            <a:gdLst>
              <a:gd name="T0" fmla="*/ 2147483646 w 252"/>
              <a:gd name="T1" fmla="*/ 2147483646 h 89"/>
              <a:gd name="T2" fmla="*/ 2147483646 w 252"/>
              <a:gd name="T3" fmla="*/ 2147483646 h 89"/>
              <a:gd name="T4" fmla="*/ 2147483646 w 252"/>
              <a:gd name="T5" fmla="*/ 0 h 89"/>
              <a:gd name="T6" fmla="*/ 0 w 252"/>
              <a:gd name="T7" fmla="*/ 0 h 89"/>
              <a:gd name="T8" fmla="*/ 0 w 252"/>
              <a:gd name="T9" fmla="*/ 2147483646 h 89"/>
              <a:gd name="T10" fmla="*/ 0 w 252"/>
              <a:gd name="T11" fmla="*/ 2147483646 h 89"/>
              <a:gd name="T12" fmla="*/ 2147483646 w 252"/>
              <a:gd name="T13" fmla="*/ 2147483646 h 8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52"/>
              <a:gd name="T22" fmla="*/ 0 h 89"/>
              <a:gd name="T23" fmla="*/ 252 w 252"/>
              <a:gd name="T24" fmla="*/ 89 h 8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52" h="89">
                <a:moveTo>
                  <a:pt x="243" y="89"/>
                </a:moveTo>
                <a:lnTo>
                  <a:pt x="252" y="73"/>
                </a:lnTo>
                <a:lnTo>
                  <a:pt x="9" y="0"/>
                </a:lnTo>
                <a:lnTo>
                  <a:pt x="0" y="0"/>
                </a:lnTo>
                <a:lnTo>
                  <a:pt x="0" y="16"/>
                </a:lnTo>
                <a:lnTo>
                  <a:pt x="243" y="8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72" name="Freeform 53">
            <a:extLst>
              <a:ext uri="{FF2B5EF4-FFF2-40B4-BE49-F238E27FC236}">
                <a16:creationId xmlns:a16="http://schemas.microsoft.com/office/drawing/2014/main" id="{028004BF-684D-AB2B-0584-53856E5CC652}"/>
              </a:ext>
            </a:extLst>
          </p:cNvPr>
          <p:cNvSpPr>
            <a:spLocks/>
          </p:cNvSpPr>
          <p:nvPr/>
        </p:nvSpPr>
        <p:spPr bwMode="auto">
          <a:xfrm>
            <a:off x="6534150" y="1646239"/>
            <a:ext cx="414338" cy="103187"/>
          </a:xfrm>
          <a:custGeom>
            <a:avLst/>
            <a:gdLst>
              <a:gd name="T0" fmla="*/ 2147483646 w 261"/>
              <a:gd name="T1" fmla="*/ 2147483646 h 65"/>
              <a:gd name="T2" fmla="*/ 2147483646 w 261"/>
              <a:gd name="T3" fmla="*/ 2147483646 h 65"/>
              <a:gd name="T4" fmla="*/ 0 w 261"/>
              <a:gd name="T5" fmla="*/ 0 h 65"/>
              <a:gd name="T6" fmla="*/ 0 w 261"/>
              <a:gd name="T7" fmla="*/ 0 h 65"/>
              <a:gd name="T8" fmla="*/ 0 w 261"/>
              <a:gd name="T9" fmla="*/ 2147483646 h 65"/>
              <a:gd name="T10" fmla="*/ 0 w 261"/>
              <a:gd name="T11" fmla="*/ 2147483646 h 65"/>
              <a:gd name="T12" fmla="*/ 2147483646 w 261"/>
              <a:gd name="T13" fmla="*/ 2147483646 h 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1"/>
              <a:gd name="T22" fmla="*/ 0 h 65"/>
              <a:gd name="T23" fmla="*/ 261 w 261"/>
              <a:gd name="T24" fmla="*/ 65 h 6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1" h="65">
                <a:moveTo>
                  <a:pt x="261" y="65"/>
                </a:moveTo>
                <a:lnTo>
                  <a:pt x="261" y="49"/>
                </a:lnTo>
                <a:lnTo>
                  <a:pt x="0" y="0"/>
                </a:lnTo>
                <a:lnTo>
                  <a:pt x="0" y="16"/>
                </a:lnTo>
                <a:lnTo>
                  <a:pt x="261" y="6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73" name="Freeform 54">
            <a:extLst>
              <a:ext uri="{FF2B5EF4-FFF2-40B4-BE49-F238E27FC236}">
                <a16:creationId xmlns:a16="http://schemas.microsoft.com/office/drawing/2014/main" id="{F5DCCB7B-3DDD-DF63-BE78-6D1B1F33157A}"/>
              </a:ext>
            </a:extLst>
          </p:cNvPr>
          <p:cNvSpPr>
            <a:spLocks/>
          </p:cNvSpPr>
          <p:nvPr/>
        </p:nvSpPr>
        <p:spPr bwMode="auto">
          <a:xfrm>
            <a:off x="6091238" y="1631950"/>
            <a:ext cx="442912" cy="39688"/>
          </a:xfrm>
          <a:custGeom>
            <a:avLst/>
            <a:gdLst>
              <a:gd name="T0" fmla="*/ 2147483646 w 279"/>
              <a:gd name="T1" fmla="*/ 2147483646 h 25"/>
              <a:gd name="T2" fmla="*/ 2147483646 w 279"/>
              <a:gd name="T3" fmla="*/ 2147483646 h 25"/>
              <a:gd name="T4" fmla="*/ 0 w 279"/>
              <a:gd name="T5" fmla="*/ 0 h 25"/>
              <a:gd name="T6" fmla="*/ 0 w 279"/>
              <a:gd name="T7" fmla="*/ 0 h 25"/>
              <a:gd name="T8" fmla="*/ 0 w 279"/>
              <a:gd name="T9" fmla="*/ 2147483646 h 25"/>
              <a:gd name="T10" fmla="*/ 0 w 279"/>
              <a:gd name="T11" fmla="*/ 2147483646 h 25"/>
              <a:gd name="T12" fmla="*/ 2147483646 w 279"/>
              <a:gd name="T13" fmla="*/ 2147483646 h 2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79"/>
              <a:gd name="T22" fmla="*/ 0 h 25"/>
              <a:gd name="T23" fmla="*/ 279 w 279"/>
              <a:gd name="T24" fmla="*/ 25 h 2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79" h="25">
                <a:moveTo>
                  <a:pt x="279" y="25"/>
                </a:moveTo>
                <a:lnTo>
                  <a:pt x="279" y="9"/>
                </a:lnTo>
                <a:lnTo>
                  <a:pt x="0" y="0"/>
                </a:lnTo>
                <a:lnTo>
                  <a:pt x="0" y="17"/>
                </a:lnTo>
                <a:lnTo>
                  <a:pt x="279" y="2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74" name="Freeform 55">
            <a:extLst>
              <a:ext uri="{FF2B5EF4-FFF2-40B4-BE49-F238E27FC236}">
                <a16:creationId xmlns:a16="http://schemas.microsoft.com/office/drawing/2014/main" id="{DBA3E79E-9C08-3862-CB44-D3CFC36397C2}"/>
              </a:ext>
            </a:extLst>
          </p:cNvPr>
          <p:cNvSpPr>
            <a:spLocks/>
          </p:cNvSpPr>
          <p:nvPr/>
        </p:nvSpPr>
        <p:spPr bwMode="auto">
          <a:xfrm>
            <a:off x="5634038" y="1631950"/>
            <a:ext cx="457200" cy="65088"/>
          </a:xfrm>
          <a:custGeom>
            <a:avLst/>
            <a:gdLst>
              <a:gd name="T0" fmla="*/ 2147483646 w 288"/>
              <a:gd name="T1" fmla="*/ 2147483646 h 41"/>
              <a:gd name="T2" fmla="*/ 2147483646 w 288"/>
              <a:gd name="T3" fmla="*/ 0 h 41"/>
              <a:gd name="T4" fmla="*/ 0 w 288"/>
              <a:gd name="T5" fmla="*/ 2147483646 h 41"/>
              <a:gd name="T6" fmla="*/ 0 w 288"/>
              <a:gd name="T7" fmla="*/ 2147483646 h 41"/>
              <a:gd name="T8" fmla="*/ 0 w 288"/>
              <a:gd name="T9" fmla="*/ 2147483646 h 41"/>
              <a:gd name="T10" fmla="*/ 0 w 288"/>
              <a:gd name="T11" fmla="*/ 2147483646 h 41"/>
              <a:gd name="T12" fmla="*/ 2147483646 w 288"/>
              <a:gd name="T13" fmla="*/ 2147483646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88"/>
              <a:gd name="T22" fmla="*/ 0 h 41"/>
              <a:gd name="T23" fmla="*/ 288 w 288"/>
              <a:gd name="T24" fmla="*/ 41 h 4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88" h="41">
                <a:moveTo>
                  <a:pt x="288" y="17"/>
                </a:moveTo>
                <a:lnTo>
                  <a:pt x="288" y="0"/>
                </a:lnTo>
                <a:lnTo>
                  <a:pt x="0" y="25"/>
                </a:lnTo>
                <a:lnTo>
                  <a:pt x="0" y="41"/>
                </a:lnTo>
                <a:lnTo>
                  <a:pt x="288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75" name="Freeform 56">
            <a:extLst>
              <a:ext uri="{FF2B5EF4-FFF2-40B4-BE49-F238E27FC236}">
                <a16:creationId xmlns:a16="http://schemas.microsoft.com/office/drawing/2014/main" id="{3D28961E-6429-289D-6E1D-DA6CC03DD10E}"/>
              </a:ext>
            </a:extLst>
          </p:cNvPr>
          <p:cNvSpPr>
            <a:spLocks/>
          </p:cNvSpPr>
          <p:nvPr/>
        </p:nvSpPr>
        <p:spPr bwMode="auto">
          <a:xfrm>
            <a:off x="5162550" y="1671639"/>
            <a:ext cx="471488" cy="103187"/>
          </a:xfrm>
          <a:custGeom>
            <a:avLst/>
            <a:gdLst>
              <a:gd name="T0" fmla="*/ 2147483646 w 297"/>
              <a:gd name="T1" fmla="*/ 2147483646 h 65"/>
              <a:gd name="T2" fmla="*/ 2147483646 w 297"/>
              <a:gd name="T3" fmla="*/ 0 h 65"/>
              <a:gd name="T4" fmla="*/ 0 w 297"/>
              <a:gd name="T5" fmla="*/ 2147483646 h 65"/>
              <a:gd name="T6" fmla="*/ 0 w 297"/>
              <a:gd name="T7" fmla="*/ 2147483646 h 65"/>
              <a:gd name="T8" fmla="*/ 2147483646 w 297"/>
              <a:gd name="T9" fmla="*/ 2147483646 h 65"/>
              <a:gd name="T10" fmla="*/ 0 w 297"/>
              <a:gd name="T11" fmla="*/ 2147483646 h 65"/>
              <a:gd name="T12" fmla="*/ 2147483646 w 297"/>
              <a:gd name="T13" fmla="*/ 2147483646 h 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97"/>
              <a:gd name="T22" fmla="*/ 0 h 65"/>
              <a:gd name="T23" fmla="*/ 297 w 297"/>
              <a:gd name="T24" fmla="*/ 65 h 6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97" h="65">
                <a:moveTo>
                  <a:pt x="297" y="16"/>
                </a:moveTo>
                <a:lnTo>
                  <a:pt x="297" y="0"/>
                </a:lnTo>
                <a:lnTo>
                  <a:pt x="0" y="49"/>
                </a:lnTo>
                <a:lnTo>
                  <a:pt x="9" y="65"/>
                </a:lnTo>
                <a:lnTo>
                  <a:pt x="0" y="65"/>
                </a:lnTo>
                <a:lnTo>
                  <a:pt x="297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76" name="Freeform 57">
            <a:extLst>
              <a:ext uri="{FF2B5EF4-FFF2-40B4-BE49-F238E27FC236}">
                <a16:creationId xmlns:a16="http://schemas.microsoft.com/office/drawing/2014/main" id="{2C1A2ECE-1F81-2C23-07C8-614E89F3A9AA}"/>
              </a:ext>
            </a:extLst>
          </p:cNvPr>
          <p:cNvSpPr>
            <a:spLocks/>
          </p:cNvSpPr>
          <p:nvPr/>
        </p:nvSpPr>
        <p:spPr bwMode="auto">
          <a:xfrm>
            <a:off x="4748214" y="1749426"/>
            <a:ext cx="428625" cy="130175"/>
          </a:xfrm>
          <a:custGeom>
            <a:avLst/>
            <a:gdLst>
              <a:gd name="T0" fmla="*/ 2147483646 w 270"/>
              <a:gd name="T1" fmla="*/ 2147483646 h 82"/>
              <a:gd name="T2" fmla="*/ 2147483646 w 270"/>
              <a:gd name="T3" fmla="*/ 0 h 82"/>
              <a:gd name="T4" fmla="*/ 0 w 270"/>
              <a:gd name="T5" fmla="*/ 2147483646 h 82"/>
              <a:gd name="T6" fmla="*/ 0 w 270"/>
              <a:gd name="T7" fmla="*/ 2147483646 h 82"/>
              <a:gd name="T8" fmla="*/ 2147483646 w 270"/>
              <a:gd name="T9" fmla="*/ 2147483646 h 82"/>
              <a:gd name="T10" fmla="*/ 2147483646 w 270"/>
              <a:gd name="T11" fmla="*/ 2147483646 h 82"/>
              <a:gd name="T12" fmla="*/ 2147483646 w 270"/>
              <a:gd name="T13" fmla="*/ 2147483646 h 8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70"/>
              <a:gd name="T22" fmla="*/ 0 h 82"/>
              <a:gd name="T23" fmla="*/ 270 w 270"/>
              <a:gd name="T24" fmla="*/ 82 h 8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70" h="82">
                <a:moveTo>
                  <a:pt x="270" y="16"/>
                </a:moveTo>
                <a:lnTo>
                  <a:pt x="261" y="0"/>
                </a:lnTo>
                <a:lnTo>
                  <a:pt x="0" y="65"/>
                </a:lnTo>
                <a:lnTo>
                  <a:pt x="9" y="82"/>
                </a:lnTo>
                <a:lnTo>
                  <a:pt x="270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77" name="Freeform 58">
            <a:extLst>
              <a:ext uri="{FF2B5EF4-FFF2-40B4-BE49-F238E27FC236}">
                <a16:creationId xmlns:a16="http://schemas.microsoft.com/office/drawing/2014/main" id="{6A2ABDBE-7E54-A1D6-2442-C1599D696B80}"/>
              </a:ext>
            </a:extLst>
          </p:cNvPr>
          <p:cNvSpPr>
            <a:spLocks/>
          </p:cNvSpPr>
          <p:nvPr/>
        </p:nvSpPr>
        <p:spPr bwMode="auto">
          <a:xfrm>
            <a:off x="4376738" y="1852614"/>
            <a:ext cx="385762" cy="168275"/>
          </a:xfrm>
          <a:custGeom>
            <a:avLst/>
            <a:gdLst>
              <a:gd name="T0" fmla="*/ 2147483646 w 243"/>
              <a:gd name="T1" fmla="*/ 2147483646 h 106"/>
              <a:gd name="T2" fmla="*/ 2147483646 w 243"/>
              <a:gd name="T3" fmla="*/ 0 h 106"/>
              <a:gd name="T4" fmla="*/ 0 w 243"/>
              <a:gd name="T5" fmla="*/ 2147483646 h 106"/>
              <a:gd name="T6" fmla="*/ 0 w 243"/>
              <a:gd name="T7" fmla="*/ 2147483646 h 106"/>
              <a:gd name="T8" fmla="*/ 2147483646 w 243"/>
              <a:gd name="T9" fmla="*/ 2147483646 h 106"/>
              <a:gd name="T10" fmla="*/ 2147483646 w 243"/>
              <a:gd name="T11" fmla="*/ 2147483646 h 106"/>
              <a:gd name="T12" fmla="*/ 2147483646 w 243"/>
              <a:gd name="T13" fmla="*/ 2147483646 h 10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3"/>
              <a:gd name="T22" fmla="*/ 0 h 106"/>
              <a:gd name="T23" fmla="*/ 243 w 243"/>
              <a:gd name="T24" fmla="*/ 106 h 10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3" h="106">
                <a:moveTo>
                  <a:pt x="243" y="17"/>
                </a:moveTo>
                <a:lnTo>
                  <a:pt x="234" y="0"/>
                </a:lnTo>
                <a:lnTo>
                  <a:pt x="0" y="90"/>
                </a:lnTo>
                <a:lnTo>
                  <a:pt x="9" y="106"/>
                </a:lnTo>
                <a:lnTo>
                  <a:pt x="243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78" name="Freeform 59">
            <a:extLst>
              <a:ext uri="{FF2B5EF4-FFF2-40B4-BE49-F238E27FC236}">
                <a16:creationId xmlns:a16="http://schemas.microsoft.com/office/drawing/2014/main" id="{4AF3F698-506F-1C72-3039-102F07C85536}"/>
              </a:ext>
            </a:extLst>
          </p:cNvPr>
          <p:cNvSpPr>
            <a:spLocks/>
          </p:cNvSpPr>
          <p:nvPr/>
        </p:nvSpPr>
        <p:spPr bwMode="auto">
          <a:xfrm>
            <a:off x="4048125" y="1995488"/>
            <a:ext cx="342900" cy="195262"/>
          </a:xfrm>
          <a:custGeom>
            <a:avLst/>
            <a:gdLst>
              <a:gd name="T0" fmla="*/ 2147483646 w 216"/>
              <a:gd name="T1" fmla="*/ 2147483646 h 123"/>
              <a:gd name="T2" fmla="*/ 2147483646 w 216"/>
              <a:gd name="T3" fmla="*/ 0 h 123"/>
              <a:gd name="T4" fmla="*/ 0 w 216"/>
              <a:gd name="T5" fmla="*/ 2147483646 h 123"/>
              <a:gd name="T6" fmla="*/ 0 w 216"/>
              <a:gd name="T7" fmla="*/ 2147483646 h 123"/>
              <a:gd name="T8" fmla="*/ 2147483646 w 216"/>
              <a:gd name="T9" fmla="*/ 2147483646 h 123"/>
              <a:gd name="T10" fmla="*/ 2147483646 w 216"/>
              <a:gd name="T11" fmla="*/ 2147483646 h 123"/>
              <a:gd name="T12" fmla="*/ 2147483646 w 216"/>
              <a:gd name="T13" fmla="*/ 2147483646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123"/>
              <a:gd name="T23" fmla="*/ 216 w 216"/>
              <a:gd name="T24" fmla="*/ 123 h 12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123">
                <a:moveTo>
                  <a:pt x="216" y="16"/>
                </a:moveTo>
                <a:lnTo>
                  <a:pt x="207" y="0"/>
                </a:lnTo>
                <a:lnTo>
                  <a:pt x="0" y="106"/>
                </a:lnTo>
                <a:lnTo>
                  <a:pt x="9" y="123"/>
                </a:lnTo>
                <a:lnTo>
                  <a:pt x="216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79" name="Freeform 60">
            <a:extLst>
              <a:ext uri="{FF2B5EF4-FFF2-40B4-BE49-F238E27FC236}">
                <a16:creationId xmlns:a16="http://schemas.microsoft.com/office/drawing/2014/main" id="{E49B1337-65AE-738C-8212-69C5734CF2D2}"/>
              </a:ext>
            </a:extLst>
          </p:cNvPr>
          <p:cNvSpPr>
            <a:spLocks/>
          </p:cNvSpPr>
          <p:nvPr/>
        </p:nvSpPr>
        <p:spPr bwMode="auto">
          <a:xfrm>
            <a:off x="3762375" y="2163763"/>
            <a:ext cx="300038" cy="233362"/>
          </a:xfrm>
          <a:custGeom>
            <a:avLst/>
            <a:gdLst>
              <a:gd name="T0" fmla="*/ 2147483646 w 189"/>
              <a:gd name="T1" fmla="*/ 2147483646 h 147"/>
              <a:gd name="T2" fmla="*/ 2147483646 w 189"/>
              <a:gd name="T3" fmla="*/ 0 h 147"/>
              <a:gd name="T4" fmla="*/ 0 w 189"/>
              <a:gd name="T5" fmla="*/ 2147483646 h 147"/>
              <a:gd name="T6" fmla="*/ 0 w 189"/>
              <a:gd name="T7" fmla="*/ 2147483646 h 147"/>
              <a:gd name="T8" fmla="*/ 2147483646 w 189"/>
              <a:gd name="T9" fmla="*/ 2147483646 h 147"/>
              <a:gd name="T10" fmla="*/ 2147483646 w 189"/>
              <a:gd name="T11" fmla="*/ 2147483646 h 147"/>
              <a:gd name="T12" fmla="*/ 2147483646 w 189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147"/>
              <a:gd name="T23" fmla="*/ 189 w 189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147">
                <a:moveTo>
                  <a:pt x="189" y="17"/>
                </a:moveTo>
                <a:lnTo>
                  <a:pt x="180" y="0"/>
                </a:lnTo>
                <a:lnTo>
                  <a:pt x="0" y="131"/>
                </a:lnTo>
                <a:lnTo>
                  <a:pt x="9" y="147"/>
                </a:lnTo>
                <a:lnTo>
                  <a:pt x="18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80" name="Freeform 61">
            <a:extLst>
              <a:ext uri="{FF2B5EF4-FFF2-40B4-BE49-F238E27FC236}">
                <a16:creationId xmlns:a16="http://schemas.microsoft.com/office/drawing/2014/main" id="{E0537095-4EB6-10F0-1152-F552E24B2589}"/>
              </a:ext>
            </a:extLst>
          </p:cNvPr>
          <p:cNvSpPr>
            <a:spLocks/>
          </p:cNvSpPr>
          <p:nvPr/>
        </p:nvSpPr>
        <p:spPr bwMode="auto">
          <a:xfrm>
            <a:off x="3476625" y="2371726"/>
            <a:ext cx="300038" cy="258763"/>
          </a:xfrm>
          <a:custGeom>
            <a:avLst/>
            <a:gdLst>
              <a:gd name="T0" fmla="*/ 2147483646 w 189"/>
              <a:gd name="T1" fmla="*/ 2147483646 h 163"/>
              <a:gd name="T2" fmla="*/ 2147483646 w 189"/>
              <a:gd name="T3" fmla="*/ 0 h 163"/>
              <a:gd name="T4" fmla="*/ 2147483646 w 189"/>
              <a:gd name="T5" fmla="*/ 2147483646 h 163"/>
              <a:gd name="T6" fmla="*/ 0 w 189"/>
              <a:gd name="T7" fmla="*/ 2147483646 h 163"/>
              <a:gd name="T8" fmla="*/ 2147483646 w 189"/>
              <a:gd name="T9" fmla="*/ 2147483646 h 163"/>
              <a:gd name="T10" fmla="*/ 2147483646 w 189"/>
              <a:gd name="T11" fmla="*/ 2147483646 h 163"/>
              <a:gd name="T12" fmla="*/ 2147483646 w 189"/>
              <a:gd name="T13" fmla="*/ 2147483646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163"/>
              <a:gd name="T23" fmla="*/ 189 w 189"/>
              <a:gd name="T24" fmla="*/ 163 h 16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163">
                <a:moveTo>
                  <a:pt x="189" y="16"/>
                </a:moveTo>
                <a:lnTo>
                  <a:pt x="180" y="0"/>
                </a:lnTo>
                <a:lnTo>
                  <a:pt x="9" y="147"/>
                </a:lnTo>
                <a:lnTo>
                  <a:pt x="0" y="155"/>
                </a:lnTo>
                <a:lnTo>
                  <a:pt x="18" y="163"/>
                </a:lnTo>
                <a:lnTo>
                  <a:pt x="18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81" name="Freeform 62">
            <a:extLst>
              <a:ext uri="{FF2B5EF4-FFF2-40B4-BE49-F238E27FC236}">
                <a16:creationId xmlns:a16="http://schemas.microsoft.com/office/drawing/2014/main" id="{68D6DE9A-539A-FFA5-41F2-230C7A417658}"/>
              </a:ext>
            </a:extLst>
          </p:cNvPr>
          <p:cNvSpPr>
            <a:spLocks/>
          </p:cNvSpPr>
          <p:nvPr/>
        </p:nvSpPr>
        <p:spPr bwMode="auto">
          <a:xfrm>
            <a:off x="3248026" y="2617788"/>
            <a:ext cx="257175" cy="273050"/>
          </a:xfrm>
          <a:custGeom>
            <a:avLst/>
            <a:gdLst>
              <a:gd name="T0" fmla="*/ 2147483646 w 162"/>
              <a:gd name="T1" fmla="*/ 2147483646 h 172"/>
              <a:gd name="T2" fmla="*/ 2147483646 w 162"/>
              <a:gd name="T3" fmla="*/ 0 h 172"/>
              <a:gd name="T4" fmla="*/ 0 w 162"/>
              <a:gd name="T5" fmla="*/ 2147483646 h 172"/>
              <a:gd name="T6" fmla="*/ 0 w 162"/>
              <a:gd name="T7" fmla="*/ 2147483646 h 172"/>
              <a:gd name="T8" fmla="*/ 2147483646 w 162"/>
              <a:gd name="T9" fmla="*/ 2147483646 h 172"/>
              <a:gd name="T10" fmla="*/ 2147483646 w 162"/>
              <a:gd name="T11" fmla="*/ 2147483646 h 172"/>
              <a:gd name="T12" fmla="*/ 2147483646 w 162"/>
              <a:gd name="T13" fmla="*/ 2147483646 h 1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2"/>
              <a:gd name="T22" fmla="*/ 0 h 172"/>
              <a:gd name="T23" fmla="*/ 162 w 162"/>
              <a:gd name="T24" fmla="*/ 172 h 17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2" h="172">
                <a:moveTo>
                  <a:pt x="162" y="8"/>
                </a:moveTo>
                <a:lnTo>
                  <a:pt x="144" y="0"/>
                </a:lnTo>
                <a:lnTo>
                  <a:pt x="0" y="163"/>
                </a:lnTo>
                <a:lnTo>
                  <a:pt x="18" y="172"/>
                </a:lnTo>
                <a:lnTo>
                  <a:pt x="16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82" name="Freeform 63">
            <a:extLst>
              <a:ext uri="{FF2B5EF4-FFF2-40B4-BE49-F238E27FC236}">
                <a16:creationId xmlns:a16="http://schemas.microsoft.com/office/drawing/2014/main" id="{FAC677D8-C429-B99E-27E0-F796A11B036E}"/>
              </a:ext>
            </a:extLst>
          </p:cNvPr>
          <p:cNvSpPr>
            <a:spLocks/>
          </p:cNvSpPr>
          <p:nvPr/>
        </p:nvSpPr>
        <p:spPr bwMode="auto">
          <a:xfrm>
            <a:off x="3033714" y="2876550"/>
            <a:ext cx="242887" cy="312738"/>
          </a:xfrm>
          <a:custGeom>
            <a:avLst/>
            <a:gdLst>
              <a:gd name="T0" fmla="*/ 2147483646 w 153"/>
              <a:gd name="T1" fmla="*/ 2147483646 h 197"/>
              <a:gd name="T2" fmla="*/ 2147483646 w 153"/>
              <a:gd name="T3" fmla="*/ 0 h 197"/>
              <a:gd name="T4" fmla="*/ 0 w 153"/>
              <a:gd name="T5" fmla="*/ 2147483646 h 197"/>
              <a:gd name="T6" fmla="*/ 2147483646 w 153"/>
              <a:gd name="T7" fmla="*/ 2147483646 h 197"/>
              <a:gd name="T8" fmla="*/ 2147483646 w 153"/>
              <a:gd name="T9" fmla="*/ 2147483646 h 19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"/>
              <a:gd name="T16" fmla="*/ 0 h 197"/>
              <a:gd name="T17" fmla="*/ 153 w 153"/>
              <a:gd name="T18" fmla="*/ 197 h 19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" h="197">
                <a:moveTo>
                  <a:pt x="153" y="9"/>
                </a:moveTo>
                <a:lnTo>
                  <a:pt x="135" y="0"/>
                </a:lnTo>
                <a:lnTo>
                  <a:pt x="0" y="188"/>
                </a:lnTo>
                <a:lnTo>
                  <a:pt x="18" y="197"/>
                </a:lnTo>
                <a:lnTo>
                  <a:pt x="153" y="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83" name="Freeform 64">
            <a:extLst>
              <a:ext uri="{FF2B5EF4-FFF2-40B4-BE49-F238E27FC236}">
                <a16:creationId xmlns:a16="http://schemas.microsoft.com/office/drawing/2014/main" id="{64897147-9F2F-6A7F-A1B8-7B260F5B9DFF}"/>
              </a:ext>
            </a:extLst>
          </p:cNvPr>
          <p:cNvSpPr>
            <a:spLocks/>
          </p:cNvSpPr>
          <p:nvPr/>
        </p:nvSpPr>
        <p:spPr bwMode="auto">
          <a:xfrm>
            <a:off x="9063039" y="2138363"/>
            <a:ext cx="28575" cy="25400"/>
          </a:xfrm>
          <a:custGeom>
            <a:avLst/>
            <a:gdLst>
              <a:gd name="T0" fmla="*/ 2147483646 w 18"/>
              <a:gd name="T1" fmla="*/ 0 h 16"/>
              <a:gd name="T2" fmla="*/ 2147483646 w 18"/>
              <a:gd name="T3" fmla="*/ 0 h 16"/>
              <a:gd name="T4" fmla="*/ 0 w 18"/>
              <a:gd name="T5" fmla="*/ 2147483646 h 16"/>
              <a:gd name="T6" fmla="*/ 2147483646 w 18"/>
              <a:gd name="T7" fmla="*/ 2147483646 h 16"/>
              <a:gd name="T8" fmla="*/ 2147483646 w 18"/>
              <a:gd name="T9" fmla="*/ 2147483646 h 16"/>
              <a:gd name="T10" fmla="*/ 2147483646 w 18"/>
              <a:gd name="T11" fmla="*/ 2147483646 h 16"/>
              <a:gd name="T12" fmla="*/ 2147483646 w 18"/>
              <a:gd name="T13" fmla="*/ 2147483646 h 16"/>
              <a:gd name="T14" fmla="*/ 2147483646 w 18"/>
              <a:gd name="T15" fmla="*/ 0 h 16"/>
              <a:gd name="T16" fmla="*/ 2147483646 w 18"/>
              <a:gd name="T17" fmla="*/ 0 h 16"/>
              <a:gd name="T18" fmla="*/ 2147483646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9" y="0"/>
                </a:moveTo>
                <a:lnTo>
                  <a:pt x="9" y="0"/>
                </a:lnTo>
                <a:lnTo>
                  <a:pt x="0" y="8"/>
                </a:lnTo>
                <a:lnTo>
                  <a:pt x="9" y="8"/>
                </a:lnTo>
                <a:lnTo>
                  <a:pt x="9" y="16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84" name="Freeform 65">
            <a:extLst>
              <a:ext uri="{FF2B5EF4-FFF2-40B4-BE49-F238E27FC236}">
                <a16:creationId xmlns:a16="http://schemas.microsoft.com/office/drawing/2014/main" id="{A240C266-D603-E127-EDF5-7458B79BE51E}"/>
              </a:ext>
            </a:extLst>
          </p:cNvPr>
          <p:cNvSpPr>
            <a:spLocks/>
          </p:cNvSpPr>
          <p:nvPr/>
        </p:nvSpPr>
        <p:spPr bwMode="auto">
          <a:xfrm>
            <a:off x="9020175" y="1943101"/>
            <a:ext cx="128588" cy="195263"/>
          </a:xfrm>
          <a:custGeom>
            <a:avLst/>
            <a:gdLst>
              <a:gd name="T0" fmla="*/ 2147483646 w 81"/>
              <a:gd name="T1" fmla="*/ 2147483646 h 123"/>
              <a:gd name="T2" fmla="*/ 0 w 81"/>
              <a:gd name="T3" fmla="*/ 2147483646 h 123"/>
              <a:gd name="T4" fmla="*/ 2147483646 w 81"/>
              <a:gd name="T5" fmla="*/ 0 h 123"/>
              <a:gd name="T6" fmla="*/ 2147483646 w 81"/>
              <a:gd name="T7" fmla="*/ 2147483646 h 123"/>
              <a:gd name="T8" fmla="*/ 2147483646 w 81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36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36" y="12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85" name="Freeform 66">
            <a:extLst>
              <a:ext uri="{FF2B5EF4-FFF2-40B4-BE49-F238E27FC236}">
                <a16:creationId xmlns:a16="http://schemas.microsoft.com/office/drawing/2014/main" id="{B3A4D2F3-DF3C-55A5-20A9-5AE48AC184DB}"/>
              </a:ext>
            </a:extLst>
          </p:cNvPr>
          <p:cNvSpPr>
            <a:spLocks/>
          </p:cNvSpPr>
          <p:nvPr/>
        </p:nvSpPr>
        <p:spPr bwMode="auto">
          <a:xfrm>
            <a:off x="9020175" y="1943101"/>
            <a:ext cx="128588" cy="195263"/>
          </a:xfrm>
          <a:custGeom>
            <a:avLst/>
            <a:gdLst>
              <a:gd name="T0" fmla="*/ 2147483646 w 81"/>
              <a:gd name="T1" fmla="*/ 2147483646 h 123"/>
              <a:gd name="T2" fmla="*/ 0 w 81"/>
              <a:gd name="T3" fmla="*/ 2147483646 h 123"/>
              <a:gd name="T4" fmla="*/ 2147483646 w 81"/>
              <a:gd name="T5" fmla="*/ 0 h 123"/>
              <a:gd name="T6" fmla="*/ 2147483646 w 81"/>
              <a:gd name="T7" fmla="*/ 2147483646 h 123"/>
              <a:gd name="T8" fmla="*/ 2147483646 w 81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36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36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86" name="Freeform 67">
            <a:extLst>
              <a:ext uri="{FF2B5EF4-FFF2-40B4-BE49-F238E27FC236}">
                <a16:creationId xmlns:a16="http://schemas.microsoft.com/office/drawing/2014/main" id="{CDA305C8-280C-5EDE-62A9-0516BD27FCE2}"/>
              </a:ext>
            </a:extLst>
          </p:cNvPr>
          <p:cNvSpPr>
            <a:spLocks/>
          </p:cNvSpPr>
          <p:nvPr/>
        </p:nvSpPr>
        <p:spPr bwMode="auto">
          <a:xfrm>
            <a:off x="8620126" y="2695576"/>
            <a:ext cx="200025" cy="180975"/>
          </a:xfrm>
          <a:custGeom>
            <a:avLst/>
            <a:gdLst>
              <a:gd name="T0" fmla="*/ 0 w 126"/>
              <a:gd name="T1" fmla="*/ 2147483646 h 114"/>
              <a:gd name="T2" fmla="*/ 2147483646 w 126"/>
              <a:gd name="T3" fmla="*/ 2147483646 h 114"/>
              <a:gd name="T4" fmla="*/ 2147483646 w 126"/>
              <a:gd name="T5" fmla="*/ 2147483646 h 114"/>
              <a:gd name="T6" fmla="*/ 2147483646 w 126"/>
              <a:gd name="T7" fmla="*/ 2147483646 h 114"/>
              <a:gd name="T8" fmla="*/ 2147483646 w 126"/>
              <a:gd name="T9" fmla="*/ 0 h 114"/>
              <a:gd name="T10" fmla="*/ 2147483646 w 126"/>
              <a:gd name="T11" fmla="*/ 0 h 114"/>
              <a:gd name="T12" fmla="*/ 0 w 126"/>
              <a:gd name="T13" fmla="*/ 2147483646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26"/>
              <a:gd name="T22" fmla="*/ 0 h 114"/>
              <a:gd name="T23" fmla="*/ 126 w 126"/>
              <a:gd name="T24" fmla="*/ 114 h 11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26" h="114">
                <a:moveTo>
                  <a:pt x="0" y="106"/>
                </a:moveTo>
                <a:lnTo>
                  <a:pt x="18" y="114"/>
                </a:lnTo>
                <a:lnTo>
                  <a:pt x="126" y="8"/>
                </a:lnTo>
                <a:lnTo>
                  <a:pt x="10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87" name="Freeform 68">
            <a:extLst>
              <a:ext uri="{FF2B5EF4-FFF2-40B4-BE49-F238E27FC236}">
                <a16:creationId xmlns:a16="http://schemas.microsoft.com/office/drawing/2014/main" id="{BB7042F1-38EC-DDCA-33F1-D84C2CFBA2E1}"/>
              </a:ext>
            </a:extLst>
          </p:cNvPr>
          <p:cNvSpPr>
            <a:spLocks/>
          </p:cNvSpPr>
          <p:nvPr/>
        </p:nvSpPr>
        <p:spPr bwMode="auto">
          <a:xfrm>
            <a:off x="8791575" y="2514601"/>
            <a:ext cx="171450" cy="193675"/>
          </a:xfrm>
          <a:custGeom>
            <a:avLst/>
            <a:gdLst>
              <a:gd name="T0" fmla="*/ 0 w 108"/>
              <a:gd name="T1" fmla="*/ 2147483646 h 122"/>
              <a:gd name="T2" fmla="*/ 2147483646 w 108"/>
              <a:gd name="T3" fmla="*/ 2147483646 h 122"/>
              <a:gd name="T4" fmla="*/ 2147483646 w 108"/>
              <a:gd name="T5" fmla="*/ 2147483646 h 122"/>
              <a:gd name="T6" fmla="*/ 2147483646 w 108"/>
              <a:gd name="T7" fmla="*/ 2147483646 h 122"/>
              <a:gd name="T8" fmla="*/ 2147483646 w 108"/>
              <a:gd name="T9" fmla="*/ 0 h 122"/>
              <a:gd name="T10" fmla="*/ 2147483646 w 108"/>
              <a:gd name="T11" fmla="*/ 0 h 122"/>
              <a:gd name="T12" fmla="*/ 0 w 108"/>
              <a:gd name="T13" fmla="*/ 2147483646 h 12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08"/>
              <a:gd name="T22" fmla="*/ 0 h 122"/>
              <a:gd name="T23" fmla="*/ 108 w 108"/>
              <a:gd name="T24" fmla="*/ 122 h 12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08" h="122">
                <a:moveTo>
                  <a:pt x="0" y="114"/>
                </a:moveTo>
                <a:lnTo>
                  <a:pt x="18" y="122"/>
                </a:lnTo>
                <a:lnTo>
                  <a:pt x="108" y="8"/>
                </a:lnTo>
                <a:lnTo>
                  <a:pt x="9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88" name="Freeform 69">
            <a:extLst>
              <a:ext uri="{FF2B5EF4-FFF2-40B4-BE49-F238E27FC236}">
                <a16:creationId xmlns:a16="http://schemas.microsoft.com/office/drawing/2014/main" id="{63A754F8-1A3E-3F44-6215-A3B80F697535}"/>
              </a:ext>
            </a:extLst>
          </p:cNvPr>
          <p:cNvSpPr>
            <a:spLocks/>
          </p:cNvSpPr>
          <p:nvPr/>
        </p:nvSpPr>
        <p:spPr bwMode="auto">
          <a:xfrm>
            <a:off x="8934450" y="2332038"/>
            <a:ext cx="128588" cy="195262"/>
          </a:xfrm>
          <a:custGeom>
            <a:avLst/>
            <a:gdLst>
              <a:gd name="T0" fmla="*/ 0 w 81"/>
              <a:gd name="T1" fmla="*/ 2147483646 h 123"/>
              <a:gd name="T2" fmla="*/ 2147483646 w 81"/>
              <a:gd name="T3" fmla="*/ 2147483646 h 123"/>
              <a:gd name="T4" fmla="*/ 2147483646 w 81"/>
              <a:gd name="T5" fmla="*/ 2147483646 h 123"/>
              <a:gd name="T6" fmla="*/ 2147483646 w 81"/>
              <a:gd name="T7" fmla="*/ 0 h 123"/>
              <a:gd name="T8" fmla="*/ 2147483646 w 81"/>
              <a:gd name="T9" fmla="*/ 0 h 123"/>
              <a:gd name="T10" fmla="*/ 2147483646 w 81"/>
              <a:gd name="T11" fmla="*/ 0 h 123"/>
              <a:gd name="T12" fmla="*/ 0 w 81"/>
              <a:gd name="T13" fmla="*/ 2147483646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1"/>
              <a:gd name="T22" fmla="*/ 0 h 123"/>
              <a:gd name="T23" fmla="*/ 81 w 81"/>
              <a:gd name="T24" fmla="*/ 123 h 12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1" h="123">
                <a:moveTo>
                  <a:pt x="0" y="115"/>
                </a:moveTo>
                <a:lnTo>
                  <a:pt x="18" y="123"/>
                </a:lnTo>
                <a:lnTo>
                  <a:pt x="81" y="9"/>
                </a:lnTo>
                <a:lnTo>
                  <a:pt x="81" y="0"/>
                </a:lnTo>
                <a:lnTo>
                  <a:pt x="63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89" name="Freeform 70">
            <a:extLst>
              <a:ext uri="{FF2B5EF4-FFF2-40B4-BE49-F238E27FC236}">
                <a16:creationId xmlns:a16="http://schemas.microsoft.com/office/drawing/2014/main" id="{6F219152-B800-F8E3-B395-62BAC5564FD0}"/>
              </a:ext>
            </a:extLst>
          </p:cNvPr>
          <p:cNvSpPr>
            <a:spLocks/>
          </p:cNvSpPr>
          <p:nvPr/>
        </p:nvSpPr>
        <p:spPr bwMode="auto">
          <a:xfrm>
            <a:off x="9034463" y="2138364"/>
            <a:ext cx="57150" cy="193675"/>
          </a:xfrm>
          <a:custGeom>
            <a:avLst/>
            <a:gdLst>
              <a:gd name="T0" fmla="*/ 0 w 36"/>
              <a:gd name="T1" fmla="*/ 2147483646 h 122"/>
              <a:gd name="T2" fmla="*/ 2147483646 w 36"/>
              <a:gd name="T3" fmla="*/ 2147483646 h 122"/>
              <a:gd name="T4" fmla="*/ 2147483646 w 36"/>
              <a:gd name="T5" fmla="*/ 0 h 122"/>
              <a:gd name="T6" fmla="*/ 2147483646 w 36"/>
              <a:gd name="T7" fmla="*/ 0 h 122"/>
              <a:gd name="T8" fmla="*/ 0 w 36"/>
              <a:gd name="T9" fmla="*/ 2147483646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6"/>
              <a:gd name="T16" fmla="*/ 0 h 122"/>
              <a:gd name="T17" fmla="*/ 36 w 36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6" h="122">
                <a:moveTo>
                  <a:pt x="0" y="122"/>
                </a:moveTo>
                <a:lnTo>
                  <a:pt x="18" y="122"/>
                </a:lnTo>
                <a:lnTo>
                  <a:pt x="36" y="0"/>
                </a:lnTo>
                <a:lnTo>
                  <a:pt x="18" y="0"/>
                </a:lnTo>
                <a:lnTo>
                  <a:pt x="0" y="12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90" name="Freeform 71">
            <a:extLst>
              <a:ext uri="{FF2B5EF4-FFF2-40B4-BE49-F238E27FC236}">
                <a16:creationId xmlns:a16="http://schemas.microsoft.com/office/drawing/2014/main" id="{66A2B42F-26D7-0D79-3D08-5E35370EE8AA}"/>
              </a:ext>
            </a:extLst>
          </p:cNvPr>
          <p:cNvSpPr>
            <a:spLocks/>
          </p:cNvSpPr>
          <p:nvPr/>
        </p:nvSpPr>
        <p:spPr bwMode="auto">
          <a:xfrm>
            <a:off x="8534401" y="2359025"/>
            <a:ext cx="28575" cy="25400"/>
          </a:xfrm>
          <a:custGeom>
            <a:avLst/>
            <a:gdLst>
              <a:gd name="T0" fmla="*/ 2147483646 w 18"/>
              <a:gd name="T1" fmla="*/ 2147483646 h 16"/>
              <a:gd name="T2" fmla="*/ 2147483646 w 18"/>
              <a:gd name="T3" fmla="*/ 2147483646 h 16"/>
              <a:gd name="T4" fmla="*/ 2147483646 w 18"/>
              <a:gd name="T5" fmla="*/ 2147483646 h 16"/>
              <a:gd name="T6" fmla="*/ 2147483646 w 18"/>
              <a:gd name="T7" fmla="*/ 0 h 16"/>
              <a:gd name="T8" fmla="*/ 2147483646 w 18"/>
              <a:gd name="T9" fmla="*/ 0 h 16"/>
              <a:gd name="T10" fmla="*/ 2147483646 w 18"/>
              <a:gd name="T11" fmla="*/ 0 h 16"/>
              <a:gd name="T12" fmla="*/ 0 w 18"/>
              <a:gd name="T13" fmla="*/ 2147483646 h 16"/>
              <a:gd name="T14" fmla="*/ 2147483646 w 18"/>
              <a:gd name="T15" fmla="*/ 2147483646 h 16"/>
              <a:gd name="T16" fmla="*/ 2147483646 w 18"/>
              <a:gd name="T17" fmla="*/ 2147483646 h 16"/>
              <a:gd name="T18" fmla="*/ 2147483646 w 18"/>
              <a:gd name="T19" fmla="*/ 2147483646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9" y="16"/>
                </a:moveTo>
                <a:lnTo>
                  <a:pt x="18" y="16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lnTo>
                  <a:pt x="0" y="8"/>
                </a:lnTo>
                <a:lnTo>
                  <a:pt x="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91" name="Freeform 72">
            <a:extLst>
              <a:ext uri="{FF2B5EF4-FFF2-40B4-BE49-F238E27FC236}">
                <a16:creationId xmlns:a16="http://schemas.microsoft.com/office/drawing/2014/main" id="{A5EB9F13-F108-3F3F-85EC-D9C0104A9CAE}"/>
              </a:ext>
            </a:extLst>
          </p:cNvPr>
          <p:cNvSpPr>
            <a:spLocks/>
          </p:cNvSpPr>
          <p:nvPr/>
        </p:nvSpPr>
        <p:spPr bwMode="auto">
          <a:xfrm>
            <a:off x="8491539" y="2384426"/>
            <a:ext cx="128587" cy="195263"/>
          </a:xfrm>
          <a:custGeom>
            <a:avLst/>
            <a:gdLst>
              <a:gd name="T0" fmla="*/ 2147483646 w 81"/>
              <a:gd name="T1" fmla="*/ 0 h 123"/>
              <a:gd name="T2" fmla="*/ 2147483646 w 81"/>
              <a:gd name="T3" fmla="*/ 0 h 123"/>
              <a:gd name="T4" fmla="*/ 2147483646 w 81"/>
              <a:gd name="T5" fmla="*/ 2147483646 h 123"/>
              <a:gd name="T6" fmla="*/ 0 w 81"/>
              <a:gd name="T7" fmla="*/ 0 h 123"/>
              <a:gd name="T8" fmla="*/ 2147483646 w 81"/>
              <a:gd name="T9" fmla="*/ 0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36" y="0"/>
                </a:moveTo>
                <a:lnTo>
                  <a:pt x="81" y="0"/>
                </a:lnTo>
                <a:lnTo>
                  <a:pt x="36" y="123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92" name="Freeform 73">
            <a:extLst>
              <a:ext uri="{FF2B5EF4-FFF2-40B4-BE49-F238E27FC236}">
                <a16:creationId xmlns:a16="http://schemas.microsoft.com/office/drawing/2014/main" id="{53445FAF-1859-B03F-3731-AA7B405EF18B}"/>
              </a:ext>
            </a:extLst>
          </p:cNvPr>
          <p:cNvSpPr>
            <a:spLocks/>
          </p:cNvSpPr>
          <p:nvPr/>
        </p:nvSpPr>
        <p:spPr bwMode="auto">
          <a:xfrm>
            <a:off x="8491539" y="2384426"/>
            <a:ext cx="128587" cy="195263"/>
          </a:xfrm>
          <a:custGeom>
            <a:avLst/>
            <a:gdLst>
              <a:gd name="T0" fmla="*/ 2147483646 w 81"/>
              <a:gd name="T1" fmla="*/ 0 h 123"/>
              <a:gd name="T2" fmla="*/ 2147483646 w 81"/>
              <a:gd name="T3" fmla="*/ 0 h 123"/>
              <a:gd name="T4" fmla="*/ 2147483646 w 81"/>
              <a:gd name="T5" fmla="*/ 2147483646 h 123"/>
              <a:gd name="T6" fmla="*/ 0 w 81"/>
              <a:gd name="T7" fmla="*/ 0 h 123"/>
              <a:gd name="T8" fmla="*/ 2147483646 w 81"/>
              <a:gd name="T9" fmla="*/ 0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36" y="0"/>
                </a:moveTo>
                <a:lnTo>
                  <a:pt x="81" y="0"/>
                </a:lnTo>
                <a:lnTo>
                  <a:pt x="36" y="123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93" name="Freeform 74">
            <a:extLst>
              <a:ext uri="{FF2B5EF4-FFF2-40B4-BE49-F238E27FC236}">
                <a16:creationId xmlns:a16="http://schemas.microsoft.com/office/drawing/2014/main" id="{82E724A3-23B9-47E6-0947-7D702DCD71EB}"/>
              </a:ext>
            </a:extLst>
          </p:cNvPr>
          <p:cNvSpPr>
            <a:spLocks/>
          </p:cNvSpPr>
          <p:nvPr/>
        </p:nvSpPr>
        <p:spPr bwMode="auto">
          <a:xfrm>
            <a:off x="8805863" y="1646239"/>
            <a:ext cx="214312" cy="193675"/>
          </a:xfrm>
          <a:custGeom>
            <a:avLst/>
            <a:gdLst>
              <a:gd name="T0" fmla="*/ 2147483646 w 135"/>
              <a:gd name="T1" fmla="*/ 2147483646 h 122"/>
              <a:gd name="T2" fmla="*/ 2147483646 w 135"/>
              <a:gd name="T3" fmla="*/ 0 h 122"/>
              <a:gd name="T4" fmla="*/ 0 w 135"/>
              <a:gd name="T5" fmla="*/ 2147483646 h 122"/>
              <a:gd name="T6" fmla="*/ 0 w 135"/>
              <a:gd name="T7" fmla="*/ 2147483646 h 122"/>
              <a:gd name="T8" fmla="*/ 2147483646 w 135"/>
              <a:gd name="T9" fmla="*/ 2147483646 h 122"/>
              <a:gd name="T10" fmla="*/ 2147483646 w 135"/>
              <a:gd name="T11" fmla="*/ 2147483646 h 122"/>
              <a:gd name="T12" fmla="*/ 2147483646 w 135"/>
              <a:gd name="T13" fmla="*/ 2147483646 h 12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35"/>
              <a:gd name="T22" fmla="*/ 0 h 122"/>
              <a:gd name="T23" fmla="*/ 135 w 135"/>
              <a:gd name="T24" fmla="*/ 122 h 12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35" h="122">
                <a:moveTo>
                  <a:pt x="135" y="8"/>
                </a:moveTo>
                <a:lnTo>
                  <a:pt x="117" y="0"/>
                </a:lnTo>
                <a:lnTo>
                  <a:pt x="0" y="114"/>
                </a:lnTo>
                <a:lnTo>
                  <a:pt x="18" y="122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94" name="Freeform 75">
            <a:extLst>
              <a:ext uri="{FF2B5EF4-FFF2-40B4-BE49-F238E27FC236}">
                <a16:creationId xmlns:a16="http://schemas.microsoft.com/office/drawing/2014/main" id="{0778C349-F8D8-12FC-0C56-31AFF9AD273D}"/>
              </a:ext>
            </a:extLst>
          </p:cNvPr>
          <p:cNvSpPr>
            <a:spLocks/>
          </p:cNvSpPr>
          <p:nvPr/>
        </p:nvSpPr>
        <p:spPr bwMode="auto">
          <a:xfrm>
            <a:off x="8662988" y="1827214"/>
            <a:ext cx="171450" cy="180975"/>
          </a:xfrm>
          <a:custGeom>
            <a:avLst/>
            <a:gdLst>
              <a:gd name="T0" fmla="*/ 2147483646 w 108"/>
              <a:gd name="T1" fmla="*/ 2147483646 h 114"/>
              <a:gd name="T2" fmla="*/ 2147483646 w 108"/>
              <a:gd name="T3" fmla="*/ 0 h 114"/>
              <a:gd name="T4" fmla="*/ 0 w 108"/>
              <a:gd name="T5" fmla="*/ 2147483646 h 114"/>
              <a:gd name="T6" fmla="*/ 0 w 108"/>
              <a:gd name="T7" fmla="*/ 2147483646 h 114"/>
              <a:gd name="T8" fmla="*/ 2147483646 w 108"/>
              <a:gd name="T9" fmla="*/ 2147483646 h 114"/>
              <a:gd name="T10" fmla="*/ 2147483646 w 108"/>
              <a:gd name="T11" fmla="*/ 2147483646 h 114"/>
              <a:gd name="T12" fmla="*/ 2147483646 w 108"/>
              <a:gd name="T13" fmla="*/ 2147483646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08"/>
              <a:gd name="T22" fmla="*/ 0 h 114"/>
              <a:gd name="T23" fmla="*/ 108 w 108"/>
              <a:gd name="T24" fmla="*/ 114 h 11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08" h="114">
                <a:moveTo>
                  <a:pt x="108" y="8"/>
                </a:moveTo>
                <a:lnTo>
                  <a:pt x="90" y="0"/>
                </a:lnTo>
                <a:lnTo>
                  <a:pt x="0" y="106"/>
                </a:lnTo>
                <a:lnTo>
                  <a:pt x="18" y="114"/>
                </a:lnTo>
                <a:lnTo>
                  <a:pt x="108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95" name="Freeform 76">
            <a:extLst>
              <a:ext uri="{FF2B5EF4-FFF2-40B4-BE49-F238E27FC236}">
                <a16:creationId xmlns:a16="http://schemas.microsoft.com/office/drawing/2014/main" id="{70B71DF7-ACCB-F3C9-3C7F-956C2F9B52B0}"/>
              </a:ext>
            </a:extLst>
          </p:cNvPr>
          <p:cNvSpPr>
            <a:spLocks/>
          </p:cNvSpPr>
          <p:nvPr/>
        </p:nvSpPr>
        <p:spPr bwMode="auto">
          <a:xfrm>
            <a:off x="8577263" y="1995488"/>
            <a:ext cx="114300" cy="195262"/>
          </a:xfrm>
          <a:custGeom>
            <a:avLst/>
            <a:gdLst>
              <a:gd name="T0" fmla="*/ 2147483646 w 72"/>
              <a:gd name="T1" fmla="*/ 2147483646 h 123"/>
              <a:gd name="T2" fmla="*/ 2147483646 w 72"/>
              <a:gd name="T3" fmla="*/ 0 h 123"/>
              <a:gd name="T4" fmla="*/ 0 w 72"/>
              <a:gd name="T5" fmla="*/ 2147483646 h 123"/>
              <a:gd name="T6" fmla="*/ 0 w 72"/>
              <a:gd name="T7" fmla="*/ 2147483646 h 123"/>
              <a:gd name="T8" fmla="*/ 2147483646 w 72"/>
              <a:gd name="T9" fmla="*/ 2147483646 h 123"/>
              <a:gd name="T10" fmla="*/ 2147483646 w 72"/>
              <a:gd name="T11" fmla="*/ 2147483646 h 123"/>
              <a:gd name="T12" fmla="*/ 2147483646 w 72"/>
              <a:gd name="T13" fmla="*/ 2147483646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2"/>
              <a:gd name="T22" fmla="*/ 0 h 123"/>
              <a:gd name="T23" fmla="*/ 72 w 72"/>
              <a:gd name="T24" fmla="*/ 123 h 12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2" h="123">
                <a:moveTo>
                  <a:pt x="72" y="8"/>
                </a:moveTo>
                <a:lnTo>
                  <a:pt x="54" y="0"/>
                </a:lnTo>
                <a:lnTo>
                  <a:pt x="0" y="114"/>
                </a:lnTo>
                <a:lnTo>
                  <a:pt x="18" y="114"/>
                </a:lnTo>
                <a:lnTo>
                  <a:pt x="18" y="123"/>
                </a:lnTo>
                <a:lnTo>
                  <a:pt x="7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96" name="Freeform 77">
            <a:extLst>
              <a:ext uri="{FF2B5EF4-FFF2-40B4-BE49-F238E27FC236}">
                <a16:creationId xmlns:a16="http://schemas.microsoft.com/office/drawing/2014/main" id="{8AAF82D5-08DB-7411-813D-EDACE1211183}"/>
              </a:ext>
            </a:extLst>
          </p:cNvPr>
          <p:cNvSpPr>
            <a:spLocks/>
          </p:cNvSpPr>
          <p:nvPr/>
        </p:nvSpPr>
        <p:spPr bwMode="auto">
          <a:xfrm>
            <a:off x="8534400" y="2176463"/>
            <a:ext cx="71438" cy="195262"/>
          </a:xfrm>
          <a:custGeom>
            <a:avLst/>
            <a:gdLst>
              <a:gd name="T0" fmla="*/ 2147483646 w 45"/>
              <a:gd name="T1" fmla="*/ 0 h 123"/>
              <a:gd name="T2" fmla="*/ 2147483646 w 45"/>
              <a:gd name="T3" fmla="*/ 0 h 123"/>
              <a:gd name="T4" fmla="*/ 0 w 45"/>
              <a:gd name="T5" fmla="*/ 2147483646 h 123"/>
              <a:gd name="T6" fmla="*/ 2147483646 w 45"/>
              <a:gd name="T7" fmla="*/ 2147483646 h 123"/>
              <a:gd name="T8" fmla="*/ 2147483646 w 45"/>
              <a:gd name="T9" fmla="*/ 0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5"/>
              <a:gd name="T16" fmla="*/ 0 h 123"/>
              <a:gd name="T17" fmla="*/ 45 w 45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5" h="123">
                <a:moveTo>
                  <a:pt x="45" y="0"/>
                </a:moveTo>
                <a:lnTo>
                  <a:pt x="27" y="0"/>
                </a:lnTo>
                <a:lnTo>
                  <a:pt x="0" y="123"/>
                </a:lnTo>
                <a:lnTo>
                  <a:pt x="18" y="123"/>
                </a:lnTo>
                <a:lnTo>
                  <a:pt x="4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97" name="Freeform 78">
            <a:extLst>
              <a:ext uri="{FF2B5EF4-FFF2-40B4-BE49-F238E27FC236}">
                <a16:creationId xmlns:a16="http://schemas.microsoft.com/office/drawing/2014/main" id="{4A533D63-1B88-3C31-D99C-6A473FC64C76}"/>
              </a:ext>
            </a:extLst>
          </p:cNvPr>
          <p:cNvSpPr>
            <a:spLocks/>
          </p:cNvSpPr>
          <p:nvPr/>
        </p:nvSpPr>
        <p:spPr bwMode="auto">
          <a:xfrm>
            <a:off x="6148389" y="4549775"/>
            <a:ext cx="28575" cy="25400"/>
          </a:xfrm>
          <a:custGeom>
            <a:avLst/>
            <a:gdLst>
              <a:gd name="T0" fmla="*/ 0 w 18"/>
              <a:gd name="T1" fmla="*/ 2147483646 h 16"/>
              <a:gd name="T2" fmla="*/ 0 w 18"/>
              <a:gd name="T3" fmla="*/ 2147483646 h 16"/>
              <a:gd name="T4" fmla="*/ 2147483646 w 18"/>
              <a:gd name="T5" fmla="*/ 2147483646 h 16"/>
              <a:gd name="T6" fmla="*/ 2147483646 w 18"/>
              <a:gd name="T7" fmla="*/ 2147483646 h 16"/>
              <a:gd name="T8" fmla="*/ 2147483646 w 18"/>
              <a:gd name="T9" fmla="*/ 2147483646 h 16"/>
              <a:gd name="T10" fmla="*/ 2147483646 w 18"/>
              <a:gd name="T11" fmla="*/ 0 h 16"/>
              <a:gd name="T12" fmla="*/ 0 w 18"/>
              <a:gd name="T13" fmla="*/ 0 h 16"/>
              <a:gd name="T14" fmla="*/ 0 w 18"/>
              <a:gd name="T15" fmla="*/ 2147483646 h 16"/>
              <a:gd name="T16" fmla="*/ 0 w 18"/>
              <a:gd name="T17" fmla="*/ 2147483646 h 16"/>
              <a:gd name="T18" fmla="*/ 0 w 18"/>
              <a:gd name="T19" fmla="*/ 2147483646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0" y="16"/>
                </a:moveTo>
                <a:lnTo>
                  <a:pt x="0" y="16"/>
                </a:lnTo>
                <a:lnTo>
                  <a:pt x="9" y="16"/>
                </a:lnTo>
                <a:lnTo>
                  <a:pt x="18" y="16"/>
                </a:lnTo>
                <a:lnTo>
                  <a:pt x="18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lnTo>
                  <a:pt x="0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98" name="Freeform 79">
            <a:extLst>
              <a:ext uri="{FF2B5EF4-FFF2-40B4-BE49-F238E27FC236}">
                <a16:creationId xmlns:a16="http://schemas.microsoft.com/office/drawing/2014/main" id="{0FD663C4-FE13-C387-32CE-A0E3F1AE83DE}"/>
              </a:ext>
            </a:extLst>
          </p:cNvPr>
          <p:cNvSpPr>
            <a:spLocks/>
          </p:cNvSpPr>
          <p:nvPr/>
        </p:nvSpPr>
        <p:spPr bwMode="auto">
          <a:xfrm>
            <a:off x="5948363" y="4524375"/>
            <a:ext cx="228600" cy="115888"/>
          </a:xfrm>
          <a:custGeom>
            <a:avLst/>
            <a:gdLst>
              <a:gd name="T0" fmla="*/ 2147483646 w 144"/>
              <a:gd name="T1" fmla="*/ 2147483646 h 73"/>
              <a:gd name="T2" fmla="*/ 2147483646 w 144"/>
              <a:gd name="T3" fmla="*/ 2147483646 h 73"/>
              <a:gd name="T4" fmla="*/ 0 w 144"/>
              <a:gd name="T5" fmla="*/ 2147483646 h 73"/>
              <a:gd name="T6" fmla="*/ 2147483646 w 144"/>
              <a:gd name="T7" fmla="*/ 0 h 73"/>
              <a:gd name="T8" fmla="*/ 2147483646 w 144"/>
              <a:gd name="T9" fmla="*/ 2147483646 h 7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73"/>
              <a:gd name="T17" fmla="*/ 144 w 144"/>
              <a:gd name="T18" fmla="*/ 73 h 7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73">
                <a:moveTo>
                  <a:pt x="126" y="32"/>
                </a:moveTo>
                <a:lnTo>
                  <a:pt x="144" y="65"/>
                </a:lnTo>
                <a:lnTo>
                  <a:pt x="0" y="73"/>
                </a:lnTo>
                <a:lnTo>
                  <a:pt x="117" y="0"/>
                </a:lnTo>
                <a:lnTo>
                  <a:pt x="126" y="32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99" name="Freeform 80">
            <a:extLst>
              <a:ext uri="{FF2B5EF4-FFF2-40B4-BE49-F238E27FC236}">
                <a16:creationId xmlns:a16="http://schemas.microsoft.com/office/drawing/2014/main" id="{3C96D0FF-AC9A-DD61-F451-0770A2F19E81}"/>
              </a:ext>
            </a:extLst>
          </p:cNvPr>
          <p:cNvSpPr>
            <a:spLocks/>
          </p:cNvSpPr>
          <p:nvPr/>
        </p:nvSpPr>
        <p:spPr bwMode="auto">
          <a:xfrm>
            <a:off x="5948363" y="4524375"/>
            <a:ext cx="228600" cy="115888"/>
          </a:xfrm>
          <a:custGeom>
            <a:avLst/>
            <a:gdLst>
              <a:gd name="T0" fmla="*/ 2147483646 w 144"/>
              <a:gd name="T1" fmla="*/ 2147483646 h 73"/>
              <a:gd name="T2" fmla="*/ 2147483646 w 144"/>
              <a:gd name="T3" fmla="*/ 2147483646 h 73"/>
              <a:gd name="T4" fmla="*/ 0 w 144"/>
              <a:gd name="T5" fmla="*/ 2147483646 h 73"/>
              <a:gd name="T6" fmla="*/ 2147483646 w 144"/>
              <a:gd name="T7" fmla="*/ 0 h 73"/>
              <a:gd name="T8" fmla="*/ 2147483646 w 144"/>
              <a:gd name="T9" fmla="*/ 2147483646 h 7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73"/>
              <a:gd name="T17" fmla="*/ 144 w 144"/>
              <a:gd name="T18" fmla="*/ 73 h 7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73">
                <a:moveTo>
                  <a:pt x="126" y="32"/>
                </a:moveTo>
                <a:lnTo>
                  <a:pt x="144" y="65"/>
                </a:lnTo>
                <a:lnTo>
                  <a:pt x="0" y="73"/>
                </a:lnTo>
                <a:lnTo>
                  <a:pt x="117" y="0"/>
                </a:lnTo>
                <a:lnTo>
                  <a:pt x="126" y="3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00" name="Freeform 81">
            <a:extLst>
              <a:ext uri="{FF2B5EF4-FFF2-40B4-BE49-F238E27FC236}">
                <a16:creationId xmlns:a16="http://schemas.microsoft.com/office/drawing/2014/main" id="{D37BBE06-0A36-1EA8-EA0D-110197AB3D28}"/>
              </a:ext>
            </a:extLst>
          </p:cNvPr>
          <p:cNvSpPr>
            <a:spLocks/>
          </p:cNvSpPr>
          <p:nvPr/>
        </p:nvSpPr>
        <p:spPr bwMode="auto">
          <a:xfrm>
            <a:off x="8348663" y="2825751"/>
            <a:ext cx="214312" cy="271463"/>
          </a:xfrm>
          <a:custGeom>
            <a:avLst/>
            <a:gdLst>
              <a:gd name="T0" fmla="*/ 2147483646 w 135"/>
              <a:gd name="T1" fmla="*/ 2147483646 h 171"/>
              <a:gd name="T2" fmla="*/ 2147483646 w 135"/>
              <a:gd name="T3" fmla="*/ 0 h 171"/>
              <a:gd name="T4" fmla="*/ 0 w 135"/>
              <a:gd name="T5" fmla="*/ 2147483646 h 171"/>
              <a:gd name="T6" fmla="*/ 0 w 135"/>
              <a:gd name="T7" fmla="*/ 2147483646 h 171"/>
              <a:gd name="T8" fmla="*/ 2147483646 w 135"/>
              <a:gd name="T9" fmla="*/ 2147483646 h 171"/>
              <a:gd name="T10" fmla="*/ 2147483646 w 135"/>
              <a:gd name="T11" fmla="*/ 2147483646 h 171"/>
              <a:gd name="T12" fmla="*/ 2147483646 w 135"/>
              <a:gd name="T13" fmla="*/ 2147483646 h 17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35"/>
              <a:gd name="T22" fmla="*/ 0 h 171"/>
              <a:gd name="T23" fmla="*/ 135 w 135"/>
              <a:gd name="T24" fmla="*/ 171 h 17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35" h="171">
                <a:moveTo>
                  <a:pt x="135" y="8"/>
                </a:moveTo>
                <a:lnTo>
                  <a:pt x="117" y="0"/>
                </a:lnTo>
                <a:lnTo>
                  <a:pt x="0" y="163"/>
                </a:lnTo>
                <a:lnTo>
                  <a:pt x="18" y="171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01" name="Freeform 82">
            <a:extLst>
              <a:ext uri="{FF2B5EF4-FFF2-40B4-BE49-F238E27FC236}">
                <a16:creationId xmlns:a16="http://schemas.microsoft.com/office/drawing/2014/main" id="{4FD02003-1359-A9D1-FF4E-D57E0E847BCB}"/>
              </a:ext>
            </a:extLst>
          </p:cNvPr>
          <p:cNvSpPr>
            <a:spLocks/>
          </p:cNvSpPr>
          <p:nvPr/>
        </p:nvSpPr>
        <p:spPr bwMode="auto">
          <a:xfrm>
            <a:off x="8120064" y="3084513"/>
            <a:ext cx="257175" cy="273050"/>
          </a:xfrm>
          <a:custGeom>
            <a:avLst/>
            <a:gdLst>
              <a:gd name="T0" fmla="*/ 2147483646 w 162"/>
              <a:gd name="T1" fmla="*/ 2147483646 h 172"/>
              <a:gd name="T2" fmla="*/ 2147483646 w 162"/>
              <a:gd name="T3" fmla="*/ 0 h 172"/>
              <a:gd name="T4" fmla="*/ 0 w 162"/>
              <a:gd name="T5" fmla="*/ 2147483646 h 172"/>
              <a:gd name="T6" fmla="*/ 0 w 162"/>
              <a:gd name="T7" fmla="*/ 2147483646 h 172"/>
              <a:gd name="T8" fmla="*/ 2147483646 w 162"/>
              <a:gd name="T9" fmla="*/ 2147483646 h 172"/>
              <a:gd name="T10" fmla="*/ 2147483646 w 162"/>
              <a:gd name="T11" fmla="*/ 2147483646 h 172"/>
              <a:gd name="T12" fmla="*/ 2147483646 w 162"/>
              <a:gd name="T13" fmla="*/ 2147483646 h 1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2"/>
              <a:gd name="T22" fmla="*/ 0 h 172"/>
              <a:gd name="T23" fmla="*/ 162 w 162"/>
              <a:gd name="T24" fmla="*/ 172 h 17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2" h="172">
                <a:moveTo>
                  <a:pt x="162" y="8"/>
                </a:moveTo>
                <a:lnTo>
                  <a:pt x="144" y="0"/>
                </a:lnTo>
                <a:lnTo>
                  <a:pt x="0" y="164"/>
                </a:lnTo>
                <a:lnTo>
                  <a:pt x="0" y="155"/>
                </a:lnTo>
                <a:lnTo>
                  <a:pt x="18" y="172"/>
                </a:lnTo>
                <a:lnTo>
                  <a:pt x="16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02" name="Freeform 83">
            <a:extLst>
              <a:ext uri="{FF2B5EF4-FFF2-40B4-BE49-F238E27FC236}">
                <a16:creationId xmlns:a16="http://schemas.microsoft.com/office/drawing/2014/main" id="{64DF0D62-DBCF-3896-8C5B-A57530615196}"/>
              </a:ext>
            </a:extLst>
          </p:cNvPr>
          <p:cNvSpPr>
            <a:spLocks/>
          </p:cNvSpPr>
          <p:nvPr/>
        </p:nvSpPr>
        <p:spPr bwMode="auto">
          <a:xfrm>
            <a:off x="7848600" y="3330575"/>
            <a:ext cx="300038" cy="273050"/>
          </a:xfrm>
          <a:custGeom>
            <a:avLst/>
            <a:gdLst>
              <a:gd name="T0" fmla="*/ 2147483646 w 189"/>
              <a:gd name="T1" fmla="*/ 2147483646 h 172"/>
              <a:gd name="T2" fmla="*/ 2147483646 w 189"/>
              <a:gd name="T3" fmla="*/ 0 h 172"/>
              <a:gd name="T4" fmla="*/ 0 w 189"/>
              <a:gd name="T5" fmla="*/ 2147483646 h 172"/>
              <a:gd name="T6" fmla="*/ 2147483646 w 189"/>
              <a:gd name="T7" fmla="*/ 2147483646 h 172"/>
              <a:gd name="T8" fmla="*/ 2147483646 w 189"/>
              <a:gd name="T9" fmla="*/ 2147483646 h 172"/>
              <a:gd name="T10" fmla="*/ 2147483646 w 189"/>
              <a:gd name="T11" fmla="*/ 2147483646 h 172"/>
              <a:gd name="T12" fmla="*/ 2147483646 w 189"/>
              <a:gd name="T13" fmla="*/ 2147483646 h 1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172"/>
              <a:gd name="T23" fmla="*/ 189 w 189"/>
              <a:gd name="T24" fmla="*/ 172 h 17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172">
                <a:moveTo>
                  <a:pt x="189" y="17"/>
                </a:moveTo>
                <a:lnTo>
                  <a:pt x="171" y="0"/>
                </a:lnTo>
                <a:lnTo>
                  <a:pt x="0" y="156"/>
                </a:lnTo>
                <a:lnTo>
                  <a:pt x="9" y="156"/>
                </a:lnTo>
                <a:lnTo>
                  <a:pt x="18" y="172"/>
                </a:lnTo>
                <a:lnTo>
                  <a:pt x="18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03" name="Freeform 84">
            <a:extLst>
              <a:ext uri="{FF2B5EF4-FFF2-40B4-BE49-F238E27FC236}">
                <a16:creationId xmlns:a16="http://schemas.microsoft.com/office/drawing/2014/main" id="{43CF57B7-56A2-2087-65F4-AD60B3D83519}"/>
              </a:ext>
            </a:extLst>
          </p:cNvPr>
          <p:cNvSpPr>
            <a:spLocks/>
          </p:cNvSpPr>
          <p:nvPr/>
        </p:nvSpPr>
        <p:spPr bwMode="auto">
          <a:xfrm>
            <a:off x="7577139" y="3578226"/>
            <a:ext cx="300037" cy="258763"/>
          </a:xfrm>
          <a:custGeom>
            <a:avLst/>
            <a:gdLst>
              <a:gd name="T0" fmla="*/ 2147483646 w 189"/>
              <a:gd name="T1" fmla="*/ 2147483646 h 163"/>
              <a:gd name="T2" fmla="*/ 2147483646 w 189"/>
              <a:gd name="T3" fmla="*/ 0 h 163"/>
              <a:gd name="T4" fmla="*/ 0 w 189"/>
              <a:gd name="T5" fmla="*/ 2147483646 h 163"/>
              <a:gd name="T6" fmla="*/ 0 w 189"/>
              <a:gd name="T7" fmla="*/ 2147483646 h 163"/>
              <a:gd name="T8" fmla="*/ 2147483646 w 189"/>
              <a:gd name="T9" fmla="*/ 2147483646 h 163"/>
              <a:gd name="T10" fmla="*/ 2147483646 w 189"/>
              <a:gd name="T11" fmla="*/ 2147483646 h 163"/>
              <a:gd name="T12" fmla="*/ 2147483646 w 189"/>
              <a:gd name="T13" fmla="*/ 2147483646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163"/>
              <a:gd name="T23" fmla="*/ 189 w 189"/>
              <a:gd name="T24" fmla="*/ 163 h 16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163">
                <a:moveTo>
                  <a:pt x="189" y="16"/>
                </a:moveTo>
                <a:lnTo>
                  <a:pt x="180" y="0"/>
                </a:lnTo>
                <a:lnTo>
                  <a:pt x="0" y="147"/>
                </a:lnTo>
                <a:lnTo>
                  <a:pt x="9" y="163"/>
                </a:lnTo>
                <a:lnTo>
                  <a:pt x="18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04" name="Freeform 85">
            <a:extLst>
              <a:ext uri="{FF2B5EF4-FFF2-40B4-BE49-F238E27FC236}">
                <a16:creationId xmlns:a16="http://schemas.microsoft.com/office/drawing/2014/main" id="{6EBA54F7-8AAC-3845-61BF-62D0F1919CF5}"/>
              </a:ext>
            </a:extLst>
          </p:cNvPr>
          <p:cNvSpPr>
            <a:spLocks/>
          </p:cNvSpPr>
          <p:nvPr/>
        </p:nvSpPr>
        <p:spPr bwMode="auto">
          <a:xfrm>
            <a:off x="7248525" y="3811588"/>
            <a:ext cx="342900" cy="246062"/>
          </a:xfrm>
          <a:custGeom>
            <a:avLst/>
            <a:gdLst>
              <a:gd name="T0" fmla="*/ 2147483646 w 216"/>
              <a:gd name="T1" fmla="*/ 2147483646 h 155"/>
              <a:gd name="T2" fmla="*/ 2147483646 w 216"/>
              <a:gd name="T3" fmla="*/ 0 h 155"/>
              <a:gd name="T4" fmla="*/ 0 w 216"/>
              <a:gd name="T5" fmla="*/ 2147483646 h 155"/>
              <a:gd name="T6" fmla="*/ 0 w 216"/>
              <a:gd name="T7" fmla="*/ 2147483646 h 155"/>
              <a:gd name="T8" fmla="*/ 2147483646 w 216"/>
              <a:gd name="T9" fmla="*/ 2147483646 h 155"/>
              <a:gd name="T10" fmla="*/ 2147483646 w 216"/>
              <a:gd name="T11" fmla="*/ 2147483646 h 155"/>
              <a:gd name="T12" fmla="*/ 2147483646 w 216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155"/>
              <a:gd name="T23" fmla="*/ 216 w 216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155">
                <a:moveTo>
                  <a:pt x="216" y="16"/>
                </a:moveTo>
                <a:lnTo>
                  <a:pt x="207" y="0"/>
                </a:lnTo>
                <a:lnTo>
                  <a:pt x="0" y="138"/>
                </a:lnTo>
                <a:lnTo>
                  <a:pt x="9" y="155"/>
                </a:lnTo>
                <a:lnTo>
                  <a:pt x="216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05" name="Freeform 86">
            <a:extLst>
              <a:ext uri="{FF2B5EF4-FFF2-40B4-BE49-F238E27FC236}">
                <a16:creationId xmlns:a16="http://schemas.microsoft.com/office/drawing/2014/main" id="{0A000B8A-F802-CB14-85C5-3AAA3796A900}"/>
              </a:ext>
            </a:extLst>
          </p:cNvPr>
          <p:cNvSpPr>
            <a:spLocks/>
          </p:cNvSpPr>
          <p:nvPr/>
        </p:nvSpPr>
        <p:spPr bwMode="auto">
          <a:xfrm>
            <a:off x="6905625" y="4030663"/>
            <a:ext cx="357188" cy="220662"/>
          </a:xfrm>
          <a:custGeom>
            <a:avLst/>
            <a:gdLst>
              <a:gd name="T0" fmla="*/ 2147483646 w 225"/>
              <a:gd name="T1" fmla="*/ 2147483646 h 139"/>
              <a:gd name="T2" fmla="*/ 2147483646 w 225"/>
              <a:gd name="T3" fmla="*/ 0 h 139"/>
              <a:gd name="T4" fmla="*/ 0 w 225"/>
              <a:gd name="T5" fmla="*/ 2147483646 h 139"/>
              <a:gd name="T6" fmla="*/ 0 w 225"/>
              <a:gd name="T7" fmla="*/ 2147483646 h 139"/>
              <a:gd name="T8" fmla="*/ 2147483646 w 225"/>
              <a:gd name="T9" fmla="*/ 2147483646 h 139"/>
              <a:gd name="T10" fmla="*/ 2147483646 w 225"/>
              <a:gd name="T11" fmla="*/ 2147483646 h 139"/>
              <a:gd name="T12" fmla="*/ 2147483646 w 225"/>
              <a:gd name="T13" fmla="*/ 2147483646 h 13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139"/>
              <a:gd name="T23" fmla="*/ 225 w 225"/>
              <a:gd name="T24" fmla="*/ 139 h 13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139">
                <a:moveTo>
                  <a:pt x="225" y="17"/>
                </a:moveTo>
                <a:lnTo>
                  <a:pt x="216" y="0"/>
                </a:lnTo>
                <a:lnTo>
                  <a:pt x="0" y="123"/>
                </a:lnTo>
                <a:lnTo>
                  <a:pt x="9" y="139"/>
                </a:lnTo>
                <a:lnTo>
                  <a:pt x="225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06" name="Freeform 87">
            <a:extLst>
              <a:ext uri="{FF2B5EF4-FFF2-40B4-BE49-F238E27FC236}">
                <a16:creationId xmlns:a16="http://schemas.microsoft.com/office/drawing/2014/main" id="{EFC1D582-F50C-2ECB-F219-9BDB26F433A6}"/>
              </a:ext>
            </a:extLst>
          </p:cNvPr>
          <p:cNvSpPr>
            <a:spLocks/>
          </p:cNvSpPr>
          <p:nvPr/>
        </p:nvSpPr>
        <p:spPr bwMode="auto">
          <a:xfrm>
            <a:off x="6534151" y="4225926"/>
            <a:ext cx="385763" cy="207963"/>
          </a:xfrm>
          <a:custGeom>
            <a:avLst/>
            <a:gdLst>
              <a:gd name="T0" fmla="*/ 2147483646 w 243"/>
              <a:gd name="T1" fmla="*/ 2147483646 h 131"/>
              <a:gd name="T2" fmla="*/ 2147483646 w 243"/>
              <a:gd name="T3" fmla="*/ 0 h 131"/>
              <a:gd name="T4" fmla="*/ 0 w 243"/>
              <a:gd name="T5" fmla="*/ 2147483646 h 131"/>
              <a:gd name="T6" fmla="*/ 0 w 243"/>
              <a:gd name="T7" fmla="*/ 2147483646 h 131"/>
              <a:gd name="T8" fmla="*/ 2147483646 w 243"/>
              <a:gd name="T9" fmla="*/ 2147483646 h 131"/>
              <a:gd name="T10" fmla="*/ 2147483646 w 243"/>
              <a:gd name="T11" fmla="*/ 2147483646 h 131"/>
              <a:gd name="T12" fmla="*/ 2147483646 w 243"/>
              <a:gd name="T13" fmla="*/ 2147483646 h 13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3"/>
              <a:gd name="T22" fmla="*/ 0 h 131"/>
              <a:gd name="T23" fmla="*/ 243 w 243"/>
              <a:gd name="T24" fmla="*/ 131 h 13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3" h="131">
                <a:moveTo>
                  <a:pt x="243" y="16"/>
                </a:moveTo>
                <a:lnTo>
                  <a:pt x="234" y="0"/>
                </a:lnTo>
                <a:lnTo>
                  <a:pt x="0" y="114"/>
                </a:lnTo>
                <a:lnTo>
                  <a:pt x="9" y="131"/>
                </a:lnTo>
                <a:lnTo>
                  <a:pt x="243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07" name="Freeform 88">
            <a:extLst>
              <a:ext uri="{FF2B5EF4-FFF2-40B4-BE49-F238E27FC236}">
                <a16:creationId xmlns:a16="http://schemas.microsoft.com/office/drawing/2014/main" id="{B1ECB328-BBFB-F1DD-B88E-C23FD75CF08E}"/>
              </a:ext>
            </a:extLst>
          </p:cNvPr>
          <p:cNvSpPr>
            <a:spLocks/>
          </p:cNvSpPr>
          <p:nvPr/>
        </p:nvSpPr>
        <p:spPr bwMode="auto">
          <a:xfrm>
            <a:off x="6148388" y="4406901"/>
            <a:ext cx="400050" cy="168275"/>
          </a:xfrm>
          <a:custGeom>
            <a:avLst/>
            <a:gdLst>
              <a:gd name="T0" fmla="*/ 2147483646 w 252"/>
              <a:gd name="T1" fmla="*/ 2147483646 h 106"/>
              <a:gd name="T2" fmla="*/ 2147483646 w 252"/>
              <a:gd name="T3" fmla="*/ 0 h 106"/>
              <a:gd name="T4" fmla="*/ 0 w 252"/>
              <a:gd name="T5" fmla="*/ 2147483646 h 106"/>
              <a:gd name="T6" fmla="*/ 2147483646 w 252"/>
              <a:gd name="T7" fmla="*/ 2147483646 h 106"/>
              <a:gd name="T8" fmla="*/ 2147483646 w 252"/>
              <a:gd name="T9" fmla="*/ 2147483646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52"/>
              <a:gd name="T16" fmla="*/ 0 h 106"/>
              <a:gd name="T17" fmla="*/ 252 w 252"/>
              <a:gd name="T18" fmla="*/ 106 h 1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52" h="106">
                <a:moveTo>
                  <a:pt x="252" y="17"/>
                </a:moveTo>
                <a:lnTo>
                  <a:pt x="243" y="0"/>
                </a:lnTo>
                <a:lnTo>
                  <a:pt x="0" y="90"/>
                </a:lnTo>
                <a:lnTo>
                  <a:pt x="9" y="106"/>
                </a:lnTo>
                <a:lnTo>
                  <a:pt x="252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08" name="Freeform 89">
            <a:extLst>
              <a:ext uri="{FF2B5EF4-FFF2-40B4-BE49-F238E27FC236}">
                <a16:creationId xmlns:a16="http://schemas.microsoft.com/office/drawing/2014/main" id="{6EE70978-B30A-7A12-FF67-94E069B03DEE}"/>
              </a:ext>
            </a:extLst>
          </p:cNvPr>
          <p:cNvSpPr>
            <a:spLocks/>
          </p:cNvSpPr>
          <p:nvPr/>
        </p:nvSpPr>
        <p:spPr bwMode="auto">
          <a:xfrm>
            <a:off x="3676651" y="4926013"/>
            <a:ext cx="28575" cy="25400"/>
          </a:xfrm>
          <a:custGeom>
            <a:avLst/>
            <a:gdLst>
              <a:gd name="T0" fmla="*/ 0 w 18"/>
              <a:gd name="T1" fmla="*/ 2147483646 h 16"/>
              <a:gd name="T2" fmla="*/ 0 w 18"/>
              <a:gd name="T3" fmla="*/ 2147483646 h 16"/>
              <a:gd name="T4" fmla="*/ 2147483646 w 18"/>
              <a:gd name="T5" fmla="*/ 2147483646 h 16"/>
              <a:gd name="T6" fmla="*/ 2147483646 w 18"/>
              <a:gd name="T7" fmla="*/ 2147483646 h 16"/>
              <a:gd name="T8" fmla="*/ 2147483646 w 18"/>
              <a:gd name="T9" fmla="*/ 2147483646 h 16"/>
              <a:gd name="T10" fmla="*/ 2147483646 w 18"/>
              <a:gd name="T11" fmla="*/ 2147483646 h 16"/>
              <a:gd name="T12" fmla="*/ 2147483646 w 18"/>
              <a:gd name="T13" fmla="*/ 0 h 16"/>
              <a:gd name="T14" fmla="*/ 0 w 18"/>
              <a:gd name="T15" fmla="*/ 0 h 16"/>
              <a:gd name="T16" fmla="*/ 0 w 18"/>
              <a:gd name="T17" fmla="*/ 2147483646 h 16"/>
              <a:gd name="T18" fmla="*/ 0 w 18"/>
              <a:gd name="T19" fmla="*/ 2147483646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0" y="8"/>
                </a:moveTo>
                <a:lnTo>
                  <a:pt x="0" y="16"/>
                </a:lnTo>
                <a:lnTo>
                  <a:pt x="9" y="16"/>
                </a:lnTo>
                <a:lnTo>
                  <a:pt x="18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09" name="Freeform 90">
            <a:extLst>
              <a:ext uri="{FF2B5EF4-FFF2-40B4-BE49-F238E27FC236}">
                <a16:creationId xmlns:a16="http://schemas.microsoft.com/office/drawing/2014/main" id="{3D55D0B4-5451-ACB1-A7E3-D11F0002FA6E}"/>
              </a:ext>
            </a:extLst>
          </p:cNvPr>
          <p:cNvSpPr>
            <a:spLocks/>
          </p:cNvSpPr>
          <p:nvPr/>
        </p:nvSpPr>
        <p:spPr bwMode="auto">
          <a:xfrm>
            <a:off x="3476625" y="4886326"/>
            <a:ext cx="228600" cy="104775"/>
          </a:xfrm>
          <a:custGeom>
            <a:avLst/>
            <a:gdLst>
              <a:gd name="T0" fmla="*/ 2147483646 w 144"/>
              <a:gd name="T1" fmla="*/ 2147483646 h 66"/>
              <a:gd name="T2" fmla="*/ 2147483646 w 144"/>
              <a:gd name="T3" fmla="*/ 2147483646 h 66"/>
              <a:gd name="T4" fmla="*/ 0 w 144"/>
              <a:gd name="T5" fmla="*/ 0 h 66"/>
              <a:gd name="T6" fmla="*/ 2147483646 w 144"/>
              <a:gd name="T7" fmla="*/ 0 h 66"/>
              <a:gd name="T8" fmla="*/ 2147483646 w 144"/>
              <a:gd name="T9" fmla="*/ 2147483646 h 6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66"/>
              <a:gd name="T17" fmla="*/ 144 w 144"/>
              <a:gd name="T18" fmla="*/ 66 h 6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66">
                <a:moveTo>
                  <a:pt x="126" y="33"/>
                </a:moveTo>
                <a:lnTo>
                  <a:pt x="117" y="66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10" name="Freeform 91">
            <a:extLst>
              <a:ext uri="{FF2B5EF4-FFF2-40B4-BE49-F238E27FC236}">
                <a16:creationId xmlns:a16="http://schemas.microsoft.com/office/drawing/2014/main" id="{3D22C2ED-BA70-13DB-823E-41D7550BCA2A}"/>
              </a:ext>
            </a:extLst>
          </p:cNvPr>
          <p:cNvSpPr>
            <a:spLocks/>
          </p:cNvSpPr>
          <p:nvPr/>
        </p:nvSpPr>
        <p:spPr bwMode="auto">
          <a:xfrm>
            <a:off x="3476625" y="4886326"/>
            <a:ext cx="228600" cy="104775"/>
          </a:xfrm>
          <a:custGeom>
            <a:avLst/>
            <a:gdLst>
              <a:gd name="T0" fmla="*/ 2147483646 w 144"/>
              <a:gd name="T1" fmla="*/ 2147483646 h 66"/>
              <a:gd name="T2" fmla="*/ 2147483646 w 144"/>
              <a:gd name="T3" fmla="*/ 2147483646 h 66"/>
              <a:gd name="T4" fmla="*/ 0 w 144"/>
              <a:gd name="T5" fmla="*/ 0 h 66"/>
              <a:gd name="T6" fmla="*/ 2147483646 w 144"/>
              <a:gd name="T7" fmla="*/ 0 h 66"/>
              <a:gd name="T8" fmla="*/ 2147483646 w 144"/>
              <a:gd name="T9" fmla="*/ 2147483646 h 6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66"/>
              <a:gd name="T17" fmla="*/ 144 w 144"/>
              <a:gd name="T18" fmla="*/ 66 h 6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66">
                <a:moveTo>
                  <a:pt x="126" y="33"/>
                </a:moveTo>
                <a:lnTo>
                  <a:pt x="117" y="66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11" name="Freeform 92">
            <a:extLst>
              <a:ext uri="{FF2B5EF4-FFF2-40B4-BE49-F238E27FC236}">
                <a16:creationId xmlns:a16="http://schemas.microsoft.com/office/drawing/2014/main" id="{2D340680-089B-288E-A6E0-4932E15ED70C}"/>
              </a:ext>
            </a:extLst>
          </p:cNvPr>
          <p:cNvSpPr>
            <a:spLocks/>
          </p:cNvSpPr>
          <p:nvPr/>
        </p:nvSpPr>
        <p:spPr bwMode="auto">
          <a:xfrm>
            <a:off x="5362575" y="4627564"/>
            <a:ext cx="171450" cy="142875"/>
          </a:xfrm>
          <a:custGeom>
            <a:avLst/>
            <a:gdLst>
              <a:gd name="T0" fmla="*/ 2147483646 w 108"/>
              <a:gd name="T1" fmla="*/ 2147483646 h 90"/>
              <a:gd name="T2" fmla="*/ 2147483646 w 108"/>
              <a:gd name="T3" fmla="*/ 0 h 90"/>
              <a:gd name="T4" fmla="*/ 0 w 108"/>
              <a:gd name="T5" fmla="*/ 2147483646 h 90"/>
              <a:gd name="T6" fmla="*/ 0 w 108"/>
              <a:gd name="T7" fmla="*/ 2147483646 h 90"/>
              <a:gd name="T8" fmla="*/ 2147483646 w 108"/>
              <a:gd name="T9" fmla="*/ 2147483646 h 90"/>
              <a:gd name="T10" fmla="*/ 2147483646 w 108"/>
              <a:gd name="T11" fmla="*/ 2147483646 h 90"/>
              <a:gd name="T12" fmla="*/ 2147483646 w 108"/>
              <a:gd name="T13" fmla="*/ 2147483646 h 9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08"/>
              <a:gd name="T22" fmla="*/ 0 h 90"/>
              <a:gd name="T23" fmla="*/ 108 w 108"/>
              <a:gd name="T24" fmla="*/ 90 h 9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08" h="90">
                <a:moveTo>
                  <a:pt x="108" y="16"/>
                </a:moveTo>
                <a:lnTo>
                  <a:pt x="99" y="0"/>
                </a:lnTo>
                <a:lnTo>
                  <a:pt x="0" y="74"/>
                </a:lnTo>
                <a:lnTo>
                  <a:pt x="9" y="90"/>
                </a:lnTo>
                <a:lnTo>
                  <a:pt x="108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12" name="Freeform 93">
            <a:extLst>
              <a:ext uri="{FF2B5EF4-FFF2-40B4-BE49-F238E27FC236}">
                <a16:creationId xmlns:a16="http://schemas.microsoft.com/office/drawing/2014/main" id="{36CC051E-41F5-C65E-025C-EDCA37E5B7AF}"/>
              </a:ext>
            </a:extLst>
          </p:cNvPr>
          <p:cNvSpPr>
            <a:spLocks/>
          </p:cNvSpPr>
          <p:nvPr/>
        </p:nvSpPr>
        <p:spPr bwMode="auto">
          <a:xfrm>
            <a:off x="5162551" y="4745039"/>
            <a:ext cx="214313" cy="115887"/>
          </a:xfrm>
          <a:custGeom>
            <a:avLst/>
            <a:gdLst>
              <a:gd name="T0" fmla="*/ 2147483646 w 135"/>
              <a:gd name="T1" fmla="*/ 2147483646 h 73"/>
              <a:gd name="T2" fmla="*/ 2147483646 w 135"/>
              <a:gd name="T3" fmla="*/ 0 h 73"/>
              <a:gd name="T4" fmla="*/ 0 w 135"/>
              <a:gd name="T5" fmla="*/ 2147483646 h 73"/>
              <a:gd name="T6" fmla="*/ 0 w 135"/>
              <a:gd name="T7" fmla="*/ 2147483646 h 73"/>
              <a:gd name="T8" fmla="*/ 2147483646 w 135"/>
              <a:gd name="T9" fmla="*/ 2147483646 h 73"/>
              <a:gd name="T10" fmla="*/ 2147483646 w 135"/>
              <a:gd name="T11" fmla="*/ 2147483646 h 73"/>
              <a:gd name="T12" fmla="*/ 2147483646 w 135"/>
              <a:gd name="T13" fmla="*/ 2147483646 h 7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35"/>
              <a:gd name="T22" fmla="*/ 0 h 73"/>
              <a:gd name="T23" fmla="*/ 135 w 135"/>
              <a:gd name="T24" fmla="*/ 73 h 7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35" h="73">
                <a:moveTo>
                  <a:pt x="135" y="16"/>
                </a:moveTo>
                <a:lnTo>
                  <a:pt x="126" y="0"/>
                </a:lnTo>
                <a:lnTo>
                  <a:pt x="0" y="57"/>
                </a:lnTo>
                <a:lnTo>
                  <a:pt x="9" y="73"/>
                </a:lnTo>
                <a:lnTo>
                  <a:pt x="13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13" name="Freeform 94">
            <a:extLst>
              <a:ext uri="{FF2B5EF4-FFF2-40B4-BE49-F238E27FC236}">
                <a16:creationId xmlns:a16="http://schemas.microsoft.com/office/drawing/2014/main" id="{4069D71A-8457-F565-FF6F-F5F017A62401}"/>
              </a:ext>
            </a:extLst>
          </p:cNvPr>
          <p:cNvSpPr>
            <a:spLocks/>
          </p:cNvSpPr>
          <p:nvPr/>
        </p:nvSpPr>
        <p:spPr bwMode="auto">
          <a:xfrm>
            <a:off x="4948238" y="4835525"/>
            <a:ext cx="228600" cy="90488"/>
          </a:xfrm>
          <a:custGeom>
            <a:avLst/>
            <a:gdLst>
              <a:gd name="T0" fmla="*/ 2147483646 w 144"/>
              <a:gd name="T1" fmla="*/ 2147483646 h 57"/>
              <a:gd name="T2" fmla="*/ 2147483646 w 144"/>
              <a:gd name="T3" fmla="*/ 0 h 57"/>
              <a:gd name="T4" fmla="*/ 0 w 144"/>
              <a:gd name="T5" fmla="*/ 2147483646 h 57"/>
              <a:gd name="T6" fmla="*/ 0 w 144"/>
              <a:gd name="T7" fmla="*/ 2147483646 h 57"/>
              <a:gd name="T8" fmla="*/ 0 w 144"/>
              <a:gd name="T9" fmla="*/ 2147483646 h 57"/>
              <a:gd name="T10" fmla="*/ 2147483646 w 144"/>
              <a:gd name="T11" fmla="*/ 2147483646 h 57"/>
              <a:gd name="T12" fmla="*/ 2147483646 w 144"/>
              <a:gd name="T13" fmla="*/ 2147483646 h 5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44"/>
              <a:gd name="T22" fmla="*/ 0 h 57"/>
              <a:gd name="T23" fmla="*/ 144 w 144"/>
              <a:gd name="T24" fmla="*/ 57 h 5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44" h="57">
                <a:moveTo>
                  <a:pt x="144" y="16"/>
                </a:moveTo>
                <a:lnTo>
                  <a:pt x="135" y="0"/>
                </a:lnTo>
                <a:lnTo>
                  <a:pt x="0" y="41"/>
                </a:lnTo>
                <a:lnTo>
                  <a:pt x="0" y="57"/>
                </a:lnTo>
                <a:lnTo>
                  <a:pt x="9" y="57"/>
                </a:lnTo>
                <a:lnTo>
                  <a:pt x="144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14" name="Freeform 95">
            <a:extLst>
              <a:ext uri="{FF2B5EF4-FFF2-40B4-BE49-F238E27FC236}">
                <a16:creationId xmlns:a16="http://schemas.microsoft.com/office/drawing/2014/main" id="{1623744C-03FB-9500-A142-FBDCC6759150}"/>
              </a:ext>
            </a:extLst>
          </p:cNvPr>
          <p:cNvSpPr>
            <a:spLocks/>
          </p:cNvSpPr>
          <p:nvPr/>
        </p:nvSpPr>
        <p:spPr bwMode="auto">
          <a:xfrm>
            <a:off x="4705350" y="4900614"/>
            <a:ext cx="242888" cy="77787"/>
          </a:xfrm>
          <a:custGeom>
            <a:avLst/>
            <a:gdLst>
              <a:gd name="T0" fmla="*/ 2147483646 w 153"/>
              <a:gd name="T1" fmla="*/ 2147483646 h 49"/>
              <a:gd name="T2" fmla="*/ 2147483646 w 153"/>
              <a:gd name="T3" fmla="*/ 0 h 49"/>
              <a:gd name="T4" fmla="*/ 0 w 153"/>
              <a:gd name="T5" fmla="*/ 2147483646 h 49"/>
              <a:gd name="T6" fmla="*/ 0 w 153"/>
              <a:gd name="T7" fmla="*/ 2147483646 h 49"/>
              <a:gd name="T8" fmla="*/ 0 w 153"/>
              <a:gd name="T9" fmla="*/ 2147483646 h 49"/>
              <a:gd name="T10" fmla="*/ 0 w 153"/>
              <a:gd name="T11" fmla="*/ 2147483646 h 49"/>
              <a:gd name="T12" fmla="*/ 2147483646 w 153"/>
              <a:gd name="T13" fmla="*/ 2147483646 h 4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53"/>
              <a:gd name="T22" fmla="*/ 0 h 49"/>
              <a:gd name="T23" fmla="*/ 153 w 153"/>
              <a:gd name="T24" fmla="*/ 49 h 4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53" h="49">
                <a:moveTo>
                  <a:pt x="153" y="16"/>
                </a:moveTo>
                <a:lnTo>
                  <a:pt x="153" y="0"/>
                </a:lnTo>
                <a:lnTo>
                  <a:pt x="0" y="32"/>
                </a:lnTo>
                <a:lnTo>
                  <a:pt x="0" y="49"/>
                </a:lnTo>
                <a:lnTo>
                  <a:pt x="153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15" name="Freeform 96">
            <a:extLst>
              <a:ext uri="{FF2B5EF4-FFF2-40B4-BE49-F238E27FC236}">
                <a16:creationId xmlns:a16="http://schemas.microsoft.com/office/drawing/2014/main" id="{1C9959FB-9D74-109C-1572-8B5729418DA0}"/>
              </a:ext>
            </a:extLst>
          </p:cNvPr>
          <p:cNvSpPr>
            <a:spLocks/>
          </p:cNvSpPr>
          <p:nvPr/>
        </p:nvSpPr>
        <p:spPr bwMode="auto">
          <a:xfrm>
            <a:off x="4205288" y="4951414"/>
            <a:ext cx="500062" cy="65087"/>
          </a:xfrm>
          <a:custGeom>
            <a:avLst/>
            <a:gdLst>
              <a:gd name="T0" fmla="*/ 2147483646 w 315"/>
              <a:gd name="T1" fmla="*/ 2147483646 h 41"/>
              <a:gd name="T2" fmla="*/ 2147483646 w 315"/>
              <a:gd name="T3" fmla="*/ 0 h 41"/>
              <a:gd name="T4" fmla="*/ 0 w 315"/>
              <a:gd name="T5" fmla="*/ 2147483646 h 41"/>
              <a:gd name="T6" fmla="*/ 0 w 315"/>
              <a:gd name="T7" fmla="*/ 2147483646 h 41"/>
              <a:gd name="T8" fmla="*/ 0 w 315"/>
              <a:gd name="T9" fmla="*/ 2147483646 h 41"/>
              <a:gd name="T10" fmla="*/ 0 w 315"/>
              <a:gd name="T11" fmla="*/ 2147483646 h 41"/>
              <a:gd name="T12" fmla="*/ 2147483646 w 315"/>
              <a:gd name="T13" fmla="*/ 2147483646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15"/>
              <a:gd name="T22" fmla="*/ 0 h 41"/>
              <a:gd name="T23" fmla="*/ 315 w 315"/>
              <a:gd name="T24" fmla="*/ 41 h 4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15" h="41">
                <a:moveTo>
                  <a:pt x="315" y="17"/>
                </a:moveTo>
                <a:lnTo>
                  <a:pt x="315" y="0"/>
                </a:lnTo>
                <a:lnTo>
                  <a:pt x="0" y="25"/>
                </a:lnTo>
                <a:lnTo>
                  <a:pt x="0" y="41"/>
                </a:lnTo>
                <a:lnTo>
                  <a:pt x="315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16" name="Freeform 97">
            <a:extLst>
              <a:ext uri="{FF2B5EF4-FFF2-40B4-BE49-F238E27FC236}">
                <a16:creationId xmlns:a16="http://schemas.microsoft.com/office/drawing/2014/main" id="{36591C08-12DE-6C78-13E1-529E3B667311}"/>
              </a:ext>
            </a:extLst>
          </p:cNvPr>
          <p:cNvSpPr>
            <a:spLocks/>
          </p:cNvSpPr>
          <p:nvPr/>
        </p:nvSpPr>
        <p:spPr bwMode="auto">
          <a:xfrm>
            <a:off x="3690938" y="4926014"/>
            <a:ext cx="514350" cy="90487"/>
          </a:xfrm>
          <a:custGeom>
            <a:avLst/>
            <a:gdLst>
              <a:gd name="T0" fmla="*/ 2147483646 w 324"/>
              <a:gd name="T1" fmla="*/ 2147483646 h 57"/>
              <a:gd name="T2" fmla="*/ 2147483646 w 324"/>
              <a:gd name="T3" fmla="*/ 2147483646 h 57"/>
              <a:gd name="T4" fmla="*/ 0 w 324"/>
              <a:gd name="T5" fmla="*/ 0 h 57"/>
              <a:gd name="T6" fmla="*/ 0 w 324"/>
              <a:gd name="T7" fmla="*/ 2147483646 h 57"/>
              <a:gd name="T8" fmla="*/ 2147483646 w 324"/>
              <a:gd name="T9" fmla="*/ 2147483646 h 5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4"/>
              <a:gd name="T16" fmla="*/ 0 h 57"/>
              <a:gd name="T17" fmla="*/ 324 w 324"/>
              <a:gd name="T18" fmla="*/ 57 h 5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4" h="57">
                <a:moveTo>
                  <a:pt x="324" y="57"/>
                </a:moveTo>
                <a:lnTo>
                  <a:pt x="324" y="41"/>
                </a:lnTo>
                <a:lnTo>
                  <a:pt x="0" y="0"/>
                </a:lnTo>
                <a:lnTo>
                  <a:pt x="0" y="16"/>
                </a:lnTo>
                <a:lnTo>
                  <a:pt x="324" y="5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17" name="Freeform 98">
            <a:extLst>
              <a:ext uri="{FF2B5EF4-FFF2-40B4-BE49-F238E27FC236}">
                <a16:creationId xmlns:a16="http://schemas.microsoft.com/office/drawing/2014/main" id="{CF59C212-2C3B-DBB6-4642-770BCC3E582B}"/>
              </a:ext>
            </a:extLst>
          </p:cNvPr>
          <p:cNvSpPr>
            <a:spLocks/>
          </p:cNvSpPr>
          <p:nvPr/>
        </p:nvSpPr>
        <p:spPr bwMode="auto">
          <a:xfrm>
            <a:off x="5462589" y="4186239"/>
            <a:ext cx="28575" cy="26987"/>
          </a:xfrm>
          <a:custGeom>
            <a:avLst/>
            <a:gdLst>
              <a:gd name="T0" fmla="*/ 2147483646 w 18"/>
              <a:gd name="T1" fmla="*/ 2147483646 h 17"/>
              <a:gd name="T2" fmla="*/ 2147483646 w 18"/>
              <a:gd name="T3" fmla="*/ 2147483646 h 17"/>
              <a:gd name="T4" fmla="*/ 2147483646 w 18"/>
              <a:gd name="T5" fmla="*/ 0 h 17"/>
              <a:gd name="T6" fmla="*/ 2147483646 w 18"/>
              <a:gd name="T7" fmla="*/ 0 h 17"/>
              <a:gd name="T8" fmla="*/ 2147483646 w 18"/>
              <a:gd name="T9" fmla="*/ 0 h 17"/>
              <a:gd name="T10" fmla="*/ 2147483646 w 18"/>
              <a:gd name="T11" fmla="*/ 0 h 17"/>
              <a:gd name="T12" fmla="*/ 0 w 18"/>
              <a:gd name="T13" fmla="*/ 2147483646 h 17"/>
              <a:gd name="T14" fmla="*/ 2147483646 w 18"/>
              <a:gd name="T15" fmla="*/ 2147483646 h 17"/>
              <a:gd name="T16" fmla="*/ 2147483646 w 18"/>
              <a:gd name="T17" fmla="*/ 2147483646 h 17"/>
              <a:gd name="T18" fmla="*/ 2147483646 w 18"/>
              <a:gd name="T19" fmla="*/ 2147483646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7"/>
              <a:gd name="T32" fmla="*/ 18 w 18"/>
              <a:gd name="T33" fmla="*/ 17 h 17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7">
                <a:moveTo>
                  <a:pt x="9" y="17"/>
                </a:moveTo>
                <a:lnTo>
                  <a:pt x="18" y="9"/>
                </a:lnTo>
                <a:lnTo>
                  <a:pt x="18" y="0"/>
                </a:lnTo>
                <a:lnTo>
                  <a:pt x="9" y="0"/>
                </a:lnTo>
                <a:lnTo>
                  <a:pt x="0" y="9"/>
                </a:lnTo>
                <a:lnTo>
                  <a:pt x="9" y="9"/>
                </a:lnTo>
                <a:lnTo>
                  <a:pt x="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18" name="Freeform 99">
            <a:extLst>
              <a:ext uri="{FF2B5EF4-FFF2-40B4-BE49-F238E27FC236}">
                <a16:creationId xmlns:a16="http://schemas.microsoft.com/office/drawing/2014/main" id="{9E13BB7B-6143-D665-EAF9-7310B62B83D5}"/>
              </a:ext>
            </a:extLst>
          </p:cNvPr>
          <p:cNvSpPr>
            <a:spLocks/>
          </p:cNvSpPr>
          <p:nvPr/>
        </p:nvSpPr>
        <p:spPr bwMode="auto">
          <a:xfrm>
            <a:off x="5419725" y="4200526"/>
            <a:ext cx="128588" cy="193675"/>
          </a:xfrm>
          <a:custGeom>
            <a:avLst/>
            <a:gdLst>
              <a:gd name="T0" fmla="*/ 2147483646 w 81"/>
              <a:gd name="T1" fmla="*/ 0 h 122"/>
              <a:gd name="T2" fmla="*/ 2147483646 w 81"/>
              <a:gd name="T3" fmla="*/ 0 h 122"/>
              <a:gd name="T4" fmla="*/ 2147483646 w 81"/>
              <a:gd name="T5" fmla="*/ 2147483646 h 122"/>
              <a:gd name="T6" fmla="*/ 0 w 81"/>
              <a:gd name="T7" fmla="*/ 0 h 122"/>
              <a:gd name="T8" fmla="*/ 2147483646 w 81"/>
              <a:gd name="T9" fmla="*/ 0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2"/>
              <a:gd name="T17" fmla="*/ 81 w 81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2">
                <a:moveTo>
                  <a:pt x="36" y="0"/>
                </a:moveTo>
                <a:lnTo>
                  <a:pt x="81" y="0"/>
                </a:lnTo>
                <a:lnTo>
                  <a:pt x="45" y="122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19" name="Freeform 100">
            <a:extLst>
              <a:ext uri="{FF2B5EF4-FFF2-40B4-BE49-F238E27FC236}">
                <a16:creationId xmlns:a16="http://schemas.microsoft.com/office/drawing/2014/main" id="{26171128-C174-CA70-CF8A-9443B67C0E6B}"/>
              </a:ext>
            </a:extLst>
          </p:cNvPr>
          <p:cNvSpPr>
            <a:spLocks/>
          </p:cNvSpPr>
          <p:nvPr/>
        </p:nvSpPr>
        <p:spPr bwMode="auto">
          <a:xfrm>
            <a:off x="5419725" y="4200526"/>
            <a:ext cx="128588" cy="193675"/>
          </a:xfrm>
          <a:custGeom>
            <a:avLst/>
            <a:gdLst>
              <a:gd name="T0" fmla="*/ 2147483646 w 81"/>
              <a:gd name="T1" fmla="*/ 0 h 122"/>
              <a:gd name="T2" fmla="*/ 2147483646 w 81"/>
              <a:gd name="T3" fmla="*/ 0 h 122"/>
              <a:gd name="T4" fmla="*/ 2147483646 w 81"/>
              <a:gd name="T5" fmla="*/ 2147483646 h 122"/>
              <a:gd name="T6" fmla="*/ 0 w 81"/>
              <a:gd name="T7" fmla="*/ 0 h 122"/>
              <a:gd name="T8" fmla="*/ 2147483646 w 81"/>
              <a:gd name="T9" fmla="*/ 0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2"/>
              <a:gd name="T17" fmla="*/ 81 w 81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2">
                <a:moveTo>
                  <a:pt x="36" y="0"/>
                </a:moveTo>
                <a:lnTo>
                  <a:pt x="81" y="0"/>
                </a:lnTo>
                <a:lnTo>
                  <a:pt x="45" y="122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20" name="Freeform 101">
            <a:extLst>
              <a:ext uri="{FF2B5EF4-FFF2-40B4-BE49-F238E27FC236}">
                <a16:creationId xmlns:a16="http://schemas.microsoft.com/office/drawing/2014/main" id="{333B6F4B-E5B9-D664-ED9C-8680A7896610}"/>
              </a:ext>
            </a:extLst>
          </p:cNvPr>
          <p:cNvSpPr>
            <a:spLocks/>
          </p:cNvSpPr>
          <p:nvPr/>
        </p:nvSpPr>
        <p:spPr bwMode="auto">
          <a:xfrm>
            <a:off x="6191251" y="2293938"/>
            <a:ext cx="257175" cy="233362"/>
          </a:xfrm>
          <a:custGeom>
            <a:avLst/>
            <a:gdLst>
              <a:gd name="T0" fmla="*/ 2147483646 w 162"/>
              <a:gd name="T1" fmla="*/ 2147483646 h 147"/>
              <a:gd name="T2" fmla="*/ 2147483646 w 162"/>
              <a:gd name="T3" fmla="*/ 0 h 147"/>
              <a:gd name="T4" fmla="*/ 0 w 162"/>
              <a:gd name="T5" fmla="*/ 2147483646 h 147"/>
              <a:gd name="T6" fmla="*/ 0 w 162"/>
              <a:gd name="T7" fmla="*/ 2147483646 h 147"/>
              <a:gd name="T8" fmla="*/ 2147483646 w 162"/>
              <a:gd name="T9" fmla="*/ 2147483646 h 147"/>
              <a:gd name="T10" fmla="*/ 2147483646 w 162"/>
              <a:gd name="T11" fmla="*/ 2147483646 h 147"/>
              <a:gd name="T12" fmla="*/ 2147483646 w 162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2"/>
              <a:gd name="T22" fmla="*/ 0 h 147"/>
              <a:gd name="T23" fmla="*/ 162 w 162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2" h="147">
                <a:moveTo>
                  <a:pt x="162" y="8"/>
                </a:moveTo>
                <a:lnTo>
                  <a:pt x="144" y="0"/>
                </a:lnTo>
                <a:lnTo>
                  <a:pt x="0" y="139"/>
                </a:lnTo>
                <a:lnTo>
                  <a:pt x="18" y="147"/>
                </a:lnTo>
                <a:lnTo>
                  <a:pt x="16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21" name="Freeform 102">
            <a:extLst>
              <a:ext uri="{FF2B5EF4-FFF2-40B4-BE49-F238E27FC236}">
                <a16:creationId xmlns:a16="http://schemas.microsoft.com/office/drawing/2014/main" id="{7278D8E6-13EA-4D95-19C4-DC525566F159}"/>
              </a:ext>
            </a:extLst>
          </p:cNvPr>
          <p:cNvSpPr>
            <a:spLocks/>
          </p:cNvSpPr>
          <p:nvPr/>
        </p:nvSpPr>
        <p:spPr bwMode="auto">
          <a:xfrm>
            <a:off x="5991225" y="2514601"/>
            <a:ext cx="228600" cy="246063"/>
          </a:xfrm>
          <a:custGeom>
            <a:avLst/>
            <a:gdLst>
              <a:gd name="T0" fmla="*/ 2147483646 w 144"/>
              <a:gd name="T1" fmla="*/ 2147483646 h 155"/>
              <a:gd name="T2" fmla="*/ 2147483646 w 144"/>
              <a:gd name="T3" fmla="*/ 0 h 155"/>
              <a:gd name="T4" fmla="*/ 0 w 144"/>
              <a:gd name="T5" fmla="*/ 2147483646 h 155"/>
              <a:gd name="T6" fmla="*/ 0 w 144"/>
              <a:gd name="T7" fmla="*/ 2147483646 h 155"/>
              <a:gd name="T8" fmla="*/ 2147483646 w 144"/>
              <a:gd name="T9" fmla="*/ 2147483646 h 155"/>
              <a:gd name="T10" fmla="*/ 2147483646 w 144"/>
              <a:gd name="T11" fmla="*/ 2147483646 h 155"/>
              <a:gd name="T12" fmla="*/ 2147483646 w 144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44"/>
              <a:gd name="T22" fmla="*/ 0 h 155"/>
              <a:gd name="T23" fmla="*/ 144 w 144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44" h="155">
                <a:moveTo>
                  <a:pt x="144" y="8"/>
                </a:moveTo>
                <a:lnTo>
                  <a:pt x="126" y="0"/>
                </a:lnTo>
                <a:lnTo>
                  <a:pt x="0" y="147"/>
                </a:lnTo>
                <a:lnTo>
                  <a:pt x="18" y="155"/>
                </a:lnTo>
                <a:lnTo>
                  <a:pt x="144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22" name="Freeform 103">
            <a:extLst>
              <a:ext uri="{FF2B5EF4-FFF2-40B4-BE49-F238E27FC236}">
                <a16:creationId xmlns:a16="http://schemas.microsoft.com/office/drawing/2014/main" id="{9E98CC47-6D12-EF32-2D7E-FCBF9BFAC078}"/>
              </a:ext>
            </a:extLst>
          </p:cNvPr>
          <p:cNvSpPr>
            <a:spLocks/>
          </p:cNvSpPr>
          <p:nvPr/>
        </p:nvSpPr>
        <p:spPr bwMode="auto">
          <a:xfrm>
            <a:off x="5819776" y="2747963"/>
            <a:ext cx="200025" cy="233362"/>
          </a:xfrm>
          <a:custGeom>
            <a:avLst/>
            <a:gdLst>
              <a:gd name="T0" fmla="*/ 2147483646 w 126"/>
              <a:gd name="T1" fmla="*/ 2147483646 h 147"/>
              <a:gd name="T2" fmla="*/ 2147483646 w 126"/>
              <a:gd name="T3" fmla="*/ 0 h 147"/>
              <a:gd name="T4" fmla="*/ 0 w 126"/>
              <a:gd name="T5" fmla="*/ 2147483646 h 147"/>
              <a:gd name="T6" fmla="*/ 0 w 126"/>
              <a:gd name="T7" fmla="*/ 2147483646 h 147"/>
              <a:gd name="T8" fmla="*/ 2147483646 w 126"/>
              <a:gd name="T9" fmla="*/ 2147483646 h 147"/>
              <a:gd name="T10" fmla="*/ 2147483646 w 126"/>
              <a:gd name="T11" fmla="*/ 2147483646 h 147"/>
              <a:gd name="T12" fmla="*/ 2147483646 w 126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26"/>
              <a:gd name="T22" fmla="*/ 0 h 147"/>
              <a:gd name="T23" fmla="*/ 126 w 126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26" h="147">
                <a:moveTo>
                  <a:pt x="126" y="8"/>
                </a:moveTo>
                <a:lnTo>
                  <a:pt x="108" y="0"/>
                </a:lnTo>
                <a:lnTo>
                  <a:pt x="0" y="139"/>
                </a:lnTo>
                <a:lnTo>
                  <a:pt x="18" y="147"/>
                </a:lnTo>
                <a:lnTo>
                  <a:pt x="126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23" name="Freeform 104">
            <a:extLst>
              <a:ext uri="{FF2B5EF4-FFF2-40B4-BE49-F238E27FC236}">
                <a16:creationId xmlns:a16="http://schemas.microsoft.com/office/drawing/2014/main" id="{F6026A9D-4E81-4278-5515-D8ACBB7060DD}"/>
              </a:ext>
            </a:extLst>
          </p:cNvPr>
          <p:cNvSpPr>
            <a:spLocks/>
          </p:cNvSpPr>
          <p:nvPr/>
        </p:nvSpPr>
        <p:spPr bwMode="auto">
          <a:xfrm>
            <a:off x="5691188" y="2968626"/>
            <a:ext cx="157162" cy="246063"/>
          </a:xfrm>
          <a:custGeom>
            <a:avLst/>
            <a:gdLst>
              <a:gd name="T0" fmla="*/ 2147483646 w 99"/>
              <a:gd name="T1" fmla="*/ 2147483646 h 155"/>
              <a:gd name="T2" fmla="*/ 2147483646 w 99"/>
              <a:gd name="T3" fmla="*/ 0 h 155"/>
              <a:gd name="T4" fmla="*/ 0 w 99"/>
              <a:gd name="T5" fmla="*/ 2147483646 h 155"/>
              <a:gd name="T6" fmla="*/ 0 w 99"/>
              <a:gd name="T7" fmla="*/ 2147483646 h 155"/>
              <a:gd name="T8" fmla="*/ 2147483646 w 99"/>
              <a:gd name="T9" fmla="*/ 2147483646 h 155"/>
              <a:gd name="T10" fmla="*/ 2147483646 w 99"/>
              <a:gd name="T11" fmla="*/ 2147483646 h 155"/>
              <a:gd name="T12" fmla="*/ 2147483646 w 99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99"/>
              <a:gd name="T22" fmla="*/ 0 h 155"/>
              <a:gd name="T23" fmla="*/ 99 w 99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99" h="155">
                <a:moveTo>
                  <a:pt x="99" y="8"/>
                </a:moveTo>
                <a:lnTo>
                  <a:pt x="81" y="0"/>
                </a:lnTo>
                <a:lnTo>
                  <a:pt x="0" y="147"/>
                </a:lnTo>
                <a:lnTo>
                  <a:pt x="18" y="155"/>
                </a:lnTo>
                <a:lnTo>
                  <a:pt x="99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24" name="Freeform 105">
            <a:extLst>
              <a:ext uri="{FF2B5EF4-FFF2-40B4-BE49-F238E27FC236}">
                <a16:creationId xmlns:a16="http://schemas.microsoft.com/office/drawing/2014/main" id="{15C1BEEC-F6EB-EBF4-899C-3034FF31C660}"/>
              </a:ext>
            </a:extLst>
          </p:cNvPr>
          <p:cNvSpPr>
            <a:spLocks/>
          </p:cNvSpPr>
          <p:nvPr/>
        </p:nvSpPr>
        <p:spPr bwMode="auto">
          <a:xfrm>
            <a:off x="5576889" y="3201988"/>
            <a:ext cx="142875" cy="258762"/>
          </a:xfrm>
          <a:custGeom>
            <a:avLst/>
            <a:gdLst>
              <a:gd name="T0" fmla="*/ 2147483646 w 90"/>
              <a:gd name="T1" fmla="*/ 2147483646 h 163"/>
              <a:gd name="T2" fmla="*/ 2147483646 w 90"/>
              <a:gd name="T3" fmla="*/ 0 h 163"/>
              <a:gd name="T4" fmla="*/ 0 w 90"/>
              <a:gd name="T5" fmla="*/ 2147483646 h 163"/>
              <a:gd name="T6" fmla="*/ 0 w 90"/>
              <a:gd name="T7" fmla="*/ 2147483646 h 163"/>
              <a:gd name="T8" fmla="*/ 2147483646 w 90"/>
              <a:gd name="T9" fmla="*/ 2147483646 h 163"/>
              <a:gd name="T10" fmla="*/ 2147483646 w 90"/>
              <a:gd name="T11" fmla="*/ 2147483646 h 163"/>
              <a:gd name="T12" fmla="*/ 2147483646 w 90"/>
              <a:gd name="T13" fmla="*/ 2147483646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90"/>
              <a:gd name="T22" fmla="*/ 0 h 163"/>
              <a:gd name="T23" fmla="*/ 90 w 90"/>
              <a:gd name="T24" fmla="*/ 163 h 16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90" h="163">
                <a:moveTo>
                  <a:pt x="90" y="8"/>
                </a:moveTo>
                <a:lnTo>
                  <a:pt x="72" y="0"/>
                </a:lnTo>
                <a:lnTo>
                  <a:pt x="0" y="155"/>
                </a:lnTo>
                <a:lnTo>
                  <a:pt x="18" y="163"/>
                </a:lnTo>
                <a:lnTo>
                  <a:pt x="9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25" name="Freeform 106">
            <a:extLst>
              <a:ext uri="{FF2B5EF4-FFF2-40B4-BE49-F238E27FC236}">
                <a16:creationId xmlns:a16="http://schemas.microsoft.com/office/drawing/2014/main" id="{3F9C5698-481D-1FD7-53E2-5545992364B7}"/>
              </a:ext>
            </a:extLst>
          </p:cNvPr>
          <p:cNvSpPr>
            <a:spLocks/>
          </p:cNvSpPr>
          <p:nvPr/>
        </p:nvSpPr>
        <p:spPr bwMode="auto">
          <a:xfrm>
            <a:off x="5505451" y="3448051"/>
            <a:ext cx="100013" cy="258763"/>
          </a:xfrm>
          <a:custGeom>
            <a:avLst/>
            <a:gdLst>
              <a:gd name="T0" fmla="*/ 2147483646 w 63"/>
              <a:gd name="T1" fmla="*/ 2147483646 h 163"/>
              <a:gd name="T2" fmla="*/ 2147483646 w 63"/>
              <a:gd name="T3" fmla="*/ 0 h 163"/>
              <a:gd name="T4" fmla="*/ 0 w 63"/>
              <a:gd name="T5" fmla="*/ 2147483646 h 163"/>
              <a:gd name="T6" fmla="*/ 0 w 63"/>
              <a:gd name="T7" fmla="*/ 2147483646 h 163"/>
              <a:gd name="T8" fmla="*/ 2147483646 w 63"/>
              <a:gd name="T9" fmla="*/ 2147483646 h 163"/>
              <a:gd name="T10" fmla="*/ 2147483646 w 63"/>
              <a:gd name="T11" fmla="*/ 2147483646 h 163"/>
              <a:gd name="T12" fmla="*/ 2147483646 w 63"/>
              <a:gd name="T13" fmla="*/ 2147483646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3"/>
              <a:gd name="T22" fmla="*/ 0 h 163"/>
              <a:gd name="T23" fmla="*/ 63 w 63"/>
              <a:gd name="T24" fmla="*/ 163 h 16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3" h="163">
                <a:moveTo>
                  <a:pt x="63" y="8"/>
                </a:moveTo>
                <a:lnTo>
                  <a:pt x="45" y="0"/>
                </a:lnTo>
                <a:lnTo>
                  <a:pt x="0" y="155"/>
                </a:lnTo>
                <a:lnTo>
                  <a:pt x="18" y="155"/>
                </a:lnTo>
                <a:lnTo>
                  <a:pt x="18" y="163"/>
                </a:lnTo>
                <a:lnTo>
                  <a:pt x="63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26" name="Freeform 107">
            <a:extLst>
              <a:ext uri="{FF2B5EF4-FFF2-40B4-BE49-F238E27FC236}">
                <a16:creationId xmlns:a16="http://schemas.microsoft.com/office/drawing/2014/main" id="{C06C81AC-DC70-BD11-40D4-EEB0E86147A7}"/>
              </a:ext>
            </a:extLst>
          </p:cNvPr>
          <p:cNvSpPr>
            <a:spLocks/>
          </p:cNvSpPr>
          <p:nvPr/>
        </p:nvSpPr>
        <p:spPr bwMode="auto">
          <a:xfrm>
            <a:off x="5462589" y="3694113"/>
            <a:ext cx="71437" cy="246062"/>
          </a:xfrm>
          <a:custGeom>
            <a:avLst/>
            <a:gdLst>
              <a:gd name="T0" fmla="*/ 2147483646 w 45"/>
              <a:gd name="T1" fmla="*/ 0 h 155"/>
              <a:gd name="T2" fmla="*/ 2147483646 w 45"/>
              <a:gd name="T3" fmla="*/ 0 h 155"/>
              <a:gd name="T4" fmla="*/ 0 w 45"/>
              <a:gd name="T5" fmla="*/ 2147483646 h 155"/>
              <a:gd name="T6" fmla="*/ 0 w 45"/>
              <a:gd name="T7" fmla="*/ 2147483646 h 155"/>
              <a:gd name="T8" fmla="*/ 2147483646 w 45"/>
              <a:gd name="T9" fmla="*/ 2147483646 h 155"/>
              <a:gd name="T10" fmla="*/ 2147483646 w 45"/>
              <a:gd name="T11" fmla="*/ 2147483646 h 155"/>
              <a:gd name="T12" fmla="*/ 2147483646 w 45"/>
              <a:gd name="T13" fmla="*/ 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5"/>
              <a:gd name="T22" fmla="*/ 0 h 155"/>
              <a:gd name="T23" fmla="*/ 45 w 45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5" h="155">
                <a:moveTo>
                  <a:pt x="45" y="0"/>
                </a:moveTo>
                <a:lnTo>
                  <a:pt x="27" y="0"/>
                </a:lnTo>
                <a:lnTo>
                  <a:pt x="0" y="155"/>
                </a:lnTo>
                <a:lnTo>
                  <a:pt x="18" y="155"/>
                </a:lnTo>
                <a:lnTo>
                  <a:pt x="4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27" name="Rectangle 108">
            <a:extLst>
              <a:ext uri="{FF2B5EF4-FFF2-40B4-BE49-F238E27FC236}">
                <a16:creationId xmlns:a16="http://schemas.microsoft.com/office/drawing/2014/main" id="{AEA640C4-BD7C-D018-B317-852E964163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2589" y="3940176"/>
            <a:ext cx="28575" cy="246063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0828" name="Freeform 109">
            <a:extLst>
              <a:ext uri="{FF2B5EF4-FFF2-40B4-BE49-F238E27FC236}">
                <a16:creationId xmlns:a16="http://schemas.microsoft.com/office/drawing/2014/main" id="{1DAAE0D1-4973-689B-0C04-9A8E62EAB2DC}"/>
              </a:ext>
            </a:extLst>
          </p:cNvPr>
          <p:cNvSpPr>
            <a:spLocks/>
          </p:cNvSpPr>
          <p:nvPr/>
        </p:nvSpPr>
        <p:spPr bwMode="auto">
          <a:xfrm>
            <a:off x="3548064" y="3641725"/>
            <a:ext cx="28575" cy="26988"/>
          </a:xfrm>
          <a:custGeom>
            <a:avLst/>
            <a:gdLst>
              <a:gd name="T0" fmla="*/ 0 w 18"/>
              <a:gd name="T1" fmla="*/ 2147483646 h 17"/>
              <a:gd name="T2" fmla="*/ 0 w 18"/>
              <a:gd name="T3" fmla="*/ 2147483646 h 17"/>
              <a:gd name="T4" fmla="*/ 2147483646 w 18"/>
              <a:gd name="T5" fmla="*/ 2147483646 h 17"/>
              <a:gd name="T6" fmla="*/ 2147483646 w 18"/>
              <a:gd name="T7" fmla="*/ 2147483646 h 17"/>
              <a:gd name="T8" fmla="*/ 2147483646 w 18"/>
              <a:gd name="T9" fmla="*/ 2147483646 h 17"/>
              <a:gd name="T10" fmla="*/ 2147483646 w 18"/>
              <a:gd name="T11" fmla="*/ 2147483646 h 17"/>
              <a:gd name="T12" fmla="*/ 2147483646 w 18"/>
              <a:gd name="T13" fmla="*/ 0 h 17"/>
              <a:gd name="T14" fmla="*/ 0 w 18"/>
              <a:gd name="T15" fmla="*/ 0 h 17"/>
              <a:gd name="T16" fmla="*/ 0 w 18"/>
              <a:gd name="T17" fmla="*/ 2147483646 h 17"/>
              <a:gd name="T18" fmla="*/ 0 w 18"/>
              <a:gd name="T19" fmla="*/ 2147483646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7"/>
              <a:gd name="T32" fmla="*/ 18 w 18"/>
              <a:gd name="T33" fmla="*/ 17 h 17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7">
                <a:moveTo>
                  <a:pt x="0" y="9"/>
                </a:moveTo>
                <a:lnTo>
                  <a:pt x="0" y="17"/>
                </a:lnTo>
                <a:lnTo>
                  <a:pt x="9" y="17"/>
                </a:lnTo>
                <a:lnTo>
                  <a:pt x="18" y="17"/>
                </a:lnTo>
                <a:lnTo>
                  <a:pt x="18" y="9"/>
                </a:lnTo>
                <a:lnTo>
                  <a:pt x="9" y="0"/>
                </a:lnTo>
                <a:lnTo>
                  <a:pt x="0" y="0"/>
                </a:lnTo>
                <a:lnTo>
                  <a:pt x="0" y="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29" name="Freeform 110">
            <a:extLst>
              <a:ext uri="{FF2B5EF4-FFF2-40B4-BE49-F238E27FC236}">
                <a16:creationId xmlns:a16="http://schemas.microsoft.com/office/drawing/2014/main" id="{674B620F-3E5D-4AEE-470B-903916EAE7FF}"/>
              </a:ext>
            </a:extLst>
          </p:cNvPr>
          <p:cNvSpPr>
            <a:spLocks/>
          </p:cNvSpPr>
          <p:nvPr/>
        </p:nvSpPr>
        <p:spPr bwMode="auto">
          <a:xfrm>
            <a:off x="3348038" y="3603625"/>
            <a:ext cx="228600" cy="103188"/>
          </a:xfrm>
          <a:custGeom>
            <a:avLst/>
            <a:gdLst>
              <a:gd name="T0" fmla="*/ 2147483646 w 144"/>
              <a:gd name="T1" fmla="*/ 2147483646 h 65"/>
              <a:gd name="T2" fmla="*/ 2147483646 w 144"/>
              <a:gd name="T3" fmla="*/ 2147483646 h 65"/>
              <a:gd name="T4" fmla="*/ 0 w 144"/>
              <a:gd name="T5" fmla="*/ 0 h 65"/>
              <a:gd name="T6" fmla="*/ 2147483646 w 144"/>
              <a:gd name="T7" fmla="*/ 0 h 65"/>
              <a:gd name="T8" fmla="*/ 2147483646 w 144"/>
              <a:gd name="T9" fmla="*/ 2147483646 h 6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65"/>
              <a:gd name="T17" fmla="*/ 144 w 144"/>
              <a:gd name="T18" fmla="*/ 65 h 6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65">
                <a:moveTo>
                  <a:pt x="126" y="33"/>
                </a:moveTo>
                <a:lnTo>
                  <a:pt x="117" y="65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30" name="Freeform 111">
            <a:extLst>
              <a:ext uri="{FF2B5EF4-FFF2-40B4-BE49-F238E27FC236}">
                <a16:creationId xmlns:a16="http://schemas.microsoft.com/office/drawing/2014/main" id="{35AE181E-ADE1-A572-A6E5-67AF874185EC}"/>
              </a:ext>
            </a:extLst>
          </p:cNvPr>
          <p:cNvSpPr>
            <a:spLocks/>
          </p:cNvSpPr>
          <p:nvPr/>
        </p:nvSpPr>
        <p:spPr bwMode="auto">
          <a:xfrm>
            <a:off x="3348038" y="3603625"/>
            <a:ext cx="228600" cy="103188"/>
          </a:xfrm>
          <a:custGeom>
            <a:avLst/>
            <a:gdLst>
              <a:gd name="T0" fmla="*/ 2147483646 w 144"/>
              <a:gd name="T1" fmla="*/ 2147483646 h 65"/>
              <a:gd name="T2" fmla="*/ 2147483646 w 144"/>
              <a:gd name="T3" fmla="*/ 2147483646 h 65"/>
              <a:gd name="T4" fmla="*/ 0 w 144"/>
              <a:gd name="T5" fmla="*/ 0 h 65"/>
              <a:gd name="T6" fmla="*/ 2147483646 w 144"/>
              <a:gd name="T7" fmla="*/ 0 h 65"/>
              <a:gd name="T8" fmla="*/ 2147483646 w 144"/>
              <a:gd name="T9" fmla="*/ 2147483646 h 6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65"/>
              <a:gd name="T17" fmla="*/ 144 w 144"/>
              <a:gd name="T18" fmla="*/ 65 h 6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65">
                <a:moveTo>
                  <a:pt x="126" y="33"/>
                </a:moveTo>
                <a:lnTo>
                  <a:pt x="117" y="65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31" name="Freeform 112">
            <a:extLst>
              <a:ext uri="{FF2B5EF4-FFF2-40B4-BE49-F238E27FC236}">
                <a16:creationId xmlns:a16="http://schemas.microsoft.com/office/drawing/2014/main" id="{5CBE95C5-9DF1-04EB-12FD-D98019253A58}"/>
              </a:ext>
            </a:extLst>
          </p:cNvPr>
          <p:cNvSpPr>
            <a:spLocks/>
          </p:cNvSpPr>
          <p:nvPr/>
        </p:nvSpPr>
        <p:spPr bwMode="auto">
          <a:xfrm>
            <a:off x="5062539" y="4303714"/>
            <a:ext cx="471487" cy="363537"/>
          </a:xfrm>
          <a:custGeom>
            <a:avLst/>
            <a:gdLst>
              <a:gd name="T0" fmla="*/ 2147483646 w 297"/>
              <a:gd name="T1" fmla="*/ 2147483646 h 229"/>
              <a:gd name="T2" fmla="*/ 2147483646 w 297"/>
              <a:gd name="T3" fmla="*/ 2147483646 h 229"/>
              <a:gd name="T4" fmla="*/ 2147483646 w 297"/>
              <a:gd name="T5" fmla="*/ 0 h 229"/>
              <a:gd name="T6" fmla="*/ 2147483646 w 297"/>
              <a:gd name="T7" fmla="*/ 0 h 229"/>
              <a:gd name="T8" fmla="*/ 0 w 297"/>
              <a:gd name="T9" fmla="*/ 2147483646 h 229"/>
              <a:gd name="T10" fmla="*/ 0 w 297"/>
              <a:gd name="T11" fmla="*/ 2147483646 h 229"/>
              <a:gd name="T12" fmla="*/ 2147483646 w 297"/>
              <a:gd name="T13" fmla="*/ 2147483646 h 2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97"/>
              <a:gd name="T22" fmla="*/ 0 h 229"/>
              <a:gd name="T23" fmla="*/ 297 w 297"/>
              <a:gd name="T24" fmla="*/ 229 h 22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97" h="229">
                <a:moveTo>
                  <a:pt x="288" y="229"/>
                </a:moveTo>
                <a:lnTo>
                  <a:pt x="297" y="212"/>
                </a:lnTo>
                <a:lnTo>
                  <a:pt x="9" y="0"/>
                </a:lnTo>
                <a:lnTo>
                  <a:pt x="0" y="16"/>
                </a:lnTo>
                <a:lnTo>
                  <a:pt x="288" y="22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32" name="Freeform 113">
            <a:extLst>
              <a:ext uri="{FF2B5EF4-FFF2-40B4-BE49-F238E27FC236}">
                <a16:creationId xmlns:a16="http://schemas.microsoft.com/office/drawing/2014/main" id="{D3F77B2E-87AB-8DDE-F2AC-DD9B2B4FD1BB}"/>
              </a:ext>
            </a:extLst>
          </p:cNvPr>
          <p:cNvSpPr>
            <a:spLocks/>
          </p:cNvSpPr>
          <p:nvPr/>
        </p:nvSpPr>
        <p:spPr bwMode="auto">
          <a:xfrm>
            <a:off x="4591051" y="4030663"/>
            <a:ext cx="485775" cy="298450"/>
          </a:xfrm>
          <a:custGeom>
            <a:avLst/>
            <a:gdLst>
              <a:gd name="T0" fmla="*/ 2147483646 w 306"/>
              <a:gd name="T1" fmla="*/ 2147483646 h 188"/>
              <a:gd name="T2" fmla="*/ 2147483646 w 306"/>
              <a:gd name="T3" fmla="*/ 2147483646 h 188"/>
              <a:gd name="T4" fmla="*/ 2147483646 w 306"/>
              <a:gd name="T5" fmla="*/ 0 h 188"/>
              <a:gd name="T6" fmla="*/ 2147483646 w 306"/>
              <a:gd name="T7" fmla="*/ 0 h 188"/>
              <a:gd name="T8" fmla="*/ 0 w 306"/>
              <a:gd name="T9" fmla="*/ 2147483646 h 188"/>
              <a:gd name="T10" fmla="*/ 0 w 306"/>
              <a:gd name="T11" fmla="*/ 2147483646 h 188"/>
              <a:gd name="T12" fmla="*/ 2147483646 w 306"/>
              <a:gd name="T13" fmla="*/ 2147483646 h 1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06"/>
              <a:gd name="T22" fmla="*/ 0 h 188"/>
              <a:gd name="T23" fmla="*/ 306 w 306"/>
              <a:gd name="T24" fmla="*/ 188 h 1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06" h="188">
                <a:moveTo>
                  <a:pt x="297" y="188"/>
                </a:moveTo>
                <a:lnTo>
                  <a:pt x="306" y="172"/>
                </a:lnTo>
                <a:lnTo>
                  <a:pt x="9" y="0"/>
                </a:lnTo>
                <a:lnTo>
                  <a:pt x="0" y="17"/>
                </a:lnTo>
                <a:lnTo>
                  <a:pt x="297" y="18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33" name="Freeform 114">
            <a:extLst>
              <a:ext uri="{FF2B5EF4-FFF2-40B4-BE49-F238E27FC236}">
                <a16:creationId xmlns:a16="http://schemas.microsoft.com/office/drawing/2014/main" id="{9B07BB2C-A44C-CDAA-9A55-0115ACEFC87A}"/>
              </a:ext>
            </a:extLst>
          </p:cNvPr>
          <p:cNvSpPr>
            <a:spLocks/>
          </p:cNvSpPr>
          <p:nvPr/>
        </p:nvSpPr>
        <p:spPr bwMode="auto">
          <a:xfrm>
            <a:off x="4076700" y="3811588"/>
            <a:ext cx="528638" cy="246062"/>
          </a:xfrm>
          <a:custGeom>
            <a:avLst/>
            <a:gdLst>
              <a:gd name="T0" fmla="*/ 2147483646 w 333"/>
              <a:gd name="T1" fmla="*/ 2147483646 h 155"/>
              <a:gd name="T2" fmla="*/ 2147483646 w 333"/>
              <a:gd name="T3" fmla="*/ 2147483646 h 155"/>
              <a:gd name="T4" fmla="*/ 2147483646 w 333"/>
              <a:gd name="T5" fmla="*/ 0 h 155"/>
              <a:gd name="T6" fmla="*/ 2147483646 w 333"/>
              <a:gd name="T7" fmla="*/ 0 h 155"/>
              <a:gd name="T8" fmla="*/ 0 w 333"/>
              <a:gd name="T9" fmla="*/ 2147483646 h 155"/>
              <a:gd name="T10" fmla="*/ 0 w 333"/>
              <a:gd name="T11" fmla="*/ 2147483646 h 155"/>
              <a:gd name="T12" fmla="*/ 2147483646 w 333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33"/>
              <a:gd name="T22" fmla="*/ 0 h 155"/>
              <a:gd name="T23" fmla="*/ 333 w 333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33" h="155">
                <a:moveTo>
                  <a:pt x="324" y="155"/>
                </a:moveTo>
                <a:lnTo>
                  <a:pt x="333" y="138"/>
                </a:lnTo>
                <a:lnTo>
                  <a:pt x="9" y="0"/>
                </a:lnTo>
                <a:lnTo>
                  <a:pt x="0" y="16"/>
                </a:lnTo>
                <a:lnTo>
                  <a:pt x="324" y="15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34" name="Freeform 115">
            <a:extLst>
              <a:ext uri="{FF2B5EF4-FFF2-40B4-BE49-F238E27FC236}">
                <a16:creationId xmlns:a16="http://schemas.microsoft.com/office/drawing/2014/main" id="{BA9B0DA2-45E7-446D-B8F0-80A782BFAB03}"/>
              </a:ext>
            </a:extLst>
          </p:cNvPr>
          <p:cNvSpPr>
            <a:spLocks/>
          </p:cNvSpPr>
          <p:nvPr/>
        </p:nvSpPr>
        <p:spPr bwMode="auto">
          <a:xfrm>
            <a:off x="3562350" y="3641726"/>
            <a:ext cx="528638" cy="195263"/>
          </a:xfrm>
          <a:custGeom>
            <a:avLst/>
            <a:gdLst>
              <a:gd name="T0" fmla="*/ 2147483646 w 333"/>
              <a:gd name="T1" fmla="*/ 2147483646 h 123"/>
              <a:gd name="T2" fmla="*/ 2147483646 w 333"/>
              <a:gd name="T3" fmla="*/ 2147483646 h 123"/>
              <a:gd name="T4" fmla="*/ 2147483646 w 333"/>
              <a:gd name="T5" fmla="*/ 0 h 123"/>
              <a:gd name="T6" fmla="*/ 0 w 333"/>
              <a:gd name="T7" fmla="*/ 2147483646 h 123"/>
              <a:gd name="T8" fmla="*/ 2147483646 w 333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33"/>
              <a:gd name="T16" fmla="*/ 0 h 123"/>
              <a:gd name="T17" fmla="*/ 333 w 333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33" h="123">
                <a:moveTo>
                  <a:pt x="324" y="123"/>
                </a:moveTo>
                <a:lnTo>
                  <a:pt x="333" y="107"/>
                </a:lnTo>
                <a:lnTo>
                  <a:pt x="9" y="0"/>
                </a:lnTo>
                <a:lnTo>
                  <a:pt x="0" y="17"/>
                </a:lnTo>
                <a:lnTo>
                  <a:pt x="324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35" name="Freeform 116">
            <a:extLst>
              <a:ext uri="{FF2B5EF4-FFF2-40B4-BE49-F238E27FC236}">
                <a16:creationId xmlns:a16="http://schemas.microsoft.com/office/drawing/2014/main" id="{0ACDDCBF-826A-55C1-5EE7-509D2BB9276D}"/>
              </a:ext>
            </a:extLst>
          </p:cNvPr>
          <p:cNvSpPr>
            <a:spLocks/>
          </p:cNvSpPr>
          <p:nvPr/>
        </p:nvSpPr>
        <p:spPr bwMode="auto">
          <a:xfrm>
            <a:off x="6477001" y="2747963"/>
            <a:ext cx="28575" cy="25400"/>
          </a:xfrm>
          <a:custGeom>
            <a:avLst/>
            <a:gdLst>
              <a:gd name="T0" fmla="*/ 2147483646 w 18"/>
              <a:gd name="T1" fmla="*/ 0 h 16"/>
              <a:gd name="T2" fmla="*/ 0 w 18"/>
              <a:gd name="T3" fmla="*/ 0 h 16"/>
              <a:gd name="T4" fmla="*/ 0 w 18"/>
              <a:gd name="T5" fmla="*/ 2147483646 h 16"/>
              <a:gd name="T6" fmla="*/ 0 w 18"/>
              <a:gd name="T7" fmla="*/ 2147483646 h 16"/>
              <a:gd name="T8" fmla="*/ 2147483646 w 18"/>
              <a:gd name="T9" fmla="*/ 2147483646 h 16"/>
              <a:gd name="T10" fmla="*/ 2147483646 w 18"/>
              <a:gd name="T11" fmla="*/ 2147483646 h 16"/>
              <a:gd name="T12" fmla="*/ 2147483646 w 18"/>
              <a:gd name="T13" fmla="*/ 0 h 16"/>
              <a:gd name="T14" fmla="*/ 2147483646 w 18"/>
              <a:gd name="T15" fmla="*/ 0 h 16"/>
              <a:gd name="T16" fmla="*/ 2147483646 w 18"/>
              <a:gd name="T17" fmla="*/ 0 h 16"/>
              <a:gd name="T18" fmla="*/ 2147483646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9" y="0"/>
                </a:moveTo>
                <a:lnTo>
                  <a:pt x="0" y="0"/>
                </a:lnTo>
                <a:lnTo>
                  <a:pt x="0" y="8"/>
                </a:lnTo>
                <a:lnTo>
                  <a:pt x="9" y="16"/>
                </a:lnTo>
                <a:lnTo>
                  <a:pt x="9" y="8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36" name="Freeform 117">
            <a:extLst>
              <a:ext uri="{FF2B5EF4-FFF2-40B4-BE49-F238E27FC236}">
                <a16:creationId xmlns:a16="http://schemas.microsoft.com/office/drawing/2014/main" id="{49306798-E91F-5B77-F140-5D07F42EB99D}"/>
              </a:ext>
            </a:extLst>
          </p:cNvPr>
          <p:cNvSpPr>
            <a:spLocks/>
          </p:cNvSpPr>
          <p:nvPr/>
        </p:nvSpPr>
        <p:spPr bwMode="auto">
          <a:xfrm>
            <a:off x="6419850" y="2552701"/>
            <a:ext cx="128588" cy="195263"/>
          </a:xfrm>
          <a:custGeom>
            <a:avLst/>
            <a:gdLst>
              <a:gd name="T0" fmla="*/ 2147483646 w 81"/>
              <a:gd name="T1" fmla="*/ 2147483646 h 123"/>
              <a:gd name="T2" fmla="*/ 0 w 81"/>
              <a:gd name="T3" fmla="*/ 2147483646 h 123"/>
              <a:gd name="T4" fmla="*/ 2147483646 w 81"/>
              <a:gd name="T5" fmla="*/ 0 h 123"/>
              <a:gd name="T6" fmla="*/ 2147483646 w 81"/>
              <a:gd name="T7" fmla="*/ 2147483646 h 123"/>
              <a:gd name="T8" fmla="*/ 2147483646 w 81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45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45" y="12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37" name="Freeform 118">
            <a:extLst>
              <a:ext uri="{FF2B5EF4-FFF2-40B4-BE49-F238E27FC236}">
                <a16:creationId xmlns:a16="http://schemas.microsoft.com/office/drawing/2014/main" id="{FA524B82-DD29-8E02-D531-9E6475F973AF}"/>
              </a:ext>
            </a:extLst>
          </p:cNvPr>
          <p:cNvSpPr>
            <a:spLocks/>
          </p:cNvSpPr>
          <p:nvPr/>
        </p:nvSpPr>
        <p:spPr bwMode="auto">
          <a:xfrm>
            <a:off x="6419850" y="2552701"/>
            <a:ext cx="128588" cy="195263"/>
          </a:xfrm>
          <a:custGeom>
            <a:avLst/>
            <a:gdLst>
              <a:gd name="T0" fmla="*/ 2147483646 w 81"/>
              <a:gd name="T1" fmla="*/ 2147483646 h 123"/>
              <a:gd name="T2" fmla="*/ 0 w 81"/>
              <a:gd name="T3" fmla="*/ 2147483646 h 123"/>
              <a:gd name="T4" fmla="*/ 2147483646 w 81"/>
              <a:gd name="T5" fmla="*/ 0 h 123"/>
              <a:gd name="T6" fmla="*/ 2147483646 w 81"/>
              <a:gd name="T7" fmla="*/ 2147483646 h 123"/>
              <a:gd name="T8" fmla="*/ 2147483646 w 81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45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45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38" name="Freeform 119">
            <a:extLst>
              <a:ext uri="{FF2B5EF4-FFF2-40B4-BE49-F238E27FC236}">
                <a16:creationId xmlns:a16="http://schemas.microsoft.com/office/drawing/2014/main" id="{E788F36E-A637-E4E2-1176-2627016706B1}"/>
              </a:ext>
            </a:extLst>
          </p:cNvPr>
          <p:cNvSpPr>
            <a:spLocks/>
          </p:cNvSpPr>
          <p:nvPr/>
        </p:nvSpPr>
        <p:spPr bwMode="auto">
          <a:xfrm>
            <a:off x="5505451" y="4419601"/>
            <a:ext cx="257175" cy="233363"/>
          </a:xfrm>
          <a:custGeom>
            <a:avLst/>
            <a:gdLst>
              <a:gd name="T0" fmla="*/ 0 w 162"/>
              <a:gd name="T1" fmla="*/ 2147483646 h 147"/>
              <a:gd name="T2" fmla="*/ 2147483646 w 162"/>
              <a:gd name="T3" fmla="*/ 2147483646 h 147"/>
              <a:gd name="T4" fmla="*/ 2147483646 w 162"/>
              <a:gd name="T5" fmla="*/ 2147483646 h 147"/>
              <a:gd name="T6" fmla="*/ 2147483646 w 162"/>
              <a:gd name="T7" fmla="*/ 2147483646 h 147"/>
              <a:gd name="T8" fmla="*/ 2147483646 w 162"/>
              <a:gd name="T9" fmla="*/ 0 h 147"/>
              <a:gd name="T10" fmla="*/ 2147483646 w 162"/>
              <a:gd name="T11" fmla="*/ 0 h 147"/>
              <a:gd name="T12" fmla="*/ 0 w 162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2"/>
              <a:gd name="T22" fmla="*/ 0 h 147"/>
              <a:gd name="T23" fmla="*/ 162 w 162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2" h="147">
                <a:moveTo>
                  <a:pt x="0" y="139"/>
                </a:moveTo>
                <a:lnTo>
                  <a:pt x="18" y="147"/>
                </a:lnTo>
                <a:lnTo>
                  <a:pt x="162" y="9"/>
                </a:lnTo>
                <a:lnTo>
                  <a:pt x="144" y="0"/>
                </a:lnTo>
                <a:lnTo>
                  <a:pt x="0" y="13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39" name="Freeform 120">
            <a:extLst>
              <a:ext uri="{FF2B5EF4-FFF2-40B4-BE49-F238E27FC236}">
                <a16:creationId xmlns:a16="http://schemas.microsoft.com/office/drawing/2014/main" id="{2C4BB22E-0F23-F84A-D825-9A2DA295340A}"/>
              </a:ext>
            </a:extLst>
          </p:cNvPr>
          <p:cNvSpPr>
            <a:spLocks/>
          </p:cNvSpPr>
          <p:nvPr/>
        </p:nvSpPr>
        <p:spPr bwMode="auto">
          <a:xfrm>
            <a:off x="5734050" y="4200526"/>
            <a:ext cx="228600" cy="233363"/>
          </a:xfrm>
          <a:custGeom>
            <a:avLst/>
            <a:gdLst>
              <a:gd name="T0" fmla="*/ 0 w 144"/>
              <a:gd name="T1" fmla="*/ 2147483646 h 147"/>
              <a:gd name="T2" fmla="*/ 2147483646 w 144"/>
              <a:gd name="T3" fmla="*/ 2147483646 h 147"/>
              <a:gd name="T4" fmla="*/ 2147483646 w 144"/>
              <a:gd name="T5" fmla="*/ 2147483646 h 147"/>
              <a:gd name="T6" fmla="*/ 2147483646 w 144"/>
              <a:gd name="T7" fmla="*/ 2147483646 h 147"/>
              <a:gd name="T8" fmla="*/ 2147483646 w 144"/>
              <a:gd name="T9" fmla="*/ 0 h 147"/>
              <a:gd name="T10" fmla="*/ 2147483646 w 144"/>
              <a:gd name="T11" fmla="*/ 0 h 147"/>
              <a:gd name="T12" fmla="*/ 0 w 144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44"/>
              <a:gd name="T22" fmla="*/ 0 h 147"/>
              <a:gd name="T23" fmla="*/ 144 w 144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44" h="147">
                <a:moveTo>
                  <a:pt x="0" y="138"/>
                </a:moveTo>
                <a:lnTo>
                  <a:pt x="18" y="147"/>
                </a:lnTo>
                <a:lnTo>
                  <a:pt x="144" y="8"/>
                </a:lnTo>
                <a:lnTo>
                  <a:pt x="126" y="0"/>
                </a:lnTo>
                <a:lnTo>
                  <a:pt x="0" y="13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40" name="Freeform 121">
            <a:extLst>
              <a:ext uri="{FF2B5EF4-FFF2-40B4-BE49-F238E27FC236}">
                <a16:creationId xmlns:a16="http://schemas.microsoft.com/office/drawing/2014/main" id="{324F0EE6-BBDD-A8F7-8226-5E91C322A6D7}"/>
              </a:ext>
            </a:extLst>
          </p:cNvPr>
          <p:cNvSpPr>
            <a:spLocks/>
          </p:cNvSpPr>
          <p:nvPr/>
        </p:nvSpPr>
        <p:spPr bwMode="auto">
          <a:xfrm>
            <a:off x="5934076" y="3967163"/>
            <a:ext cx="200025" cy="246062"/>
          </a:xfrm>
          <a:custGeom>
            <a:avLst/>
            <a:gdLst>
              <a:gd name="T0" fmla="*/ 0 w 126"/>
              <a:gd name="T1" fmla="*/ 2147483646 h 155"/>
              <a:gd name="T2" fmla="*/ 2147483646 w 126"/>
              <a:gd name="T3" fmla="*/ 2147483646 h 155"/>
              <a:gd name="T4" fmla="*/ 2147483646 w 126"/>
              <a:gd name="T5" fmla="*/ 2147483646 h 155"/>
              <a:gd name="T6" fmla="*/ 2147483646 w 126"/>
              <a:gd name="T7" fmla="*/ 2147483646 h 155"/>
              <a:gd name="T8" fmla="*/ 2147483646 w 126"/>
              <a:gd name="T9" fmla="*/ 0 h 155"/>
              <a:gd name="T10" fmla="*/ 2147483646 w 126"/>
              <a:gd name="T11" fmla="*/ 0 h 155"/>
              <a:gd name="T12" fmla="*/ 0 w 126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26"/>
              <a:gd name="T22" fmla="*/ 0 h 155"/>
              <a:gd name="T23" fmla="*/ 126 w 126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26" h="155">
                <a:moveTo>
                  <a:pt x="0" y="147"/>
                </a:moveTo>
                <a:lnTo>
                  <a:pt x="18" y="155"/>
                </a:lnTo>
                <a:lnTo>
                  <a:pt x="126" y="8"/>
                </a:lnTo>
                <a:lnTo>
                  <a:pt x="108" y="0"/>
                </a:lnTo>
                <a:lnTo>
                  <a:pt x="0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41" name="Freeform 122">
            <a:extLst>
              <a:ext uri="{FF2B5EF4-FFF2-40B4-BE49-F238E27FC236}">
                <a16:creationId xmlns:a16="http://schemas.microsoft.com/office/drawing/2014/main" id="{F9C988FA-64BE-CEAE-F3E1-0CC6E42ACDE1}"/>
              </a:ext>
            </a:extLst>
          </p:cNvPr>
          <p:cNvSpPr>
            <a:spLocks/>
          </p:cNvSpPr>
          <p:nvPr/>
        </p:nvSpPr>
        <p:spPr bwMode="auto">
          <a:xfrm>
            <a:off x="6105525" y="3733801"/>
            <a:ext cx="171450" cy="246063"/>
          </a:xfrm>
          <a:custGeom>
            <a:avLst/>
            <a:gdLst>
              <a:gd name="T0" fmla="*/ 0 w 108"/>
              <a:gd name="T1" fmla="*/ 2147483646 h 155"/>
              <a:gd name="T2" fmla="*/ 2147483646 w 108"/>
              <a:gd name="T3" fmla="*/ 2147483646 h 155"/>
              <a:gd name="T4" fmla="*/ 2147483646 w 108"/>
              <a:gd name="T5" fmla="*/ 2147483646 h 155"/>
              <a:gd name="T6" fmla="*/ 2147483646 w 108"/>
              <a:gd name="T7" fmla="*/ 2147483646 h 155"/>
              <a:gd name="T8" fmla="*/ 2147483646 w 108"/>
              <a:gd name="T9" fmla="*/ 0 h 155"/>
              <a:gd name="T10" fmla="*/ 2147483646 w 108"/>
              <a:gd name="T11" fmla="*/ 0 h 155"/>
              <a:gd name="T12" fmla="*/ 0 w 108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08"/>
              <a:gd name="T22" fmla="*/ 0 h 155"/>
              <a:gd name="T23" fmla="*/ 108 w 108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08" h="155">
                <a:moveTo>
                  <a:pt x="0" y="147"/>
                </a:moveTo>
                <a:lnTo>
                  <a:pt x="18" y="155"/>
                </a:lnTo>
                <a:lnTo>
                  <a:pt x="108" y="8"/>
                </a:lnTo>
                <a:lnTo>
                  <a:pt x="90" y="0"/>
                </a:lnTo>
                <a:lnTo>
                  <a:pt x="0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42" name="Freeform 123">
            <a:extLst>
              <a:ext uri="{FF2B5EF4-FFF2-40B4-BE49-F238E27FC236}">
                <a16:creationId xmlns:a16="http://schemas.microsoft.com/office/drawing/2014/main" id="{3B9630A5-0C4E-6918-2B85-DEA23B8B5F11}"/>
              </a:ext>
            </a:extLst>
          </p:cNvPr>
          <p:cNvSpPr>
            <a:spLocks/>
          </p:cNvSpPr>
          <p:nvPr/>
        </p:nvSpPr>
        <p:spPr bwMode="auto">
          <a:xfrm>
            <a:off x="6248400" y="3500438"/>
            <a:ext cx="128588" cy="246062"/>
          </a:xfrm>
          <a:custGeom>
            <a:avLst/>
            <a:gdLst>
              <a:gd name="T0" fmla="*/ 0 w 81"/>
              <a:gd name="T1" fmla="*/ 2147483646 h 155"/>
              <a:gd name="T2" fmla="*/ 2147483646 w 81"/>
              <a:gd name="T3" fmla="*/ 2147483646 h 155"/>
              <a:gd name="T4" fmla="*/ 2147483646 w 81"/>
              <a:gd name="T5" fmla="*/ 2147483646 h 155"/>
              <a:gd name="T6" fmla="*/ 2147483646 w 81"/>
              <a:gd name="T7" fmla="*/ 2147483646 h 155"/>
              <a:gd name="T8" fmla="*/ 2147483646 w 81"/>
              <a:gd name="T9" fmla="*/ 0 h 155"/>
              <a:gd name="T10" fmla="*/ 2147483646 w 81"/>
              <a:gd name="T11" fmla="*/ 0 h 155"/>
              <a:gd name="T12" fmla="*/ 0 w 81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1"/>
              <a:gd name="T22" fmla="*/ 0 h 155"/>
              <a:gd name="T23" fmla="*/ 81 w 81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1" h="155">
                <a:moveTo>
                  <a:pt x="0" y="147"/>
                </a:moveTo>
                <a:lnTo>
                  <a:pt x="18" y="155"/>
                </a:lnTo>
                <a:lnTo>
                  <a:pt x="81" y="8"/>
                </a:lnTo>
                <a:lnTo>
                  <a:pt x="63" y="0"/>
                </a:lnTo>
                <a:lnTo>
                  <a:pt x="0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43" name="Freeform 124">
            <a:extLst>
              <a:ext uri="{FF2B5EF4-FFF2-40B4-BE49-F238E27FC236}">
                <a16:creationId xmlns:a16="http://schemas.microsoft.com/office/drawing/2014/main" id="{0CC28205-0095-7BD7-1B45-287F02F41031}"/>
              </a:ext>
            </a:extLst>
          </p:cNvPr>
          <p:cNvSpPr>
            <a:spLocks/>
          </p:cNvSpPr>
          <p:nvPr/>
        </p:nvSpPr>
        <p:spPr bwMode="auto">
          <a:xfrm>
            <a:off x="6348413" y="3252788"/>
            <a:ext cx="100012" cy="260350"/>
          </a:xfrm>
          <a:custGeom>
            <a:avLst/>
            <a:gdLst>
              <a:gd name="T0" fmla="*/ 0 w 63"/>
              <a:gd name="T1" fmla="*/ 2147483646 h 164"/>
              <a:gd name="T2" fmla="*/ 2147483646 w 63"/>
              <a:gd name="T3" fmla="*/ 2147483646 h 164"/>
              <a:gd name="T4" fmla="*/ 2147483646 w 63"/>
              <a:gd name="T5" fmla="*/ 2147483646 h 164"/>
              <a:gd name="T6" fmla="*/ 2147483646 w 63"/>
              <a:gd name="T7" fmla="*/ 0 h 164"/>
              <a:gd name="T8" fmla="*/ 2147483646 w 63"/>
              <a:gd name="T9" fmla="*/ 0 h 164"/>
              <a:gd name="T10" fmla="*/ 2147483646 w 63"/>
              <a:gd name="T11" fmla="*/ 0 h 164"/>
              <a:gd name="T12" fmla="*/ 0 w 63"/>
              <a:gd name="T13" fmla="*/ 2147483646 h 16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3"/>
              <a:gd name="T22" fmla="*/ 0 h 164"/>
              <a:gd name="T23" fmla="*/ 63 w 63"/>
              <a:gd name="T24" fmla="*/ 164 h 16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3" h="164">
                <a:moveTo>
                  <a:pt x="0" y="156"/>
                </a:moveTo>
                <a:lnTo>
                  <a:pt x="18" y="164"/>
                </a:lnTo>
                <a:lnTo>
                  <a:pt x="63" y="9"/>
                </a:lnTo>
                <a:lnTo>
                  <a:pt x="63" y="0"/>
                </a:lnTo>
                <a:lnTo>
                  <a:pt x="45" y="0"/>
                </a:lnTo>
                <a:lnTo>
                  <a:pt x="0" y="15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44" name="Freeform 125">
            <a:extLst>
              <a:ext uri="{FF2B5EF4-FFF2-40B4-BE49-F238E27FC236}">
                <a16:creationId xmlns:a16="http://schemas.microsoft.com/office/drawing/2014/main" id="{630B64CC-4E1F-AB54-F63C-493910CFD93F}"/>
              </a:ext>
            </a:extLst>
          </p:cNvPr>
          <p:cNvSpPr>
            <a:spLocks/>
          </p:cNvSpPr>
          <p:nvPr/>
        </p:nvSpPr>
        <p:spPr bwMode="auto">
          <a:xfrm>
            <a:off x="6419850" y="3006726"/>
            <a:ext cx="71438" cy="246063"/>
          </a:xfrm>
          <a:custGeom>
            <a:avLst/>
            <a:gdLst>
              <a:gd name="T0" fmla="*/ 0 w 45"/>
              <a:gd name="T1" fmla="*/ 2147483646 h 155"/>
              <a:gd name="T2" fmla="*/ 2147483646 w 45"/>
              <a:gd name="T3" fmla="*/ 2147483646 h 155"/>
              <a:gd name="T4" fmla="*/ 2147483646 w 45"/>
              <a:gd name="T5" fmla="*/ 0 h 155"/>
              <a:gd name="T6" fmla="*/ 2147483646 w 45"/>
              <a:gd name="T7" fmla="*/ 0 h 155"/>
              <a:gd name="T8" fmla="*/ 2147483646 w 45"/>
              <a:gd name="T9" fmla="*/ 0 h 155"/>
              <a:gd name="T10" fmla="*/ 2147483646 w 45"/>
              <a:gd name="T11" fmla="*/ 0 h 155"/>
              <a:gd name="T12" fmla="*/ 0 w 45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5"/>
              <a:gd name="T22" fmla="*/ 0 h 155"/>
              <a:gd name="T23" fmla="*/ 45 w 45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5" h="155">
                <a:moveTo>
                  <a:pt x="0" y="155"/>
                </a:moveTo>
                <a:lnTo>
                  <a:pt x="18" y="155"/>
                </a:lnTo>
                <a:lnTo>
                  <a:pt x="45" y="0"/>
                </a:lnTo>
                <a:lnTo>
                  <a:pt x="27" y="0"/>
                </a:lnTo>
                <a:lnTo>
                  <a:pt x="0" y="15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45" name="Rectangle 126">
            <a:extLst>
              <a:ext uri="{FF2B5EF4-FFF2-40B4-BE49-F238E27FC236}">
                <a16:creationId xmlns:a16="http://schemas.microsoft.com/office/drawing/2014/main" id="{D354036C-F552-86E2-5E0C-776F4E7922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2714" y="2747963"/>
            <a:ext cx="28575" cy="25876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0846" name="Freeform 127">
            <a:extLst>
              <a:ext uri="{FF2B5EF4-FFF2-40B4-BE49-F238E27FC236}">
                <a16:creationId xmlns:a16="http://schemas.microsoft.com/office/drawing/2014/main" id="{7A13BB90-7BAE-0462-756B-A0DC1D554E3A}"/>
              </a:ext>
            </a:extLst>
          </p:cNvPr>
          <p:cNvSpPr>
            <a:spLocks/>
          </p:cNvSpPr>
          <p:nvPr/>
        </p:nvSpPr>
        <p:spPr bwMode="auto">
          <a:xfrm>
            <a:off x="8462964" y="5199063"/>
            <a:ext cx="14287" cy="12700"/>
          </a:xfrm>
          <a:custGeom>
            <a:avLst/>
            <a:gdLst>
              <a:gd name="T0" fmla="*/ 0 w 9"/>
              <a:gd name="T1" fmla="*/ 2147483646 h 8"/>
              <a:gd name="T2" fmla="*/ 2147483646 w 9"/>
              <a:gd name="T3" fmla="*/ 2147483646 h 8"/>
              <a:gd name="T4" fmla="*/ 2147483646 w 9"/>
              <a:gd name="T5" fmla="*/ 2147483646 h 8"/>
              <a:gd name="T6" fmla="*/ 2147483646 w 9"/>
              <a:gd name="T7" fmla="*/ 0 h 8"/>
              <a:gd name="T8" fmla="*/ 2147483646 w 9"/>
              <a:gd name="T9" fmla="*/ 0 h 8"/>
              <a:gd name="T10" fmla="*/ 0 w 9"/>
              <a:gd name="T11" fmla="*/ 0 h 8"/>
              <a:gd name="T12" fmla="*/ 0 w 9"/>
              <a:gd name="T13" fmla="*/ 0 h 8"/>
              <a:gd name="T14" fmla="*/ 0 w 9"/>
              <a:gd name="T15" fmla="*/ 2147483646 h 8"/>
              <a:gd name="T16" fmla="*/ 0 w 9"/>
              <a:gd name="T17" fmla="*/ 2147483646 h 8"/>
              <a:gd name="T18" fmla="*/ 0 w 9"/>
              <a:gd name="T19" fmla="*/ 2147483646 h 8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9"/>
              <a:gd name="T31" fmla="*/ 0 h 8"/>
              <a:gd name="T32" fmla="*/ 9 w 9"/>
              <a:gd name="T33" fmla="*/ 8 h 8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9" h="8">
                <a:moveTo>
                  <a:pt x="0" y="8"/>
                </a:moveTo>
                <a:lnTo>
                  <a:pt x="9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47" name="Freeform 128">
            <a:extLst>
              <a:ext uri="{FF2B5EF4-FFF2-40B4-BE49-F238E27FC236}">
                <a16:creationId xmlns:a16="http://schemas.microsoft.com/office/drawing/2014/main" id="{A5F41DA3-9A6C-A952-0475-96B50708D9F7}"/>
              </a:ext>
            </a:extLst>
          </p:cNvPr>
          <p:cNvSpPr>
            <a:spLocks/>
          </p:cNvSpPr>
          <p:nvPr/>
        </p:nvSpPr>
        <p:spPr bwMode="auto">
          <a:xfrm>
            <a:off x="8405813" y="5199064"/>
            <a:ext cx="114300" cy="193675"/>
          </a:xfrm>
          <a:custGeom>
            <a:avLst/>
            <a:gdLst>
              <a:gd name="T0" fmla="*/ 2147483646 w 72"/>
              <a:gd name="T1" fmla="*/ 2147483646 h 122"/>
              <a:gd name="T2" fmla="*/ 2147483646 w 72"/>
              <a:gd name="T3" fmla="*/ 2147483646 h 122"/>
              <a:gd name="T4" fmla="*/ 0 w 72"/>
              <a:gd name="T5" fmla="*/ 2147483646 h 122"/>
              <a:gd name="T6" fmla="*/ 0 w 72"/>
              <a:gd name="T7" fmla="*/ 0 h 122"/>
              <a:gd name="T8" fmla="*/ 2147483646 w 72"/>
              <a:gd name="T9" fmla="*/ 2147483646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2"/>
              <a:gd name="T16" fmla="*/ 0 h 122"/>
              <a:gd name="T17" fmla="*/ 72 w 72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2" h="122">
                <a:moveTo>
                  <a:pt x="36" y="8"/>
                </a:moveTo>
                <a:lnTo>
                  <a:pt x="72" y="16"/>
                </a:lnTo>
                <a:lnTo>
                  <a:pt x="0" y="122"/>
                </a:lnTo>
                <a:lnTo>
                  <a:pt x="0" y="0"/>
                </a:lnTo>
                <a:lnTo>
                  <a:pt x="36" y="8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48" name="Freeform 129">
            <a:extLst>
              <a:ext uri="{FF2B5EF4-FFF2-40B4-BE49-F238E27FC236}">
                <a16:creationId xmlns:a16="http://schemas.microsoft.com/office/drawing/2014/main" id="{9543810A-4987-3D53-6E6E-98B00D5BE280}"/>
              </a:ext>
            </a:extLst>
          </p:cNvPr>
          <p:cNvSpPr>
            <a:spLocks/>
          </p:cNvSpPr>
          <p:nvPr/>
        </p:nvSpPr>
        <p:spPr bwMode="auto">
          <a:xfrm>
            <a:off x="8405813" y="5199064"/>
            <a:ext cx="114300" cy="193675"/>
          </a:xfrm>
          <a:custGeom>
            <a:avLst/>
            <a:gdLst>
              <a:gd name="T0" fmla="*/ 2147483646 w 72"/>
              <a:gd name="T1" fmla="*/ 2147483646 h 122"/>
              <a:gd name="T2" fmla="*/ 2147483646 w 72"/>
              <a:gd name="T3" fmla="*/ 2147483646 h 122"/>
              <a:gd name="T4" fmla="*/ 0 w 72"/>
              <a:gd name="T5" fmla="*/ 2147483646 h 122"/>
              <a:gd name="T6" fmla="*/ 0 w 72"/>
              <a:gd name="T7" fmla="*/ 0 h 122"/>
              <a:gd name="T8" fmla="*/ 2147483646 w 72"/>
              <a:gd name="T9" fmla="*/ 2147483646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2"/>
              <a:gd name="T16" fmla="*/ 0 h 122"/>
              <a:gd name="T17" fmla="*/ 72 w 72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2" h="122">
                <a:moveTo>
                  <a:pt x="36" y="8"/>
                </a:moveTo>
                <a:lnTo>
                  <a:pt x="72" y="16"/>
                </a:lnTo>
                <a:lnTo>
                  <a:pt x="0" y="122"/>
                </a:lnTo>
                <a:lnTo>
                  <a:pt x="0" y="0"/>
                </a:lnTo>
                <a:lnTo>
                  <a:pt x="36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49" name="Freeform 130">
            <a:extLst>
              <a:ext uri="{FF2B5EF4-FFF2-40B4-BE49-F238E27FC236}">
                <a16:creationId xmlns:a16="http://schemas.microsoft.com/office/drawing/2014/main" id="{E9C45195-2AF6-0216-DB89-51911B08172B}"/>
              </a:ext>
            </a:extLst>
          </p:cNvPr>
          <p:cNvSpPr>
            <a:spLocks/>
          </p:cNvSpPr>
          <p:nvPr/>
        </p:nvSpPr>
        <p:spPr bwMode="auto">
          <a:xfrm>
            <a:off x="8534400" y="2825750"/>
            <a:ext cx="114300" cy="311150"/>
          </a:xfrm>
          <a:custGeom>
            <a:avLst/>
            <a:gdLst>
              <a:gd name="T0" fmla="*/ 2147483646 w 72"/>
              <a:gd name="T1" fmla="*/ 0 h 196"/>
              <a:gd name="T2" fmla="*/ 0 w 72"/>
              <a:gd name="T3" fmla="*/ 2147483646 h 196"/>
              <a:gd name="T4" fmla="*/ 2147483646 w 72"/>
              <a:gd name="T5" fmla="*/ 2147483646 h 196"/>
              <a:gd name="T6" fmla="*/ 2147483646 w 72"/>
              <a:gd name="T7" fmla="*/ 2147483646 h 196"/>
              <a:gd name="T8" fmla="*/ 2147483646 w 72"/>
              <a:gd name="T9" fmla="*/ 2147483646 h 196"/>
              <a:gd name="T10" fmla="*/ 2147483646 w 72"/>
              <a:gd name="T11" fmla="*/ 2147483646 h 196"/>
              <a:gd name="T12" fmla="*/ 2147483646 w 72"/>
              <a:gd name="T13" fmla="*/ 0 h 19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2"/>
              <a:gd name="T22" fmla="*/ 0 h 196"/>
              <a:gd name="T23" fmla="*/ 72 w 72"/>
              <a:gd name="T24" fmla="*/ 196 h 19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2" h="196">
                <a:moveTo>
                  <a:pt x="18" y="0"/>
                </a:moveTo>
                <a:lnTo>
                  <a:pt x="0" y="8"/>
                </a:lnTo>
                <a:lnTo>
                  <a:pt x="54" y="196"/>
                </a:lnTo>
                <a:lnTo>
                  <a:pt x="54" y="188"/>
                </a:lnTo>
                <a:lnTo>
                  <a:pt x="72" y="188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50" name="Freeform 131">
            <a:extLst>
              <a:ext uri="{FF2B5EF4-FFF2-40B4-BE49-F238E27FC236}">
                <a16:creationId xmlns:a16="http://schemas.microsoft.com/office/drawing/2014/main" id="{9148759C-B1A0-7F8A-5501-0426B6B7DA46}"/>
              </a:ext>
            </a:extLst>
          </p:cNvPr>
          <p:cNvSpPr>
            <a:spLocks/>
          </p:cNvSpPr>
          <p:nvPr/>
        </p:nvSpPr>
        <p:spPr bwMode="auto">
          <a:xfrm>
            <a:off x="8620126" y="3124200"/>
            <a:ext cx="85725" cy="298450"/>
          </a:xfrm>
          <a:custGeom>
            <a:avLst/>
            <a:gdLst>
              <a:gd name="T0" fmla="*/ 2147483646 w 54"/>
              <a:gd name="T1" fmla="*/ 0 h 188"/>
              <a:gd name="T2" fmla="*/ 0 w 54"/>
              <a:gd name="T3" fmla="*/ 0 h 188"/>
              <a:gd name="T4" fmla="*/ 2147483646 w 54"/>
              <a:gd name="T5" fmla="*/ 2147483646 h 188"/>
              <a:gd name="T6" fmla="*/ 2147483646 w 54"/>
              <a:gd name="T7" fmla="*/ 2147483646 h 188"/>
              <a:gd name="T8" fmla="*/ 2147483646 w 54"/>
              <a:gd name="T9" fmla="*/ 2147483646 h 188"/>
              <a:gd name="T10" fmla="*/ 2147483646 w 54"/>
              <a:gd name="T11" fmla="*/ 2147483646 h 188"/>
              <a:gd name="T12" fmla="*/ 2147483646 w 54"/>
              <a:gd name="T13" fmla="*/ 0 h 1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54"/>
              <a:gd name="T22" fmla="*/ 0 h 188"/>
              <a:gd name="T23" fmla="*/ 54 w 54"/>
              <a:gd name="T24" fmla="*/ 188 h 1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54" h="188">
                <a:moveTo>
                  <a:pt x="18" y="0"/>
                </a:moveTo>
                <a:lnTo>
                  <a:pt x="0" y="0"/>
                </a:lnTo>
                <a:lnTo>
                  <a:pt x="36" y="188"/>
                </a:lnTo>
                <a:lnTo>
                  <a:pt x="54" y="188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51" name="Freeform 132">
            <a:extLst>
              <a:ext uri="{FF2B5EF4-FFF2-40B4-BE49-F238E27FC236}">
                <a16:creationId xmlns:a16="http://schemas.microsoft.com/office/drawing/2014/main" id="{C9BD846A-9867-A280-DB48-8A7C189E12EF}"/>
              </a:ext>
            </a:extLst>
          </p:cNvPr>
          <p:cNvSpPr>
            <a:spLocks/>
          </p:cNvSpPr>
          <p:nvPr/>
        </p:nvSpPr>
        <p:spPr bwMode="auto">
          <a:xfrm>
            <a:off x="8677276" y="3422651"/>
            <a:ext cx="42863" cy="595313"/>
          </a:xfrm>
          <a:custGeom>
            <a:avLst/>
            <a:gdLst>
              <a:gd name="T0" fmla="*/ 2147483646 w 27"/>
              <a:gd name="T1" fmla="*/ 0 h 375"/>
              <a:gd name="T2" fmla="*/ 0 w 27"/>
              <a:gd name="T3" fmla="*/ 0 h 375"/>
              <a:gd name="T4" fmla="*/ 2147483646 w 27"/>
              <a:gd name="T5" fmla="*/ 2147483646 h 375"/>
              <a:gd name="T6" fmla="*/ 2147483646 w 27"/>
              <a:gd name="T7" fmla="*/ 2147483646 h 375"/>
              <a:gd name="T8" fmla="*/ 2147483646 w 27"/>
              <a:gd name="T9" fmla="*/ 2147483646 h 375"/>
              <a:gd name="T10" fmla="*/ 2147483646 w 27"/>
              <a:gd name="T11" fmla="*/ 2147483646 h 375"/>
              <a:gd name="T12" fmla="*/ 2147483646 w 27"/>
              <a:gd name="T13" fmla="*/ 0 h 37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7"/>
              <a:gd name="T22" fmla="*/ 0 h 375"/>
              <a:gd name="T23" fmla="*/ 27 w 27"/>
              <a:gd name="T24" fmla="*/ 375 h 37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7" h="375">
                <a:moveTo>
                  <a:pt x="18" y="0"/>
                </a:moveTo>
                <a:lnTo>
                  <a:pt x="0" y="0"/>
                </a:lnTo>
                <a:lnTo>
                  <a:pt x="9" y="375"/>
                </a:lnTo>
                <a:lnTo>
                  <a:pt x="27" y="375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52" name="Freeform 133">
            <a:extLst>
              <a:ext uri="{FF2B5EF4-FFF2-40B4-BE49-F238E27FC236}">
                <a16:creationId xmlns:a16="http://schemas.microsoft.com/office/drawing/2014/main" id="{7DBEC102-BA43-C117-4AC4-8757CDE5ECBA}"/>
              </a:ext>
            </a:extLst>
          </p:cNvPr>
          <p:cNvSpPr>
            <a:spLocks/>
          </p:cNvSpPr>
          <p:nvPr/>
        </p:nvSpPr>
        <p:spPr bwMode="auto">
          <a:xfrm>
            <a:off x="8620126" y="4017963"/>
            <a:ext cx="100013" cy="609600"/>
          </a:xfrm>
          <a:custGeom>
            <a:avLst/>
            <a:gdLst>
              <a:gd name="T0" fmla="*/ 2147483646 w 63"/>
              <a:gd name="T1" fmla="*/ 0 h 384"/>
              <a:gd name="T2" fmla="*/ 2147483646 w 63"/>
              <a:gd name="T3" fmla="*/ 0 h 384"/>
              <a:gd name="T4" fmla="*/ 0 w 63"/>
              <a:gd name="T5" fmla="*/ 2147483646 h 384"/>
              <a:gd name="T6" fmla="*/ 0 w 63"/>
              <a:gd name="T7" fmla="*/ 2147483646 h 384"/>
              <a:gd name="T8" fmla="*/ 2147483646 w 63"/>
              <a:gd name="T9" fmla="*/ 2147483646 h 384"/>
              <a:gd name="T10" fmla="*/ 2147483646 w 63"/>
              <a:gd name="T11" fmla="*/ 2147483646 h 384"/>
              <a:gd name="T12" fmla="*/ 2147483646 w 63"/>
              <a:gd name="T13" fmla="*/ 0 h 38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3"/>
              <a:gd name="T22" fmla="*/ 0 h 384"/>
              <a:gd name="T23" fmla="*/ 63 w 63"/>
              <a:gd name="T24" fmla="*/ 384 h 38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3" h="384">
                <a:moveTo>
                  <a:pt x="63" y="0"/>
                </a:moveTo>
                <a:lnTo>
                  <a:pt x="45" y="0"/>
                </a:lnTo>
                <a:lnTo>
                  <a:pt x="0" y="376"/>
                </a:lnTo>
                <a:lnTo>
                  <a:pt x="18" y="384"/>
                </a:lnTo>
                <a:lnTo>
                  <a:pt x="18" y="376"/>
                </a:lnTo>
                <a:lnTo>
                  <a:pt x="6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53" name="Freeform 134">
            <a:extLst>
              <a:ext uri="{FF2B5EF4-FFF2-40B4-BE49-F238E27FC236}">
                <a16:creationId xmlns:a16="http://schemas.microsoft.com/office/drawing/2014/main" id="{AAAF0219-5016-233A-5AF7-BB243B43D15A}"/>
              </a:ext>
            </a:extLst>
          </p:cNvPr>
          <p:cNvSpPr>
            <a:spLocks/>
          </p:cNvSpPr>
          <p:nvPr/>
        </p:nvSpPr>
        <p:spPr bwMode="auto">
          <a:xfrm>
            <a:off x="8448676" y="4614863"/>
            <a:ext cx="200025" cy="596900"/>
          </a:xfrm>
          <a:custGeom>
            <a:avLst/>
            <a:gdLst>
              <a:gd name="T0" fmla="*/ 2147483646 w 126"/>
              <a:gd name="T1" fmla="*/ 2147483646 h 376"/>
              <a:gd name="T2" fmla="*/ 2147483646 w 126"/>
              <a:gd name="T3" fmla="*/ 0 h 376"/>
              <a:gd name="T4" fmla="*/ 0 w 126"/>
              <a:gd name="T5" fmla="*/ 2147483646 h 376"/>
              <a:gd name="T6" fmla="*/ 2147483646 w 126"/>
              <a:gd name="T7" fmla="*/ 2147483646 h 376"/>
              <a:gd name="T8" fmla="*/ 2147483646 w 126"/>
              <a:gd name="T9" fmla="*/ 2147483646 h 37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6"/>
              <a:gd name="T16" fmla="*/ 0 h 376"/>
              <a:gd name="T17" fmla="*/ 126 w 126"/>
              <a:gd name="T18" fmla="*/ 376 h 37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6" h="376">
                <a:moveTo>
                  <a:pt x="126" y="8"/>
                </a:moveTo>
                <a:lnTo>
                  <a:pt x="108" y="0"/>
                </a:lnTo>
                <a:lnTo>
                  <a:pt x="0" y="368"/>
                </a:lnTo>
                <a:lnTo>
                  <a:pt x="18" y="376"/>
                </a:lnTo>
                <a:lnTo>
                  <a:pt x="126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54" name="Oval 135">
            <a:extLst>
              <a:ext uri="{FF2B5EF4-FFF2-40B4-BE49-F238E27FC236}">
                <a16:creationId xmlns:a16="http://schemas.microsoft.com/office/drawing/2014/main" id="{A08093F7-00C1-9BBD-78C1-F9C5B770D3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8638" y="2592389"/>
            <a:ext cx="800100" cy="43973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0855" name="Oval 136">
            <a:extLst>
              <a:ext uri="{FF2B5EF4-FFF2-40B4-BE49-F238E27FC236}">
                <a16:creationId xmlns:a16="http://schemas.microsoft.com/office/drawing/2014/main" id="{18690C23-A970-7A33-10A2-8B6B38C8ED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8638" y="2593976"/>
            <a:ext cx="800100" cy="436563"/>
          </a:xfrm>
          <a:prstGeom prst="ellips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0856" name="Rectangle 137">
            <a:extLst>
              <a:ext uri="{FF2B5EF4-FFF2-40B4-BE49-F238E27FC236}">
                <a16:creationId xmlns:a16="http://schemas.microsoft.com/office/drawing/2014/main" id="{C42DD164-4573-6976-2BCD-FAB0EA54A0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0089" y="2708275"/>
            <a:ext cx="407163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00">
                <a:solidFill>
                  <a:srgbClr val="0000FF"/>
                </a:solidFill>
                <a:latin typeface="Times New Roman" panose="02020603050405020304" pitchFamily="18" charset="0"/>
              </a:rPr>
              <a:t>JFK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0857" name="Freeform 138">
            <a:extLst>
              <a:ext uri="{FF2B5EF4-FFF2-40B4-BE49-F238E27FC236}">
                <a16:creationId xmlns:a16="http://schemas.microsoft.com/office/drawing/2014/main" id="{F6DD9FAD-4A53-3B15-FF8C-8A5CE46F3F3A}"/>
              </a:ext>
            </a:extLst>
          </p:cNvPr>
          <p:cNvSpPr>
            <a:spLocks/>
          </p:cNvSpPr>
          <p:nvPr/>
        </p:nvSpPr>
        <p:spPr bwMode="auto">
          <a:xfrm>
            <a:off x="5948364" y="4964114"/>
            <a:ext cx="28575" cy="26987"/>
          </a:xfrm>
          <a:custGeom>
            <a:avLst/>
            <a:gdLst>
              <a:gd name="T0" fmla="*/ 2147483646 w 18"/>
              <a:gd name="T1" fmla="*/ 0 h 17"/>
              <a:gd name="T2" fmla="*/ 0 w 18"/>
              <a:gd name="T3" fmla="*/ 2147483646 h 17"/>
              <a:gd name="T4" fmla="*/ 2147483646 w 18"/>
              <a:gd name="T5" fmla="*/ 2147483646 h 17"/>
              <a:gd name="T6" fmla="*/ 2147483646 w 18"/>
              <a:gd name="T7" fmla="*/ 2147483646 h 17"/>
              <a:gd name="T8" fmla="*/ 2147483646 w 18"/>
              <a:gd name="T9" fmla="*/ 2147483646 h 17"/>
              <a:gd name="T10" fmla="*/ 2147483646 w 18"/>
              <a:gd name="T11" fmla="*/ 2147483646 h 17"/>
              <a:gd name="T12" fmla="*/ 2147483646 w 18"/>
              <a:gd name="T13" fmla="*/ 0 h 17"/>
              <a:gd name="T14" fmla="*/ 2147483646 w 18"/>
              <a:gd name="T15" fmla="*/ 0 h 17"/>
              <a:gd name="T16" fmla="*/ 2147483646 w 18"/>
              <a:gd name="T17" fmla="*/ 0 h 17"/>
              <a:gd name="T18" fmla="*/ 2147483646 w 18"/>
              <a:gd name="T19" fmla="*/ 0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7"/>
              <a:gd name="T32" fmla="*/ 18 w 18"/>
              <a:gd name="T33" fmla="*/ 17 h 17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7">
                <a:moveTo>
                  <a:pt x="9" y="0"/>
                </a:moveTo>
                <a:lnTo>
                  <a:pt x="0" y="9"/>
                </a:lnTo>
                <a:lnTo>
                  <a:pt x="9" y="9"/>
                </a:lnTo>
                <a:lnTo>
                  <a:pt x="9" y="17"/>
                </a:lnTo>
                <a:lnTo>
                  <a:pt x="18" y="9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58" name="Freeform 139">
            <a:extLst>
              <a:ext uri="{FF2B5EF4-FFF2-40B4-BE49-F238E27FC236}">
                <a16:creationId xmlns:a16="http://schemas.microsoft.com/office/drawing/2014/main" id="{3356C65B-65FE-5D4E-BCA1-D2E913733104}"/>
              </a:ext>
            </a:extLst>
          </p:cNvPr>
          <p:cNvSpPr>
            <a:spLocks/>
          </p:cNvSpPr>
          <p:nvPr/>
        </p:nvSpPr>
        <p:spPr bwMode="auto">
          <a:xfrm>
            <a:off x="5819775" y="4822826"/>
            <a:ext cx="185738" cy="180975"/>
          </a:xfrm>
          <a:custGeom>
            <a:avLst/>
            <a:gdLst>
              <a:gd name="T0" fmla="*/ 2147483646 w 117"/>
              <a:gd name="T1" fmla="*/ 2147483646 h 114"/>
              <a:gd name="T2" fmla="*/ 2147483646 w 117"/>
              <a:gd name="T3" fmla="*/ 2147483646 h 114"/>
              <a:gd name="T4" fmla="*/ 0 w 117"/>
              <a:gd name="T5" fmla="*/ 0 h 114"/>
              <a:gd name="T6" fmla="*/ 2147483646 w 117"/>
              <a:gd name="T7" fmla="*/ 2147483646 h 114"/>
              <a:gd name="T8" fmla="*/ 2147483646 w 117"/>
              <a:gd name="T9" fmla="*/ 2147483646 h 11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"/>
              <a:gd name="T16" fmla="*/ 0 h 114"/>
              <a:gd name="T17" fmla="*/ 117 w 117"/>
              <a:gd name="T18" fmla="*/ 114 h 11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" h="114">
                <a:moveTo>
                  <a:pt x="90" y="89"/>
                </a:moveTo>
                <a:lnTo>
                  <a:pt x="63" y="114"/>
                </a:lnTo>
                <a:lnTo>
                  <a:pt x="0" y="0"/>
                </a:lnTo>
                <a:lnTo>
                  <a:pt x="117" y="73"/>
                </a:lnTo>
                <a:lnTo>
                  <a:pt x="90" y="89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59" name="Freeform 140">
            <a:extLst>
              <a:ext uri="{FF2B5EF4-FFF2-40B4-BE49-F238E27FC236}">
                <a16:creationId xmlns:a16="http://schemas.microsoft.com/office/drawing/2014/main" id="{41250836-A225-340A-747C-374F4502050B}"/>
              </a:ext>
            </a:extLst>
          </p:cNvPr>
          <p:cNvSpPr>
            <a:spLocks/>
          </p:cNvSpPr>
          <p:nvPr/>
        </p:nvSpPr>
        <p:spPr bwMode="auto">
          <a:xfrm>
            <a:off x="5819775" y="4822826"/>
            <a:ext cx="185738" cy="180975"/>
          </a:xfrm>
          <a:custGeom>
            <a:avLst/>
            <a:gdLst>
              <a:gd name="T0" fmla="*/ 2147483646 w 117"/>
              <a:gd name="T1" fmla="*/ 2147483646 h 114"/>
              <a:gd name="T2" fmla="*/ 2147483646 w 117"/>
              <a:gd name="T3" fmla="*/ 2147483646 h 114"/>
              <a:gd name="T4" fmla="*/ 0 w 117"/>
              <a:gd name="T5" fmla="*/ 0 h 114"/>
              <a:gd name="T6" fmla="*/ 2147483646 w 117"/>
              <a:gd name="T7" fmla="*/ 2147483646 h 114"/>
              <a:gd name="T8" fmla="*/ 2147483646 w 117"/>
              <a:gd name="T9" fmla="*/ 2147483646 h 11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"/>
              <a:gd name="T16" fmla="*/ 0 h 114"/>
              <a:gd name="T17" fmla="*/ 117 w 117"/>
              <a:gd name="T18" fmla="*/ 114 h 11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" h="114">
                <a:moveTo>
                  <a:pt x="90" y="89"/>
                </a:moveTo>
                <a:lnTo>
                  <a:pt x="63" y="114"/>
                </a:lnTo>
                <a:lnTo>
                  <a:pt x="0" y="0"/>
                </a:lnTo>
                <a:lnTo>
                  <a:pt x="117" y="73"/>
                </a:lnTo>
                <a:lnTo>
                  <a:pt x="90" y="8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60" name="Freeform 141">
            <a:extLst>
              <a:ext uri="{FF2B5EF4-FFF2-40B4-BE49-F238E27FC236}">
                <a16:creationId xmlns:a16="http://schemas.microsoft.com/office/drawing/2014/main" id="{E42FC59F-24E1-DBA1-5E77-E5A704C19F60}"/>
              </a:ext>
            </a:extLst>
          </p:cNvPr>
          <p:cNvSpPr>
            <a:spLocks/>
          </p:cNvSpPr>
          <p:nvPr/>
        </p:nvSpPr>
        <p:spPr bwMode="auto">
          <a:xfrm>
            <a:off x="8034339" y="5626100"/>
            <a:ext cx="357187" cy="65088"/>
          </a:xfrm>
          <a:custGeom>
            <a:avLst/>
            <a:gdLst>
              <a:gd name="T0" fmla="*/ 2147483646 w 225"/>
              <a:gd name="T1" fmla="*/ 2147483646 h 41"/>
              <a:gd name="T2" fmla="*/ 2147483646 w 225"/>
              <a:gd name="T3" fmla="*/ 0 h 41"/>
              <a:gd name="T4" fmla="*/ 0 w 225"/>
              <a:gd name="T5" fmla="*/ 2147483646 h 41"/>
              <a:gd name="T6" fmla="*/ 0 w 225"/>
              <a:gd name="T7" fmla="*/ 2147483646 h 41"/>
              <a:gd name="T8" fmla="*/ 0 w 225"/>
              <a:gd name="T9" fmla="*/ 2147483646 h 41"/>
              <a:gd name="T10" fmla="*/ 0 w 225"/>
              <a:gd name="T11" fmla="*/ 2147483646 h 41"/>
              <a:gd name="T12" fmla="*/ 2147483646 w 225"/>
              <a:gd name="T13" fmla="*/ 2147483646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41"/>
              <a:gd name="T23" fmla="*/ 225 w 225"/>
              <a:gd name="T24" fmla="*/ 41 h 4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41">
                <a:moveTo>
                  <a:pt x="225" y="16"/>
                </a:moveTo>
                <a:lnTo>
                  <a:pt x="225" y="0"/>
                </a:lnTo>
                <a:lnTo>
                  <a:pt x="0" y="25"/>
                </a:lnTo>
                <a:lnTo>
                  <a:pt x="0" y="41"/>
                </a:lnTo>
                <a:lnTo>
                  <a:pt x="22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61" name="Freeform 142">
            <a:extLst>
              <a:ext uri="{FF2B5EF4-FFF2-40B4-BE49-F238E27FC236}">
                <a16:creationId xmlns:a16="http://schemas.microsoft.com/office/drawing/2014/main" id="{3E4959E0-698D-18C6-3830-AAAB21F3A429}"/>
              </a:ext>
            </a:extLst>
          </p:cNvPr>
          <p:cNvSpPr>
            <a:spLocks/>
          </p:cNvSpPr>
          <p:nvPr/>
        </p:nvSpPr>
        <p:spPr bwMode="auto">
          <a:xfrm>
            <a:off x="7677150" y="5665788"/>
            <a:ext cx="357188" cy="25400"/>
          </a:xfrm>
          <a:custGeom>
            <a:avLst/>
            <a:gdLst>
              <a:gd name="T0" fmla="*/ 2147483646 w 225"/>
              <a:gd name="T1" fmla="*/ 2147483646 h 16"/>
              <a:gd name="T2" fmla="*/ 2147483646 w 225"/>
              <a:gd name="T3" fmla="*/ 0 h 16"/>
              <a:gd name="T4" fmla="*/ 0 w 225"/>
              <a:gd name="T5" fmla="*/ 0 h 16"/>
              <a:gd name="T6" fmla="*/ 0 w 225"/>
              <a:gd name="T7" fmla="*/ 0 h 16"/>
              <a:gd name="T8" fmla="*/ 0 w 225"/>
              <a:gd name="T9" fmla="*/ 2147483646 h 16"/>
              <a:gd name="T10" fmla="*/ 0 w 225"/>
              <a:gd name="T11" fmla="*/ 2147483646 h 16"/>
              <a:gd name="T12" fmla="*/ 2147483646 w 225"/>
              <a:gd name="T13" fmla="*/ 2147483646 h 1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16"/>
              <a:gd name="T23" fmla="*/ 225 w 225"/>
              <a:gd name="T24" fmla="*/ 16 h 1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16">
                <a:moveTo>
                  <a:pt x="225" y="16"/>
                </a:moveTo>
                <a:lnTo>
                  <a:pt x="225" y="0"/>
                </a:lnTo>
                <a:lnTo>
                  <a:pt x="0" y="0"/>
                </a:lnTo>
                <a:lnTo>
                  <a:pt x="0" y="16"/>
                </a:lnTo>
                <a:lnTo>
                  <a:pt x="22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62" name="Freeform 143">
            <a:extLst>
              <a:ext uri="{FF2B5EF4-FFF2-40B4-BE49-F238E27FC236}">
                <a16:creationId xmlns:a16="http://schemas.microsoft.com/office/drawing/2014/main" id="{E4594D15-DC79-1FBB-0E8B-C4E36941DCA0}"/>
              </a:ext>
            </a:extLst>
          </p:cNvPr>
          <p:cNvSpPr>
            <a:spLocks/>
          </p:cNvSpPr>
          <p:nvPr/>
        </p:nvSpPr>
        <p:spPr bwMode="auto">
          <a:xfrm>
            <a:off x="7334250" y="5626100"/>
            <a:ext cx="342900" cy="65088"/>
          </a:xfrm>
          <a:custGeom>
            <a:avLst/>
            <a:gdLst>
              <a:gd name="T0" fmla="*/ 2147483646 w 216"/>
              <a:gd name="T1" fmla="*/ 2147483646 h 41"/>
              <a:gd name="T2" fmla="*/ 2147483646 w 216"/>
              <a:gd name="T3" fmla="*/ 2147483646 h 41"/>
              <a:gd name="T4" fmla="*/ 0 w 216"/>
              <a:gd name="T5" fmla="*/ 0 h 41"/>
              <a:gd name="T6" fmla="*/ 0 w 216"/>
              <a:gd name="T7" fmla="*/ 0 h 41"/>
              <a:gd name="T8" fmla="*/ 0 w 216"/>
              <a:gd name="T9" fmla="*/ 2147483646 h 41"/>
              <a:gd name="T10" fmla="*/ 0 w 216"/>
              <a:gd name="T11" fmla="*/ 2147483646 h 41"/>
              <a:gd name="T12" fmla="*/ 2147483646 w 216"/>
              <a:gd name="T13" fmla="*/ 2147483646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41"/>
              <a:gd name="T23" fmla="*/ 216 w 216"/>
              <a:gd name="T24" fmla="*/ 41 h 4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41">
                <a:moveTo>
                  <a:pt x="216" y="41"/>
                </a:moveTo>
                <a:lnTo>
                  <a:pt x="216" y="25"/>
                </a:lnTo>
                <a:lnTo>
                  <a:pt x="0" y="0"/>
                </a:lnTo>
                <a:lnTo>
                  <a:pt x="0" y="16"/>
                </a:lnTo>
                <a:lnTo>
                  <a:pt x="216" y="4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63" name="Freeform 144">
            <a:extLst>
              <a:ext uri="{FF2B5EF4-FFF2-40B4-BE49-F238E27FC236}">
                <a16:creationId xmlns:a16="http://schemas.microsoft.com/office/drawing/2014/main" id="{D2D699A0-46EA-577D-4B6F-84AFD91FAE3D}"/>
              </a:ext>
            </a:extLst>
          </p:cNvPr>
          <p:cNvSpPr>
            <a:spLocks/>
          </p:cNvSpPr>
          <p:nvPr/>
        </p:nvSpPr>
        <p:spPr bwMode="auto">
          <a:xfrm>
            <a:off x="7005638" y="5561014"/>
            <a:ext cx="328612" cy="90487"/>
          </a:xfrm>
          <a:custGeom>
            <a:avLst/>
            <a:gdLst>
              <a:gd name="T0" fmla="*/ 2147483646 w 207"/>
              <a:gd name="T1" fmla="*/ 2147483646 h 57"/>
              <a:gd name="T2" fmla="*/ 2147483646 w 207"/>
              <a:gd name="T3" fmla="*/ 2147483646 h 57"/>
              <a:gd name="T4" fmla="*/ 0 w 207"/>
              <a:gd name="T5" fmla="*/ 0 h 57"/>
              <a:gd name="T6" fmla="*/ 2147483646 w 207"/>
              <a:gd name="T7" fmla="*/ 0 h 57"/>
              <a:gd name="T8" fmla="*/ 0 w 207"/>
              <a:gd name="T9" fmla="*/ 2147483646 h 57"/>
              <a:gd name="T10" fmla="*/ 0 w 207"/>
              <a:gd name="T11" fmla="*/ 2147483646 h 57"/>
              <a:gd name="T12" fmla="*/ 2147483646 w 207"/>
              <a:gd name="T13" fmla="*/ 2147483646 h 5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07"/>
              <a:gd name="T22" fmla="*/ 0 h 57"/>
              <a:gd name="T23" fmla="*/ 207 w 207"/>
              <a:gd name="T24" fmla="*/ 57 h 5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07" h="57">
                <a:moveTo>
                  <a:pt x="207" y="57"/>
                </a:moveTo>
                <a:lnTo>
                  <a:pt x="207" y="41"/>
                </a:lnTo>
                <a:lnTo>
                  <a:pt x="0" y="0"/>
                </a:lnTo>
                <a:lnTo>
                  <a:pt x="9" y="0"/>
                </a:lnTo>
                <a:lnTo>
                  <a:pt x="0" y="17"/>
                </a:lnTo>
                <a:lnTo>
                  <a:pt x="207" y="5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64" name="Freeform 145">
            <a:extLst>
              <a:ext uri="{FF2B5EF4-FFF2-40B4-BE49-F238E27FC236}">
                <a16:creationId xmlns:a16="http://schemas.microsoft.com/office/drawing/2014/main" id="{F0D4CFDD-5D63-B17D-BDEE-8FEADC810EA2}"/>
              </a:ext>
            </a:extLst>
          </p:cNvPr>
          <p:cNvSpPr>
            <a:spLocks/>
          </p:cNvSpPr>
          <p:nvPr/>
        </p:nvSpPr>
        <p:spPr bwMode="auto">
          <a:xfrm>
            <a:off x="6705601" y="5457826"/>
            <a:ext cx="314325" cy="130175"/>
          </a:xfrm>
          <a:custGeom>
            <a:avLst/>
            <a:gdLst>
              <a:gd name="T0" fmla="*/ 2147483646 w 198"/>
              <a:gd name="T1" fmla="*/ 2147483646 h 82"/>
              <a:gd name="T2" fmla="*/ 2147483646 w 198"/>
              <a:gd name="T3" fmla="*/ 2147483646 h 82"/>
              <a:gd name="T4" fmla="*/ 2147483646 w 198"/>
              <a:gd name="T5" fmla="*/ 0 h 82"/>
              <a:gd name="T6" fmla="*/ 2147483646 w 198"/>
              <a:gd name="T7" fmla="*/ 0 h 82"/>
              <a:gd name="T8" fmla="*/ 0 w 198"/>
              <a:gd name="T9" fmla="*/ 2147483646 h 82"/>
              <a:gd name="T10" fmla="*/ 0 w 198"/>
              <a:gd name="T11" fmla="*/ 2147483646 h 82"/>
              <a:gd name="T12" fmla="*/ 2147483646 w 198"/>
              <a:gd name="T13" fmla="*/ 2147483646 h 8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98"/>
              <a:gd name="T22" fmla="*/ 0 h 82"/>
              <a:gd name="T23" fmla="*/ 198 w 198"/>
              <a:gd name="T24" fmla="*/ 82 h 8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98" h="82">
                <a:moveTo>
                  <a:pt x="189" y="82"/>
                </a:moveTo>
                <a:lnTo>
                  <a:pt x="198" y="65"/>
                </a:lnTo>
                <a:lnTo>
                  <a:pt x="9" y="0"/>
                </a:lnTo>
                <a:lnTo>
                  <a:pt x="0" y="16"/>
                </a:lnTo>
                <a:lnTo>
                  <a:pt x="189" y="8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65" name="Freeform 146">
            <a:extLst>
              <a:ext uri="{FF2B5EF4-FFF2-40B4-BE49-F238E27FC236}">
                <a16:creationId xmlns:a16="http://schemas.microsoft.com/office/drawing/2014/main" id="{AD651794-D650-B44C-B16A-1BC24020A66F}"/>
              </a:ext>
            </a:extLst>
          </p:cNvPr>
          <p:cNvSpPr>
            <a:spLocks/>
          </p:cNvSpPr>
          <p:nvPr/>
        </p:nvSpPr>
        <p:spPr bwMode="auto">
          <a:xfrm>
            <a:off x="6419850" y="5327651"/>
            <a:ext cx="300038" cy="155575"/>
          </a:xfrm>
          <a:custGeom>
            <a:avLst/>
            <a:gdLst>
              <a:gd name="T0" fmla="*/ 2147483646 w 189"/>
              <a:gd name="T1" fmla="*/ 2147483646 h 98"/>
              <a:gd name="T2" fmla="*/ 2147483646 w 189"/>
              <a:gd name="T3" fmla="*/ 2147483646 h 98"/>
              <a:gd name="T4" fmla="*/ 2147483646 w 189"/>
              <a:gd name="T5" fmla="*/ 0 h 98"/>
              <a:gd name="T6" fmla="*/ 2147483646 w 189"/>
              <a:gd name="T7" fmla="*/ 0 h 98"/>
              <a:gd name="T8" fmla="*/ 0 w 189"/>
              <a:gd name="T9" fmla="*/ 2147483646 h 98"/>
              <a:gd name="T10" fmla="*/ 0 w 189"/>
              <a:gd name="T11" fmla="*/ 2147483646 h 98"/>
              <a:gd name="T12" fmla="*/ 2147483646 w 189"/>
              <a:gd name="T13" fmla="*/ 2147483646 h 9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98"/>
              <a:gd name="T23" fmla="*/ 189 w 189"/>
              <a:gd name="T24" fmla="*/ 98 h 9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98">
                <a:moveTo>
                  <a:pt x="180" y="98"/>
                </a:moveTo>
                <a:lnTo>
                  <a:pt x="189" y="82"/>
                </a:lnTo>
                <a:lnTo>
                  <a:pt x="9" y="0"/>
                </a:lnTo>
                <a:lnTo>
                  <a:pt x="0" y="17"/>
                </a:lnTo>
                <a:lnTo>
                  <a:pt x="180" y="9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66" name="Freeform 147">
            <a:extLst>
              <a:ext uri="{FF2B5EF4-FFF2-40B4-BE49-F238E27FC236}">
                <a16:creationId xmlns:a16="http://schemas.microsoft.com/office/drawing/2014/main" id="{9FCBAA0D-416E-CF8C-572A-BE31EA847039}"/>
              </a:ext>
            </a:extLst>
          </p:cNvPr>
          <p:cNvSpPr>
            <a:spLocks/>
          </p:cNvSpPr>
          <p:nvPr/>
        </p:nvSpPr>
        <p:spPr bwMode="auto">
          <a:xfrm>
            <a:off x="6162676" y="5159376"/>
            <a:ext cx="271463" cy="195263"/>
          </a:xfrm>
          <a:custGeom>
            <a:avLst/>
            <a:gdLst>
              <a:gd name="T0" fmla="*/ 2147483646 w 171"/>
              <a:gd name="T1" fmla="*/ 2147483646 h 123"/>
              <a:gd name="T2" fmla="*/ 2147483646 w 171"/>
              <a:gd name="T3" fmla="*/ 2147483646 h 123"/>
              <a:gd name="T4" fmla="*/ 2147483646 w 171"/>
              <a:gd name="T5" fmla="*/ 0 h 123"/>
              <a:gd name="T6" fmla="*/ 2147483646 w 171"/>
              <a:gd name="T7" fmla="*/ 2147483646 h 123"/>
              <a:gd name="T8" fmla="*/ 0 w 171"/>
              <a:gd name="T9" fmla="*/ 2147483646 h 123"/>
              <a:gd name="T10" fmla="*/ 2147483646 w 171"/>
              <a:gd name="T11" fmla="*/ 2147483646 h 123"/>
              <a:gd name="T12" fmla="*/ 2147483646 w 171"/>
              <a:gd name="T13" fmla="*/ 2147483646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71"/>
              <a:gd name="T22" fmla="*/ 0 h 123"/>
              <a:gd name="T23" fmla="*/ 171 w 171"/>
              <a:gd name="T24" fmla="*/ 123 h 12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71" h="123">
                <a:moveTo>
                  <a:pt x="162" y="123"/>
                </a:moveTo>
                <a:lnTo>
                  <a:pt x="171" y="106"/>
                </a:lnTo>
                <a:lnTo>
                  <a:pt x="18" y="0"/>
                </a:lnTo>
                <a:lnTo>
                  <a:pt x="18" y="8"/>
                </a:lnTo>
                <a:lnTo>
                  <a:pt x="0" y="16"/>
                </a:lnTo>
                <a:lnTo>
                  <a:pt x="9" y="16"/>
                </a:lnTo>
                <a:lnTo>
                  <a:pt x="162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67" name="Freeform 148">
            <a:extLst>
              <a:ext uri="{FF2B5EF4-FFF2-40B4-BE49-F238E27FC236}">
                <a16:creationId xmlns:a16="http://schemas.microsoft.com/office/drawing/2014/main" id="{5AC584FE-7065-8ADC-8601-0637F8AEC436}"/>
              </a:ext>
            </a:extLst>
          </p:cNvPr>
          <p:cNvSpPr>
            <a:spLocks/>
          </p:cNvSpPr>
          <p:nvPr/>
        </p:nvSpPr>
        <p:spPr bwMode="auto">
          <a:xfrm>
            <a:off x="5948364" y="4964113"/>
            <a:ext cx="242887" cy="220662"/>
          </a:xfrm>
          <a:custGeom>
            <a:avLst/>
            <a:gdLst>
              <a:gd name="T0" fmla="*/ 2147483646 w 153"/>
              <a:gd name="T1" fmla="*/ 2147483646 h 139"/>
              <a:gd name="T2" fmla="*/ 2147483646 w 153"/>
              <a:gd name="T3" fmla="*/ 2147483646 h 139"/>
              <a:gd name="T4" fmla="*/ 2147483646 w 153"/>
              <a:gd name="T5" fmla="*/ 0 h 139"/>
              <a:gd name="T6" fmla="*/ 0 w 153"/>
              <a:gd name="T7" fmla="*/ 2147483646 h 139"/>
              <a:gd name="T8" fmla="*/ 2147483646 w 153"/>
              <a:gd name="T9" fmla="*/ 2147483646 h 13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"/>
              <a:gd name="T16" fmla="*/ 0 h 139"/>
              <a:gd name="T17" fmla="*/ 153 w 153"/>
              <a:gd name="T18" fmla="*/ 139 h 13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" h="139">
                <a:moveTo>
                  <a:pt x="135" y="139"/>
                </a:moveTo>
                <a:lnTo>
                  <a:pt x="153" y="131"/>
                </a:lnTo>
                <a:lnTo>
                  <a:pt x="18" y="0"/>
                </a:lnTo>
                <a:lnTo>
                  <a:pt x="0" y="9"/>
                </a:lnTo>
                <a:lnTo>
                  <a:pt x="135" y="13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68" name="Oval 149">
            <a:extLst>
              <a:ext uri="{FF2B5EF4-FFF2-40B4-BE49-F238E27FC236}">
                <a16:creationId xmlns:a16="http://schemas.microsoft.com/office/drawing/2014/main" id="{744DE355-920D-24A6-8EE1-FE985CDD7D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4425" y="1503364"/>
            <a:ext cx="800100" cy="439737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hlink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0869" name="Oval 150">
            <a:extLst>
              <a:ext uri="{FF2B5EF4-FFF2-40B4-BE49-F238E27FC236}">
                <a16:creationId xmlns:a16="http://schemas.microsoft.com/office/drawing/2014/main" id="{4997A4FF-C8A9-1C34-2C10-DA0595F3B0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4425" y="1504951"/>
            <a:ext cx="800100" cy="436563"/>
          </a:xfrm>
          <a:prstGeom prst="ellips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0870" name="Rectangle 151">
            <a:extLst>
              <a:ext uri="{FF2B5EF4-FFF2-40B4-BE49-F238E27FC236}">
                <a16:creationId xmlns:a16="http://schemas.microsoft.com/office/drawing/2014/main" id="{54EB808B-145F-9E12-9992-E1DFE9119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7301" y="1619250"/>
            <a:ext cx="474489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00">
                <a:solidFill>
                  <a:srgbClr val="0000FF"/>
                </a:solidFill>
                <a:latin typeface="Times New Roman" panose="02020603050405020304" pitchFamily="18" charset="0"/>
              </a:rPr>
              <a:t>BOS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0871" name="Oval 152">
            <a:extLst>
              <a:ext uri="{FF2B5EF4-FFF2-40B4-BE49-F238E27FC236}">
                <a16:creationId xmlns:a16="http://schemas.microsoft.com/office/drawing/2014/main" id="{2F53B28D-E89C-8B81-9079-ABDB0E071E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1475" y="5418139"/>
            <a:ext cx="800100" cy="4413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0872" name="Oval 153">
            <a:extLst>
              <a:ext uri="{FF2B5EF4-FFF2-40B4-BE49-F238E27FC236}">
                <a16:creationId xmlns:a16="http://schemas.microsoft.com/office/drawing/2014/main" id="{A471FB8E-3EBF-58D9-4CB8-CFD3127953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1475" y="5421314"/>
            <a:ext cx="800100" cy="434975"/>
          </a:xfrm>
          <a:prstGeom prst="ellips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0873" name="Rectangle 154">
            <a:extLst>
              <a:ext uri="{FF2B5EF4-FFF2-40B4-BE49-F238E27FC236}">
                <a16:creationId xmlns:a16="http://schemas.microsoft.com/office/drawing/2014/main" id="{8FFC9E13-63C7-1F38-DC8E-926C75C3F5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34351" y="5521325"/>
            <a:ext cx="474489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00">
                <a:solidFill>
                  <a:srgbClr val="0000FF"/>
                </a:solidFill>
                <a:latin typeface="Times New Roman" panose="02020603050405020304" pitchFamily="18" charset="0"/>
              </a:rPr>
              <a:t>MIA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0874" name="Oval 155">
            <a:extLst>
              <a:ext uri="{FF2B5EF4-FFF2-40B4-BE49-F238E27FC236}">
                <a16:creationId xmlns:a16="http://schemas.microsoft.com/office/drawing/2014/main" id="{388E32C0-B441-1BCD-55D8-C510FCD6DE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6950" y="2085976"/>
            <a:ext cx="800100" cy="4413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0875" name="Oval 156">
            <a:extLst>
              <a:ext uri="{FF2B5EF4-FFF2-40B4-BE49-F238E27FC236}">
                <a16:creationId xmlns:a16="http://schemas.microsoft.com/office/drawing/2014/main" id="{DD918F84-1680-D867-AED0-AA48F69753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6950" y="2089151"/>
            <a:ext cx="800100" cy="434975"/>
          </a:xfrm>
          <a:prstGeom prst="ellips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0876" name="Rectangle 157">
            <a:extLst>
              <a:ext uri="{FF2B5EF4-FFF2-40B4-BE49-F238E27FC236}">
                <a16:creationId xmlns:a16="http://schemas.microsoft.com/office/drawing/2014/main" id="{639AA2A1-264C-CA4B-E309-A1AF971C4E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1250" y="2201863"/>
            <a:ext cx="514564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00">
                <a:solidFill>
                  <a:srgbClr val="0000FF"/>
                </a:solidFill>
                <a:latin typeface="Times New Roman" panose="02020603050405020304" pitchFamily="18" charset="0"/>
              </a:rPr>
              <a:t>ORD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0877" name="Oval 158">
            <a:extLst>
              <a:ext uri="{FF2B5EF4-FFF2-40B4-BE49-F238E27FC236}">
                <a16:creationId xmlns:a16="http://schemas.microsoft.com/office/drawing/2014/main" id="{1C07435E-D92F-AF6A-F28D-B4C284035A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7950" y="4667250"/>
            <a:ext cx="800100" cy="439738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0878" name="Oval 159">
            <a:extLst>
              <a:ext uri="{FF2B5EF4-FFF2-40B4-BE49-F238E27FC236}">
                <a16:creationId xmlns:a16="http://schemas.microsoft.com/office/drawing/2014/main" id="{30161F4F-9F58-5F47-C369-8C32838FC8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7950" y="4668838"/>
            <a:ext cx="800100" cy="436562"/>
          </a:xfrm>
          <a:prstGeom prst="ellipse">
            <a:avLst/>
          </a:prstGeom>
          <a:noFill/>
          <a:ln w="571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0879" name="Rectangle 160">
            <a:extLst>
              <a:ext uri="{FF2B5EF4-FFF2-40B4-BE49-F238E27FC236}">
                <a16:creationId xmlns:a16="http://schemas.microsoft.com/office/drawing/2014/main" id="{93865904-C13D-B4B9-B646-AB52A47C73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6538" y="4783138"/>
            <a:ext cx="50174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00">
                <a:solidFill>
                  <a:srgbClr val="0000FF"/>
                </a:solidFill>
                <a:latin typeface="Times New Roman" panose="02020603050405020304" pitchFamily="18" charset="0"/>
              </a:rPr>
              <a:t>LAX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0880" name="Oval 161">
            <a:extLst>
              <a:ext uri="{FF2B5EF4-FFF2-40B4-BE49-F238E27FC236}">
                <a16:creationId xmlns:a16="http://schemas.microsoft.com/office/drawing/2014/main" id="{6F250E79-6476-5B66-C3AD-BC47675D42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9689" y="4419601"/>
            <a:ext cx="814387" cy="4413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0881" name="Oval 162">
            <a:extLst>
              <a:ext uri="{FF2B5EF4-FFF2-40B4-BE49-F238E27FC236}">
                <a16:creationId xmlns:a16="http://schemas.microsoft.com/office/drawing/2014/main" id="{92FBA016-66FF-994B-98E7-F56BF16D7C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9689" y="4422776"/>
            <a:ext cx="814387" cy="434975"/>
          </a:xfrm>
          <a:prstGeom prst="ellips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0882" name="Rectangle 163">
            <a:extLst>
              <a:ext uri="{FF2B5EF4-FFF2-40B4-BE49-F238E27FC236}">
                <a16:creationId xmlns:a16="http://schemas.microsoft.com/office/drawing/2014/main" id="{00EAD83C-46BC-40C0-CF5F-CE70CAB9DC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3989" y="4537075"/>
            <a:ext cx="541815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00">
                <a:solidFill>
                  <a:srgbClr val="0000FF"/>
                </a:solidFill>
                <a:latin typeface="Times New Roman" panose="02020603050405020304" pitchFamily="18" charset="0"/>
              </a:rPr>
              <a:t>DFW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0883" name="Oval 164">
            <a:extLst>
              <a:ext uri="{FF2B5EF4-FFF2-40B4-BE49-F238E27FC236}">
                <a16:creationId xmlns:a16="http://schemas.microsoft.com/office/drawing/2014/main" id="{82422E4F-CA35-EBAD-8B8F-054AEF56FC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2213" y="3370264"/>
            <a:ext cx="800100" cy="4413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0884" name="Oval 165">
            <a:extLst>
              <a:ext uri="{FF2B5EF4-FFF2-40B4-BE49-F238E27FC236}">
                <a16:creationId xmlns:a16="http://schemas.microsoft.com/office/drawing/2014/main" id="{F5E74BAB-40C9-11B7-2779-22589312E1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2213" y="3373439"/>
            <a:ext cx="800100" cy="434975"/>
          </a:xfrm>
          <a:prstGeom prst="ellipse">
            <a:avLst/>
          </a:prstGeom>
          <a:noFill/>
          <a:ln w="57150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0885" name="Rectangle 166">
            <a:extLst>
              <a:ext uri="{FF2B5EF4-FFF2-40B4-BE49-F238E27FC236}">
                <a16:creationId xmlns:a16="http://schemas.microsoft.com/office/drawing/2014/main" id="{32346D33-016B-59DB-1D62-2F4451A1EF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5089" y="3486150"/>
            <a:ext cx="448841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00">
                <a:solidFill>
                  <a:srgbClr val="0000FF"/>
                </a:solidFill>
                <a:latin typeface="Times New Roman" panose="02020603050405020304" pitchFamily="18" charset="0"/>
              </a:rPr>
              <a:t>SFO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0886" name="Rectangle 167">
            <a:extLst>
              <a:ext uri="{FF2B5EF4-FFF2-40B4-BE49-F238E27FC236}">
                <a16:creationId xmlns:a16="http://schemas.microsoft.com/office/drawing/2014/main" id="{0726BFD7-6468-E2C7-E7B0-A8EB48546D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0775" y="2890838"/>
            <a:ext cx="400050" cy="34925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0887" name="Rectangle 168">
            <a:extLst>
              <a:ext uri="{FF2B5EF4-FFF2-40B4-BE49-F238E27FC236}">
                <a16:creationId xmlns:a16="http://schemas.microsoft.com/office/drawing/2014/main" id="{CD442874-EDCB-67C5-9BC8-78661C804B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1" y="2916239"/>
            <a:ext cx="385763" cy="3508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0888" name="Rectangle 169">
            <a:extLst>
              <a:ext uri="{FF2B5EF4-FFF2-40B4-BE49-F238E27FC236}">
                <a16:creationId xmlns:a16="http://schemas.microsoft.com/office/drawing/2014/main" id="{0D5FDEA5-23E5-D2EF-3E89-526448E104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1" y="2917826"/>
            <a:ext cx="385763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0889" name="Rectangle 170">
            <a:extLst>
              <a:ext uri="{FF2B5EF4-FFF2-40B4-BE49-F238E27FC236}">
                <a16:creationId xmlns:a16="http://schemas.microsoft.com/office/drawing/2014/main" id="{44CB5D75-F8A0-86A3-64FA-81842D8430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3638" y="2878139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0890" name="Rectangle 171">
            <a:extLst>
              <a:ext uri="{FF2B5EF4-FFF2-40B4-BE49-F238E27FC236}">
                <a16:creationId xmlns:a16="http://schemas.microsoft.com/office/drawing/2014/main" id="{548CA053-4A79-49D1-D8BB-7C2EBB6441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6513" y="3033713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0891" name="Rectangle 172">
            <a:extLst>
              <a:ext uri="{FF2B5EF4-FFF2-40B4-BE49-F238E27FC236}">
                <a16:creationId xmlns:a16="http://schemas.microsoft.com/office/drawing/2014/main" id="{E765E667-8519-22D3-3F00-915F4A106E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5063" y="5199063"/>
            <a:ext cx="400050" cy="34925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0892" name="Rectangle 173">
            <a:extLst>
              <a:ext uri="{FF2B5EF4-FFF2-40B4-BE49-F238E27FC236}">
                <a16:creationId xmlns:a16="http://schemas.microsoft.com/office/drawing/2014/main" id="{A653B42B-27EE-2E52-39DE-065377FF06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6488" y="5224463"/>
            <a:ext cx="385762" cy="3492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0893" name="Rectangle 174">
            <a:extLst>
              <a:ext uri="{FF2B5EF4-FFF2-40B4-BE49-F238E27FC236}">
                <a16:creationId xmlns:a16="http://schemas.microsoft.com/office/drawing/2014/main" id="{2FD56DE4-2BF5-F794-9E76-988F2A655C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6488" y="5226051"/>
            <a:ext cx="385762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0894" name="Rectangle 175">
            <a:extLst>
              <a:ext uri="{FF2B5EF4-FFF2-40B4-BE49-F238E27FC236}">
                <a16:creationId xmlns:a16="http://schemas.microsoft.com/office/drawing/2014/main" id="{6EEE3267-995F-1266-DD59-39CFC6C98F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7925" y="5186364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0895" name="Rectangle 176">
            <a:extLst>
              <a:ext uri="{FF2B5EF4-FFF2-40B4-BE49-F238E27FC236}">
                <a16:creationId xmlns:a16="http://schemas.microsoft.com/office/drawing/2014/main" id="{6E559B0B-7CF4-5C3A-526E-1C3BB46286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5341938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0896" name="Rectangle 177">
            <a:extLst>
              <a:ext uri="{FF2B5EF4-FFF2-40B4-BE49-F238E27FC236}">
                <a16:creationId xmlns:a16="http://schemas.microsoft.com/office/drawing/2014/main" id="{5404CF27-B9E2-4B25-237E-6EA571BBF7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6838" y="4978400"/>
            <a:ext cx="400050" cy="36195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0897" name="Rectangle 178">
            <a:extLst>
              <a:ext uri="{FF2B5EF4-FFF2-40B4-BE49-F238E27FC236}">
                <a16:creationId xmlns:a16="http://schemas.microsoft.com/office/drawing/2014/main" id="{02B99BE4-2333-1A32-695F-0AC0FB102F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3975" y="5003800"/>
            <a:ext cx="400050" cy="3635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0898" name="Rectangle 179">
            <a:extLst>
              <a:ext uri="{FF2B5EF4-FFF2-40B4-BE49-F238E27FC236}">
                <a16:creationId xmlns:a16="http://schemas.microsoft.com/office/drawing/2014/main" id="{F0362A5F-A938-6F0E-43B0-541B712C47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3975" y="5005388"/>
            <a:ext cx="400050" cy="360362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0899" name="Rectangle 180">
            <a:extLst>
              <a:ext uri="{FF2B5EF4-FFF2-40B4-BE49-F238E27FC236}">
                <a16:creationId xmlns:a16="http://schemas.microsoft.com/office/drawing/2014/main" id="{589227A8-32A8-3911-770A-AC3BEE5EF8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00" y="4978401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0900" name="Rectangle 181">
            <a:extLst>
              <a:ext uri="{FF2B5EF4-FFF2-40B4-BE49-F238E27FC236}">
                <a16:creationId xmlns:a16="http://schemas.microsoft.com/office/drawing/2014/main" id="{D96A5CBE-3831-629B-8DEB-F3D5A3FECC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2575" y="5121275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0901" name="Rectangle 182">
            <a:extLst>
              <a:ext uri="{FF2B5EF4-FFF2-40B4-BE49-F238E27FC236}">
                <a16:creationId xmlns:a16="http://schemas.microsoft.com/office/drawing/2014/main" id="{BB692BDA-9B1A-AB07-6A3E-40E1E73C0B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4213" y="2112963"/>
            <a:ext cx="385762" cy="34925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0902" name="Rectangle 183">
            <a:extLst>
              <a:ext uri="{FF2B5EF4-FFF2-40B4-BE49-F238E27FC236}">
                <a16:creationId xmlns:a16="http://schemas.microsoft.com/office/drawing/2014/main" id="{9DE0A61D-C90F-C5EA-EF36-F8F47A8451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1351" y="2138364"/>
            <a:ext cx="385763" cy="3635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0903" name="Rectangle 184">
            <a:extLst>
              <a:ext uri="{FF2B5EF4-FFF2-40B4-BE49-F238E27FC236}">
                <a16:creationId xmlns:a16="http://schemas.microsoft.com/office/drawing/2014/main" id="{AE5A8417-C08E-BE41-D7B7-F7E5037DAA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1351" y="2139951"/>
            <a:ext cx="385763" cy="3603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0904" name="Rectangle 185">
            <a:extLst>
              <a:ext uri="{FF2B5EF4-FFF2-40B4-BE49-F238E27FC236}">
                <a16:creationId xmlns:a16="http://schemas.microsoft.com/office/drawing/2014/main" id="{11D85829-1E8A-833C-D658-20299B5759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2788" y="2100264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0905" name="Rectangle 186">
            <a:extLst>
              <a:ext uri="{FF2B5EF4-FFF2-40B4-BE49-F238E27FC236}">
                <a16:creationId xmlns:a16="http://schemas.microsoft.com/office/drawing/2014/main" id="{F78C3A67-2BB8-1508-F432-15EAE1B899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5663" y="2255838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0906" name="Rectangle 187">
            <a:extLst>
              <a:ext uri="{FF2B5EF4-FFF2-40B4-BE49-F238E27FC236}">
                <a16:creationId xmlns:a16="http://schemas.microsoft.com/office/drawing/2014/main" id="{F8D79B54-AC7E-AC4D-F681-D3B815F7F3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0038" y="5962650"/>
            <a:ext cx="400050" cy="363538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0907" name="Rectangle 188">
            <a:extLst>
              <a:ext uri="{FF2B5EF4-FFF2-40B4-BE49-F238E27FC236}">
                <a16:creationId xmlns:a16="http://schemas.microsoft.com/office/drawing/2014/main" id="{171EE73D-0D3F-7354-B692-3FA197187B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7175" y="6002338"/>
            <a:ext cx="400050" cy="3492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0908" name="Rectangle 189">
            <a:extLst>
              <a:ext uri="{FF2B5EF4-FFF2-40B4-BE49-F238E27FC236}">
                <a16:creationId xmlns:a16="http://schemas.microsoft.com/office/drawing/2014/main" id="{6DEC2915-E371-6AF2-432C-27B79C6210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7175" y="6003926"/>
            <a:ext cx="400050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0909" name="Rectangle 190">
            <a:extLst>
              <a:ext uri="{FF2B5EF4-FFF2-40B4-BE49-F238E27FC236}">
                <a16:creationId xmlns:a16="http://schemas.microsoft.com/office/drawing/2014/main" id="{B40F4E23-2A24-7057-C588-CEDCF107E0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48613" y="5964239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0910" name="Rectangle 191">
            <a:extLst>
              <a:ext uri="{FF2B5EF4-FFF2-40B4-BE49-F238E27FC236}">
                <a16:creationId xmlns:a16="http://schemas.microsoft.com/office/drawing/2014/main" id="{C4C9E3AE-4939-3138-23D7-9108785059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5775" y="6105525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t>5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0911" name="Rectangle 192">
            <a:extLst>
              <a:ext uri="{FF2B5EF4-FFF2-40B4-BE49-F238E27FC236}">
                <a16:creationId xmlns:a16="http://schemas.microsoft.com/office/drawing/2014/main" id="{907C325A-4E6F-9D68-0861-6E6E913450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3026" y="3019425"/>
            <a:ext cx="385763" cy="363538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0912" name="Rectangle 193">
            <a:extLst>
              <a:ext uri="{FF2B5EF4-FFF2-40B4-BE49-F238E27FC236}">
                <a16:creationId xmlns:a16="http://schemas.microsoft.com/office/drawing/2014/main" id="{813BD442-4481-BAFA-40F5-CEBB120F4B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0163" y="3059113"/>
            <a:ext cx="385762" cy="3492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0913" name="Rectangle 194">
            <a:extLst>
              <a:ext uri="{FF2B5EF4-FFF2-40B4-BE49-F238E27FC236}">
                <a16:creationId xmlns:a16="http://schemas.microsoft.com/office/drawing/2014/main" id="{6F56CAC6-9E4A-2D8E-5846-C3FF3F7DE9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0163" y="3060701"/>
            <a:ext cx="385762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0914" name="Rectangle 195">
            <a:extLst>
              <a:ext uri="{FF2B5EF4-FFF2-40B4-BE49-F238E27FC236}">
                <a16:creationId xmlns:a16="http://schemas.microsoft.com/office/drawing/2014/main" id="{68FCC1C0-277D-C992-1CA8-52C8BCAC15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1600" y="3021014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0915" name="Rectangle 196">
            <a:extLst>
              <a:ext uri="{FF2B5EF4-FFF2-40B4-BE49-F238E27FC236}">
                <a16:creationId xmlns:a16="http://schemas.microsoft.com/office/drawing/2014/main" id="{B0A76E7D-2391-08A1-513E-D05C24AEA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34475" y="3162300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t>6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pic>
        <p:nvPicPr>
          <p:cNvPr id="30916" name="Picture 197">
            <a:extLst>
              <a:ext uri="{FF2B5EF4-FFF2-40B4-BE49-F238E27FC236}">
                <a16:creationId xmlns:a16="http://schemas.microsoft.com/office/drawing/2014/main" id="{85101926-2EE4-7B8B-1304-D393E7D34E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6913" y="1219200"/>
            <a:ext cx="419100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0917" name="AutoShape 198">
            <a:extLst>
              <a:ext uri="{FF2B5EF4-FFF2-40B4-BE49-F238E27FC236}">
                <a16:creationId xmlns:a16="http://schemas.microsoft.com/office/drawing/2014/main" id="{7A57E222-CDAB-A4AF-2445-209837B64DC4}"/>
              </a:ext>
            </a:extLst>
          </p:cNvPr>
          <p:cNvCxnSpPr>
            <a:cxnSpLocks noChangeShapeType="1"/>
            <a:stCxn id="30872" idx="1"/>
            <a:endCxn id="30875" idx="5"/>
          </p:cNvCxnSpPr>
          <p:nvPr/>
        </p:nvCxnSpPr>
        <p:spPr bwMode="auto">
          <a:xfrm rot="5400000" flipH="1">
            <a:off x="5950744" y="3298032"/>
            <a:ext cx="2967038" cy="1349375"/>
          </a:xfrm>
          <a:prstGeom prst="curvedConnector3">
            <a:avLst>
              <a:gd name="adj1" fmla="val 49972"/>
            </a:avLst>
          </a:prstGeom>
          <a:noFill/>
          <a:ln w="38100">
            <a:solidFill>
              <a:srgbClr val="00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>
            <a:extLst>
              <a:ext uri="{FF2B5EF4-FFF2-40B4-BE49-F238E27FC236}">
                <a16:creationId xmlns:a16="http://schemas.microsoft.com/office/drawing/2014/main" id="{1D076B68-69D2-790F-02D7-DDB4535963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57400" y="381000"/>
            <a:ext cx="7772400" cy="838200"/>
          </a:xfrm>
        </p:spPr>
        <p:txBody>
          <a:bodyPr/>
          <a:lstStyle/>
          <a:p>
            <a:r>
              <a:rPr lang="en-US" altLang="en-US"/>
              <a:t>Floyd-Warshall, Iteration 3</a:t>
            </a:r>
          </a:p>
        </p:txBody>
      </p:sp>
      <p:sp>
        <p:nvSpPr>
          <p:cNvPr id="31746" name="Freeform 3">
            <a:extLst>
              <a:ext uri="{FF2B5EF4-FFF2-40B4-BE49-F238E27FC236}">
                <a16:creationId xmlns:a16="http://schemas.microsoft.com/office/drawing/2014/main" id="{F63E2877-7FB6-5DB9-A2E1-4B9F42541BA8}"/>
              </a:ext>
            </a:extLst>
          </p:cNvPr>
          <p:cNvSpPr>
            <a:spLocks/>
          </p:cNvSpPr>
          <p:nvPr/>
        </p:nvSpPr>
        <p:spPr bwMode="auto">
          <a:xfrm>
            <a:off x="5834064" y="2384425"/>
            <a:ext cx="28575" cy="25400"/>
          </a:xfrm>
          <a:custGeom>
            <a:avLst/>
            <a:gdLst>
              <a:gd name="T0" fmla="*/ 2147483646 w 18"/>
              <a:gd name="T1" fmla="*/ 0 h 16"/>
              <a:gd name="T2" fmla="*/ 2147483646 w 18"/>
              <a:gd name="T3" fmla="*/ 0 h 16"/>
              <a:gd name="T4" fmla="*/ 0 w 18"/>
              <a:gd name="T5" fmla="*/ 0 h 16"/>
              <a:gd name="T6" fmla="*/ 0 w 18"/>
              <a:gd name="T7" fmla="*/ 0 h 16"/>
              <a:gd name="T8" fmla="*/ 0 w 18"/>
              <a:gd name="T9" fmla="*/ 2147483646 h 16"/>
              <a:gd name="T10" fmla="*/ 0 w 18"/>
              <a:gd name="T11" fmla="*/ 2147483646 h 16"/>
              <a:gd name="T12" fmla="*/ 2147483646 w 18"/>
              <a:gd name="T13" fmla="*/ 2147483646 h 16"/>
              <a:gd name="T14" fmla="*/ 2147483646 w 18"/>
              <a:gd name="T15" fmla="*/ 2147483646 h 16"/>
              <a:gd name="T16" fmla="*/ 2147483646 w 18"/>
              <a:gd name="T17" fmla="*/ 0 h 16"/>
              <a:gd name="T18" fmla="*/ 2147483646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18" y="0"/>
                </a:move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lnTo>
                  <a:pt x="0" y="16"/>
                </a:lnTo>
                <a:lnTo>
                  <a:pt x="9" y="16"/>
                </a:lnTo>
                <a:lnTo>
                  <a:pt x="18" y="8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47" name="Freeform 4">
            <a:extLst>
              <a:ext uri="{FF2B5EF4-FFF2-40B4-BE49-F238E27FC236}">
                <a16:creationId xmlns:a16="http://schemas.microsoft.com/office/drawing/2014/main" id="{2FEB9264-A2BF-C2D6-51B3-7A2CDAFB2607}"/>
              </a:ext>
            </a:extLst>
          </p:cNvPr>
          <p:cNvSpPr>
            <a:spLocks/>
          </p:cNvSpPr>
          <p:nvPr/>
        </p:nvSpPr>
        <p:spPr bwMode="auto">
          <a:xfrm>
            <a:off x="5834063" y="2319339"/>
            <a:ext cx="214312" cy="130175"/>
          </a:xfrm>
          <a:custGeom>
            <a:avLst/>
            <a:gdLst>
              <a:gd name="T0" fmla="*/ 2147483646 w 135"/>
              <a:gd name="T1" fmla="*/ 2147483646 h 82"/>
              <a:gd name="T2" fmla="*/ 0 w 135"/>
              <a:gd name="T3" fmla="*/ 2147483646 h 82"/>
              <a:gd name="T4" fmla="*/ 2147483646 w 135"/>
              <a:gd name="T5" fmla="*/ 0 h 82"/>
              <a:gd name="T6" fmla="*/ 2147483646 w 135"/>
              <a:gd name="T7" fmla="*/ 2147483646 h 82"/>
              <a:gd name="T8" fmla="*/ 2147483646 w 135"/>
              <a:gd name="T9" fmla="*/ 2147483646 h 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5"/>
              <a:gd name="T16" fmla="*/ 0 h 82"/>
              <a:gd name="T17" fmla="*/ 135 w 135"/>
              <a:gd name="T18" fmla="*/ 82 h 8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5" h="82">
                <a:moveTo>
                  <a:pt x="9" y="49"/>
                </a:moveTo>
                <a:lnTo>
                  <a:pt x="0" y="17"/>
                </a:lnTo>
                <a:lnTo>
                  <a:pt x="135" y="0"/>
                </a:lnTo>
                <a:lnTo>
                  <a:pt x="27" y="82"/>
                </a:lnTo>
                <a:lnTo>
                  <a:pt x="9" y="49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48" name="Freeform 5">
            <a:extLst>
              <a:ext uri="{FF2B5EF4-FFF2-40B4-BE49-F238E27FC236}">
                <a16:creationId xmlns:a16="http://schemas.microsoft.com/office/drawing/2014/main" id="{972E0C5D-8968-B511-1FD0-C3B2CAA81991}"/>
              </a:ext>
            </a:extLst>
          </p:cNvPr>
          <p:cNvSpPr>
            <a:spLocks/>
          </p:cNvSpPr>
          <p:nvPr/>
        </p:nvSpPr>
        <p:spPr bwMode="auto">
          <a:xfrm>
            <a:off x="5834063" y="2319339"/>
            <a:ext cx="214312" cy="130175"/>
          </a:xfrm>
          <a:custGeom>
            <a:avLst/>
            <a:gdLst>
              <a:gd name="T0" fmla="*/ 2147483646 w 135"/>
              <a:gd name="T1" fmla="*/ 2147483646 h 82"/>
              <a:gd name="T2" fmla="*/ 0 w 135"/>
              <a:gd name="T3" fmla="*/ 2147483646 h 82"/>
              <a:gd name="T4" fmla="*/ 2147483646 w 135"/>
              <a:gd name="T5" fmla="*/ 0 h 82"/>
              <a:gd name="T6" fmla="*/ 2147483646 w 135"/>
              <a:gd name="T7" fmla="*/ 2147483646 h 82"/>
              <a:gd name="T8" fmla="*/ 2147483646 w 135"/>
              <a:gd name="T9" fmla="*/ 2147483646 h 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5"/>
              <a:gd name="T16" fmla="*/ 0 h 82"/>
              <a:gd name="T17" fmla="*/ 135 w 135"/>
              <a:gd name="T18" fmla="*/ 82 h 8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5" h="82">
                <a:moveTo>
                  <a:pt x="9" y="49"/>
                </a:moveTo>
                <a:lnTo>
                  <a:pt x="0" y="17"/>
                </a:lnTo>
                <a:lnTo>
                  <a:pt x="135" y="0"/>
                </a:lnTo>
                <a:lnTo>
                  <a:pt x="27" y="82"/>
                </a:lnTo>
                <a:lnTo>
                  <a:pt x="9" y="4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49" name="Freeform 6">
            <a:extLst>
              <a:ext uri="{FF2B5EF4-FFF2-40B4-BE49-F238E27FC236}">
                <a16:creationId xmlns:a16="http://schemas.microsoft.com/office/drawing/2014/main" id="{A96C4421-04D5-AAB1-917E-EEADB495BA48}"/>
              </a:ext>
            </a:extLst>
          </p:cNvPr>
          <p:cNvSpPr>
            <a:spLocks/>
          </p:cNvSpPr>
          <p:nvPr/>
        </p:nvSpPr>
        <p:spPr bwMode="auto">
          <a:xfrm>
            <a:off x="3033714" y="4549775"/>
            <a:ext cx="242887" cy="363538"/>
          </a:xfrm>
          <a:custGeom>
            <a:avLst/>
            <a:gdLst>
              <a:gd name="T0" fmla="*/ 0 w 153"/>
              <a:gd name="T1" fmla="*/ 2147483646 h 229"/>
              <a:gd name="T2" fmla="*/ 2147483646 w 153"/>
              <a:gd name="T3" fmla="*/ 2147483646 h 229"/>
              <a:gd name="T4" fmla="*/ 2147483646 w 153"/>
              <a:gd name="T5" fmla="*/ 2147483646 h 229"/>
              <a:gd name="T6" fmla="*/ 2147483646 w 153"/>
              <a:gd name="T7" fmla="*/ 2147483646 h 229"/>
              <a:gd name="T8" fmla="*/ 2147483646 w 153"/>
              <a:gd name="T9" fmla="*/ 0 h 229"/>
              <a:gd name="T10" fmla="*/ 2147483646 w 153"/>
              <a:gd name="T11" fmla="*/ 0 h 229"/>
              <a:gd name="T12" fmla="*/ 0 w 153"/>
              <a:gd name="T13" fmla="*/ 2147483646 h 2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53"/>
              <a:gd name="T22" fmla="*/ 0 h 229"/>
              <a:gd name="T23" fmla="*/ 153 w 153"/>
              <a:gd name="T24" fmla="*/ 229 h 22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53" h="229">
                <a:moveTo>
                  <a:pt x="0" y="221"/>
                </a:moveTo>
                <a:lnTo>
                  <a:pt x="18" y="229"/>
                </a:lnTo>
                <a:lnTo>
                  <a:pt x="153" y="8"/>
                </a:lnTo>
                <a:lnTo>
                  <a:pt x="135" y="0"/>
                </a:lnTo>
                <a:lnTo>
                  <a:pt x="0" y="22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0" name="Freeform 7">
            <a:extLst>
              <a:ext uri="{FF2B5EF4-FFF2-40B4-BE49-F238E27FC236}">
                <a16:creationId xmlns:a16="http://schemas.microsoft.com/office/drawing/2014/main" id="{14E16DAA-2F34-AD35-3C0F-7B3DC2BC2ABD}"/>
              </a:ext>
            </a:extLst>
          </p:cNvPr>
          <p:cNvSpPr>
            <a:spLocks/>
          </p:cNvSpPr>
          <p:nvPr/>
        </p:nvSpPr>
        <p:spPr bwMode="auto">
          <a:xfrm>
            <a:off x="3248025" y="4186239"/>
            <a:ext cx="285750" cy="376237"/>
          </a:xfrm>
          <a:custGeom>
            <a:avLst/>
            <a:gdLst>
              <a:gd name="T0" fmla="*/ 0 w 180"/>
              <a:gd name="T1" fmla="*/ 2147483646 h 237"/>
              <a:gd name="T2" fmla="*/ 2147483646 w 180"/>
              <a:gd name="T3" fmla="*/ 2147483646 h 237"/>
              <a:gd name="T4" fmla="*/ 2147483646 w 180"/>
              <a:gd name="T5" fmla="*/ 2147483646 h 237"/>
              <a:gd name="T6" fmla="*/ 2147483646 w 180"/>
              <a:gd name="T7" fmla="*/ 2147483646 h 237"/>
              <a:gd name="T8" fmla="*/ 2147483646 w 180"/>
              <a:gd name="T9" fmla="*/ 0 h 237"/>
              <a:gd name="T10" fmla="*/ 2147483646 w 180"/>
              <a:gd name="T11" fmla="*/ 0 h 237"/>
              <a:gd name="T12" fmla="*/ 0 w 180"/>
              <a:gd name="T13" fmla="*/ 2147483646 h 23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0"/>
              <a:gd name="T22" fmla="*/ 0 h 237"/>
              <a:gd name="T23" fmla="*/ 180 w 180"/>
              <a:gd name="T24" fmla="*/ 237 h 23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0" h="237">
                <a:moveTo>
                  <a:pt x="0" y="229"/>
                </a:moveTo>
                <a:lnTo>
                  <a:pt x="18" y="237"/>
                </a:lnTo>
                <a:lnTo>
                  <a:pt x="180" y="9"/>
                </a:lnTo>
                <a:lnTo>
                  <a:pt x="162" y="0"/>
                </a:lnTo>
                <a:lnTo>
                  <a:pt x="0" y="22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1" name="Freeform 8">
            <a:extLst>
              <a:ext uri="{FF2B5EF4-FFF2-40B4-BE49-F238E27FC236}">
                <a16:creationId xmlns:a16="http://schemas.microsoft.com/office/drawing/2014/main" id="{7BEE0C45-9D9F-EDB2-CE55-7B6A7A7B9E08}"/>
              </a:ext>
            </a:extLst>
          </p:cNvPr>
          <p:cNvSpPr>
            <a:spLocks/>
          </p:cNvSpPr>
          <p:nvPr/>
        </p:nvSpPr>
        <p:spPr bwMode="auto">
          <a:xfrm>
            <a:off x="3505200" y="3824289"/>
            <a:ext cx="342900" cy="376237"/>
          </a:xfrm>
          <a:custGeom>
            <a:avLst/>
            <a:gdLst>
              <a:gd name="T0" fmla="*/ 0 w 216"/>
              <a:gd name="T1" fmla="*/ 2147483646 h 237"/>
              <a:gd name="T2" fmla="*/ 2147483646 w 216"/>
              <a:gd name="T3" fmla="*/ 2147483646 h 237"/>
              <a:gd name="T4" fmla="*/ 2147483646 w 216"/>
              <a:gd name="T5" fmla="*/ 2147483646 h 237"/>
              <a:gd name="T6" fmla="*/ 2147483646 w 216"/>
              <a:gd name="T7" fmla="*/ 2147483646 h 237"/>
              <a:gd name="T8" fmla="*/ 2147483646 w 216"/>
              <a:gd name="T9" fmla="*/ 0 h 237"/>
              <a:gd name="T10" fmla="*/ 2147483646 w 216"/>
              <a:gd name="T11" fmla="*/ 0 h 237"/>
              <a:gd name="T12" fmla="*/ 0 w 216"/>
              <a:gd name="T13" fmla="*/ 2147483646 h 23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237"/>
              <a:gd name="T23" fmla="*/ 216 w 216"/>
              <a:gd name="T24" fmla="*/ 237 h 23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237">
                <a:moveTo>
                  <a:pt x="0" y="228"/>
                </a:moveTo>
                <a:lnTo>
                  <a:pt x="18" y="237"/>
                </a:lnTo>
                <a:lnTo>
                  <a:pt x="216" y="8"/>
                </a:lnTo>
                <a:lnTo>
                  <a:pt x="198" y="0"/>
                </a:lnTo>
                <a:lnTo>
                  <a:pt x="0" y="22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2" name="Freeform 9">
            <a:extLst>
              <a:ext uri="{FF2B5EF4-FFF2-40B4-BE49-F238E27FC236}">
                <a16:creationId xmlns:a16="http://schemas.microsoft.com/office/drawing/2014/main" id="{93C23BCD-DD55-3DF0-25DC-A6B2AB13E50D}"/>
              </a:ext>
            </a:extLst>
          </p:cNvPr>
          <p:cNvSpPr>
            <a:spLocks/>
          </p:cNvSpPr>
          <p:nvPr/>
        </p:nvSpPr>
        <p:spPr bwMode="auto">
          <a:xfrm>
            <a:off x="3819526" y="3448050"/>
            <a:ext cx="385763" cy="388938"/>
          </a:xfrm>
          <a:custGeom>
            <a:avLst/>
            <a:gdLst>
              <a:gd name="T0" fmla="*/ 0 w 243"/>
              <a:gd name="T1" fmla="*/ 2147483646 h 245"/>
              <a:gd name="T2" fmla="*/ 2147483646 w 243"/>
              <a:gd name="T3" fmla="*/ 2147483646 h 245"/>
              <a:gd name="T4" fmla="*/ 2147483646 w 243"/>
              <a:gd name="T5" fmla="*/ 2147483646 h 245"/>
              <a:gd name="T6" fmla="*/ 2147483646 w 243"/>
              <a:gd name="T7" fmla="*/ 2147483646 h 245"/>
              <a:gd name="T8" fmla="*/ 2147483646 w 243"/>
              <a:gd name="T9" fmla="*/ 0 h 245"/>
              <a:gd name="T10" fmla="*/ 2147483646 w 243"/>
              <a:gd name="T11" fmla="*/ 2147483646 h 245"/>
              <a:gd name="T12" fmla="*/ 0 w 243"/>
              <a:gd name="T13" fmla="*/ 2147483646 h 24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3"/>
              <a:gd name="T22" fmla="*/ 0 h 245"/>
              <a:gd name="T23" fmla="*/ 243 w 243"/>
              <a:gd name="T24" fmla="*/ 245 h 24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3" h="245">
                <a:moveTo>
                  <a:pt x="0" y="237"/>
                </a:moveTo>
                <a:lnTo>
                  <a:pt x="18" y="245"/>
                </a:lnTo>
                <a:lnTo>
                  <a:pt x="243" y="16"/>
                </a:lnTo>
                <a:lnTo>
                  <a:pt x="234" y="0"/>
                </a:lnTo>
                <a:lnTo>
                  <a:pt x="225" y="8"/>
                </a:lnTo>
                <a:lnTo>
                  <a:pt x="0" y="23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3" name="Freeform 10">
            <a:extLst>
              <a:ext uri="{FF2B5EF4-FFF2-40B4-BE49-F238E27FC236}">
                <a16:creationId xmlns:a16="http://schemas.microsoft.com/office/drawing/2014/main" id="{2A2BE9D7-5DAF-1B47-DF06-0FB1EFCD4492}"/>
              </a:ext>
            </a:extLst>
          </p:cNvPr>
          <p:cNvSpPr>
            <a:spLocks/>
          </p:cNvSpPr>
          <p:nvPr/>
        </p:nvSpPr>
        <p:spPr bwMode="auto">
          <a:xfrm>
            <a:off x="4191001" y="3124200"/>
            <a:ext cx="385763" cy="349250"/>
          </a:xfrm>
          <a:custGeom>
            <a:avLst/>
            <a:gdLst>
              <a:gd name="T0" fmla="*/ 0 w 243"/>
              <a:gd name="T1" fmla="*/ 2147483646 h 220"/>
              <a:gd name="T2" fmla="*/ 2147483646 w 243"/>
              <a:gd name="T3" fmla="*/ 2147483646 h 220"/>
              <a:gd name="T4" fmla="*/ 2147483646 w 243"/>
              <a:gd name="T5" fmla="*/ 2147483646 h 220"/>
              <a:gd name="T6" fmla="*/ 2147483646 w 243"/>
              <a:gd name="T7" fmla="*/ 2147483646 h 220"/>
              <a:gd name="T8" fmla="*/ 2147483646 w 243"/>
              <a:gd name="T9" fmla="*/ 0 h 220"/>
              <a:gd name="T10" fmla="*/ 2147483646 w 243"/>
              <a:gd name="T11" fmla="*/ 0 h 220"/>
              <a:gd name="T12" fmla="*/ 0 w 243"/>
              <a:gd name="T13" fmla="*/ 2147483646 h 22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3"/>
              <a:gd name="T22" fmla="*/ 0 h 220"/>
              <a:gd name="T23" fmla="*/ 243 w 243"/>
              <a:gd name="T24" fmla="*/ 220 h 22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3" h="220">
                <a:moveTo>
                  <a:pt x="0" y="204"/>
                </a:moveTo>
                <a:lnTo>
                  <a:pt x="9" y="220"/>
                </a:lnTo>
                <a:lnTo>
                  <a:pt x="243" y="16"/>
                </a:lnTo>
                <a:lnTo>
                  <a:pt x="234" y="0"/>
                </a:lnTo>
                <a:lnTo>
                  <a:pt x="0" y="20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4" name="Freeform 11">
            <a:extLst>
              <a:ext uri="{FF2B5EF4-FFF2-40B4-BE49-F238E27FC236}">
                <a16:creationId xmlns:a16="http://schemas.microsoft.com/office/drawing/2014/main" id="{EDC02387-B489-139D-6C42-2410CFEB4493}"/>
              </a:ext>
            </a:extLst>
          </p:cNvPr>
          <p:cNvSpPr>
            <a:spLocks/>
          </p:cNvSpPr>
          <p:nvPr/>
        </p:nvSpPr>
        <p:spPr bwMode="auto">
          <a:xfrm>
            <a:off x="4562476" y="2825750"/>
            <a:ext cx="428625" cy="323850"/>
          </a:xfrm>
          <a:custGeom>
            <a:avLst/>
            <a:gdLst>
              <a:gd name="T0" fmla="*/ 0 w 270"/>
              <a:gd name="T1" fmla="*/ 2147483646 h 204"/>
              <a:gd name="T2" fmla="*/ 2147483646 w 270"/>
              <a:gd name="T3" fmla="*/ 2147483646 h 204"/>
              <a:gd name="T4" fmla="*/ 2147483646 w 270"/>
              <a:gd name="T5" fmla="*/ 2147483646 h 204"/>
              <a:gd name="T6" fmla="*/ 2147483646 w 270"/>
              <a:gd name="T7" fmla="*/ 2147483646 h 204"/>
              <a:gd name="T8" fmla="*/ 2147483646 w 270"/>
              <a:gd name="T9" fmla="*/ 0 h 204"/>
              <a:gd name="T10" fmla="*/ 2147483646 w 270"/>
              <a:gd name="T11" fmla="*/ 0 h 204"/>
              <a:gd name="T12" fmla="*/ 0 w 270"/>
              <a:gd name="T13" fmla="*/ 2147483646 h 20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70"/>
              <a:gd name="T22" fmla="*/ 0 h 204"/>
              <a:gd name="T23" fmla="*/ 270 w 270"/>
              <a:gd name="T24" fmla="*/ 204 h 20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70" h="204">
                <a:moveTo>
                  <a:pt x="0" y="188"/>
                </a:moveTo>
                <a:lnTo>
                  <a:pt x="9" y="204"/>
                </a:lnTo>
                <a:lnTo>
                  <a:pt x="270" y="16"/>
                </a:lnTo>
                <a:lnTo>
                  <a:pt x="261" y="0"/>
                </a:lnTo>
                <a:lnTo>
                  <a:pt x="0" y="18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5" name="Freeform 12">
            <a:extLst>
              <a:ext uri="{FF2B5EF4-FFF2-40B4-BE49-F238E27FC236}">
                <a16:creationId xmlns:a16="http://schemas.microsoft.com/office/drawing/2014/main" id="{FF178F11-5CF1-C8F3-29CA-9BF2D86B0B4D}"/>
              </a:ext>
            </a:extLst>
          </p:cNvPr>
          <p:cNvSpPr>
            <a:spLocks/>
          </p:cNvSpPr>
          <p:nvPr/>
        </p:nvSpPr>
        <p:spPr bwMode="auto">
          <a:xfrm>
            <a:off x="4976813" y="2579688"/>
            <a:ext cx="442912" cy="271462"/>
          </a:xfrm>
          <a:custGeom>
            <a:avLst/>
            <a:gdLst>
              <a:gd name="T0" fmla="*/ 0 w 279"/>
              <a:gd name="T1" fmla="*/ 2147483646 h 171"/>
              <a:gd name="T2" fmla="*/ 2147483646 w 279"/>
              <a:gd name="T3" fmla="*/ 2147483646 h 171"/>
              <a:gd name="T4" fmla="*/ 2147483646 w 279"/>
              <a:gd name="T5" fmla="*/ 2147483646 h 171"/>
              <a:gd name="T6" fmla="*/ 2147483646 w 279"/>
              <a:gd name="T7" fmla="*/ 2147483646 h 171"/>
              <a:gd name="T8" fmla="*/ 2147483646 w 279"/>
              <a:gd name="T9" fmla="*/ 0 h 171"/>
              <a:gd name="T10" fmla="*/ 2147483646 w 279"/>
              <a:gd name="T11" fmla="*/ 0 h 171"/>
              <a:gd name="T12" fmla="*/ 0 w 279"/>
              <a:gd name="T13" fmla="*/ 2147483646 h 17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79"/>
              <a:gd name="T22" fmla="*/ 0 h 171"/>
              <a:gd name="T23" fmla="*/ 279 w 279"/>
              <a:gd name="T24" fmla="*/ 171 h 17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79" h="171">
                <a:moveTo>
                  <a:pt x="0" y="155"/>
                </a:moveTo>
                <a:lnTo>
                  <a:pt x="9" y="171"/>
                </a:lnTo>
                <a:lnTo>
                  <a:pt x="279" y="16"/>
                </a:lnTo>
                <a:lnTo>
                  <a:pt x="270" y="0"/>
                </a:lnTo>
                <a:lnTo>
                  <a:pt x="0" y="15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6" name="Freeform 13">
            <a:extLst>
              <a:ext uri="{FF2B5EF4-FFF2-40B4-BE49-F238E27FC236}">
                <a16:creationId xmlns:a16="http://schemas.microsoft.com/office/drawing/2014/main" id="{490AD70C-9877-580D-6331-AC291C8DF264}"/>
              </a:ext>
            </a:extLst>
          </p:cNvPr>
          <p:cNvSpPr>
            <a:spLocks/>
          </p:cNvSpPr>
          <p:nvPr/>
        </p:nvSpPr>
        <p:spPr bwMode="auto">
          <a:xfrm>
            <a:off x="5405438" y="2371726"/>
            <a:ext cx="457200" cy="233363"/>
          </a:xfrm>
          <a:custGeom>
            <a:avLst/>
            <a:gdLst>
              <a:gd name="T0" fmla="*/ 0 w 288"/>
              <a:gd name="T1" fmla="*/ 2147483646 h 147"/>
              <a:gd name="T2" fmla="*/ 2147483646 w 288"/>
              <a:gd name="T3" fmla="*/ 2147483646 h 147"/>
              <a:gd name="T4" fmla="*/ 2147483646 w 288"/>
              <a:gd name="T5" fmla="*/ 2147483646 h 147"/>
              <a:gd name="T6" fmla="*/ 2147483646 w 288"/>
              <a:gd name="T7" fmla="*/ 0 h 147"/>
              <a:gd name="T8" fmla="*/ 0 w 288"/>
              <a:gd name="T9" fmla="*/ 2147483646 h 14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88"/>
              <a:gd name="T16" fmla="*/ 0 h 147"/>
              <a:gd name="T17" fmla="*/ 288 w 288"/>
              <a:gd name="T18" fmla="*/ 147 h 14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88" h="147">
                <a:moveTo>
                  <a:pt x="0" y="131"/>
                </a:moveTo>
                <a:lnTo>
                  <a:pt x="9" y="147"/>
                </a:lnTo>
                <a:lnTo>
                  <a:pt x="288" y="16"/>
                </a:lnTo>
                <a:lnTo>
                  <a:pt x="279" y="0"/>
                </a:lnTo>
                <a:lnTo>
                  <a:pt x="0" y="13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7" name="Freeform 14">
            <a:extLst>
              <a:ext uri="{FF2B5EF4-FFF2-40B4-BE49-F238E27FC236}">
                <a16:creationId xmlns:a16="http://schemas.microsoft.com/office/drawing/2014/main" id="{97F75315-2B43-08CC-BA4E-FEBB6373A2D3}"/>
              </a:ext>
            </a:extLst>
          </p:cNvPr>
          <p:cNvSpPr>
            <a:spLocks/>
          </p:cNvSpPr>
          <p:nvPr/>
        </p:nvSpPr>
        <p:spPr bwMode="auto">
          <a:xfrm>
            <a:off x="3162301" y="5289550"/>
            <a:ext cx="28575" cy="25400"/>
          </a:xfrm>
          <a:custGeom>
            <a:avLst/>
            <a:gdLst>
              <a:gd name="T0" fmla="*/ 2147483646 w 18"/>
              <a:gd name="T1" fmla="*/ 0 h 16"/>
              <a:gd name="T2" fmla="*/ 0 w 18"/>
              <a:gd name="T3" fmla="*/ 2147483646 h 16"/>
              <a:gd name="T4" fmla="*/ 2147483646 w 18"/>
              <a:gd name="T5" fmla="*/ 2147483646 h 16"/>
              <a:gd name="T6" fmla="*/ 2147483646 w 18"/>
              <a:gd name="T7" fmla="*/ 2147483646 h 16"/>
              <a:gd name="T8" fmla="*/ 2147483646 w 18"/>
              <a:gd name="T9" fmla="*/ 2147483646 h 16"/>
              <a:gd name="T10" fmla="*/ 2147483646 w 18"/>
              <a:gd name="T11" fmla="*/ 2147483646 h 16"/>
              <a:gd name="T12" fmla="*/ 2147483646 w 18"/>
              <a:gd name="T13" fmla="*/ 0 h 16"/>
              <a:gd name="T14" fmla="*/ 2147483646 w 18"/>
              <a:gd name="T15" fmla="*/ 0 h 16"/>
              <a:gd name="T16" fmla="*/ 2147483646 w 18"/>
              <a:gd name="T17" fmla="*/ 0 h 16"/>
              <a:gd name="T18" fmla="*/ 2147483646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9" y="0"/>
                </a:moveTo>
                <a:lnTo>
                  <a:pt x="0" y="8"/>
                </a:lnTo>
                <a:lnTo>
                  <a:pt x="9" y="8"/>
                </a:lnTo>
                <a:lnTo>
                  <a:pt x="9" y="16"/>
                </a:lnTo>
                <a:lnTo>
                  <a:pt x="18" y="16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8" name="Freeform 15">
            <a:extLst>
              <a:ext uri="{FF2B5EF4-FFF2-40B4-BE49-F238E27FC236}">
                <a16:creationId xmlns:a16="http://schemas.microsoft.com/office/drawing/2014/main" id="{25535893-8595-893B-E287-9C63E9FAB88F}"/>
              </a:ext>
            </a:extLst>
          </p:cNvPr>
          <p:cNvSpPr>
            <a:spLocks/>
          </p:cNvSpPr>
          <p:nvPr/>
        </p:nvSpPr>
        <p:spPr bwMode="auto">
          <a:xfrm>
            <a:off x="3062288" y="5133976"/>
            <a:ext cx="171450" cy="193675"/>
          </a:xfrm>
          <a:custGeom>
            <a:avLst/>
            <a:gdLst>
              <a:gd name="T0" fmla="*/ 2147483646 w 108"/>
              <a:gd name="T1" fmla="*/ 2147483646 h 122"/>
              <a:gd name="T2" fmla="*/ 2147483646 w 108"/>
              <a:gd name="T3" fmla="*/ 2147483646 h 122"/>
              <a:gd name="T4" fmla="*/ 0 w 108"/>
              <a:gd name="T5" fmla="*/ 0 h 122"/>
              <a:gd name="T6" fmla="*/ 2147483646 w 108"/>
              <a:gd name="T7" fmla="*/ 2147483646 h 122"/>
              <a:gd name="T8" fmla="*/ 2147483646 w 108"/>
              <a:gd name="T9" fmla="*/ 2147483646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8"/>
              <a:gd name="T16" fmla="*/ 0 h 122"/>
              <a:gd name="T17" fmla="*/ 108 w 108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8" h="122">
                <a:moveTo>
                  <a:pt x="72" y="98"/>
                </a:moveTo>
                <a:lnTo>
                  <a:pt x="36" y="122"/>
                </a:lnTo>
                <a:lnTo>
                  <a:pt x="0" y="0"/>
                </a:lnTo>
                <a:lnTo>
                  <a:pt x="108" y="81"/>
                </a:lnTo>
                <a:lnTo>
                  <a:pt x="72" y="98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9" name="Freeform 16">
            <a:extLst>
              <a:ext uri="{FF2B5EF4-FFF2-40B4-BE49-F238E27FC236}">
                <a16:creationId xmlns:a16="http://schemas.microsoft.com/office/drawing/2014/main" id="{4A8FE7FC-D334-1937-E032-F026F9602E03}"/>
              </a:ext>
            </a:extLst>
          </p:cNvPr>
          <p:cNvSpPr>
            <a:spLocks/>
          </p:cNvSpPr>
          <p:nvPr/>
        </p:nvSpPr>
        <p:spPr bwMode="auto">
          <a:xfrm>
            <a:off x="3062288" y="5133976"/>
            <a:ext cx="171450" cy="193675"/>
          </a:xfrm>
          <a:custGeom>
            <a:avLst/>
            <a:gdLst>
              <a:gd name="T0" fmla="*/ 2147483646 w 108"/>
              <a:gd name="T1" fmla="*/ 2147483646 h 122"/>
              <a:gd name="T2" fmla="*/ 2147483646 w 108"/>
              <a:gd name="T3" fmla="*/ 2147483646 h 122"/>
              <a:gd name="T4" fmla="*/ 0 w 108"/>
              <a:gd name="T5" fmla="*/ 0 h 122"/>
              <a:gd name="T6" fmla="*/ 2147483646 w 108"/>
              <a:gd name="T7" fmla="*/ 2147483646 h 122"/>
              <a:gd name="T8" fmla="*/ 2147483646 w 108"/>
              <a:gd name="T9" fmla="*/ 2147483646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8"/>
              <a:gd name="T16" fmla="*/ 0 h 122"/>
              <a:gd name="T17" fmla="*/ 108 w 108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8" h="122">
                <a:moveTo>
                  <a:pt x="72" y="98"/>
                </a:moveTo>
                <a:lnTo>
                  <a:pt x="36" y="122"/>
                </a:lnTo>
                <a:lnTo>
                  <a:pt x="0" y="0"/>
                </a:lnTo>
                <a:lnTo>
                  <a:pt x="108" y="81"/>
                </a:lnTo>
                <a:lnTo>
                  <a:pt x="72" y="9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60" name="Freeform 17">
            <a:extLst>
              <a:ext uri="{FF2B5EF4-FFF2-40B4-BE49-F238E27FC236}">
                <a16:creationId xmlns:a16="http://schemas.microsoft.com/office/drawing/2014/main" id="{F9186ABC-3D48-CFC4-0FDE-71E1F3F225CC}"/>
              </a:ext>
            </a:extLst>
          </p:cNvPr>
          <p:cNvSpPr>
            <a:spLocks/>
          </p:cNvSpPr>
          <p:nvPr/>
        </p:nvSpPr>
        <p:spPr bwMode="auto">
          <a:xfrm>
            <a:off x="8105775" y="5626101"/>
            <a:ext cx="300038" cy="180975"/>
          </a:xfrm>
          <a:custGeom>
            <a:avLst/>
            <a:gdLst>
              <a:gd name="T0" fmla="*/ 2147483646 w 189"/>
              <a:gd name="T1" fmla="*/ 2147483646 h 114"/>
              <a:gd name="T2" fmla="*/ 2147483646 w 189"/>
              <a:gd name="T3" fmla="*/ 0 h 114"/>
              <a:gd name="T4" fmla="*/ 0 w 189"/>
              <a:gd name="T5" fmla="*/ 2147483646 h 114"/>
              <a:gd name="T6" fmla="*/ 0 w 189"/>
              <a:gd name="T7" fmla="*/ 2147483646 h 114"/>
              <a:gd name="T8" fmla="*/ 2147483646 w 189"/>
              <a:gd name="T9" fmla="*/ 2147483646 h 114"/>
              <a:gd name="T10" fmla="*/ 2147483646 w 189"/>
              <a:gd name="T11" fmla="*/ 2147483646 h 114"/>
              <a:gd name="T12" fmla="*/ 2147483646 w 189"/>
              <a:gd name="T13" fmla="*/ 2147483646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114"/>
              <a:gd name="T23" fmla="*/ 189 w 189"/>
              <a:gd name="T24" fmla="*/ 114 h 11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114">
                <a:moveTo>
                  <a:pt x="189" y="16"/>
                </a:moveTo>
                <a:lnTo>
                  <a:pt x="180" y="0"/>
                </a:lnTo>
                <a:lnTo>
                  <a:pt x="0" y="98"/>
                </a:lnTo>
                <a:lnTo>
                  <a:pt x="9" y="114"/>
                </a:lnTo>
                <a:lnTo>
                  <a:pt x="18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61" name="Freeform 18">
            <a:extLst>
              <a:ext uri="{FF2B5EF4-FFF2-40B4-BE49-F238E27FC236}">
                <a16:creationId xmlns:a16="http://schemas.microsoft.com/office/drawing/2014/main" id="{52C7D64A-0024-A9F6-D72D-7D36C81DD2CC}"/>
              </a:ext>
            </a:extLst>
          </p:cNvPr>
          <p:cNvSpPr>
            <a:spLocks/>
          </p:cNvSpPr>
          <p:nvPr/>
        </p:nvSpPr>
        <p:spPr bwMode="auto">
          <a:xfrm>
            <a:off x="7777163" y="5781676"/>
            <a:ext cx="342900" cy="155575"/>
          </a:xfrm>
          <a:custGeom>
            <a:avLst/>
            <a:gdLst>
              <a:gd name="T0" fmla="*/ 2147483646 w 216"/>
              <a:gd name="T1" fmla="*/ 2147483646 h 98"/>
              <a:gd name="T2" fmla="*/ 2147483646 w 216"/>
              <a:gd name="T3" fmla="*/ 0 h 98"/>
              <a:gd name="T4" fmla="*/ 0 w 216"/>
              <a:gd name="T5" fmla="*/ 2147483646 h 98"/>
              <a:gd name="T6" fmla="*/ 0 w 216"/>
              <a:gd name="T7" fmla="*/ 2147483646 h 98"/>
              <a:gd name="T8" fmla="*/ 2147483646 w 216"/>
              <a:gd name="T9" fmla="*/ 2147483646 h 98"/>
              <a:gd name="T10" fmla="*/ 2147483646 w 216"/>
              <a:gd name="T11" fmla="*/ 2147483646 h 98"/>
              <a:gd name="T12" fmla="*/ 2147483646 w 216"/>
              <a:gd name="T13" fmla="*/ 2147483646 h 9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98"/>
              <a:gd name="T23" fmla="*/ 216 w 216"/>
              <a:gd name="T24" fmla="*/ 98 h 9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98">
                <a:moveTo>
                  <a:pt x="216" y="16"/>
                </a:moveTo>
                <a:lnTo>
                  <a:pt x="207" y="0"/>
                </a:lnTo>
                <a:lnTo>
                  <a:pt x="0" y="82"/>
                </a:lnTo>
                <a:lnTo>
                  <a:pt x="9" y="98"/>
                </a:lnTo>
                <a:lnTo>
                  <a:pt x="216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62" name="Freeform 19">
            <a:extLst>
              <a:ext uri="{FF2B5EF4-FFF2-40B4-BE49-F238E27FC236}">
                <a16:creationId xmlns:a16="http://schemas.microsoft.com/office/drawing/2014/main" id="{F439EE49-1C13-E82A-F5ED-3558ECE1CADC}"/>
              </a:ext>
            </a:extLst>
          </p:cNvPr>
          <p:cNvSpPr>
            <a:spLocks/>
          </p:cNvSpPr>
          <p:nvPr/>
        </p:nvSpPr>
        <p:spPr bwMode="auto">
          <a:xfrm>
            <a:off x="7434264" y="5911850"/>
            <a:ext cx="357187" cy="128588"/>
          </a:xfrm>
          <a:custGeom>
            <a:avLst/>
            <a:gdLst>
              <a:gd name="T0" fmla="*/ 2147483646 w 225"/>
              <a:gd name="T1" fmla="*/ 2147483646 h 81"/>
              <a:gd name="T2" fmla="*/ 2147483646 w 225"/>
              <a:gd name="T3" fmla="*/ 0 h 81"/>
              <a:gd name="T4" fmla="*/ 0 w 225"/>
              <a:gd name="T5" fmla="*/ 2147483646 h 81"/>
              <a:gd name="T6" fmla="*/ 0 w 225"/>
              <a:gd name="T7" fmla="*/ 2147483646 h 81"/>
              <a:gd name="T8" fmla="*/ 0 w 225"/>
              <a:gd name="T9" fmla="*/ 2147483646 h 81"/>
              <a:gd name="T10" fmla="*/ 2147483646 w 225"/>
              <a:gd name="T11" fmla="*/ 2147483646 h 81"/>
              <a:gd name="T12" fmla="*/ 2147483646 w 225"/>
              <a:gd name="T13" fmla="*/ 2147483646 h 8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81"/>
              <a:gd name="T23" fmla="*/ 225 w 225"/>
              <a:gd name="T24" fmla="*/ 81 h 8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81">
                <a:moveTo>
                  <a:pt x="225" y="16"/>
                </a:moveTo>
                <a:lnTo>
                  <a:pt x="216" y="0"/>
                </a:lnTo>
                <a:lnTo>
                  <a:pt x="0" y="65"/>
                </a:lnTo>
                <a:lnTo>
                  <a:pt x="0" y="81"/>
                </a:lnTo>
                <a:lnTo>
                  <a:pt x="9" y="81"/>
                </a:lnTo>
                <a:lnTo>
                  <a:pt x="22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63" name="Freeform 20">
            <a:extLst>
              <a:ext uri="{FF2B5EF4-FFF2-40B4-BE49-F238E27FC236}">
                <a16:creationId xmlns:a16="http://schemas.microsoft.com/office/drawing/2014/main" id="{F4A95EE5-15F7-52F4-F07D-F4AA94582377}"/>
              </a:ext>
            </a:extLst>
          </p:cNvPr>
          <p:cNvSpPr>
            <a:spLocks/>
          </p:cNvSpPr>
          <p:nvPr/>
        </p:nvSpPr>
        <p:spPr bwMode="auto">
          <a:xfrm>
            <a:off x="7062789" y="6015039"/>
            <a:ext cx="371475" cy="103187"/>
          </a:xfrm>
          <a:custGeom>
            <a:avLst/>
            <a:gdLst>
              <a:gd name="T0" fmla="*/ 2147483646 w 234"/>
              <a:gd name="T1" fmla="*/ 2147483646 h 65"/>
              <a:gd name="T2" fmla="*/ 2147483646 w 234"/>
              <a:gd name="T3" fmla="*/ 0 h 65"/>
              <a:gd name="T4" fmla="*/ 0 w 234"/>
              <a:gd name="T5" fmla="*/ 2147483646 h 65"/>
              <a:gd name="T6" fmla="*/ 0 w 234"/>
              <a:gd name="T7" fmla="*/ 2147483646 h 65"/>
              <a:gd name="T8" fmla="*/ 0 w 234"/>
              <a:gd name="T9" fmla="*/ 2147483646 h 65"/>
              <a:gd name="T10" fmla="*/ 0 w 234"/>
              <a:gd name="T11" fmla="*/ 2147483646 h 65"/>
              <a:gd name="T12" fmla="*/ 2147483646 w 234"/>
              <a:gd name="T13" fmla="*/ 2147483646 h 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34"/>
              <a:gd name="T22" fmla="*/ 0 h 65"/>
              <a:gd name="T23" fmla="*/ 234 w 234"/>
              <a:gd name="T24" fmla="*/ 65 h 6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34" h="65">
                <a:moveTo>
                  <a:pt x="234" y="16"/>
                </a:moveTo>
                <a:lnTo>
                  <a:pt x="234" y="0"/>
                </a:lnTo>
                <a:lnTo>
                  <a:pt x="0" y="49"/>
                </a:lnTo>
                <a:lnTo>
                  <a:pt x="0" y="65"/>
                </a:lnTo>
                <a:lnTo>
                  <a:pt x="234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64" name="Freeform 21">
            <a:extLst>
              <a:ext uri="{FF2B5EF4-FFF2-40B4-BE49-F238E27FC236}">
                <a16:creationId xmlns:a16="http://schemas.microsoft.com/office/drawing/2014/main" id="{494E6C86-884A-34FF-0801-0A0B19E5561B}"/>
              </a:ext>
            </a:extLst>
          </p:cNvPr>
          <p:cNvSpPr>
            <a:spLocks/>
          </p:cNvSpPr>
          <p:nvPr/>
        </p:nvSpPr>
        <p:spPr bwMode="auto">
          <a:xfrm>
            <a:off x="6276976" y="6092825"/>
            <a:ext cx="785813" cy="90488"/>
          </a:xfrm>
          <a:custGeom>
            <a:avLst/>
            <a:gdLst>
              <a:gd name="T0" fmla="*/ 2147483646 w 495"/>
              <a:gd name="T1" fmla="*/ 2147483646 h 57"/>
              <a:gd name="T2" fmla="*/ 2147483646 w 495"/>
              <a:gd name="T3" fmla="*/ 0 h 57"/>
              <a:gd name="T4" fmla="*/ 0 w 495"/>
              <a:gd name="T5" fmla="*/ 2147483646 h 57"/>
              <a:gd name="T6" fmla="*/ 0 w 495"/>
              <a:gd name="T7" fmla="*/ 2147483646 h 57"/>
              <a:gd name="T8" fmla="*/ 0 w 495"/>
              <a:gd name="T9" fmla="*/ 2147483646 h 57"/>
              <a:gd name="T10" fmla="*/ 0 w 495"/>
              <a:gd name="T11" fmla="*/ 2147483646 h 57"/>
              <a:gd name="T12" fmla="*/ 2147483646 w 495"/>
              <a:gd name="T13" fmla="*/ 2147483646 h 5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95"/>
              <a:gd name="T22" fmla="*/ 0 h 57"/>
              <a:gd name="T23" fmla="*/ 495 w 495"/>
              <a:gd name="T24" fmla="*/ 57 h 5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95" h="57">
                <a:moveTo>
                  <a:pt x="495" y="16"/>
                </a:moveTo>
                <a:lnTo>
                  <a:pt x="495" y="0"/>
                </a:lnTo>
                <a:lnTo>
                  <a:pt x="0" y="41"/>
                </a:lnTo>
                <a:lnTo>
                  <a:pt x="0" y="57"/>
                </a:lnTo>
                <a:lnTo>
                  <a:pt x="49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65" name="Freeform 22">
            <a:extLst>
              <a:ext uri="{FF2B5EF4-FFF2-40B4-BE49-F238E27FC236}">
                <a16:creationId xmlns:a16="http://schemas.microsoft.com/office/drawing/2014/main" id="{07BBCB31-97AD-C10E-9BC2-3BFF19B2DA7E}"/>
              </a:ext>
            </a:extLst>
          </p:cNvPr>
          <p:cNvSpPr>
            <a:spLocks/>
          </p:cNvSpPr>
          <p:nvPr/>
        </p:nvSpPr>
        <p:spPr bwMode="auto">
          <a:xfrm>
            <a:off x="5491163" y="6145213"/>
            <a:ext cx="785812" cy="38100"/>
          </a:xfrm>
          <a:custGeom>
            <a:avLst/>
            <a:gdLst>
              <a:gd name="T0" fmla="*/ 2147483646 w 495"/>
              <a:gd name="T1" fmla="*/ 2147483646 h 24"/>
              <a:gd name="T2" fmla="*/ 2147483646 w 495"/>
              <a:gd name="T3" fmla="*/ 2147483646 h 24"/>
              <a:gd name="T4" fmla="*/ 0 w 495"/>
              <a:gd name="T5" fmla="*/ 0 h 24"/>
              <a:gd name="T6" fmla="*/ 0 w 495"/>
              <a:gd name="T7" fmla="*/ 0 h 24"/>
              <a:gd name="T8" fmla="*/ 0 w 495"/>
              <a:gd name="T9" fmla="*/ 2147483646 h 24"/>
              <a:gd name="T10" fmla="*/ 0 w 495"/>
              <a:gd name="T11" fmla="*/ 2147483646 h 24"/>
              <a:gd name="T12" fmla="*/ 2147483646 w 495"/>
              <a:gd name="T13" fmla="*/ 2147483646 h 2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95"/>
              <a:gd name="T22" fmla="*/ 0 h 24"/>
              <a:gd name="T23" fmla="*/ 495 w 495"/>
              <a:gd name="T24" fmla="*/ 24 h 2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95" h="24">
                <a:moveTo>
                  <a:pt x="495" y="24"/>
                </a:moveTo>
                <a:lnTo>
                  <a:pt x="495" y="8"/>
                </a:lnTo>
                <a:lnTo>
                  <a:pt x="0" y="0"/>
                </a:lnTo>
                <a:lnTo>
                  <a:pt x="0" y="16"/>
                </a:lnTo>
                <a:lnTo>
                  <a:pt x="495" y="2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66" name="Freeform 23">
            <a:extLst>
              <a:ext uri="{FF2B5EF4-FFF2-40B4-BE49-F238E27FC236}">
                <a16:creationId xmlns:a16="http://schemas.microsoft.com/office/drawing/2014/main" id="{88904EB5-99DB-955D-42DC-5696E903838E}"/>
              </a:ext>
            </a:extLst>
          </p:cNvPr>
          <p:cNvSpPr>
            <a:spLocks/>
          </p:cNvSpPr>
          <p:nvPr/>
        </p:nvSpPr>
        <p:spPr bwMode="auto">
          <a:xfrm>
            <a:off x="4733925" y="6027739"/>
            <a:ext cx="757238" cy="142875"/>
          </a:xfrm>
          <a:custGeom>
            <a:avLst/>
            <a:gdLst>
              <a:gd name="T0" fmla="*/ 2147483646 w 477"/>
              <a:gd name="T1" fmla="*/ 2147483646 h 90"/>
              <a:gd name="T2" fmla="*/ 2147483646 w 477"/>
              <a:gd name="T3" fmla="*/ 2147483646 h 90"/>
              <a:gd name="T4" fmla="*/ 0 w 477"/>
              <a:gd name="T5" fmla="*/ 0 h 90"/>
              <a:gd name="T6" fmla="*/ 0 w 477"/>
              <a:gd name="T7" fmla="*/ 0 h 90"/>
              <a:gd name="T8" fmla="*/ 0 w 477"/>
              <a:gd name="T9" fmla="*/ 2147483646 h 90"/>
              <a:gd name="T10" fmla="*/ 0 w 477"/>
              <a:gd name="T11" fmla="*/ 2147483646 h 90"/>
              <a:gd name="T12" fmla="*/ 2147483646 w 477"/>
              <a:gd name="T13" fmla="*/ 2147483646 h 9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77"/>
              <a:gd name="T22" fmla="*/ 0 h 90"/>
              <a:gd name="T23" fmla="*/ 477 w 477"/>
              <a:gd name="T24" fmla="*/ 90 h 9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77" h="90">
                <a:moveTo>
                  <a:pt x="477" y="90"/>
                </a:moveTo>
                <a:lnTo>
                  <a:pt x="477" y="74"/>
                </a:lnTo>
                <a:lnTo>
                  <a:pt x="0" y="0"/>
                </a:lnTo>
                <a:lnTo>
                  <a:pt x="0" y="17"/>
                </a:lnTo>
                <a:lnTo>
                  <a:pt x="477" y="9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67" name="Freeform 24">
            <a:extLst>
              <a:ext uri="{FF2B5EF4-FFF2-40B4-BE49-F238E27FC236}">
                <a16:creationId xmlns:a16="http://schemas.microsoft.com/office/drawing/2014/main" id="{52B45BC3-D214-AD89-9329-6EB6158C78AE}"/>
              </a:ext>
            </a:extLst>
          </p:cNvPr>
          <p:cNvSpPr>
            <a:spLocks/>
          </p:cNvSpPr>
          <p:nvPr/>
        </p:nvSpPr>
        <p:spPr bwMode="auto">
          <a:xfrm>
            <a:off x="4376739" y="5949951"/>
            <a:ext cx="357187" cy="104775"/>
          </a:xfrm>
          <a:custGeom>
            <a:avLst/>
            <a:gdLst>
              <a:gd name="T0" fmla="*/ 2147483646 w 225"/>
              <a:gd name="T1" fmla="*/ 2147483646 h 66"/>
              <a:gd name="T2" fmla="*/ 2147483646 w 225"/>
              <a:gd name="T3" fmla="*/ 2147483646 h 66"/>
              <a:gd name="T4" fmla="*/ 0 w 225"/>
              <a:gd name="T5" fmla="*/ 0 h 66"/>
              <a:gd name="T6" fmla="*/ 2147483646 w 225"/>
              <a:gd name="T7" fmla="*/ 0 h 66"/>
              <a:gd name="T8" fmla="*/ 0 w 225"/>
              <a:gd name="T9" fmla="*/ 2147483646 h 66"/>
              <a:gd name="T10" fmla="*/ 0 w 225"/>
              <a:gd name="T11" fmla="*/ 2147483646 h 66"/>
              <a:gd name="T12" fmla="*/ 2147483646 w 225"/>
              <a:gd name="T13" fmla="*/ 2147483646 h 6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66"/>
              <a:gd name="T23" fmla="*/ 225 w 225"/>
              <a:gd name="T24" fmla="*/ 66 h 6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66">
                <a:moveTo>
                  <a:pt x="225" y="66"/>
                </a:moveTo>
                <a:lnTo>
                  <a:pt x="225" y="49"/>
                </a:lnTo>
                <a:lnTo>
                  <a:pt x="0" y="0"/>
                </a:lnTo>
                <a:lnTo>
                  <a:pt x="9" y="0"/>
                </a:lnTo>
                <a:lnTo>
                  <a:pt x="0" y="17"/>
                </a:lnTo>
                <a:lnTo>
                  <a:pt x="225" y="6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68" name="Freeform 25">
            <a:extLst>
              <a:ext uri="{FF2B5EF4-FFF2-40B4-BE49-F238E27FC236}">
                <a16:creationId xmlns:a16="http://schemas.microsoft.com/office/drawing/2014/main" id="{A823F560-92AB-E397-6C7E-3F7A28DBA5C1}"/>
              </a:ext>
            </a:extLst>
          </p:cNvPr>
          <p:cNvSpPr>
            <a:spLocks/>
          </p:cNvSpPr>
          <p:nvPr/>
        </p:nvSpPr>
        <p:spPr bwMode="auto">
          <a:xfrm>
            <a:off x="4062413" y="5846764"/>
            <a:ext cx="328612" cy="130175"/>
          </a:xfrm>
          <a:custGeom>
            <a:avLst/>
            <a:gdLst>
              <a:gd name="T0" fmla="*/ 2147483646 w 207"/>
              <a:gd name="T1" fmla="*/ 2147483646 h 82"/>
              <a:gd name="T2" fmla="*/ 2147483646 w 207"/>
              <a:gd name="T3" fmla="*/ 2147483646 h 82"/>
              <a:gd name="T4" fmla="*/ 2147483646 w 207"/>
              <a:gd name="T5" fmla="*/ 0 h 82"/>
              <a:gd name="T6" fmla="*/ 2147483646 w 207"/>
              <a:gd name="T7" fmla="*/ 0 h 82"/>
              <a:gd name="T8" fmla="*/ 0 w 207"/>
              <a:gd name="T9" fmla="*/ 2147483646 h 82"/>
              <a:gd name="T10" fmla="*/ 0 w 207"/>
              <a:gd name="T11" fmla="*/ 2147483646 h 82"/>
              <a:gd name="T12" fmla="*/ 2147483646 w 207"/>
              <a:gd name="T13" fmla="*/ 2147483646 h 8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07"/>
              <a:gd name="T22" fmla="*/ 0 h 82"/>
              <a:gd name="T23" fmla="*/ 207 w 207"/>
              <a:gd name="T24" fmla="*/ 82 h 8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07" h="82">
                <a:moveTo>
                  <a:pt x="198" y="82"/>
                </a:moveTo>
                <a:lnTo>
                  <a:pt x="207" y="65"/>
                </a:lnTo>
                <a:lnTo>
                  <a:pt x="9" y="0"/>
                </a:lnTo>
                <a:lnTo>
                  <a:pt x="0" y="16"/>
                </a:lnTo>
                <a:lnTo>
                  <a:pt x="198" y="8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69" name="Freeform 26">
            <a:extLst>
              <a:ext uri="{FF2B5EF4-FFF2-40B4-BE49-F238E27FC236}">
                <a16:creationId xmlns:a16="http://schemas.microsoft.com/office/drawing/2014/main" id="{878983FB-7FE5-D27A-1E4B-6C9E3038B628}"/>
              </a:ext>
            </a:extLst>
          </p:cNvPr>
          <p:cNvSpPr>
            <a:spLocks/>
          </p:cNvSpPr>
          <p:nvPr/>
        </p:nvSpPr>
        <p:spPr bwMode="auto">
          <a:xfrm>
            <a:off x="3776664" y="5729289"/>
            <a:ext cx="300037" cy="142875"/>
          </a:xfrm>
          <a:custGeom>
            <a:avLst/>
            <a:gdLst>
              <a:gd name="T0" fmla="*/ 2147483646 w 189"/>
              <a:gd name="T1" fmla="*/ 2147483646 h 90"/>
              <a:gd name="T2" fmla="*/ 2147483646 w 189"/>
              <a:gd name="T3" fmla="*/ 2147483646 h 90"/>
              <a:gd name="T4" fmla="*/ 2147483646 w 189"/>
              <a:gd name="T5" fmla="*/ 0 h 90"/>
              <a:gd name="T6" fmla="*/ 2147483646 w 189"/>
              <a:gd name="T7" fmla="*/ 0 h 90"/>
              <a:gd name="T8" fmla="*/ 0 w 189"/>
              <a:gd name="T9" fmla="*/ 2147483646 h 90"/>
              <a:gd name="T10" fmla="*/ 0 w 189"/>
              <a:gd name="T11" fmla="*/ 2147483646 h 90"/>
              <a:gd name="T12" fmla="*/ 2147483646 w 189"/>
              <a:gd name="T13" fmla="*/ 2147483646 h 9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90"/>
              <a:gd name="T23" fmla="*/ 189 w 189"/>
              <a:gd name="T24" fmla="*/ 90 h 9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90">
                <a:moveTo>
                  <a:pt x="180" y="90"/>
                </a:moveTo>
                <a:lnTo>
                  <a:pt x="189" y="74"/>
                </a:lnTo>
                <a:lnTo>
                  <a:pt x="9" y="0"/>
                </a:lnTo>
                <a:lnTo>
                  <a:pt x="0" y="17"/>
                </a:lnTo>
                <a:lnTo>
                  <a:pt x="180" y="9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70" name="Freeform 27">
            <a:extLst>
              <a:ext uri="{FF2B5EF4-FFF2-40B4-BE49-F238E27FC236}">
                <a16:creationId xmlns:a16="http://schemas.microsoft.com/office/drawing/2014/main" id="{C2C2D148-DDDA-14A8-DAD8-808E13C63DE4}"/>
              </a:ext>
            </a:extLst>
          </p:cNvPr>
          <p:cNvSpPr>
            <a:spLocks/>
          </p:cNvSpPr>
          <p:nvPr/>
        </p:nvSpPr>
        <p:spPr bwMode="auto">
          <a:xfrm>
            <a:off x="3519488" y="5600701"/>
            <a:ext cx="271462" cy="155575"/>
          </a:xfrm>
          <a:custGeom>
            <a:avLst/>
            <a:gdLst>
              <a:gd name="T0" fmla="*/ 2147483646 w 171"/>
              <a:gd name="T1" fmla="*/ 2147483646 h 98"/>
              <a:gd name="T2" fmla="*/ 2147483646 w 171"/>
              <a:gd name="T3" fmla="*/ 2147483646 h 98"/>
              <a:gd name="T4" fmla="*/ 2147483646 w 171"/>
              <a:gd name="T5" fmla="*/ 0 h 98"/>
              <a:gd name="T6" fmla="*/ 2147483646 w 171"/>
              <a:gd name="T7" fmla="*/ 0 h 98"/>
              <a:gd name="T8" fmla="*/ 0 w 171"/>
              <a:gd name="T9" fmla="*/ 2147483646 h 98"/>
              <a:gd name="T10" fmla="*/ 0 w 171"/>
              <a:gd name="T11" fmla="*/ 2147483646 h 98"/>
              <a:gd name="T12" fmla="*/ 2147483646 w 171"/>
              <a:gd name="T13" fmla="*/ 2147483646 h 9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71"/>
              <a:gd name="T22" fmla="*/ 0 h 98"/>
              <a:gd name="T23" fmla="*/ 171 w 171"/>
              <a:gd name="T24" fmla="*/ 98 h 9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71" h="98">
                <a:moveTo>
                  <a:pt x="162" y="98"/>
                </a:moveTo>
                <a:lnTo>
                  <a:pt x="171" y="81"/>
                </a:lnTo>
                <a:lnTo>
                  <a:pt x="9" y="0"/>
                </a:lnTo>
                <a:lnTo>
                  <a:pt x="0" y="16"/>
                </a:lnTo>
                <a:lnTo>
                  <a:pt x="162" y="9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71" name="Freeform 28">
            <a:extLst>
              <a:ext uri="{FF2B5EF4-FFF2-40B4-BE49-F238E27FC236}">
                <a16:creationId xmlns:a16="http://schemas.microsoft.com/office/drawing/2014/main" id="{3962CCF1-76BF-1FC5-2C8F-077D8B4CC3EE}"/>
              </a:ext>
            </a:extLst>
          </p:cNvPr>
          <p:cNvSpPr>
            <a:spLocks/>
          </p:cNvSpPr>
          <p:nvPr/>
        </p:nvSpPr>
        <p:spPr bwMode="auto">
          <a:xfrm>
            <a:off x="3319463" y="5445126"/>
            <a:ext cx="214312" cy="180975"/>
          </a:xfrm>
          <a:custGeom>
            <a:avLst/>
            <a:gdLst>
              <a:gd name="T0" fmla="*/ 2147483646 w 135"/>
              <a:gd name="T1" fmla="*/ 2147483646 h 114"/>
              <a:gd name="T2" fmla="*/ 2147483646 w 135"/>
              <a:gd name="T3" fmla="*/ 2147483646 h 114"/>
              <a:gd name="T4" fmla="*/ 2147483646 w 135"/>
              <a:gd name="T5" fmla="*/ 0 h 114"/>
              <a:gd name="T6" fmla="*/ 2147483646 w 135"/>
              <a:gd name="T7" fmla="*/ 2147483646 h 114"/>
              <a:gd name="T8" fmla="*/ 0 w 135"/>
              <a:gd name="T9" fmla="*/ 2147483646 h 114"/>
              <a:gd name="T10" fmla="*/ 2147483646 w 135"/>
              <a:gd name="T11" fmla="*/ 2147483646 h 114"/>
              <a:gd name="T12" fmla="*/ 2147483646 w 135"/>
              <a:gd name="T13" fmla="*/ 2147483646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35"/>
              <a:gd name="T22" fmla="*/ 0 h 114"/>
              <a:gd name="T23" fmla="*/ 135 w 135"/>
              <a:gd name="T24" fmla="*/ 114 h 11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35" h="114">
                <a:moveTo>
                  <a:pt x="126" y="114"/>
                </a:moveTo>
                <a:lnTo>
                  <a:pt x="135" y="98"/>
                </a:lnTo>
                <a:lnTo>
                  <a:pt x="18" y="0"/>
                </a:lnTo>
                <a:lnTo>
                  <a:pt x="18" y="8"/>
                </a:lnTo>
                <a:lnTo>
                  <a:pt x="0" y="16"/>
                </a:lnTo>
                <a:lnTo>
                  <a:pt x="9" y="16"/>
                </a:lnTo>
                <a:lnTo>
                  <a:pt x="126" y="1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72" name="Freeform 29">
            <a:extLst>
              <a:ext uri="{FF2B5EF4-FFF2-40B4-BE49-F238E27FC236}">
                <a16:creationId xmlns:a16="http://schemas.microsoft.com/office/drawing/2014/main" id="{2D2219FF-8413-457F-211C-A386596B9C72}"/>
              </a:ext>
            </a:extLst>
          </p:cNvPr>
          <p:cNvSpPr>
            <a:spLocks/>
          </p:cNvSpPr>
          <p:nvPr/>
        </p:nvSpPr>
        <p:spPr bwMode="auto">
          <a:xfrm>
            <a:off x="3162300" y="5302251"/>
            <a:ext cx="185738" cy="168275"/>
          </a:xfrm>
          <a:custGeom>
            <a:avLst/>
            <a:gdLst>
              <a:gd name="T0" fmla="*/ 2147483646 w 117"/>
              <a:gd name="T1" fmla="*/ 2147483646 h 106"/>
              <a:gd name="T2" fmla="*/ 2147483646 w 117"/>
              <a:gd name="T3" fmla="*/ 2147483646 h 106"/>
              <a:gd name="T4" fmla="*/ 2147483646 w 117"/>
              <a:gd name="T5" fmla="*/ 0 h 106"/>
              <a:gd name="T6" fmla="*/ 0 w 117"/>
              <a:gd name="T7" fmla="*/ 2147483646 h 106"/>
              <a:gd name="T8" fmla="*/ 2147483646 w 117"/>
              <a:gd name="T9" fmla="*/ 2147483646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"/>
              <a:gd name="T16" fmla="*/ 0 h 106"/>
              <a:gd name="T17" fmla="*/ 117 w 117"/>
              <a:gd name="T18" fmla="*/ 106 h 1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" h="106">
                <a:moveTo>
                  <a:pt x="99" y="106"/>
                </a:moveTo>
                <a:lnTo>
                  <a:pt x="117" y="98"/>
                </a:lnTo>
                <a:lnTo>
                  <a:pt x="18" y="0"/>
                </a:lnTo>
                <a:lnTo>
                  <a:pt x="0" y="8"/>
                </a:lnTo>
                <a:lnTo>
                  <a:pt x="99" y="10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73" name="Freeform 30">
            <a:extLst>
              <a:ext uri="{FF2B5EF4-FFF2-40B4-BE49-F238E27FC236}">
                <a16:creationId xmlns:a16="http://schemas.microsoft.com/office/drawing/2014/main" id="{C68119D9-722E-15CE-16AC-3AE859000C97}"/>
              </a:ext>
            </a:extLst>
          </p:cNvPr>
          <p:cNvSpPr>
            <a:spLocks/>
          </p:cNvSpPr>
          <p:nvPr/>
        </p:nvSpPr>
        <p:spPr bwMode="auto">
          <a:xfrm>
            <a:off x="8834439" y="5302250"/>
            <a:ext cx="28575" cy="25400"/>
          </a:xfrm>
          <a:custGeom>
            <a:avLst/>
            <a:gdLst>
              <a:gd name="T0" fmla="*/ 0 w 18"/>
              <a:gd name="T1" fmla="*/ 2147483646 h 16"/>
              <a:gd name="T2" fmla="*/ 2147483646 w 18"/>
              <a:gd name="T3" fmla="*/ 2147483646 h 16"/>
              <a:gd name="T4" fmla="*/ 2147483646 w 18"/>
              <a:gd name="T5" fmla="*/ 2147483646 h 16"/>
              <a:gd name="T6" fmla="*/ 2147483646 w 18"/>
              <a:gd name="T7" fmla="*/ 2147483646 h 16"/>
              <a:gd name="T8" fmla="*/ 2147483646 w 18"/>
              <a:gd name="T9" fmla="*/ 0 h 16"/>
              <a:gd name="T10" fmla="*/ 2147483646 w 18"/>
              <a:gd name="T11" fmla="*/ 0 h 16"/>
              <a:gd name="T12" fmla="*/ 0 w 18"/>
              <a:gd name="T13" fmla="*/ 0 h 16"/>
              <a:gd name="T14" fmla="*/ 0 w 18"/>
              <a:gd name="T15" fmla="*/ 2147483646 h 16"/>
              <a:gd name="T16" fmla="*/ 0 w 18"/>
              <a:gd name="T17" fmla="*/ 2147483646 h 16"/>
              <a:gd name="T18" fmla="*/ 0 w 18"/>
              <a:gd name="T19" fmla="*/ 2147483646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0" y="16"/>
                </a:moveTo>
                <a:lnTo>
                  <a:pt x="9" y="16"/>
                </a:lnTo>
                <a:lnTo>
                  <a:pt x="18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lnTo>
                  <a:pt x="0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74" name="Freeform 31">
            <a:extLst>
              <a:ext uri="{FF2B5EF4-FFF2-40B4-BE49-F238E27FC236}">
                <a16:creationId xmlns:a16="http://schemas.microsoft.com/office/drawing/2014/main" id="{5F016DB3-4B5E-C694-80E2-66298A75F300}"/>
              </a:ext>
            </a:extLst>
          </p:cNvPr>
          <p:cNvSpPr>
            <a:spLocks/>
          </p:cNvSpPr>
          <p:nvPr/>
        </p:nvSpPr>
        <p:spPr bwMode="auto">
          <a:xfrm>
            <a:off x="8691564" y="5289551"/>
            <a:ext cx="200025" cy="168275"/>
          </a:xfrm>
          <a:custGeom>
            <a:avLst/>
            <a:gdLst>
              <a:gd name="T0" fmla="*/ 2147483646 w 126"/>
              <a:gd name="T1" fmla="*/ 2147483646 h 106"/>
              <a:gd name="T2" fmla="*/ 2147483646 w 126"/>
              <a:gd name="T3" fmla="*/ 2147483646 h 106"/>
              <a:gd name="T4" fmla="*/ 0 w 126"/>
              <a:gd name="T5" fmla="*/ 2147483646 h 106"/>
              <a:gd name="T6" fmla="*/ 2147483646 w 126"/>
              <a:gd name="T7" fmla="*/ 0 h 106"/>
              <a:gd name="T8" fmla="*/ 2147483646 w 126"/>
              <a:gd name="T9" fmla="*/ 2147483646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6"/>
              <a:gd name="T16" fmla="*/ 0 h 106"/>
              <a:gd name="T17" fmla="*/ 126 w 126"/>
              <a:gd name="T18" fmla="*/ 106 h 1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6" h="106">
                <a:moveTo>
                  <a:pt x="90" y="24"/>
                </a:moveTo>
                <a:lnTo>
                  <a:pt x="126" y="41"/>
                </a:lnTo>
                <a:lnTo>
                  <a:pt x="0" y="106"/>
                </a:lnTo>
                <a:lnTo>
                  <a:pt x="63" y="0"/>
                </a:lnTo>
                <a:lnTo>
                  <a:pt x="90" y="24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75" name="Freeform 32">
            <a:extLst>
              <a:ext uri="{FF2B5EF4-FFF2-40B4-BE49-F238E27FC236}">
                <a16:creationId xmlns:a16="http://schemas.microsoft.com/office/drawing/2014/main" id="{70B941BA-BB2B-7E5F-8392-14D0513BBB07}"/>
              </a:ext>
            </a:extLst>
          </p:cNvPr>
          <p:cNvSpPr>
            <a:spLocks/>
          </p:cNvSpPr>
          <p:nvPr/>
        </p:nvSpPr>
        <p:spPr bwMode="auto">
          <a:xfrm>
            <a:off x="8691564" y="5289551"/>
            <a:ext cx="200025" cy="168275"/>
          </a:xfrm>
          <a:custGeom>
            <a:avLst/>
            <a:gdLst>
              <a:gd name="T0" fmla="*/ 2147483646 w 126"/>
              <a:gd name="T1" fmla="*/ 2147483646 h 106"/>
              <a:gd name="T2" fmla="*/ 2147483646 w 126"/>
              <a:gd name="T3" fmla="*/ 2147483646 h 106"/>
              <a:gd name="T4" fmla="*/ 0 w 126"/>
              <a:gd name="T5" fmla="*/ 2147483646 h 106"/>
              <a:gd name="T6" fmla="*/ 2147483646 w 126"/>
              <a:gd name="T7" fmla="*/ 0 h 106"/>
              <a:gd name="T8" fmla="*/ 2147483646 w 126"/>
              <a:gd name="T9" fmla="*/ 2147483646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6"/>
              <a:gd name="T16" fmla="*/ 0 h 106"/>
              <a:gd name="T17" fmla="*/ 126 w 126"/>
              <a:gd name="T18" fmla="*/ 106 h 1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6" h="106">
                <a:moveTo>
                  <a:pt x="90" y="24"/>
                </a:moveTo>
                <a:lnTo>
                  <a:pt x="126" y="41"/>
                </a:lnTo>
                <a:lnTo>
                  <a:pt x="0" y="106"/>
                </a:lnTo>
                <a:lnTo>
                  <a:pt x="63" y="0"/>
                </a:lnTo>
                <a:lnTo>
                  <a:pt x="90" y="2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76" name="Freeform 33">
            <a:extLst>
              <a:ext uri="{FF2B5EF4-FFF2-40B4-BE49-F238E27FC236}">
                <a16:creationId xmlns:a16="http://schemas.microsoft.com/office/drawing/2014/main" id="{13EDB629-16CA-CB31-61D6-F4872D6EED92}"/>
              </a:ext>
            </a:extLst>
          </p:cNvPr>
          <p:cNvSpPr>
            <a:spLocks/>
          </p:cNvSpPr>
          <p:nvPr/>
        </p:nvSpPr>
        <p:spPr bwMode="auto">
          <a:xfrm>
            <a:off x="9120188" y="1697038"/>
            <a:ext cx="228600" cy="246062"/>
          </a:xfrm>
          <a:custGeom>
            <a:avLst/>
            <a:gdLst>
              <a:gd name="T0" fmla="*/ 2147483646 w 144"/>
              <a:gd name="T1" fmla="*/ 0 h 155"/>
              <a:gd name="T2" fmla="*/ 0 w 144"/>
              <a:gd name="T3" fmla="*/ 2147483646 h 155"/>
              <a:gd name="T4" fmla="*/ 2147483646 w 144"/>
              <a:gd name="T5" fmla="*/ 2147483646 h 155"/>
              <a:gd name="T6" fmla="*/ 2147483646 w 144"/>
              <a:gd name="T7" fmla="*/ 2147483646 h 155"/>
              <a:gd name="T8" fmla="*/ 2147483646 w 144"/>
              <a:gd name="T9" fmla="*/ 2147483646 h 155"/>
              <a:gd name="T10" fmla="*/ 2147483646 w 144"/>
              <a:gd name="T11" fmla="*/ 2147483646 h 155"/>
              <a:gd name="T12" fmla="*/ 2147483646 w 144"/>
              <a:gd name="T13" fmla="*/ 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44"/>
              <a:gd name="T22" fmla="*/ 0 h 155"/>
              <a:gd name="T23" fmla="*/ 144 w 144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44" h="155">
                <a:moveTo>
                  <a:pt x="18" y="0"/>
                </a:moveTo>
                <a:lnTo>
                  <a:pt x="0" y="8"/>
                </a:lnTo>
                <a:lnTo>
                  <a:pt x="126" y="155"/>
                </a:lnTo>
                <a:lnTo>
                  <a:pt x="144" y="147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77" name="Freeform 34">
            <a:extLst>
              <a:ext uri="{FF2B5EF4-FFF2-40B4-BE49-F238E27FC236}">
                <a16:creationId xmlns:a16="http://schemas.microsoft.com/office/drawing/2014/main" id="{AA9AF9B5-3B60-D671-5BBE-33A1D613D60D}"/>
              </a:ext>
            </a:extLst>
          </p:cNvPr>
          <p:cNvSpPr>
            <a:spLocks/>
          </p:cNvSpPr>
          <p:nvPr/>
        </p:nvSpPr>
        <p:spPr bwMode="auto">
          <a:xfrm>
            <a:off x="9320214" y="1930400"/>
            <a:ext cx="185737" cy="260350"/>
          </a:xfrm>
          <a:custGeom>
            <a:avLst/>
            <a:gdLst>
              <a:gd name="T0" fmla="*/ 2147483646 w 117"/>
              <a:gd name="T1" fmla="*/ 0 h 164"/>
              <a:gd name="T2" fmla="*/ 0 w 117"/>
              <a:gd name="T3" fmla="*/ 2147483646 h 164"/>
              <a:gd name="T4" fmla="*/ 2147483646 w 117"/>
              <a:gd name="T5" fmla="*/ 2147483646 h 164"/>
              <a:gd name="T6" fmla="*/ 2147483646 w 117"/>
              <a:gd name="T7" fmla="*/ 2147483646 h 164"/>
              <a:gd name="T8" fmla="*/ 2147483646 w 117"/>
              <a:gd name="T9" fmla="*/ 2147483646 h 164"/>
              <a:gd name="T10" fmla="*/ 2147483646 w 117"/>
              <a:gd name="T11" fmla="*/ 2147483646 h 164"/>
              <a:gd name="T12" fmla="*/ 2147483646 w 117"/>
              <a:gd name="T13" fmla="*/ 0 h 16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17"/>
              <a:gd name="T22" fmla="*/ 0 h 164"/>
              <a:gd name="T23" fmla="*/ 117 w 117"/>
              <a:gd name="T24" fmla="*/ 164 h 16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17" h="164">
                <a:moveTo>
                  <a:pt x="18" y="0"/>
                </a:moveTo>
                <a:lnTo>
                  <a:pt x="0" y="8"/>
                </a:lnTo>
                <a:lnTo>
                  <a:pt x="99" y="164"/>
                </a:lnTo>
                <a:lnTo>
                  <a:pt x="117" y="155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78" name="Freeform 35">
            <a:extLst>
              <a:ext uri="{FF2B5EF4-FFF2-40B4-BE49-F238E27FC236}">
                <a16:creationId xmlns:a16="http://schemas.microsoft.com/office/drawing/2014/main" id="{62B0C45F-607B-1EA7-30F7-8071533A1D6F}"/>
              </a:ext>
            </a:extLst>
          </p:cNvPr>
          <p:cNvSpPr>
            <a:spLocks/>
          </p:cNvSpPr>
          <p:nvPr/>
        </p:nvSpPr>
        <p:spPr bwMode="auto">
          <a:xfrm>
            <a:off x="9477376" y="2176463"/>
            <a:ext cx="142875" cy="247650"/>
          </a:xfrm>
          <a:custGeom>
            <a:avLst/>
            <a:gdLst>
              <a:gd name="T0" fmla="*/ 2147483646 w 90"/>
              <a:gd name="T1" fmla="*/ 0 h 156"/>
              <a:gd name="T2" fmla="*/ 0 w 90"/>
              <a:gd name="T3" fmla="*/ 2147483646 h 156"/>
              <a:gd name="T4" fmla="*/ 2147483646 w 90"/>
              <a:gd name="T5" fmla="*/ 2147483646 h 156"/>
              <a:gd name="T6" fmla="*/ 2147483646 w 90"/>
              <a:gd name="T7" fmla="*/ 2147483646 h 156"/>
              <a:gd name="T8" fmla="*/ 2147483646 w 90"/>
              <a:gd name="T9" fmla="*/ 2147483646 h 156"/>
              <a:gd name="T10" fmla="*/ 2147483646 w 90"/>
              <a:gd name="T11" fmla="*/ 2147483646 h 156"/>
              <a:gd name="T12" fmla="*/ 2147483646 w 90"/>
              <a:gd name="T13" fmla="*/ 0 h 15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90"/>
              <a:gd name="T22" fmla="*/ 0 h 156"/>
              <a:gd name="T23" fmla="*/ 90 w 90"/>
              <a:gd name="T24" fmla="*/ 156 h 15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90" h="156">
                <a:moveTo>
                  <a:pt x="18" y="0"/>
                </a:moveTo>
                <a:lnTo>
                  <a:pt x="0" y="9"/>
                </a:lnTo>
                <a:lnTo>
                  <a:pt x="72" y="156"/>
                </a:lnTo>
                <a:lnTo>
                  <a:pt x="90" y="147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79" name="Freeform 36">
            <a:extLst>
              <a:ext uri="{FF2B5EF4-FFF2-40B4-BE49-F238E27FC236}">
                <a16:creationId xmlns:a16="http://schemas.microsoft.com/office/drawing/2014/main" id="{B6338A07-B4F7-C036-2799-D73DF3C756AF}"/>
              </a:ext>
            </a:extLst>
          </p:cNvPr>
          <p:cNvSpPr>
            <a:spLocks/>
          </p:cNvSpPr>
          <p:nvPr/>
        </p:nvSpPr>
        <p:spPr bwMode="auto">
          <a:xfrm>
            <a:off x="9591675" y="2409825"/>
            <a:ext cx="114300" cy="260350"/>
          </a:xfrm>
          <a:custGeom>
            <a:avLst/>
            <a:gdLst>
              <a:gd name="T0" fmla="*/ 2147483646 w 72"/>
              <a:gd name="T1" fmla="*/ 0 h 164"/>
              <a:gd name="T2" fmla="*/ 0 w 72"/>
              <a:gd name="T3" fmla="*/ 2147483646 h 164"/>
              <a:gd name="T4" fmla="*/ 2147483646 w 72"/>
              <a:gd name="T5" fmla="*/ 2147483646 h 164"/>
              <a:gd name="T6" fmla="*/ 2147483646 w 72"/>
              <a:gd name="T7" fmla="*/ 2147483646 h 164"/>
              <a:gd name="T8" fmla="*/ 2147483646 w 72"/>
              <a:gd name="T9" fmla="*/ 2147483646 h 164"/>
              <a:gd name="T10" fmla="*/ 2147483646 w 72"/>
              <a:gd name="T11" fmla="*/ 2147483646 h 164"/>
              <a:gd name="T12" fmla="*/ 2147483646 w 72"/>
              <a:gd name="T13" fmla="*/ 0 h 16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2"/>
              <a:gd name="T22" fmla="*/ 0 h 164"/>
              <a:gd name="T23" fmla="*/ 72 w 72"/>
              <a:gd name="T24" fmla="*/ 164 h 16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2" h="164">
                <a:moveTo>
                  <a:pt x="18" y="0"/>
                </a:moveTo>
                <a:lnTo>
                  <a:pt x="0" y="9"/>
                </a:lnTo>
                <a:lnTo>
                  <a:pt x="54" y="164"/>
                </a:lnTo>
                <a:lnTo>
                  <a:pt x="54" y="156"/>
                </a:lnTo>
                <a:lnTo>
                  <a:pt x="72" y="156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80" name="Freeform 37">
            <a:extLst>
              <a:ext uri="{FF2B5EF4-FFF2-40B4-BE49-F238E27FC236}">
                <a16:creationId xmlns:a16="http://schemas.microsoft.com/office/drawing/2014/main" id="{7E49D9F2-753B-0A3F-D524-F449CCEC8875}"/>
              </a:ext>
            </a:extLst>
          </p:cNvPr>
          <p:cNvSpPr>
            <a:spLocks/>
          </p:cNvSpPr>
          <p:nvPr/>
        </p:nvSpPr>
        <p:spPr bwMode="auto">
          <a:xfrm>
            <a:off x="9677401" y="2657476"/>
            <a:ext cx="85725" cy="233363"/>
          </a:xfrm>
          <a:custGeom>
            <a:avLst/>
            <a:gdLst>
              <a:gd name="T0" fmla="*/ 2147483646 w 54"/>
              <a:gd name="T1" fmla="*/ 0 h 147"/>
              <a:gd name="T2" fmla="*/ 0 w 54"/>
              <a:gd name="T3" fmla="*/ 0 h 147"/>
              <a:gd name="T4" fmla="*/ 2147483646 w 54"/>
              <a:gd name="T5" fmla="*/ 2147483646 h 147"/>
              <a:gd name="T6" fmla="*/ 2147483646 w 54"/>
              <a:gd name="T7" fmla="*/ 2147483646 h 147"/>
              <a:gd name="T8" fmla="*/ 2147483646 w 54"/>
              <a:gd name="T9" fmla="*/ 2147483646 h 147"/>
              <a:gd name="T10" fmla="*/ 2147483646 w 54"/>
              <a:gd name="T11" fmla="*/ 2147483646 h 147"/>
              <a:gd name="T12" fmla="*/ 2147483646 w 54"/>
              <a:gd name="T13" fmla="*/ 0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54"/>
              <a:gd name="T22" fmla="*/ 0 h 147"/>
              <a:gd name="T23" fmla="*/ 54 w 54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54" h="147">
                <a:moveTo>
                  <a:pt x="18" y="0"/>
                </a:moveTo>
                <a:lnTo>
                  <a:pt x="0" y="0"/>
                </a:lnTo>
                <a:lnTo>
                  <a:pt x="36" y="147"/>
                </a:lnTo>
                <a:lnTo>
                  <a:pt x="54" y="147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81" name="Freeform 38">
            <a:extLst>
              <a:ext uri="{FF2B5EF4-FFF2-40B4-BE49-F238E27FC236}">
                <a16:creationId xmlns:a16="http://schemas.microsoft.com/office/drawing/2014/main" id="{A001AADF-4280-9BC7-A0AF-D8CC7904A8F9}"/>
              </a:ext>
            </a:extLst>
          </p:cNvPr>
          <p:cNvSpPr>
            <a:spLocks/>
          </p:cNvSpPr>
          <p:nvPr/>
        </p:nvSpPr>
        <p:spPr bwMode="auto">
          <a:xfrm>
            <a:off x="9734550" y="2890838"/>
            <a:ext cx="57150" cy="246062"/>
          </a:xfrm>
          <a:custGeom>
            <a:avLst/>
            <a:gdLst>
              <a:gd name="T0" fmla="*/ 2147483646 w 36"/>
              <a:gd name="T1" fmla="*/ 0 h 155"/>
              <a:gd name="T2" fmla="*/ 0 w 36"/>
              <a:gd name="T3" fmla="*/ 0 h 155"/>
              <a:gd name="T4" fmla="*/ 2147483646 w 36"/>
              <a:gd name="T5" fmla="*/ 2147483646 h 155"/>
              <a:gd name="T6" fmla="*/ 2147483646 w 36"/>
              <a:gd name="T7" fmla="*/ 2147483646 h 155"/>
              <a:gd name="T8" fmla="*/ 2147483646 w 36"/>
              <a:gd name="T9" fmla="*/ 2147483646 h 155"/>
              <a:gd name="T10" fmla="*/ 2147483646 w 36"/>
              <a:gd name="T11" fmla="*/ 2147483646 h 155"/>
              <a:gd name="T12" fmla="*/ 2147483646 w 36"/>
              <a:gd name="T13" fmla="*/ 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6"/>
              <a:gd name="T22" fmla="*/ 0 h 155"/>
              <a:gd name="T23" fmla="*/ 36 w 36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6" h="155">
                <a:moveTo>
                  <a:pt x="18" y="0"/>
                </a:moveTo>
                <a:lnTo>
                  <a:pt x="0" y="0"/>
                </a:lnTo>
                <a:lnTo>
                  <a:pt x="18" y="155"/>
                </a:lnTo>
                <a:lnTo>
                  <a:pt x="36" y="155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82" name="Freeform 39">
            <a:extLst>
              <a:ext uri="{FF2B5EF4-FFF2-40B4-BE49-F238E27FC236}">
                <a16:creationId xmlns:a16="http://schemas.microsoft.com/office/drawing/2014/main" id="{153AE3FB-1010-725C-6290-1EF1D8FC1A3C}"/>
              </a:ext>
            </a:extLst>
          </p:cNvPr>
          <p:cNvSpPr>
            <a:spLocks/>
          </p:cNvSpPr>
          <p:nvPr/>
        </p:nvSpPr>
        <p:spPr bwMode="auto">
          <a:xfrm>
            <a:off x="9720264" y="3136901"/>
            <a:ext cx="71437" cy="479425"/>
          </a:xfrm>
          <a:custGeom>
            <a:avLst/>
            <a:gdLst>
              <a:gd name="T0" fmla="*/ 2147483646 w 45"/>
              <a:gd name="T1" fmla="*/ 0 h 302"/>
              <a:gd name="T2" fmla="*/ 2147483646 w 45"/>
              <a:gd name="T3" fmla="*/ 0 h 302"/>
              <a:gd name="T4" fmla="*/ 0 w 45"/>
              <a:gd name="T5" fmla="*/ 2147483646 h 302"/>
              <a:gd name="T6" fmla="*/ 0 w 45"/>
              <a:gd name="T7" fmla="*/ 2147483646 h 302"/>
              <a:gd name="T8" fmla="*/ 2147483646 w 45"/>
              <a:gd name="T9" fmla="*/ 2147483646 h 302"/>
              <a:gd name="T10" fmla="*/ 2147483646 w 45"/>
              <a:gd name="T11" fmla="*/ 2147483646 h 302"/>
              <a:gd name="T12" fmla="*/ 2147483646 w 45"/>
              <a:gd name="T13" fmla="*/ 0 h 30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5"/>
              <a:gd name="T22" fmla="*/ 0 h 302"/>
              <a:gd name="T23" fmla="*/ 45 w 45"/>
              <a:gd name="T24" fmla="*/ 302 h 30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5" h="302">
                <a:moveTo>
                  <a:pt x="45" y="0"/>
                </a:moveTo>
                <a:lnTo>
                  <a:pt x="27" y="0"/>
                </a:lnTo>
                <a:lnTo>
                  <a:pt x="0" y="294"/>
                </a:lnTo>
                <a:lnTo>
                  <a:pt x="18" y="302"/>
                </a:lnTo>
                <a:lnTo>
                  <a:pt x="18" y="294"/>
                </a:lnTo>
                <a:lnTo>
                  <a:pt x="4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83" name="Freeform 40">
            <a:extLst>
              <a:ext uri="{FF2B5EF4-FFF2-40B4-BE49-F238E27FC236}">
                <a16:creationId xmlns:a16="http://schemas.microsoft.com/office/drawing/2014/main" id="{A92EB9E6-6DAF-A2F7-9D4A-AFAAEBD3A7FC}"/>
              </a:ext>
            </a:extLst>
          </p:cNvPr>
          <p:cNvSpPr>
            <a:spLocks/>
          </p:cNvSpPr>
          <p:nvPr/>
        </p:nvSpPr>
        <p:spPr bwMode="auto">
          <a:xfrm>
            <a:off x="9605964" y="3603625"/>
            <a:ext cx="142875" cy="427038"/>
          </a:xfrm>
          <a:custGeom>
            <a:avLst/>
            <a:gdLst>
              <a:gd name="T0" fmla="*/ 2147483646 w 90"/>
              <a:gd name="T1" fmla="*/ 2147483646 h 269"/>
              <a:gd name="T2" fmla="*/ 2147483646 w 90"/>
              <a:gd name="T3" fmla="*/ 0 h 269"/>
              <a:gd name="T4" fmla="*/ 0 w 90"/>
              <a:gd name="T5" fmla="*/ 2147483646 h 269"/>
              <a:gd name="T6" fmla="*/ 0 w 90"/>
              <a:gd name="T7" fmla="*/ 2147483646 h 269"/>
              <a:gd name="T8" fmla="*/ 2147483646 w 90"/>
              <a:gd name="T9" fmla="*/ 2147483646 h 269"/>
              <a:gd name="T10" fmla="*/ 2147483646 w 90"/>
              <a:gd name="T11" fmla="*/ 2147483646 h 269"/>
              <a:gd name="T12" fmla="*/ 2147483646 w 90"/>
              <a:gd name="T13" fmla="*/ 2147483646 h 26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90"/>
              <a:gd name="T22" fmla="*/ 0 h 269"/>
              <a:gd name="T23" fmla="*/ 90 w 90"/>
              <a:gd name="T24" fmla="*/ 269 h 26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90" h="269">
                <a:moveTo>
                  <a:pt x="90" y="8"/>
                </a:moveTo>
                <a:lnTo>
                  <a:pt x="72" y="0"/>
                </a:lnTo>
                <a:lnTo>
                  <a:pt x="0" y="261"/>
                </a:lnTo>
                <a:lnTo>
                  <a:pt x="18" y="269"/>
                </a:lnTo>
                <a:lnTo>
                  <a:pt x="9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84" name="Freeform 41">
            <a:extLst>
              <a:ext uri="{FF2B5EF4-FFF2-40B4-BE49-F238E27FC236}">
                <a16:creationId xmlns:a16="http://schemas.microsoft.com/office/drawing/2014/main" id="{F799A861-37AC-AE5B-087A-9398035D81AC}"/>
              </a:ext>
            </a:extLst>
          </p:cNvPr>
          <p:cNvSpPr>
            <a:spLocks/>
          </p:cNvSpPr>
          <p:nvPr/>
        </p:nvSpPr>
        <p:spPr bwMode="auto">
          <a:xfrm>
            <a:off x="9420226" y="4017964"/>
            <a:ext cx="214313" cy="466725"/>
          </a:xfrm>
          <a:custGeom>
            <a:avLst/>
            <a:gdLst>
              <a:gd name="T0" fmla="*/ 2147483646 w 135"/>
              <a:gd name="T1" fmla="*/ 2147483646 h 294"/>
              <a:gd name="T2" fmla="*/ 2147483646 w 135"/>
              <a:gd name="T3" fmla="*/ 0 h 294"/>
              <a:gd name="T4" fmla="*/ 0 w 135"/>
              <a:gd name="T5" fmla="*/ 2147483646 h 294"/>
              <a:gd name="T6" fmla="*/ 0 w 135"/>
              <a:gd name="T7" fmla="*/ 2147483646 h 294"/>
              <a:gd name="T8" fmla="*/ 2147483646 w 135"/>
              <a:gd name="T9" fmla="*/ 2147483646 h 294"/>
              <a:gd name="T10" fmla="*/ 2147483646 w 135"/>
              <a:gd name="T11" fmla="*/ 2147483646 h 294"/>
              <a:gd name="T12" fmla="*/ 2147483646 w 135"/>
              <a:gd name="T13" fmla="*/ 2147483646 h 29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35"/>
              <a:gd name="T22" fmla="*/ 0 h 294"/>
              <a:gd name="T23" fmla="*/ 135 w 135"/>
              <a:gd name="T24" fmla="*/ 294 h 29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35" h="294">
                <a:moveTo>
                  <a:pt x="135" y="8"/>
                </a:moveTo>
                <a:lnTo>
                  <a:pt x="117" y="0"/>
                </a:lnTo>
                <a:lnTo>
                  <a:pt x="0" y="286"/>
                </a:lnTo>
                <a:lnTo>
                  <a:pt x="18" y="294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85" name="Freeform 42">
            <a:extLst>
              <a:ext uri="{FF2B5EF4-FFF2-40B4-BE49-F238E27FC236}">
                <a16:creationId xmlns:a16="http://schemas.microsoft.com/office/drawing/2014/main" id="{74DD5E8A-0C18-302A-76D3-E1CB203A1D77}"/>
              </a:ext>
            </a:extLst>
          </p:cNvPr>
          <p:cNvSpPr>
            <a:spLocks/>
          </p:cNvSpPr>
          <p:nvPr/>
        </p:nvSpPr>
        <p:spPr bwMode="auto">
          <a:xfrm>
            <a:off x="9163050" y="4471989"/>
            <a:ext cx="285750" cy="454025"/>
          </a:xfrm>
          <a:custGeom>
            <a:avLst/>
            <a:gdLst>
              <a:gd name="T0" fmla="*/ 2147483646 w 180"/>
              <a:gd name="T1" fmla="*/ 2147483646 h 286"/>
              <a:gd name="T2" fmla="*/ 2147483646 w 180"/>
              <a:gd name="T3" fmla="*/ 0 h 286"/>
              <a:gd name="T4" fmla="*/ 0 w 180"/>
              <a:gd name="T5" fmla="*/ 2147483646 h 286"/>
              <a:gd name="T6" fmla="*/ 0 w 180"/>
              <a:gd name="T7" fmla="*/ 2147483646 h 286"/>
              <a:gd name="T8" fmla="*/ 2147483646 w 180"/>
              <a:gd name="T9" fmla="*/ 2147483646 h 286"/>
              <a:gd name="T10" fmla="*/ 2147483646 w 180"/>
              <a:gd name="T11" fmla="*/ 2147483646 h 286"/>
              <a:gd name="T12" fmla="*/ 2147483646 w 180"/>
              <a:gd name="T13" fmla="*/ 2147483646 h 28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0"/>
              <a:gd name="T22" fmla="*/ 0 h 286"/>
              <a:gd name="T23" fmla="*/ 180 w 180"/>
              <a:gd name="T24" fmla="*/ 286 h 28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0" h="286">
                <a:moveTo>
                  <a:pt x="180" y="8"/>
                </a:moveTo>
                <a:lnTo>
                  <a:pt x="162" y="0"/>
                </a:lnTo>
                <a:lnTo>
                  <a:pt x="0" y="278"/>
                </a:lnTo>
                <a:lnTo>
                  <a:pt x="18" y="286"/>
                </a:lnTo>
                <a:lnTo>
                  <a:pt x="18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86" name="Freeform 43">
            <a:extLst>
              <a:ext uri="{FF2B5EF4-FFF2-40B4-BE49-F238E27FC236}">
                <a16:creationId xmlns:a16="http://schemas.microsoft.com/office/drawing/2014/main" id="{E40CABBC-815E-C00B-A62A-517433AE840C}"/>
              </a:ext>
            </a:extLst>
          </p:cNvPr>
          <p:cNvSpPr>
            <a:spLocks/>
          </p:cNvSpPr>
          <p:nvPr/>
        </p:nvSpPr>
        <p:spPr bwMode="auto">
          <a:xfrm>
            <a:off x="9005889" y="4913313"/>
            <a:ext cx="185737" cy="220662"/>
          </a:xfrm>
          <a:custGeom>
            <a:avLst/>
            <a:gdLst>
              <a:gd name="T0" fmla="*/ 2147483646 w 117"/>
              <a:gd name="T1" fmla="*/ 2147483646 h 139"/>
              <a:gd name="T2" fmla="*/ 2147483646 w 117"/>
              <a:gd name="T3" fmla="*/ 0 h 139"/>
              <a:gd name="T4" fmla="*/ 0 w 117"/>
              <a:gd name="T5" fmla="*/ 2147483646 h 139"/>
              <a:gd name="T6" fmla="*/ 0 w 117"/>
              <a:gd name="T7" fmla="*/ 2147483646 h 139"/>
              <a:gd name="T8" fmla="*/ 2147483646 w 117"/>
              <a:gd name="T9" fmla="*/ 2147483646 h 139"/>
              <a:gd name="T10" fmla="*/ 2147483646 w 117"/>
              <a:gd name="T11" fmla="*/ 2147483646 h 139"/>
              <a:gd name="T12" fmla="*/ 2147483646 w 117"/>
              <a:gd name="T13" fmla="*/ 2147483646 h 13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17"/>
              <a:gd name="T22" fmla="*/ 0 h 139"/>
              <a:gd name="T23" fmla="*/ 117 w 117"/>
              <a:gd name="T24" fmla="*/ 139 h 13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17" h="139">
                <a:moveTo>
                  <a:pt x="117" y="8"/>
                </a:moveTo>
                <a:lnTo>
                  <a:pt x="99" y="0"/>
                </a:lnTo>
                <a:lnTo>
                  <a:pt x="0" y="131"/>
                </a:lnTo>
                <a:lnTo>
                  <a:pt x="18" y="139"/>
                </a:lnTo>
                <a:lnTo>
                  <a:pt x="117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87" name="Freeform 44">
            <a:extLst>
              <a:ext uri="{FF2B5EF4-FFF2-40B4-BE49-F238E27FC236}">
                <a16:creationId xmlns:a16="http://schemas.microsoft.com/office/drawing/2014/main" id="{05C006AD-95CD-539E-FBD9-BB46249C17D7}"/>
              </a:ext>
            </a:extLst>
          </p:cNvPr>
          <p:cNvSpPr>
            <a:spLocks/>
          </p:cNvSpPr>
          <p:nvPr/>
        </p:nvSpPr>
        <p:spPr bwMode="auto">
          <a:xfrm>
            <a:off x="8820151" y="5121276"/>
            <a:ext cx="214313" cy="206375"/>
          </a:xfrm>
          <a:custGeom>
            <a:avLst/>
            <a:gdLst>
              <a:gd name="T0" fmla="*/ 2147483646 w 135"/>
              <a:gd name="T1" fmla="*/ 2147483646 h 130"/>
              <a:gd name="T2" fmla="*/ 2147483646 w 135"/>
              <a:gd name="T3" fmla="*/ 0 h 130"/>
              <a:gd name="T4" fmla="*/ 0 w 135"/>
              <a:gd name="T5" fmla="*/ 2147483646 h 130"/>
              <a:gd name="T6" fmla="*/ 2147483646 w 135"/>
              <a:gd name="T7" fmla="*/ 2147483646 h 130"/>
              <a:gd name="T8" fmla="*/ 2147483646 w 135"/>
              <a:gd name="T9" fmla="*/ 2147483646 h 13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5"/>
              <a:gd name="T16" fmla="*/ 0 h 130"/>
              <a:gd name="T17" fmla="*/ 135 w 135"/>
              <a:gd name="T18" fmla="*/ 130 h 13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5" h="130">
                <a:moveTo>
                  <a:pt x="135" y="8"/>
                </a:moveTo>
                <a:lnTo>
                  <a:pt x="117" y="0"/>
                </a:lnTo>
                <a:lnTo>
                  <a:pt x="0" y="122"/>
                </a:lnTo>
                <a:lnTo>
                  <a:pt x="18" y="130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88" name="Freeform 45">
            <a:extLst>
              <a:ext uri="{FF2B5EF4-FFF2-40B4-BE49-F238E27FC236}">
                <a16:creationId xmlns:a16="http://schemas.microsoft.com/office/drawing/2014/main" id="{1D514478-108D-96D5-21B5-4DAB229F8176}"/>
              </a:ext>
            </a:extLst>
          </p:cNvPr>
          <p:cNvSpPr>
            <a:spLocks/>
          </p:cNvSpPr>
          <p:nvPr/>
        </p:nvSpPr>
        <p:spPr bwMode="auto">
          <a:xfrm>
            <a:off x="3033714" y="3162300"/>
            <a:ext cx="28575" cy="26988"/>
          </a:xfrm>
          <a:custGeom>
            <a:avLst/>
            <a:gdLst>
              <a:gd name="T0" fmla="*/ 2147483646 w 18"/>
              <a:gd name="T1" fmla="*/ 2147483646 h 17"/>
              <a:gd name="T2" fmla="*/ 2147483646 w 18"/>
              <a:gd name="T3" fmla="*/ 2147483646 h 17"/>
              <a:gd name="T4" fmla="*/ 2147483646 w 18"/>
              <a:gd name="T5" fmla="*/ 2147483646 h 17"/>
              <a:gd name="T6" fmla="*/ 2147483646 w 18"/>
              <a:gd name="T7" fmla="*/ 2147483646 h 17"/>
              <a:gd name="T8" fmla="*/ 2147483646 w 18"/>
              <a:gd name="T9" fmla="*/ 0 h 17"/>
              <a:gd name="T10" fmla="*/ 2147483646 w 18"/>
              <a:gd name="T11" fmla="*/ 0 h 17"/>
              <a:gd name="T12" fmla="*/ 0 w 18"/>
              <a:gd name="T13" fmla="*/ 2147483646 h 17"/>
              <a:gd name="T14" fmla="*/ 0 w 18"/>
              <a:gd name="T15" fmla="*/ 2147483646 h 17"/>
              <a:gd name="T16" fmla="*/ 2147483646 w 18"/>
              <a:gd name="T17" fmla="*/ 2147483646 h 17"/>
              <a:gd name="T18" fmla="*/ 2147483646 w 18"/>
              <a:gd name="T19" fmla="*/ 2147483646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7"/>
              <a:gd name="T32" fmla="*/ 18 w 18"/>
              <a:gd name="T33" fmla="*/ 17 h 17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7">
                <a:moveTo>
                  <a:pt x="9" y="17"/>
                </a:moveTo>
                <a:lnTo>
                  <a:pt x="9" y="17"/>
                </a:lnTo>
                <a:lnTo>
                  <a:pt x="18" y="17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lnTo>
                  <a:pt x="0" y="8"/>
                </a:lnTo>
                <a:lnTo>
                  <a:pt x="0" y="17"/>
                </a:lnTo>
                <a:lnTo>
                  <a:pt x="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89" name="Freeform 46">
            <a:extLst>
              <a:ext uri="{FF2B5EF4-FFF2-40B4-BE49-F238E27FC236}">
                <a16:creationId xmlns:a16="http://schemas.microsoft.com/office/drawing/2014/main" id="{09DA087F-1CFA-FAC0-DF80-23FF1D9E1D86}"/>
              </a:ext>
            </a:extLst>
          </p:cNvPr>
          <p:cNvSpPr>
            <a:spLocks/>
          </p:cNvSpPr>
          <p:nvPr/>
        </p:nvSpPr>
        <p:spPr bwMode="auto">
          <a:xfrm>
            <a:off x="2933700" y="3162301"/>
            <a:ext cx="171450" cy="195263"/>
          </a:xfrm>
          <a:custGeom>
            <a:avLst/>
            <a:gdLst>
              <a:gd name="T0" fmla="*/ 2147483646 w 108"/>
              <a:gd name="T1" fmla="*/ 2147483646 h 123"/>
              <a:gd name="T2" fmla="*/ 2147483646 w 108"/>
              <a:gd name="T3" fmla="*/ 2147483646 h 123"/>
              <a:gd name="T4" fmla="*/ 0 w 108"/>
              <a:gd name="T5" fmla="*/ 2147483646 h 123"/>
              <a:gd name="T6" fmla="*/ 2147483646 w 108"/>
              <a:gd name="T7" fmla="*/ 0 h 123"/>
              <a:gd name="T8" fmla="*/ 2147483646 w 108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8"/>
              <a:gd name="T16" fmla="*/ 0 h 123"/>
              <a:gd name="T17" fmla="*/ 108 w 108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8" h="123">
                <a:moveTo>
                  <a:pt x="72" y="17"/>
                </a:moveTo>
                <a:lnTo>
                  <a:pt x="108" y="33"/>
                </a:lnTo>
                <a:lnTo>
                  <a:pt x="0" y="123"/>
                </a:lnTo>
                <a:lnTo>
                  <a:pt x="36" y="0"/>
                </a:lnTo>
                <a:lnTo>
                  <a:pt x="72" y="17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90" name="Freeform 47">
            <a:extLst>
              <a:ext uri="{FF2B5EF4-FFF2-40B4-BE49-F238E27FC236}">
                <a16:creationId xmlns:a16="http://schemas.microsoft.com/office/drawing/2014/main" id="{10D19110-E0A5-874E-68D2-A95571352674}"/>
              </a:ext>
            </a:extLst>
          </p:cNvPr>
          <p:cNvSpPr>
            <a:spLocks/>
          </p:cNvSpPr>
          <p:nvPr/>
        </p:nvSpPr>
        <p:spPr bwMode="auto">
          <a:xfrm>
            <a:off x="2933700" y="3162301"/>
            <a:ext cx="171450" cy="195263"/>
          </a:xfrm>
          <a:custGeom>
            <a:avLst/>
            <a:gdLst>
              <a:gd name="T0" fmla="*/ 2147483646 w 108"/>
              <a:gd name="T1" fmla="*/ 2147483646 h 123"/>
              <a:gd name="T2" fmla="*/ 2147483646 w 108"/>
              <a:gd name="T3" fmla="*/ 2147483646 h 123"/>
              <a:gd name="T4" fmla="*/ 0 w 108"/>
              <a:gd name="T5" fmla="*/ 2147483646 h 123"/>
              <a:gd name="T6" fmla="*/ 2147483646 w 108"/>
              <a:gd name="T7" fmla="*/ 0 h 123"/>
              <a:gd name="T8" fmla="*/ 2147483646 w 108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8"/>
              <a:gd name="T16" fmla="*/ 0 h 123"/>
              <a:gd name="T17" fmla="*/ 108 w 108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8" h="123">
                <a:moveTo>
                  <a:pt x="72" y="17"/>
                </a:moveTo>
                <a:lnTo>
                  <a:pt x="108" y="33"/>
                </a:lnTo>
                <a:lnTo>
                  <a:pt x="0" y="123"/>
                </a:lnTo>
                <a:lnTo>
                  <a:pt x="36" y="0"/>
                </a:lnTo>
                <a:lnTo>
                  <a:pt x="72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91" name="Freeform 48">
            <a:extLst>
              <a:ext uri="{FF2B5EF4-FFF2-40B4-BE49-F238E27FC236}">
                <a16:creationId xmlns:a16="http://schemas.microsoft.com/office/drawing/2014/main" id="{E9CFBAD0-7CDB-69F4-E833-55EFE3C8AA64}"/>
              </a:ext>
            </a:extLst>
          </p:cNvPr>
          <p:cNvSpPr>
            <a:spLocks/>
          </p:cNvSpPr>
          <p:nvPr/>
        </p:nvSpPr>
        <p:spPr bwMode="auto">
          <a:xfrm>
            <a:off x="8277225" y="2514600"/>
            <a:ext cx="285750" cy="311150"/>
          </a:xfrm>
          <a:custGeom>
            <a:avLst/>
            <a:gdLst>
              <a:gd name="T0" fmla="*/ 2147483646 w 180"/>
              <a:gd name="T1" fmla="*/ 2147483646 h 196"/>
              <a:gd name="T2" fmla="*/ 2147483646 w 180"/>
              <a:gd name="T3" fmla="*/ 2147483646 h 196"/>
              <a:gd name="T4" fmla="*/ 2147483646 w 180"/>
              <a:gd name="T5" fmla="*/ 0 h 196"/>
              <a:gd name="T6" fmla="*/ 2147483646 w 180"/>
              <a:gd name="T7" fmla="*/ 0 h 196"/>
              <a:gd name="T8" fmla="*/ 0 w 180"/>
              <a:gd name="T9" fmla="*/ 2147483646 h 196"/>
              <a:gd name="T10" fmla="*/ 0 w 180"/>
              <a:gd name="T11" fmla="*/ 2147483646 h 196"/>
              <a:gd name="T12" fmla="*/ 2147483646 w 180"/>
              <a:gd name="T13" fmla="*/ 2147483646 h 19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0"/>
              <a:gd name="T22" fmla="*/ 0 h 196"/>
              <a:gd name="T23" fmla="*/ 180 w 180"/>
              <a:gd name="T24" fmla="*/ 196 h 19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0" h="196">
                <a:moveTo>
                  <a:pt x="162" y="196"/>
                </a:moveTo>
                <a:lnTo>
                  <a:pt x="180" y="188"/>
                </a:lnTo>
                <a:lnTo>
                  <a:pt x="18" y="0"/>
                </a:lnTo>
                <a:lnTo>
                  <a:pt x="0" y="8"/>
                </a:lnTo>
                <a:lnTo>
                  <a:pt x="162" y="19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92" name="Freeform 49">
            <a:extLst>
              <a:ext uri="{FF2B5EF4-FFF2-40B4-BE49-F238E27FC236}">
                <a16:creationId xmlns:a16="http://schemas.microsoft.com/office/drawing/2014/main" id="{DC7532AF-89F4-98F8-797B-1CD091EDBC2E}"/>
              </a:ext>
            </a:extLst>
          </p:cNvPr>
          <p:cNvSpPr>
            <a:spLocks/>
          </p:cNvSpPr>
          <p:nvPr/>
        </p:nvSpPr>
        <p:spPr bwMode="auto">
          <a:xfrm>
            <a:off x="7991476" y="2228850"/>
            <a:ext cx="314325" cy="298450"/>
          </a:xfrm>
          <a:custGeom>
            <a:avLst/>
            <a:gdLst>
              <a:gd name="T0" fmla="*/ 2147483646 w 198"/>
              <a:gd name="T1" fmla="*/ 2147483646 h 188"/>
              <a:gd name="T2" fmla="*/ 2147483646 w 198"/>
              <a:gd name="T3" fmla="*/ 2147483646 h 188"/>
              <a:gd name="T4" fmla="*/ 2147483646 w 198"/>
              <a:gd name="T5" fmla="*/ 2147483646 h 188"/>
              <a:gd name="T6" fmla="*/ 2147483646 w 198"/>
              <a:gd name="T7" fmla="*/ 0 h 188"/>
              <a:gd name="T8" fmla="*/ 2147483646 w 198"/>
              <a:gd name="T9" fmla="*/ 2147483646 h 188"/>
              <a:gd name="T10" fmla="*/ 0 w 198"/>
              <a:gd name="T11" fmla="*/ 2147483646 h 188"/>
              <a:gd name="T12" fmla="*/ 2147483646 w 198"/>
              <a:gd name="T13" fmla="*/ 2147483646 h 1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98"/>
              <a:gd name="T22" fmla="*/ 0 h 188"/>
              <a:gd name="T23" fmla="*/ 198 w 198"/>
              <a:gd name="T24" fmla="*/ 188 h 1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98" h="188">
                <a:moveTo>
                  <a:pt x="180" y="188"/>
                </a:moveTo>
                <a:lnTo>
                  <a:pt x="198" y="180"/>
                </a:lnTo>
                <a:lnTo>
                  <a:pt x="18" y="8"/>
                </a:lnTo>
                <a:lnTo>
                  <a:pt x="18" y="0"/>
                </a:lnTo>
                <a:lnTo>
                  <a:pt x="9" y="16"/>
                </a:lnTo>
                <a:lnTo>
                  <a:pt x="0" y="16"/>
                </a:lnTo>
                <a:lnTo>
                  <a:pt x="180" y="18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93" name="Freeform 50">
            <a:extLst>
              <a:ext uri="{FF2B5EF4-FFF2-40B4-BE49-F238E27FC236}">
                <a16:creationId xmlns:a16="http://schemas.microsoft.com/office/drawing/2014/main" id="{1318248F-08CA-1F0F-55EB-A95467A60C19}"/>
              </a:ext>
            </a:extLst>
          </p:cNvPr>
          <p:cNvSpPr>
            <a:spLocks/>
          </p:cNvSpPr>
          <p:nvPr/>
        </p:nvSpPr>
        <p:spPr bwMode="auto">
          <a:xfrm>
            <a:off x="7677150" y="2020888"/>
            <a:ext cx="342900" cy="233362"/>
          </a:xfrm>
          <a:custGeom>
            <a:avLst/>
            <a:gdLst>
              <a:gd name="T0" fmla="*/ 2147483646 w 216"/>
              <a:gd name="T1" fmla="*/ 2147483646 h 147"/>
              <a:gd name="T2" fmla="*/ 2147483646 w 216"/>
              <a:gd name="T3" fmla="*/ 2147483646 h 147"/>
              <a:gd name="T4" fmla="*/ 2147483646 w 216"/>
              <a:gd name="T5" fmla="*/ 0 h 147"/>
              <a:gd name="T6" fmla="*/ 2147483646 w 216"/>
              <a:gd name="T7" fmla="*/ 0 h 147"/>
              <a:gd name="T8" fmla="*/ 0 w 216"/>
              <a:gd name="T9" fmla="*/ 2147483646 h 147"/>
              <a:gd name="T10" fmla="*/ 0 w 216"/>
              <a:gd name="T11" fmla="*/ 2147483646 h 147"/>
              <a:gd name="T12" fmla="*/ 2147483646 w 216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147"/>
              <a:gd name="T23" fmla="*/ 216 w 216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147">
                <a:moveTo>
                  <a:pt x="207" y="147"/>
                </a:moveTo>
                <a:lnTo>
                  <a:pt x="216" y="131"/>
                </a:lnTo>
                <a:lnTo>
                  <a:pt x="9" y="0"/>
                </a:lnTo>
                <a:lnTo>
                  <a:pt x="0" y="17"/>
                </a:lnTo>
                <a:lnTo>
                  <a:pt x="207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94" name="Freeform 51">
            <a:extLst>
              <a:ext uri="{FF2B5EF4-FFF2-40B4-BE49-F238E27FC236}">
                <a16:creationId xmlns:a16="http://schemas.microsoft.com/office/drawing/2014/main" id="{164D9480-B4C5-E5AE-2F3F-0AAF50E55B17}"/>
              </a:ext>
            </a:extLst>
          </p:cNvPr>
          <p:cNvSpPr>
            <a:spLocks/>
          </p:cNvSpPr>
          <p:nvPr/>
        </p:nvSpPr>
        <p:spPr bwMode="auto">
          <a:xfrm>
            <a:off x="7334250" y="1839913"/>
            <a:ext cx="357188" cy="207962"/>
          </a:xfrm>
          <a:custGeom>
            <a:avLst/>
            <a:gdLst>
              <a:gd name="T0" fmla="*/ 2147483646 w 225"/>
              <a:gd name="T1" fmla="*/ 2147483646 h 131"/>
              <a:gd name="T2" fmla="*/ 2147483646 w 225"/>
              <a:gd name="T3" fmla="*/ 2147483646 h 131"/>
              <a:gd name="T4" fmla="*/ 2147483646 w 225"/>
              <a:gd name="T5" fmla="*/ 0 h 131"/>
              <a:gd name="T6" fmla="*/ 2147483646 w 225"/>
              <a:gd name="T7" fmla="*/ 0 h 131"/>
              <a:gd name="T8" fmla="*/ 0 w 225"/>
              <a:gd name="T9" fmla="*/ 2147483646 h 131"/>
              <a:gd name="T10" fmla="*/ 0 w 225"/>
              <a:gd name="T11" fmla="*/ 2147483646 h 131"/>
              <a:gd name="T12" fmla="*/ 2147483646 w 225"/>
              <a:gd name="T13" fmla="*/ 2147483646 h 13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131"/>
              <a:gd name="T23" fmla="*/ 225 w 225"/>
              <a:gd name="T24" fmla="*/ 131 h 13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131">
                <a:moveTo>
                  <a:pt x="216" y="131"/>
                </a:moveTo>
                <a:lnTo>
                  <a:pt x="225" y="114"/>
                </a:lnTo>
                <a:lnTo>
                  <a:pt x="9" y="0"/>
                </a:lnTo>
                <a:lnTo>
                  <a:pt x="0" y="16"/>
                </a:lnTo>
                <a:lnTo>
                  <a:pt x="216" y="13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95" name="Freeform 52">
            <a:extLst>
              <a:ext uri="{FF2B5EF4-FFF2-40B4-BE49-F238E27FC236}">
                <a16:creationId xmlns:a16="http://schemas.microsoft.com/office/drawing/2014/main" id="{86F7C4C0-0587-4298-F074-F5BFA11F3FDE}"/>
              </a:ext>
            </a:extLst>
          </p:cNvPr>
          <p:cNvSpPr>
            <a:spLocks/>
          </p:cNvSpPr>
          <p:nvPr/>
        </p:nvSpPr>
        <p:spPr bwMode="auto">
          <a:xfrm>
            <a:off x="6948488" y="1724025"/>
            <a:ext cx="400050" cy="141288"/>
          </a:xfrm>
          <a:custGeom>
            <a:avLst/>
            <a:gdLst>
              <a:gd name="T0" fmla="*/ 2147483646 w 252"/>
              <a:gd name="T1" fmla="*/ 2147483646 h 89"/>
              <a:gd name="T2" fmla="*/ 2147483646 w 252"/>
              <a:gd name="T3" fmla="*/ 2147483646 h 89"/>
              <a:gd name="T4" fmla="*/ 2147483646 w 252"/>
              <a:gd name="T5" fmla="*/ 0 h 89"/>
              <a:gd name="T6" fmla="*/ 0 w 252"/>
              <a:gd name="T7" fmla="*/ 0 h 89"/>
              <a:gd name="T8" fmla="*/ 0 w 252"/>
              <a:gd name="T9" fmla="*/ 2147483646 h 89"/>
              <a:gd name="T10" fmla="*/ 0 w 252"/>
              <a:gd name="T11" fmla="*/ 2147483646 h 89"/>
              <a:gd name="T12" fmla="*/ 2147483646 w 252"/>
              <a:gd name="T13" fmla="*/ 2147483646 h 8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52"/>
              <a:gd name="T22" fmla="*/ 0 h 89"/>
              <a:gd name="T23" fmla="*/ 252 w 252"/>
              <a:gd name="T24" fmla="*/ 89 h 8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52" h="89">
                <a:moveTo>
                  <a:pt x="243" y="89"/>
                </a:moveTo>
                <a:lnTo>
                  <a:pt x="252" y="73"/>
                </a:lnTo>
                <a:lnTo>
                  <a:pt x="9" y="0"/>
                </a:lnTo>
                <a:lnTo>
                  <a:pt x="0" y="0"/>
                </a:lnTo>
                <a:lnTo>
                  <a:pt x="0" y="16"/>
                </a:lnTo>
                <a:lnTo>
                  <a:pt x="243" y="8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96" name="Freeform 53">
            <a:extLst>
              <a:ext uri="{FF2B5EF4-FFF2-40B4-BE49-F238E27FC236}">
                <a16:creationId xmlns:a16="http://schemas.microsoft.com/office/drawing/2014/main" id="{804A11A8-D592-6319-1265-555CBF37713F}"/>
              </a:ext>
            </a:extLst>
          </p:cNvPr>
          <p:cNvSpPr>
            <a:spLocks/>
          </p:cNvSpPr>
          <p:nvPr/>
        </p:nvSpPr>
        <p:spPr bwMode="auto">
          <a:xfrm>
            <a:off x="6534150" y="1646239"/>
            <a:ext cx="414338" cy="103187"/>
          </a:xfrm>
          <a:custGeom>
            <a:avLst/>
            <a:gdLst>
              <a:gd name="T0" fmla="*/ 2147483646 w 261"/>
              <a:gd name="T1" fmla="*/ 2147483646 h 65"/>
              <a:gd name="T2" fmla="*/ 2147483646 w 261"/>
              <a:gd name="T3" fmla="*/ 2147483646 h 65"/>
              <a:gd name="T4" fmla="*/ 0 w 261"/>
              <a:gd name="T5" fmla="*/ 0 h 65"/>
              <a:gd name="T6" fmla="*/ 0 w 261"/>
              <a:gd name="T7" fmla="*/ 0 h 65"/>
              <a:gd name="T8" fmla="*/ 0 w 261"/>
              <a:gd name="T9" fmla="*/ 2147483646 h 65"/>
              <a:gd name="T10" fmla="*/ 0 w 261"/>
              <a:gd name="T11" fmla="*/ 2147483646 h 65"/>
              <a:gd name="T12" fmla="*/ 2147483646 w 261"/>
              <a:gd name="T13" fmla="*/ 2147483646 h 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1"/>
              <a:gd name="T22" fmla="*/ 0 h 65"/>
              <a:gd name="T23" fmla="*/ 261 w 261"/>
              <a:gd name="T24" fmla="*/ 65 h 6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1" h="65">
                <a:moveTo>
                  <a:pt x="261" y="65"/>
                </a:moveTo>
                <a:lnTo>
                  <a:pt x="261" y="49"/>
                </a:lnTo>
                <a:lnTo>
                  <a:pt x="0" y="0"/>
                </a:lnTo>
                <a:lnTo>
                  <a:pt x="0" y="16"/>
                </a:lnTo>
                <a:lnTo>
                  <a:pt x="261" y="6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97" name="Freeform 54">
            <a:extLst>
              <a:ext uri="{FF2B5EF4-FFF2-40B4-BE49-F238E27FC236}">
                <a16:creationId xmlns:a16="http://schemas.microsoft.com/office/drawing/2014/main" id="{E5D93F4E-7920-E20F-5306-F8622BBFA259}"/>
              </a:ext>
            </a:extLst>
          </p:cNvPr>
          <p:cNvSpPr>
            <a:spLocks/>
          </p:cNvSpPr>
          <p:nvPr/>
        </p:nvSpPr>
        <p:spPr bwMode="auto">
          <a:xfrm>
            <a:off x="6091238" y="1631950"/>
            <a:ext cx="442912" cy="39688"/>
          </a:xfrm>
          <a:custGeom>
            <a:avLst/>
            <a:gdLst>
              <a:gd name="T0" fmla="*/ 2147483646 w 279"/>
              <a:gd name="T1" fmla="*/ 2147483646 h 25"/>
              <a:gd name="T2" fmla="*/ 2147483646 w 279"/>
              <a:gd name="T3" fmla="*/ 2147483646 h 25"/>
              <a:gd name="T4" fmla="*/ 0 w 279"/>
              <a:gd name="T5" fmla="*/ 0 h 25"/>
              <a:gd name="T6" fmla="*/ 0 w 279"/>
              <a:gd name="T7" fmla="*/ 0 h 25"/>
              <a:gd name="T8" fmla="*/ 0 w 279"/>
              <a:gd name="T9" fmla="*/ 2147483646 h 25"/>
              <a:gd name="T10" fmla="*/ 0 w 279"/>
              <a:gd name="T11" fmla="*/ 2147483646 h 25"/>
              <a:gd name="T12" fmla="*/ 2147483646 w 279"/>
              <a:gd name="T13" fmla="*/ 2147483646 h 2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79"/>
              <a:gd name="T22" fmla="*/ 0 h 25"/>
              <a:gd name="T23" fmla="*/ 279 w 279"/>
              <a:gd name="T24" fmla="*/ 25 h 2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79" h="25">
                <a:moveTo>
                  <a:pt x="279" y="25"/>
                </a:moveTo>
                <a:lnTo>
                  <a:pt x="279" y="9"/>
                </a:lnTo>
                <a:lnTo>
                  <a:pt x="0" y="0"/>
                </a:lnTo>
                <a:lnTo>
                  <a:pt x="0" y="17"/>
                </a:lnTo>
                <a:lnTo>
                  <a:pt x="279" y="2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98" name="Freeform 55">
            <a:extLst>
              <a:ext uri="{FF2B5EF4-FFF2-40B4-BE49-F238E27FC236}">
                <a16:creationId xmlns:a16="http://schemas.microsoft.com/office/drawing/2014/main" id="{89CE727D-8AD5-357A-2B8E-DF7293D0151D}"/>
              </a:ext>
            </a:extLst>
          </p:cNvPr>
          <p:cNvSpPr>
            <a:spLocks/>
          </p:cNvSpPr>
          <p:nvPr/>
        </p:nvSpPr>
        <p:spPr bwMode="auto">
          <a:xfrm>
            <a:off x="5634038" y="1631950"/>
            <a:ext cx="457200" cy="65088"/>
          </a:xfrm>
          <a:custGeom>
            <a:avLst/>
            <a:gdLst>
              <a:gd name="T0" fmla="*/ 2147483646 w 288"/>
              <a:gd name="T1" fmla="*/ 2147483646 h 41"/>
              <a:gd name="T2" fmla="*/ 2147483646 w 288"/>
              <a:gd name="T3" fmla="*/ 0 h 41"/>
              <a:gd name="T4" fmla="*/ 0 w 288"/>
              <a:gd name="T5" fmla="*/ 2147483646 h 41"/>
              <a:gd name="T6" fmla="*/ 0 w 288"/>
              <a:gd name="T7" fmla="*/ 2147483646 h 41"/>
              <a:gd name="T8" fmla="*/ 0 w 288"/>
              <a:gd name="T9" fmla="*/ 2147483646 h 41"/>
              <a:gd name="T10" fmla="*/ 0 w 288"/>
              <a:gd name="T11" fmla="*/ 2147483646 h 41"/>
              <a:gd name="T12" fmla="*/ 2147483646 w 288"/>
              <a:gd name="T13" fmla="*/ 2147483646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88"/>
              <a:gd name="T22" fmla="*/ 0 h 41"/>
              <a:gd name="T23" fmla="*/ 288 w 288"/>
              <a:gd name="T24" fmla="*/ 41 h 4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88" h="41">
                <a:moveTo>
                  <a:pt x="288" y="17"/>
                </a:moveTo>
                <a:lnTo>
                  <a:pt x="288" y="0"/>
                </a:lnTo>
                <a:lnTo>
                  <a:pt x="0" y="25"/>
                </a:lnTo>
                <a:lnTo>
                  <a:pt x="0" y="41"/>
                </a:lnTo>
                <a:lnTo>
                  <a:pt x="288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99" name="Freeform 56">
            <a:extLst>
              <a:ext uri="{FF2B5EF4-FFF2-40B4-BE49-F238E27FC236}">
                <a16:creationId xmlns:a16="http://schemas.microsoft.com/office/drawing/2014/main" id="{ACD1EC48-74D4-A136-615C-C0307FC8F413}"/>
              </a:ext>
            </a:extLst>
          </p:cNvPr>
          <p:cNvSpPr>
            <a:spLocks/>
          </p:cNvSpPr>
          <p:nvPr/>
        </p:nvSpPr>
        <p:spPr bwMode="auto">
          <a:xfrm>
            <a:off x="5162550" y="1671639"/>
            <a:ext cx="471488" cy="103187"/>
          </a:xfrm>
          <a:custGeom>
            <a:avLst/>
            <a:gdLst>
              <a:gd name="T0" fmla="*/ 2147483646 w 297"/>
              <a:gd name="T1" fmla="*/ 2147483646 h 65"/>
              <a:gd name="T2" fmla="*/ 2147483646 w 297"/>
              <a:gd name="T3" fmla="*/ 0 h 65"/>
              <a:gd name="T4" fmla="*/ 0 w 297"/>
              <a:gd name="T5" fmla="*/ 2147483646 h 65"/>
              <a:gd name="T6" fmla="*/ 0 w 297"/>
              <a:gd name="T7" fmla="*/ 2147483646 h 65"/>
              <a:gd name="T8" fmla="*/ 2147483646 w 297"/>
              <a:gd name="T9" fmla="*/ 2147483646 h 65"/>
              <a:gd name="T10" fmla="*/ 0 w 297"/>
              <a:gd name="T11" fmla="*/ 2147483646 h 65"/>
              <a:gd name="T12" fmla="*/ 2147483646 w 297"/>
              <a:gd name="T13" fmla="*/ 2147483646 h 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97"/>
              <a:gd name="T22" fmla="*/ 0 h 65"/>
              <a:gd name="T23" fmla="*/ 297 w 297"/>
              <a:gd name="T24" fmla="*/ 65 h 6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97" h="65">
                <a:moveTo>
                  <a:pt x="297" y="16"/>
                </a:moveTo>
                <a:lnTo>
                  <a:pt x="297" y="0"/>
                </a:lnTo>
                <a:lnTo>
                  <a:pt x="0" y="49"/>
                </a:lnTo>
                <a:lnTo>
                  <a:pt x="9" y="65"/>
                </a:lnTo>
                <a:lnTo>
                  <a:pt x="0" y="65"/>
                </a:lnTo>
                <a:lnTo>
                  <a:pt x="297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00" name="Freeform 57">
            <a:extLst>
              <a:ext uri="{FF2B5EF4-FFF2-40B4-BE49-F238E27FC236}">
                <a16:creationId xmlns:a16="http://schemas.microsoft.com/office/drawing/2014/main" id="{B15AA80E-6A55-B632-DB88-81E7CC25366E}"/>
              </a:ext>
            </a:extLst>
          </p:cNvPr>
          <p:cNvSpPr>
            <a:spLocks/>
          </p:cNvSpPr>
          <p:nvPr/>
        </p:nvSpPr>
        <p:spPr bwMode="auto">
          <a:xfrm>
            <a:off x="4748214" y="1749426"/>
            <a:ext cx="428625" cy="130175"/>
          </a:xfrm>
          <a:custGeom>
            <a:avLst/>
            <a:gdLst>
              <a:gd name="T0" fmla="*/ 2147483646 w 270"/>
              <a:gd name="T1" fmla="*/ 2147483646 h 82"/>
              <a:gd name="T2" fmla="*/ 2147483646 w 270"/>
              <a:gd name="T3" fmla="*/ 0 h 82"/>
              <a:gd name="T4" fmla="*/ 0 w 270"/>
              <a:gd name="T5" fmla="*/ 2147483646 h 82"/>
              <a:gd name="T6" fmla="*/ 0 w 270"/>
              <a:gd name="T7" fmla="*/ 2147483646 h 82"/>
              <a:gd name="T8" fmla="*/ 2147483646 w 270"/>
              <a:gd name="T9" fmla="*/ 2147483646 h 82"/>
              <a:gd name="T10" fmla="*/ 2147483646 w 270"/>
              <a:gd name="T11" fmla="*/ 2147483646 h 82"/>
              <a:gd name="T12" fmla="*/ 2147483646 w 270"/>
              <a:gd name="T13" fmla="*/ 2147483646 h 8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70"/>
              <a:gd name="T22" fmla="*/ 0 h 82"/>
              <a:gd name="T23" fmla="*/ 270 w 270"/>
              <a:gd name="T24" fmla="*/ 82 h 8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70" h="82">
                <a:moveTo>
                  <a:pt x="270" y="16"/>
                </a:moveTo>
                <a:lnTo>
                  <a:pt x="261" y="0"/>
                </a:lnTo>
                <a:lnTo>
                  <a:pt x="0" y="65"/>
                </a:lnTo>
                <a:lnTo>
                  <a:pt x="9" y="82"/>
                </a:lnTo>
                <a:lnTo>
                  <a:pt x="270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01" name="Freeform 58">
            <a:extLst>
              <a:ext uri="{FF2B5EF4-FFF2-40B4-BE49-F238E27FC236}">
                <a16:creationId xmlns:a16="http://schemas.microsoft.com/office/drawing/2014/main" id="{4E34235A-0BB8-2127-F3F0-2C58D53CDD27}"/>
              </a:ext>
            </a:extLst>
          </p:cNvPr>
          <p:cNvSpPr>
            <a:spLocks/>
          </p:cNvSpPr>
          <p:nvPr/>
        </p:nvSpPr>
        <p:spPr bwMode="auto">
          <a:xfrm>
            <a:off x="4376738" y="1852614"/>
            <a:ext cx="385762" cy="168275"/>
          </a:xfrm>
          <a:custGeom>
            <a:avLst/>
            <a:gdLst>
              <a:gd name="T0" fmla="*/ 2147483646 w 243"/>
              <a:gd name="T1" fmla="*/ 2147483646 h 106"/>
              <a:gd name="T2" fmla="*/ 2147483646 w 243"/>
              <a:gd name="T3" fmla="*/ 0 h 106"/>
              <a:gd name="T4" fmla="*/ 0 w 243"/>
              <a:gd name="T5" fmla="*/ 2147483646 h 106"/>
              <a:gd name="T6" fmla="*/ 0 w 243"/>
              <a:gd name="T7" fmla="*/ 2147483646 h 106"/>
              <a:gd name="T8" fmla="*/ 2147483646 w 243"/>
              <a:gd name="T9" fmla="*/ 2147483646 h 106"/>
              <a:gd name="T10" fmla="*/ 2147483646 w 243"/>
              <a:gd name="T11" fmla="*/ 2147483646 h 106"/>
              <a:gd name="T12" fmla="*/ 2147483646 w 243"/>
              <a:gd name="T13" fmla="*/ 2147483646 h 10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3"/>
              <a:gd name="T22" fmla="*/ 0 h 106"/>
              <a:gd name="T23" fmla="*/ 243 w 243"/>
              <a:gd name="T24" fmla="*/ 106 h 10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3" h="106">
                <a:moveTo>
                  <a:pt x="243" y="17"/>
                </a:moveTo>
                <a:lnTo>
                  <a:pt x="234" y="0"/>
                </a:lnTo>
                <a:lnTo>
                  <a:pt x="0" y="90"/>
                </a:lnTo>
                <a:lnTo>
                  <a:pt x="9" y="106"/>
                </a:lnTo>
                <a:lnTo>
                  <a:pt x="243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02" name="Freeform 59">
            <a:extLst>
              <a:ext uri="{FF2B5EF4-FFF2-40B4-BE49-F238E27FC236}">
                <a16:creationId xmlns:a16="http://schemas.microsoft.com/office/drawing/2014/main" id="{A9C5BF75-B191-620F-2A22-3E2DB502035A}"/>
              </a:ext>
            </a:extLst>
          </p:cNvPr>
          <p:cNvSpPr>
            <a:spLocks/>
          </p:cNvSpPr>
          <p:nvPr/>
        </p:nvSpPr>
        <p:spPr bwMode="auto">
          <a:xfrm>
            <a:off x="4048125" y="1995488"/>
            <a:ext cx="342900" cy="195262"/>
          </a:xfrm>
          <a:custGeom>
            <a:avLst/>
            <a:gdLst>
              <a:gd name="T0" fmla="*/ 2147483646 w 216"/>
              <a:gd name="T1" fmla="*/ 2147483646 h 123"/>
              <a:gd name="T2" fmla="*/ 2147483646 w 216"/>
              <a:gd name="T3" fmla="*/ 0 h 123"/>
              <a:gd name="T4" fmla="*/ 0 w 216"/>
              <a:gd name="T5" fmla="*/ 2147483646 h 123"/>
              <a:gd name="T6" fmla="*/ 0 w 216"/>
              <a:gd name="T7" fmla="*/ 2147483646 h 123"/>
              <a:gd name="T8" fmla="*/ 2147483646 w 216"/>
              <a:gd name="T9" fmla="*/ 2147483646 h 123"/>
              <a:gd name="T10" fmla="*/ 2147483646 w 216"/>
              <a:gd name="T11" fmla="*/ 2147483646 h 123"/>
              <a:gd name="T12" fmla="*/ 2147483646 w 216"/>
              <a:gd name="T13" fmla="*/ 2147483646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123"/>
              <a:gd name="T23" fmla="*/ 216 w 216"/>
              <a:gd name="T24" fmla="*/ 123 h 12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123">
                <a:moveTo>
                  <a:pt x="216" y="16"/>
                </a:moveTo>
                <a:lnTo>
                  <a:pt x="207" y="0"/>
                </a:lnTo>
                <a:lnTo>
                  <a:pt x="0" y="106"/>
                </a:lnTo>
                <a:lnTo>
                  <a:pt x="9" y="123"/>
                </a:lnTo>
                <a:lnTo>
                  <a:pt x="216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03" name="Freeform 60">
            <a:extLst>
              <a:ext uri="{FF2B5EF4-FFF2-40B4-BE49-F238E27FC236}">
                <a16:creationId xmlns:a16="http://schemas.microsoft.com/office/drawing/2014/main" id="{E37CD6D3-CE4E-1B8E-A80D-F4526F7408CD}"/>
              </a:ext>
            </a:extLst>
          </p:cNvPr>
          <p:cNvSpPr>
            <a:spLocks/>
          </p:cNvSpPr>
          <p:nvPr/>
        </p:nvSpPr>
        <p:spPr bwMode="auto">
          <a:xfrm>
            <a:off x="3762375" y="2163763"/>
            <a:ext cx="300038" cy="233362"/>
          </a:xfrm>
          <a:custGeom>
            <a:avLst/>
            <a:gdLst>
              <a:gd name="T0" fmla="*/ 2147483646 w 189"/>
              <a:gd name="T1" fmla="*/ 2147483646 h 147"/>
              <a:gd name="T2" fmla="*/ 2147483646 w 189"/>
              <a:gd name="T3" fmla="*/ 0 h 147"/>
              <a:gd name="T4" fmla="*/ 0 w 189"/>
              <a:gd name="T5" fmla="*/ 2147483646 h 147"/>
              <a:gd name="T6" fmla="*/ 0 w 189"/>
              <a:gd name="T7" fmla="*/ 2147483646 h 147"/>
              <a:gd name="T8" fmla="*/ 2147483646 w 189"/>
              <a:gd name="T9" fmla="*/ 2147483646 h 147"/>
              <a:gd name="T10" fmla="*/ 2147483646 w 189"/>
              <a:gd name="T11" fmla="*/ 2147483646 h 147"/>
              <a:gd name="T12" fmla="*/ 2147483646 w 189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147"/>
              <a:gd name="T23" fmla="*/ 189 w 189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147">
                <a:moveTo>
                  <a:pt x="189" y="17"/>
                </a:moveTo>
                <a:lnTo>
                  <a:pt x="180" y="0"/>
                </a:lnTo>
                <a:lnTo>
                  <a:pt x="0" y="131"/>
                </a:lnTo>
                <a:lnTo>
                  <a:pt x="9" y="147"/>
                </a:lnTo>
                <a:lnTo>
                  <a:pt x="18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04" name="Freeform 61">
            <a:extLst>
              <a:ext uri="{FF2B5EF4-FFF2-40B4-BE49-F238E27FC236}">
                <a16:creationId xmlns:a16="http://schemas.microsoft.com/office/drawing/2014/main" id="{55CB2286-ECB4-C63D-A311-0DB24072A45B}"/>
              </a:ext>
            </a:extLst>
          </p:cNvPr>
          <p:cNvSpPr>
            <a:spLocks/>
          </p:cNvSpPr>
          <p:nvPr/>
        </p:nvSpPr>
        <p:spPr bwMode="auto">
          <a:xfrm>
            <a:off x="3476625" y="2371726"/>
            <a:ext cx="300038" cy="258763"/>
          </a:xfrm>
          <a:custGeom>
            <a:avLst/>
            <a:gdLst>
              <a:gd name="T0" fmla="*/ 2147483646 w 189"/>
              <a:gd name="T1" fmla="*/ 2147483646 h 163"/>
              <a:gd name="T2" fmla="*/ 2147483646 w 189"/>
              <a:gd name="T3" fmla="*/ 0 h 163"/>
              <a:gd name="T4" fmla="*/ 2147483646 w 189"/>
              <a:gd name="T5" fmla="*/ 2147483646 h 163"/>
              <a:gd name="T6" fmla="*/ 0 w 189"/>
              <a:gd name="T7" fmla="*/ 2147483646 h 163"/>
              <a:gd name="T8" fmla="*/ 2147483646 w 189"/>
              <a:gd name="T9" fmla="*/ 2147483646 h 163"/>
              <a:gd name="T10" fmla="*/ 2147483646 w 189"/>
              <a:gd name="T11" fmla="*/ 2147483646 h 163"/>
              <a:gd name="T12" fmla="*/ 2147483646 w 189"/>
              <a:gd name="T13" fmla="*/ 2147483646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163"/>
              <a:gd name="T23" fmla="*/ 189 w 189"/>
              <a:gd name="T24" fmla="*/ 163 h 16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163">
                <a:moveTo>
                  <a:pt x="189" y="16"/>
                </a:moveTo>
                <a:lnTo>
                  <a:pt x="180" y="0"/>
                </a:lnTo>
                <a:lnTo>
                  <a:pt x="9" y="147"/>
                </a:lnTo>
                <a:lnTo>
                  <a:pt x="0" y="155"/>
                </a:lnTo>
                <a:lnTo>
                  <a:pt x="18" y="163"/>
                </a:lnTo>
                <a:lnTo>
                  <a:pt x="18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05" name="Freeform 62">
            <a:extLst>
              <a:ext uri="{FF2B5EF4-FFF2-40B4-BE49-F238E27FC236}">
                <a16:creationId xmlns:a16="http://schemas.microsoft.com/office/drawing/2014/main" id="{954879EB-EFD8-B08C-7AB7-F2135F0F1EFD}"/>
              </a:ext>
            </a:extLst>
          </p:cNvPr>
          <p:cNvSpPr>
            <a:spLocks/>
          </p:cNvSpPr>
          <p:nvPr/>
        </p:nvSpPr>
        <p:spPr bwMode="auto">
          <a:xfrm>
            <a:off x="3248026" y="2617788"/>
            <a:ext cx="257175" cy="273050"/>
          </a:xfrm>
          <a:custGeom>
            <a:avLst/>
            <a:gdLst>
              <a:gd name="T0" fmla="*/ 2147483646 w 162"/>
              <a:gd name="T1" fmla="*/ 2147483646 h 172"/>
              <a:gd name="T2" fmla="*/ 2147483646 w 162"/>
              <a:gd name="T3" fmla="*/ 0 h 172"/>
              <a:gd name="T4" fmla="*/ 0 w 162"/>
              <a:gd name="T5" fmla="*/ 2147483646 h 172"/>
              <a:gd name="T6" fmla="*/ 0 w 162"/>
              <a:gd name="T7" fmla="*/ 2147483646 h 172"/>
              <a:gd name="T8" fmla="*/ 2147483646 w 162"/>
              <a:gd name="T9" fmla="*/ 2147483646 h 172"/>
              <a:gd name="T10" fmla="*/ 2147483646 w 162"/>
              <a:gd name="T11" fmla="*/ 2147483646 h 172"/>
              <a:gd name="T12" fmla="*/ 2147483646 w 162"/>
              <a:gd name="T13" fmla="*/ 2147483646 h 1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2"/>
              <a:gd name="T22" fmla="*/ 0 h 172"/>
              <a:gd name="T23" fmla="*/ 162 w 162"/>
              <a:gd name="T24" fmla="*/ 172 h 17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2" h="172">
                <a:moveTo>
                  <a:pt x="162" y="8"/>
                </a:moveTo>
                <a:lnTo>
                  <a:pt x="144" y="0"/>
                </a:lnTo>
                <a:lnTo>
                  <a:pt x="0" y="163"/>
                </a:lnTo>
                <a:lnTo>
                  <a:pt x="18" y="172"/>
                </a:lnTo>
                <a:lnTo>
                  <a:pt x="16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06" name="Freeform 63">
            <a:extLst>
              <a:ext uri="{FF2B5EF4-FFF2-40B4-BE49-F238E27FC236}">
                <a16:creationId xmlns:a16="http://schemas.microsoft.com/office/drawing/2014/main" id="{683FD2C3-3124-189D-12EF-0305026F2137}"/>
              </a:ext>
            </a:extLst>
          </p:cNvPr>
          <p:cNvSpPr>
            <a:spLocks/>
          </p:cNvSpPr>
          <p:nvPr/>
        </p:nvSpPr>
        <p:spPr bwMode="auto">
          <a:xfrm>
            <a:off x="3033714" y="2876550"/>
            <a:ext cx="242887" cy="312738"/>
          </a:xfrm>
          <a:custGeom>
            <a:avLst/>
            <a:gdLst>
              <a:gd name="T0" fmla="*/ 2147483646 w 153"/>
              <a:gd name="T1" fmla="*/ 2147483646 h 197"/>
              <a:gd name="T2" fmla="*/ 2147483646 w 153"/>
              <a:gd name="T3" fmla="*/ 0 h 197"/>
              <a:gd name="T4" fmla="*/ 0 w 153"/>
              <a:gd name="T5" fmla="*/ 2147483646 h 197"/>
              <a:gd name="T6" fmla="*/ 2147483646 w 153"/>
              <a:gd name="T7" fmla="*/ 2147483646 h 197"/>
              <a:gd name="T8" fmla="*/ 2147483646 w 153"/>
              <a:gd name="T9" fmla="*/ 2147483646 h 19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"/>
              <a:gd name="T16" fmla="*/ 0 h 197"/>
              <a:gd name="T17" fmla="*/ 153 w 153"/>
              <a:gd name="T18" fmla="*/ 197 h 19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" h="197">
                <a:moveTo>
                  <a:pt x="153" y="9"/>
                </a:moveTo>
                <a:lnTo>
                  <a:pt x="135" y="0"/>
                </a:lnTo>
                <a:lnTo>
                  <a:pt x="0" y="188"/>
                </a:lnTo>
                <a:lnTo>
                  <a:pt x="18" y="197"/>
                </a:lnTo>
                <a:lnTo>
                  <a:pt x="153" y="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07" name="Freeform 64">
            <a:extLst>
              <a:ext uri="{FF2B5EF4-FFF2-40B4-BE49-F238E27FC236}">
                <a16:creationId xmlns:a16="http://schemas.microsoft.com/office/drawing/2014/main" id="{9B268FDB-0E7C-1713-B04F-3D478807205A}"/>
              </a:ext>
            </a:extLst>
          </p:cNvPr>
          <p:cNvSpPr>
            <a:spLocks/>
          </p:cNvSpPr>
          <p:nvPr/>
        </p:nvSpPr>
        <p:spPr bwMode="auto">
          <a:xfrm>
            <a:off x="9063039" y="2138363"/>
            <a:ext cx="28575" cy="25400"/>
          </a:xfrm>
          <a:custGeom>
            <a:avLst/>
            <a:gdLst>
              <a:gd name="T0" fmla="*/ 2147483646 w 18"/>
              <a:gd name="T1" fmla="*/ 0 h 16"/>
              <a:gd name="T2" fmla="*/ 2147483646 w 18"/>
              <a:gd name="T3" fmla="*/ 0 h 16"/>
              <a:gd name="T4" fmla="*/ 0 w 18"/>
              <a:gd name="T5" fmla="*/ 2147483646 h 16"/>
              <a:gd name="T6" fmla="*/ 2147483646 w 18"/>
              <a:gd name="T7" fmla="*/ 2147483646 h 16"/>
              <a:gd name="T8" fmla="*/ 2147483646 w 18"/>
              <a:gd name="T9" fmla="*/ 2147483646 h 16"/>
              <a:gd name="T10" fmla="*/ 2147483646 w 18"/>
              <a:gd name="T11" fmla="*/ 2147483646 h 16"/>
              <a:gd name="T12" fmla="*/ 2147483646 w 18"/>
              <a:gd name="T13" fmla="*/ 2147483646 h 16"/>
              <a:gd name="T14" fmla="*/ 2147483646 w 18"/>
              <a:gd name="T15" fmla="*/ 0 h 16"/>
              <a:gd name="T16" fmla="*/ 2147483646 w 18"/>
              <a:gd name="T17" fmla="*/ 0 h 16"/>
              <a:gd name="T18" fmla="*/ 2147483646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9" y="0"/>
                </a:moveTo>
                <a:lnTo>
                  <a:pt x="9" y="0"/>
                </a:lnTo>
                <a:lnTo>
                  <a:pt x="0" y="8"/>
                </a:lnTo>
                <a:lnTo>
                  <a:pt x="9" y="8"/>
                </a:lnTo>
                <a:lnTo>
                  <a:pt x="9" y="16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08" name="Freeform 65">
            <a:extLst>
              <a:ext uri="{FF2B5EF4-FFF2-40B4-BE49-F238E27FC236}">
                <a16:creationId xmlns:a16="http://schemas.microsoft.com/office/drawing/2014/main" id="{4EFD54A8-4BEE-24DC-1EC9-935159047DBB}"/>
              </a:ext>
            </a:extLst>
          </p:cNvPr>
          <p:cNvSpPr>
            <a:spLocks/>
          </p:cNvSpPr>
          <p:nvPr/>
        </p:nvSpPr>
        <p:spPr bwMode="auto">
          <a:xfrm>
            <a:off x="9020175" y="1943101"/>
            <a:ext cx="128588" cy="195263"/>
          </a:xfrm>
          <a:custGeom>
            <a:avLst/>
            <a:gdLst>
              <a:gd name="T0" fmla="*/ 2147483646 w 81"/>
              <a:gd name="T1" fmla="*/ 2147483646 h 123"/>
              <a:gd name="T2" fmla="*/ 0 w 81"/>
              <a:gd name="T3" fmla="*/ 2147483646 h 123"/>
              <a:gd name="T4" fmla="*/ 2147483646 w 81"/>
              <a:gd name="T5" fmla="*/ 0 h 123"/>
              <a:gd name="T6" fmla="*/ 2147483646 w 81"/>
              <a:gd name="T7" fmla="*/ 2147483646 h 123"/>
              <a:gd name="T8" fmla="*/ 2147483646 w 81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36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36" y="12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09" name="Freeform 66">
            <a:extLst>
              <a:ext uri="{FF2B5EF4-FFF2-40B4-BE49-F238E27FC236}">
                <a16:creationId xmlns:a16="http://schemas.microsoft.com/office/drawing/2014/main" id="{945D9EB7-B3D3-47AE-FBE3-0838EB6FCB44}"/>
              </a:ext>
            </a:extLst>
          </p:cNvPr>
          <p:cNvSpPr>
            <a:spLocks/>
          </p:cNvSpPr>
          <p:nvPr/>
        </p:nvSpPr>
        <p:spPr bwMode="auto">
          <a:xfrm>
            <a:off x="9020175" y="1943101"/>
            <a:ext cx="128588" cy="195263"/>
          </a:xfrm>
          <a:custGeom>
            <a:avLst/>
            <a:gdLst>
              <a:gd name="T0" fmla="*/ 2147483646 w 81"/>
              <a:gd name="T1" fmla="*/ 2147483646 h 123"/>
              <a:gd name="T2" fmla="*/ 0 w 81"/>
              <a:gd name="T3" fmla="*/ 2147483646 h 123"/>
              <a:gd name="T4" fmla="*/ 2147483646 w 81"/>
              <a:gd name="T5" fmla="*/ 0 h 123"/>
              <a:gd name="T6" fmla="*/ 2147483646 w 81"/>
              <a:gd name="T7" fmla="*/ 2147483646 h 123"/>
              <a:gd name="T8" fmla="*/ 2147483646 w 81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36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36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10" name="Freeform 67">
            <a:extLst>
              <a:ext uri="{FF2B5EF4-FFF2-40B4-BE49-F238E27FC236}">
                <a16:creationId xmlns:a16="http://schemas.microsoft.com/office/drawing/2014/main" id="{8CAE56A0-B3C7-23C0-7CB5-5BEBDC406E00}"/>
              </a:ext>
            </a:extLst>
          </p:cNvPr>
          <p:cNvSpPr>
            <a:spLocks/>
          </p:cNvSpPr>
          <p:nvPr/>
        </p:nvSpPr>
        <p:spPr bwMode="auto">
          <a:xfrm>
            <a:off x="8620126" y="2695576"/>
            <a:ext cx="200025" cy="180975"/>
          </a:xfrm>
          <a:custGeom>
            <a:avLst/>
            <a:gdLst>
              <a:gd name="T0" fmla="*/ 0 w 126"/>
              <a:gd name="T1" fmla="*/ 2147483646 h 114"/>
              <a:gd name="T2" fmla="*/ 2147483646 w 126"/>
              <a:gd name="T3" fmla="*/ 2147483646 h 114"/>
              <a:gd name="T4" fmla="*/ 2147483646 w 126"/>
              <a:gd name="T5" fmla="*/ 2147483646 h 114"/>
              <a:gd name="T6" fmla="*/ 2147483646 w 126"/>
              <a:gd name="T7" fmla="*/ 2147483646 h 114"/>
              <a:gd name="T8" fmla="*/ 2147483646 w 126"/>
              <a:gd name="T9" fmla="*/ 0 h 114"/>
              <a:gd name="T10" fmla="*/ 2147483646 w 126"/>
              <a:gd name="T11" fmla="*/ 0 h 114"/>
              <a:gd name="T12" fmla="*/ 0 w 126"/>
              <a:gd name="T13" fmla="*/ 2147483646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26"/>
              <a:gd name="T22" fmla="*/ 0 h 114"/>
              <a:gd name="T23" fmla="*/ 126 w 126"/>
              <a:gd name="T24" fmla="*/ 114 h 11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26" h="114">
                <a:moveTo>
                  <a:pt x="0" y="106"/>
                </a:moveTo>
                <a:lnTo>
                  <a:pt x="18" y="114"/>
                </a:lnTo>
                <a:lnTo>
                  <a:pt x="126" y="8"/>
                </a:lnTo>
                <a:lnTo>
                  <a:pt x="10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11" name="Freeform 68">
            <a:extLst>
              <a:ext uri="{FF2B5EF4-FFF2-40B4-BE49-F238E27FC236}">
                <a16:creationId xmlns:a16="http://schemas.microsoft.com/office/drawing/2014/main" id="{CA8AECB7-6862-16B4-A4FF-933DE9DBF623}"/>
              </a:ext>
            </a:extLst>
          </p:cNvPr>
          <p:cNvSpPr>
            <a:spLocks/>
          </p:cNvSpPr>
          <p:nvPr/>
        </p:nvSpPr>
        <p:spPr bwMode="auto">
          <a:xfrm>
            <a:off x="8791575" y="2514601"/>
            <a:ext cx="171450" cy="193675"/>
          </a:xfrm>
          <a:custGeom>
            <a:avLst/>
            <a:gdLst>
              <a:gd name="T0" fmla="*/ 0 w 108"/>
              <a:gd name="T1" fmla="*/ 2147483646 h 122"/>
              <a:gd name="T2" fmla="*/ 2147483646 w 108"/>
              <a:gd name="T3" fmla="*/ 2147483646 h 122"/>
              <a:gd name="T4" fmla="*/ 2147483646 w 108"/>
              <a:gd name="T5" fmla="*/ 2147483646 h 122"/>
              <a:gd name="T6" fmla="*/ 2147483646 w 108"/>
              <a:gd name="T7" fmla="*/ 2147483646 h 122"/>
              <a:gd name="T8" fmla="*/ 2147483646 w 108"/>
              <a:gd name="T9" fmla="*/ 0 h 122"/>
              <a:gd name="T10" fmla="*/ 2147483646 w 108"/>
              <a:gd name="T11" fmla="*/ 0 h 122"/>
              <a:gd name="T12" fmla="*/ 0 w 108"/>
              <a:gd name="T13" fmla="*/ 2147483646 h 12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08"/>
              <a:gd name="T22" fmla="*/ 0 h 122"/>
              <a:gd name="T23" fmla="*/ 108 w 108"/>
              <a:gd name="T24" fmla="*/ 122 h 12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08" h="122">
                <a:moveTo>
                  <a:pt x="0" y="114"/>
                </a:moveTo>
                <a:lnTo>
                  <a:pt x="18" y="122"/>
                </a:lnTo>
                <a:lnTo>
                  <a:pt x="108" y="8"/>
                </a:lnTo>
                <a:lnTo>
                  <a:pt x="9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12" name="Freeform 69">
            <a:extLst>
              <a:ext uri="{FF2B5EF4-FFF2-40B4-BE49-F238E27FC236}">
                <a16:creationId xmlns:a16="http://schemas.microsoft.com/office/drawing/2014/main" id="{B4136968-0EBD-C49F-1C39-EACCFF422D8F}"/>
              </a:ext>
            </a:extLst>
          </p:cNvPr>
          <p:cNvSpPr>
            <a:spLocks/>
          </p:cNvSpPr>
          <p:nvPr/>
        </p:nvSpPr>
        <p:spPr bwMode="auto">
          <a:xfrm>
            <a:off x="8934450" y="2332038"/>
            <a:ext cx="128588" cy="195262"/>
          </a:xfrm>
          <a:custGeom>
            <a:avLst/>
            <a:gdLst>
              <a:gd name="T0" fmla="*/ 0 w 81"/>
              <a:gd name="T1" fmla="*/ 2147483646 h 123"/>
              <a:gd name="T2" fmla="*/ 2147483646 w 81"/>
              <a:gd name="T3" fmla="*/ 2147483646 h 123"/>
              <a:gd name="T4" fmla="*/ 2147483646 w 81"/>
              <a:gd name="T5" fmla="*/ 2147483646 h 123"/>
              <a:gd name="T6" fmla="*/ 2147483646 w 81"/>
              <a:gd name="T7" fmla="*/ 0 h 123"/>
              <a:gd name="T8" fmla="*/ 2147483646 w 81"/>
              <a:gd name="T9" fmla="*/ 0 h 123"/>
              <a:gd name="T10" fmla="*/ 2147483646 w 81"/>
              <a:gd name="T11" fmla="*/ 0 h 123"/>
              <a:gd name="T12" fmla="*/ 0 w 81"/>
              <a:gd name="T13" fmla="*/ 2147483646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1"/>
              <a:gd name="T22" fmla="*/ 0 h 123"/>
              <a:gd name="T23" fmla="*/ 81 w 81"/>
              <a:gd name="T24" fmla="*/ 123 h 12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1" h="123">
                <a:moveTo>
                  <a:pt x="0" y="115"/>
                </a:moveTo>
                <a:lnTo>
                  <a:pt x="18" y="123"/>
                </a:lnTo>
                <a:lnTo>
                  <a:pt x="81" y="9"/>
                </a:lnTo>
                <a:lnTo>
                  <a:pt x="81" y="0"/>
                </a:lnTo>
                <a:lnTo>
                  <a:pt x="63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13" name="Freeform 70">
            <a:extLst>
              <a:ext uri="{FF2B5EF4-FFF2-40B4-BE49-F238E27FC236}">
                <a16:creationId xmlns:a16="http://schemas.microsoft.com/office/drawing/2014/main" id="{8341C97A-5930-1F06-6CCB-2F3915955B18}"/>
              </a:ext>
            </a:extLst>
          </p:cNvPr>
          <p:cNvSpPr>
            <a:spLocks/>
          </p:cNvSpPr>
          <p:nvPr/>
        </p:nvSpPr>
        <p:spPr bwMode="auto">
          <a:xfrm>
            <a:off x="9034463" y="2138364"/>
            <a:ext cx="57150" cy="193675"/>
          </a:xfrm>
          <a:custGeom>
            <a:avLst/>
            <a:gdLst>
              <a:gd name="T0" fmla="*/ 0 w 36"/>
              <a:gd name="T1" fmla="*/ 2147483646 h 122"/>
              <a:gd name="T2" fmla="*/ 2147483646 w 36"/>
              <a:gd name="T3" fmla="*/ 2147483646 h 122"/>
              <a:gd name="T4" fmla="*/ 2147483646 w 36"/>
              <a:gd name="T5" fmla="*/ 0 h 122"/>
              <a:gd name="T6" fmla="*/ 2147483646 w 36"/>
              <a:gd name="T7" fmla="*/ 0 h 122"/>
              <a:gd name="T8" fmla="*/ 0 w 36"/>
              <a:gd name="T9" fmla="*/ 2147483646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6"/>
              <a:gd name="T16" fmla="*/ 0 h 122"/>
              <a:gd name="T17" fmla="*/ 36 w 36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6" h="122">
                <a:moveTo>
                  <a:pt x="0" y="122"/>
                </a:moveTo>
                <a:lnTo>
                  <a:pt x="18" y="122"/>
                </a:lnTo>
                <a:lnTo>
                  <a:pt x="36" y="0"/>
                </a:lnTo>
                <a:lnTo>
                  <a:pt x="18" y="0"/>
                </a:lnTo>
                <a:lnTo>
                  <a:pt x="0" y="12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14" name="Freeform 71">
            <a:extLst>
              <a:ext uri="{FF2B5EF4-FFF2-40B4-BE49-F238E27FC236}">
                <a16:creationId xmlns:a16="http://schemas.microsoft.com/office/drawing/2014/main" id="{AFDF52AE-11C7-637E-264D-DFC71138AEEB}"/>
              </a:ext>
            </a:extLst>
          </p:cNvPr>
          <p:cNvSpPr>
            <a:spLocks/>
          </p:cNvSpPr>
          <p:nvPr/>
        </p:nvSpPr>
        <p:spPr bwMode="auto">
          <a:xfrm>
            <a:off x="8534401" y="2359025"/>
            <a:ext cx="28575" cy="25400"/>
          </a:xfrm>
          <a:custGeom>
            <a:avLst/>
            <a:gdLst>
              <a:gd name="T0" fmla="*/ 2147483646 w 18"/>
              <a:gd name="T1" fmla="*/ 2147483646 h 16"/>
              <a:gd name="T2" fmla="*/ 2147483646 w 18"/>
              <a:gd name="T3" fmla="*/ 2147483646 h 16"/>
              <a:gd name="T4" fmla="*/ 2147483646 w 18"/>
              <a:gd name="T5" fmla="*/ 2147483646 h 16"/>
              <a:gd name="T6" fmla="*/ 2147483646 w 18"/>
              <a:gd name="T7" fmla="*/ 0 h 16"/>
              <a:gd name="T8" fmla="*/ 2147483646 w 18"/>
              <a:gd name="T9" fmla="*/ 0 h 16"/>
              <a:gd name="T10" fmla="*/ 2147483646 w 18"/>
              <a:gd name="T11" fmla="*/ 0 h 16"/>
              <a:gd name="T12" fmla="*/ 0 w 18"/>
              <a:gd name="T13" fmla="*/ 2147483646 h 16"/>
              <a:gd name="T14" fmla="*/ 2147483646 w 18"/>
              <a:gd name="T15" fmla="*/ 2147483646 h 16"/>
              <a:gd name="T16" fmla="*/ 2147483646 w 18"/>
              <a:gd name="T17" fmla="*/ 2147483646 h 16"/>
              <a:gd name="T18" fmla="*/ 2147483646 w 18"/>
              <a:gd name="T19" fmla="*/ 2147483646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9" y="16"/>
                </a:moveTo>
                <a:lnTo>
                  <a:pt x="18" y="16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lnTo>
                  <a:pt x="0" y="8"/>
                </a:lnTo>
                <a:lnTo>
                  <a:pt x="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15" name="Freeform 72">
            <a:extLst>
              <a:ext uri="{FF2B5EF4-FFF2-40B4-BE49-F238E27FC236}">
                <a16:creationId xmlns:a16="http://schemas.microsoft.com/office/drawing/2014/main" id="{050E43FA-E396-D473-820B-91D003ADAEBC}"/>
              </a:ext>
            </a:extLst>
          </p:cNvPr>
          <p:cNvSpPr>
            <a:spLocks/>
          </p:cNvSpPr>
          <p:nvPr/>
        </p:nvSpPr>
        <p:spPr bwMode="auto">
          <a:xfrm>
            <a:off x="8491539" y="2384426"/>
            <a:ext cx="128587" cy="195263"/>
          </a:xfrm>
          <a:custGeom>
            <a:avLst/>
            <a:gdLst>
              <a:gd name="T0" fmla="*/ 2147483646 w 81"/>
              <a:gd name="T1" fmla="*/ 0 h 123"/>
              <a:gd name="T2" fmla="*/ 2147483646 w 81"/>
              <a:gd name="T3" fmla="*/ 0 h 123"/>
              <a:gd name="T4" fmla="*/ 2147483646 w 81"/>
              <a:gd name="T5" fmla="*/ 2147483646 h 123"/>
              <a:gd name="T6" fmla="*/ 0 w 81"/>
              <a:gd name="T7" fmla="*/ 0 h 123"/>
              <a:gd name="T8" fmla="*/ 2147483646 w 81"/>
              <a:gd name="T9" fmla="*/ 0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36" y="0"/>
                </a:moveTo>
                <a:lnTo>
                  <a:pt x="81" y="0"/>
                </a:lnTo>
                <a:lnTo>
                  <a:pt x="36" y="123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16" name="Freeform 73">
            <a:extLst>
              <a:ext uri="{FF2B5EF4-FFF2-40B4-BE49-F238E27FC236}">
                <a16:creationId xmlns:a16="http://schemas.microsoft.com/office/drawing/2014/main" id="{5AC8E76B-74A5-6253-D097-C88A25B3B4C8}"/>
              </a:ext>
            </a:extLst>
          </p:cNvPr>
          <p:cNvSpPr>
            <a:spLocks/>
          </p:cNvSpPr>
          <p:nvPr/>
        </p:nvSpPr>
        <p:spPr bwMode="auto">
          <a:xfrm>
            <a:off x="8491539" y="2384426"/>
            <a:ext cx="128587" cy="195263"/>
          </a:xfrm>
          <a:custGeom>
            <a:avLst/>
            <a:gdLst>
              <a:gd name="T0" fmla="*/ 2147483646 w 81"/>
              <a:gd name="T1" fmla="*/ 0 h 123"/>
              <a:gd name="T2" fmla="*/ 2147483646 w 81"/>
              <a:gd name="T3" fmla="*/ 0 h 123"/>
              <a:gd name="T4" fmla="*/ 2147483646 w 81"/>
              <a:gd name="T5" fmla="*/ 2147483646 h 123"/>
              <a:gd name="T6" fmla="*/ 0 w 81"/>
              <a:gd name="T7" fmla="*/ 0 h 123"/>
              <a:gd name="T8" fmla="*/ 2147483646 w 81"/>
              <a:gd name="T9" fmla="*/ 0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36" y="0"/>
                </a:moveTo>
                <a:lnTo>
                  <a:pt x="81" y="0"/>
                </a:lnTo>
                <a:lnTo>
                  <a:pt x="36" y="123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17" name="Freeform 74">
            <a:extLst>
              <a:ext uri="{FF2B5EF4-FFF2-40B4-BE49-F238E27FC236}">
                <a16:creationId xmlns:a16="http://schemas.microsoft.com/office/drawing/2014/main" id="{C1DDF8A3-AFA8-0C79-E81E-7E45FE72548C}"/>
              </a:ext>
            </a:extLst>
          </p:cNvPr>
          <p:cNvSpPr>
            <a:spLocks/>
          </p:cNvSpPr>
          <p:nvPr/>
        </p:nvSpPr>
        <p:spPr bwMode="auto">
          <a:xfrm>
            <a:off x="8805863" y="1646239"/>
            <a:ext cx="214312" cy="193675"/>
          </a:xfrm>
          <a:custGeom>
            <a:avLst/>
            <a:gdLst>
              <a:gd name="T0" fmla="*/ 2147483646 w 135"/>
              <a:gd name="T1" fmla="*/ 2147483646 h 122"/>
              <a:gd name="T2" fmla="*/ 2147483646 w 135"/>
              <a:gd name="T3" fmla="*/ 0 h 122"/>
              <a:gd name="T4" fmla="*/ 0 w 135"/>
              <a:gd name="T5" fmla="*/ 2147483646 h 122"/>
              <a:gd name="T6" fmla="*/ 0 w 135"/>
              <a:gd name="T7" fmla="*/ 2147483646 h 122"/>
              <a:gd name="T8" fmla="*/ 2147483646 w 135"/>
              <a:gd name="T9" fmla="*/ 2147483646 h 122"/>
              <a:gd name="T10" fmla="*/ 2147483646 w 135"/>
              <a:gd name="T11" fmla="*/ 2147483646 h 122"/>
              <a:gd name="T12" fmla="*/ 2147483646 w 135"/>
              <a:gd name="T13" fmla="*/ 2147483646 h 12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35"/>
              <a:gd name="T22" fmla="*/ 0 h 122"/>
              <a:gd name="T23" fmla="*/ 135 w 135"/>
              <a:gd name="T24" fmla="*/ 122 h 12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35" h="122">
                <a:moveTo>
                  <a:pt x="135" y="8"/>
                </a:moveTo>
                <a:lnTo>
                  <a:pt x="117" y="0"/>
                </a:lnTo>
                <a:lnTo>
                  <a:pt x="0" y="114"/>
                </a:lnTo>
                <a:lnTo>
                  <a:pt x="18" y="122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18" name="Freeform 75">
            <a:extLst>
              <a:ext uri="{FF2B5EF4-FFF2-40B4-BE49-F238E27FC236}">
                <a16:creationId xmlns:a16="http://schemas.microsoft.com/office/drawing/2014/main" id="{1AE6E8AA-4D91-28EC-3961-8A227BC55E04}"/>
              </a:ext>
            </a:extLst>
          </p:cNvPr>
          <p:cNvSpPr>
            <a:spLocks/>
          </p:cNvSpPr>
          <p:nvPr/>
        </p:nvSpPr>
        <p:spPr bwMode="auto">
          <a:xfrm>
            <a:off x="8662988" y="1827214"/>
            <a:ext cx="171450" cy="180975"/>
          </a:xfrm>
          <a:custGeom>
            <a:avLst/>
            <a:gdLst>
              <a:gd name="T0" fmla="*/ 2147483646 w 108"/>
              <a:gd name="T1" fmla="*/ 2147483646 h 114"/>
              <a:gd name="T2" fmla="*/ 2147483646 w 108"/>
              <a:gd name="T3" fmla="*/ 0 h 114"/>
              <a:gd name="T4" fmla="*/ 0 w 108"/>
              <a:gd name="T5" fmla="*/ 2147483646 h 114"/>
              <a:gd name="T6" fmla="*/ 0 w 108"/>
              <a:gd name="T7" fmla="*/ 2147483646 h 114"/>
              <a:gd name="T8" fmla="*/ 2147483646 w 108"/>
              <a:gd name="T9" fmla="*/ 2147483646 h 114"/>
              <a:gd name="T10" fmla="*/ 2147483646 w 108"/>
              <a:gd name="T11" fmla="*/ 2147483646 h 114"/>
              <a:gd name="T12" fmla="*/ 2147483646 w 108"/>
              <a:gd name="T13" fmla="*/ 2147483646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08"/>
              <a:gd name="T22" fmla="*/ 0 h 114"/>
              <a:gd name="T23" fmla="*/ 108 w 108"/>
              <a:gd name="T24" fmla="*/ 114 h 11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08" h="114">
                <a:moveTo>
                  <a:pt x="108" y="8"/>
                </a:moveTo>
                <a:lnTo>
                  <a:pt x="90" y="0"/>
                </a:lnTo>
                <a:lnTo>
                  <a:pt x="0" y="106"/>
                </a:lnTo>
                <a:lnTo>
                  <a:pt x="18" y="114"/>
                </a:lnTo>
                <a:lnTo>
                  <a:pt x="108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19" name="Freeform 76">
            <a:extLst>
              <a:ext uri="{FF2B5EF4-FFF2-40B4-BE49-F238E27FC236}">
                <a16:creationId xmlns:a16="http://schemas.microsoft.com/office/drawing/2014/main" id="{01E6C796-2A82-C678-BC1E-3271CB850F3A}"/>
              </a:ext>
            </a:extLst>
          </p:cNvPr>
          <p:cNvSpPr>
            <a:spLocks/>
          </p:cNvSpPr>
          <p:nvPr/>
        </p:nvSpPr>
        <p:spPr bwMode="auto">
          <a:xfrm>
            <a:off x="8577263" y="1995488"/>
            <a:ext cx="114300" cy="195262"/>
          </a:xfrm>
          <a:custGeom>
            <a:avLst/>
            <a:gdLst>
              <a:gd name="T0" fmla="*/ 2147483646 w 72"/>
              <a:gd name="T1" fmla="*/ 2147483646 h 123"/>
              <a:gd name="T2" fmla="*/ 2147483646 w 72"/>
              <a:gd name="T3" fmla="*/ 0 h 123"/>
              <a:gd name="T4" fmla="*/ 0 w 72"/>
              <a:gd name="T5" fmla="*/ 2147483646 h 123"/>
              <a:gd name="T6" fmla="*/ 0 w 72"/>
              <a:gd name="T7" fmla="*/ 2147483646 h 123"/>
              <a:gd name="T8" fmla="*/ 2147483646 w 72"/>
              <a:gd name="T9" fmla="*/ 2147483646 h 123"/>
              <a:gd name="T10" fmla="*/ 2147483646 w 72"/>
              <a:gd name="T11" fmla="*/ 2147483646 h 123"/>
              <a:gd name="T12" fmla="*/ 2147483646 w 72"/>
              <a:gd name="T13" fmla="*/ 2147483646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2"/>
              <a:gd name="T22" fmla="*/ 0 h 123"/>
              <a:gd name="T23" fmla="*/ 72 w 72"/>
              <a:gd name="T24" fmla="*/ 123 h 12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2" h="123">
                <a:moveTo>
                  <a:pt x="72" y="8"/>
                </a:moveTo>
                <a:lnTo>
                  <a:pt x="54" y="0"/>
                </a:lnTo>
                <a:lnTo>
                  <a:pt x="0" y="114"/>
                </a:lnTo>
                <a:lnTo>
                  <a:pt x="18" y="114"/>
                </a:lnTo>
                <a:lnTo>
                  <a:pt x="18" y="123"/>
                </a:lnTo>
                <a:lnTo>
                  <a:pt x="7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20" name="Freeform 77">
            <a:extLst>
              <a:ext uri="{FF2B5EF4-FFF2-40B4-BE49-F238E27FC236}">
                <a16:creationId xmlns:a16="http://schemas.microsoft.com/office/drawing/2014/main" id="{6ECE2FC0-D07E-8FC1-1FBE-467984851936}"/>
              </a:ext>
            </a:extLst>
          </p:cNvPr>
          <p:cNvSpPr>
            <a:spLocks/>
          </p:cNvSpPr>
          <p:nvPr/>
        </p:nvSpPr>
        <p:spPr bwMode="auto">
          <a:xfrm>
            <a:off x="8534400" y="2176463"/>
            <a:ext cx="71438" cy="195262"/>
          </a:xfrm>
          <a:custGeom>
            <a:avLst/>
            <a:gdLst>
              <a:gd name="T0" fmla="*/ 2147483646 w 45"/>
              <a:gd name="T1" fmla="*/ 0 h 123"/>
              <a:gd name="T2" fmla="*/ 2147483646 w 45"/>
              <a:gd name="T3" fmla="*/ 0 h 123"/>
              <a:gd name="T4" fmla="*/ 0 w 45"/>
              <a:gd name="T5" fmla="*/ 2147483646 h 123"/>
              <a:gd name="T6" fmla="*/ 2147483646 w 45"/>
              <a:gd name="T7" fmla="*/ 2147483646 h 123"/>
              <a:gd name="T8" fmla="*/ 2147483646 w 45"/>
              <a:gd name="T9" fmla="*/ 0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5"/>
              <a:gd name="T16" fmla="*/ 0 h 123"/>
              <a:gd name="T17" fmla="*/ 45 w 45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5" h="123">
                <a:moveTo>
                  <a:pt x="45" y="0"/>
                </a:moveTo>
                <a:lnTo>
                  <a:pt x="27" y="0"/>
                </a:lnTo>
                <a:lnTo>
                  <a:pt x="0" y="123"/>
                </a:lnTo>
                <a:lnTo>
                  <a:pt x="18" y="123"/>
                </a:lnTo>
                <a:lnTo>
                  <a:pt x="4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21" name="Freeform 78">
            <a:extLst>
              <a:ext uri="{FF2B5EF4-FFF2-40B4-BE49-F238E27FC236}">
                <a16:creationId xmlns:a16="http://schemas.microsoft.com/office/drawing/2014/main" id="{B22353CB-5551-AC5B-520A-867BA554F690}"/>
              </a:ext>
            </a:extLst>
          </p:cNvPr>
          <p:cNvSpPr>
            <a:spLocks/>
          </p:cNvSpPr>
          <p:nvPr/>
        </p:nvSpPr>
        <p:spPr bwMode="auto">
          <a:xfrm>
            <a:off x="6148389" y="4549775"/>
            <a:ext cx="28575" cy="25400"/>
          </a:xfrm>
          <a:custGeom>
            <a:avLst/>
            <a:gdLst>
              <a:gd name="T0" fmla="*/ 0 w 18"/>
              <a:gd name="T1" fmla="*/ 2147483646 h 16"/>
              <a:gd name="T2" fmla="*/ 0 w 18"/>
              <a:gd name="T3" fmla="*/ 2147483646 h 16"/>
              <a:gd name="T4" fmla="*/ 2147483646 w 18"/>
              <a:gd name="T5" fmla="*/ 2147483646 h 16"/>
              <a:gd name="T6" fmla="*/ 2147483646 w 18"/>
              <a:gd name="T7" fmla="*/ 2147483646 h 16"/>
              <a:gd name="T8" fmla="*/ 2147483646 w 18"/>
              <a:gd name="T9" fmla="*/ 2147483646 h 16"/>
              <a:gd name="T10" fmla="*/ 2147483646 w 18"/>
              <a:gd name="T11" fmla="*/ 0 h 16"/>
              <a:gd name="T12" fmla="*/ 0 w 18"/>
              <a:gd name="T13" fmla="*/ 0 h 16"/>
              <a:gd name="T14" fmla="*/ 0 w 18"/>
              <a:gd name="T15" fmla="*/ 2147483646 h 16"/>
              <a:gd name="T16" fmla="*/ 0 w 18"/>
              <a:gd name="T17" fmla="*/ 2147483646 h 16"/>
              <a:gd name="T18" fmla="*/ 0 w 18"/>
              <a:gd name="T19" fmla="*/ 2147483646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0" y="16"/>
                </a:moveTo>
                <a:lnTo>
                  <a:pt x="0" y="16"/>
                </a:lnTo>
                <a:lnTo>
                  <a:pt x="9" y="16"/>
                </a:lnTo>
                <a:lnTo>
                  <a:pt x="18" y="16"/>
                </a:lnTo>
                <a:lnTo>
                  <a:pt x="18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lnTo>
                  <a:pt x="0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22" name="Freeform 79">
            <a:extLst>
              <a:ext uri="{FF2B5EF4-FFF2-40B4-BE49-F238E27FC236}">
                <a16:creationId xmlns:a16="http://schemas.microsoft.com/office/drawing/2014/main" id="{8CB66001-FFDB-F804-2BCE-0B12D5A81995}"/>
              </a:ext>
            </a:extLst>
          </p:cNvPr>
          <p:cNvSpPr>
            <a:spLocks/>
          </p:cNvSpPr>
          <p:nvPr/>
        </p:nvSpPr>
        <p:spPr bwMode="auto">
          <a:xfrm>
            <a:off x="5948363" y="4524375"/>
            <a:ext cx="228600" cy="115888"/>
          </a:xfrm>
          <a:custGeom>
            <a:avLst/>
            <a:gdLst>
              <a:gd name="T0" fmla="*/ 2147483646 w 144"/>
              <a:gd name="T1" fmla="*/ 2147483646 h 73"/>
              <a:gd name="T2" fmla="*/ 2147483646 w 144"/>
              <a:gd name="T3" fmla="*/ 2147483646 h 73"/>
              <a:gd name="T4" fmla="*/ 0 w 144"/>
              <a:gd name="T5" fmla="*/ 2147483646 h 73"/>
              <a:gd name="T6" fmla="*/ 2147483646 w 144"/>
              <a:gd name="T7" fmla="*/ 0 h 73"/>
              <a:gd name="T8" fmla="*/ 2147483646 w 144"/>
              <a:gd name="T9" fmla="*/ 2147483646 h 7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73"/>
              <a:gd name="T17" fmla="*/ 144 w 144"/>
              <a:gd name="T18" fmla="*/ 73 h 7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73">
                <a:moveTo>
                  <a:pt x="126" y="32"/>
                </a:moveTo>
                <a:lnTo>
                  <a:pt x="144" y="65"/>
                </a:lnTo>
                <a:lnTo>
                  <a:pt x="0" y="73"/>
                </a:lnTo>
                <a:lnTo>
                  <a:pt x="117" y="0"/>
                </a:lnTo>
                <a:lnTo>
                  <a:pt x="126" y="32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23" name="Freeform 80">
            <a:extLst>
              <a:ext uri="{FF2B5EF4-FFF2-40B4-BE49-F238E27FC236}">
                <a16:creationId xmlns:a16="http://schemas.microsoft.com/office/drawing/2014/main" id="{59084FEA-0C61-80B0-CAD9-21F5B3B5C9ED}"/>
              </a:ext>
            </a:extLst>
          </p:cNvPr>
          <p:cNvSpPr>
            <a:spLocks/>
          </p:cNvSpPr>
          <p:nvPr/>
        </p:nvSpPr>
        <p:spPr bwMode="auto">
          <a:xfrm>
            <a:off x="5948363" y="4524375"/>
            <a:ext cx="228600" cy="115888"/>
          </a:xfrm>
          <a:custGeom>
            <a:avLst/>
            <a:gdLst>
              <a:gd name="T0" fmla="*/ 2147483646 w 144"/>
              <a:gd name="T1" fmla="*/ 2147483646 h 73"/>
              <a:gd name="T2" fmla="*/ 2147483646 w 144"/>
              <a:gd name="T3" fmla="*/ 2147483646 h 73"/>
              <a:gd name="T4" fmla="*/ 0 w 144"/>
              <a:gd name="T5" fmla="*/ 2147483646 h 73"/>
              <a:gd name="T6" fmla="*/ 2147483646 w 144"/>
              <a:gd name="T7" fmla="*/ 0 h 73"/>
              <a:gd name="T8" fmla="*/ 2147483646 w 144"/>
              <a:gd name="T9" fmla="*/ 2147483646 h 7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73"/>
              <a:gd name="T17" fmla="*/ 144 w 144"/>
              <a:gd name="T18" fmla="*/ 73 h 7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73">
                <a:moveTo>
                  <a:pt x="126" y="32"/>
                </a:moveTo>
                <a:lnTo>
                  <a:pt x="144" y="65"/>
                </a:lnTo>
                <a:lnTo>
                  <a:pt x="0" y="73"/>
                </a:lnTo>
                <a:lnTo>
                  <a:pt x="117" y="0"/>
                </a:lnTo>
                <a:lnTo>
                  <a:pt x="126" y="3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24" name="Freeform 81">
            <a:extLst>
              <a:ext uri="{FF2B5EF4-FFF2-40B4-BE49-F238E27FC236}">
                <a16:creationId xmlns:a16="http://schemas.microsoft.com/office/drawing/2014/main" id="{41B0F61A-C116-F27A-EA21-059F19BBEF3E}"/>
              </a:ext>
            </a:extLst>
          </p:cNvPr>
          <p:cNvSpPr>
            <a:spLocks/>
          </p:cNvSpPr>
          <p:nvPr/>
        </p:nvSpPr>
        <p:spPr bwMode="auto">
          <a:xfrm>
            <a:off x="8348663" y="2825751"/>
            <a:ext cx="214312" cy="271463"/>
          </a:xfrm>
          <a:custGeom>
            <a:avLst/>
            <a:gdLst>
              <a:gd name="T0" fmla="*/ 2147483646 w 135"/>
              <a:gd name="T1" fmla="*/ 2147483646 h 171"/>
              <a:gd name="T2" fmla="*/ 2147483646 w 135"/>
              <a:gd name="T3" fmla="*/ 0 h 171"/>
              <a:gd name="T4" fmla="*/ 0 w 135"/>
              <a:gd name="T5" fmla="*/ 2147483646 h 171"/>
              <a:gd name="T6" fmla="*/ 0 w 135"/>
              <a:gd name="T7" fmla="*/ 2147483646 h 171"/>
              <a:gd name="T8" fmla="*/ 2147483646 w 135"/>
              <a:gd name="T9" fmla="*/ 2147483646 h 171"/>
              <a:gd name="T10" fmla="*/ 2147483646 w 135"/>
              <a:gd name="T11" fmla="*/ 2147483646 h 171"/>
              <a:gd name="T12" fmla="*/ 2147483646 w 135"/>
              <a:gd name="T13" fmla="*/ 2147483646 h 17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35"/>
              <a:gd name="T22" fmla="*/ 0 h 171"/>
              <a:gd name="T23" fmla="*/ 135 w 135"/>
              <a:gd name="T24" fmla="*/ 171 h 17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35" h="171">
                <a:moveTo>
                  <a:pt x="135" y="8"/>
                </a:moveTo>
                <a:lnTo>
                  <a:pt x="117" y="0"/>
                </a:lnTo>
                <a:lnTo>
                  <a:pt x="0" y="163"/>
                </a:lnTo>
                <a:lnTo>
                  <a:pt x="18" y="171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25" name="Freeform 82">
            <a:extLst>
              <a:ext uri="{FF2B5EF4-FFF2-40B4-BE49-F238E27FC236}">
                <a16:creationId xmlns:a16="http://schemas.microsoft.com/office/drawing/2014/main" id="{02A10D8F-AD75-E1E1-18AD-8A818F2A3308}"/>
              </a:ext>
            </a:extLst>
          </p:cNvPr>
          <p:cNvSpPr>
            <a:spLocks/>
          </p:cNvSpPr>
          <p:nvPr/>
        </p:nvSpPr>
        <p:spPr bwMode="auto">
          <a:xfrm>
            <a:off x="8120064" y="3084513"/>
            <a:ext cx="257175" cy="273050"/>
          </a:xfrm>
          <a:custGeom>
            <a:avLst/>
            <a:gdLst>
              <a:gd name="T0" fmla="*/ 2147483646 w 162"/>
              <a:gd name="T1" fmla="*/ 2147483646 h 172"/>
              <a:gd name="T2" fmla="*/ 2147483646 w 162"/>
              <a:gd name="T3" fmla="*/ 0 h 172"/>
              <a:gd name="T4" fmla="*/ 0 w 162"/>
              <a:gd name="T5" fmla="*/ 2147483646 h 172"/>
              <a:gd name="T6" fmla="*/ 0 w 162"/>
              <a:gd name="T7" fmla="*/ 2147483646 h 172"/>
              <a:gd name="T8" fmla="*/ 2147483646 w 162"/>
              <a:gd name="T9" fmla="*/ 2147483646 h 172"/>
              <a:gd name="T10" fmla="*/ 2147483646 w 162"/>
              <a:gd name="T11" fmla="*/ 2147483646 h 172"/>
              <a:gd name="T12" fmla="*/ 2147483646 w 162"/>
              <a:gd name="T13" fmla="*/ 2147483646 h 1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2"/>
              <a:gd name="T22" fmla="*/ 0 h 172"/>
              <a:gd name="T23" fmla="*/ 162 w 162"/>
              <a:gd name="T24" fmla="*/ 172 h 17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2" h="172">
                <a:moveTo>
                  <a:pt x="162" y="8"/>
                </a:moveTo>
                <a:lnTo>
                  <a:pt x="144" y="0"/>
                </a:lnTo>
                <a:lnTo>
                  <a:pt x="0" y="164"/>
                </a:lnTo>
                <a:lnTo>
                  <a:pt x="0" y="155"/>
                </a:lnTo>
                <a:lnTo>
                  <a:pt x="18" y="172"/>
                </a:lnTo>
                <a:lnTo>
                  <a:pt x="16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26" name="Freeform 83">
            <a:extLst>
              <a:ext uri="{FF2B5EF4-FFF2-40B4-BE49-F238E27FC236}">
                <a16:creationId xmlns:a16="http://schemas.microsoft.com/office/drawing/2014/main" id="{D03A8361-CA74-3D07-80CD-8FBB7958CEFA}"/>
              </a:ext>
            </a:extLst>
          </p:cNvPr>
          <p:cNvSpPr>
            <a:spLocks/>
          </p:cNvSpPr>
          <p:nvPr/>
        </p:nvSpPr>
        <p:spPr bwMode="auto">
          <a:xfrm>
            <a:off x="7848600" y="3330575"/>
            <a:ext cx="300038" cy="273050"/>
          </a:xfrm>
          <a:custGeom>
            <a:avLst/>
            <a:gdLst>
              <a:gd name="T0" fmla="*/ 2147483646 w 189"/>
              <a:gd name="T1" fmla="*/ 2147483646 h 172"/>
              <a:gd name="T2" fmla="*/ 2147483646 w 189"/>
              <a:gd name="T3" fmla="*/ 0 h 172"/>
              <a:gd name="T4" fmla="*/ 0 w 189"/>
              <a:gd name="T5" fmla="*/ 2147483646 h 172"/>
              <a:gd name="T6" fmla="*/ 2147483646 w 189"/>
              <a:gd name="T7" fmla="*/ 2147483646 h 172"/>
              <a:gd name="T8" fmla="*/ 2147483646 w 189"/>
              <a:gd name="T9" fmla="*/ 2147483646 h 172"/>
              <a:gd name="T10" fmla="*/ 2147483646 w 189"/>
              <a:gd name="T11" fmla="*/ 2147483646 h 172"/>
              <a:gd name="T12" fmla="*/ 2147483646 w 189"/>
              <a:gd name="T13" fmla="*/ 2147483646 h 1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172"/>
              <a:gd name="T23" fmla="*/ 189 w 189"/>
              <a:gd name="T24" fmla="*/ 172 h 17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172">
                <a:moveTo>
                  <a:pt x="189" y="17"/>
                </a:moveTo>
                <a:lnTo>
                  <a:pt x="171" y="0"/>
                </a:lnTo>
                <a:lnTo>
                  <a:pt x="0" y="156"/>
                </a:lnTo>
                <a:lnTo>
                  <a:pt x="9" y="156"/>
                </a:lnTo>
                <a:lnTo>
                  <a:pt x="18" y="172"/>
                </a:lnTo>
                <a:lnTo>
                  <a:pt x="18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27" name="Freeform 84">
            <a:extLst>
              <a:ext uri="{FF2B5EF4-FFF2-40B4-BE49-F238E27FC236}">
                <a16:creationId xmlns:a16="http://schemas.microsoft.com/office/drawing/2014/main" id="{B6E09C2C-A299-E670-769B-1F6870C71E04}"/>
              </a:ext>
            </a:extLst>
          </p:cNvPr>
          <p:cNvSpPr>
            <a:spLocks/>
          </p:cNvSpPr>
          <p:nvPr/>
        </p:nvSpPr>
        <p:spPr bwMode="auto">
          <a:xfrm>
            <a:off x="7577139" y="3578226"/>
            <a:ext cx="300037" cy="258763"/>
          </a:xfrm>
          <a:custGeom>
            <a:avLst/>
            <a:gdLst>
              <a:gd name="T0" fmla="*/ 2147483646 w 189"/>
              <a:gd name="T1" fmla="*/ 2147483646 h 163"/>
              <a:gd name="T2" fmla="*/ 2147483646 w 189"/>
              <a:gd name="T3" fmla="*/ 0 h 163"/>
              <a:gd name="T4" fmla="*/ 0 w 189"/>
              <a:gd name="T5" fmla="*/ 2147483646 h 163"/>
              <a:gd name="T6" fmla="*/ 0 w 189"/>
              <a:gd name="T7" fmla="*/ 2147483646 h 163"/>
              <a:gd name="T8" fmla="*/ 2147483646 w 189"/>
              <a:gd name="T9" fmla="*/ 2147483646 h 163"/>
              <a:gd name="T10" fmla="*/ 2147483646 w 189"/>
              <a:gd name="T11" fmla="*/ 2147483646 h 163"/>
              <a:gd name="T12" fmla="*/ 2147483646 w 189"/>
              <a:gd name="T13" fmla="*/ 2147483646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163"/>
              <a:gd name="T23" fmla="*/ 189 w 189"/>
              <a:gd name="T24" fmla="*/ 163 h 16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163">
                <a:moveTo>
                  <a:pt x="189" y="16"/>
                </a:moveTo>
                <a:lnTo>
                  <a:pt x="180" y="0"/>
                </a:lnTo>
                <a:lnTo>
                  <a:pt x="0" y="147"/>
                </a:lnTo>
                <a:lnTo>
                  <a:pt x="9" y="163"/>
                </a:lnTo>
                <a:lnTo>
                  <a:pt x="18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28" name="Freeform 85">
            <a:extLst>
              <a:ext uri="{FF2B5EF4-FFF2-40B4-BE49-F238E27FC236}">
                <a16:creationId xmlns:a16="http://schemas.microsoft.com/office/drawing/2014/main" id="{86FAE8FA-E9E6-ABBB-D511-DC5897A2DD92}"/>
              </a:ext>
            </a:extLst>
          </p:cNvPr>
          <p:cNvSpPr>
            <a:spLocks/>
          </p:cNvSpPr>
          <p:nvPr/>
        </p:nvSpPr>
        <p:spPr bwMode="auto">
          <a:xfrm>
            <a:off x="7248525" y="3811588"/>
            <a:ext cx="342900" cy="246062"/>
          </a:xfrm>
          <a:custGeom>
            <a:avLst/>
            <a:gdLst>
              <a:gd name="T0" fmla="*/ 2147483646 w 216"/>
              <a:gd name="T1" fmla="*/ 2147483646 h 155"/>
              <a:gd name="T2" fmla="*/ 2147483646 w 216"/>
              <a:gd name="T3" fmla="*/ 0 h 155"/>
              <a:gd name="T4" fmla="*/ 0 w 216"/>
              <a:gd name="T5" fmla="*/ 2147483646 h 155"/>
              <a:gd name="T6" fmla="*/ 0 w 216"/>
              <a:gd name="T7" fmla="*/ 2147483646 h 155"/>
              <a:gd name="T8" fmla="*/ 2147483646 w 216"/>
              <a:gd name="T9" fmla="*/ 2147483646 h 155"/>
              <a:gd name="T10" fmla="*/ 2147483646 w 216"/>
              <a:gd name="T11" fmla="*/ 2147483646 h 155"/>
              <a:gd name="T12" fmla="*/ 2147483646 w 216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155"/>
              <a:gd name="T23" fmla="*/ 216 w 216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155">
                <a:moveTo>
                  <a:pt x="216" y="16"/>
                </a:moveTo>
                <a:lnTo>
                  <a:pt x="207" y="0"/>
                </a:lnTo>
                <a:lnTo>
                  <a:pt x="0" y="138"/>
                </a:lnTo>
                <a:lnTo>
                  <a:pt x="9" y="155"/>
                </a:lnTo>
                <a:lnTo>
                  <a:pt x="216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29" name="Freeform 86">
            <a:extLst>
              <a:ext uri="{FF2B5EF4-FFF2-40B4-BE49-F238E27FC236}">
                <a16:creationId xmlns:a16="http://schemas.microsoft.com/office/drawing/2014/main" id="{916ED037-4438-AC45-BE09-AEC405D566E3}"/>
              </a:ext>
            </a:extLst>
          </p:cNvPr>
          <p:cNvSpPr>
            <a:spLocks/>
          </p:cNvSpPr>
          <p:nvPr/>
        </p:nvSpPr>
        <p:spPr bwMode="auto">
          <a:xfrm>
            <a:off x="6905625" y="4030663"/>
            <a:ext cx="357188" cy="220662"/>
          </a:xfrm>
          <a:custGeom>
            <a:avLst/>
            <a:gdLst>
              <a:gd name="T0" fmla="*/ 2147483646 w 225"/>
              <a:gd name="T1" fmla="*/ 2147483646 h 139"/>
              <a:gd name="T2" fmla="*/ 2147483646 w 225"/>
              <a:gd name="T3" fmla="*/ 0 h 139"/>
              <a:gd name="T4" fmla="*/ 0 w 225"/>
              <a:gd name="T5" fmla="*/ 2147483646 h 139"/>
              <a:gd name="T6" fmla="*/ 0 w 225"/>
              <a:gd name="T7" fmla="*/ 2147483646 h 139"/>
              <a:gd name="T8" fmla="*/ 2147483646 w 225"/>
              <a:gd name="T9" fmla="*/ 2147483646 h 139"/>
              <a:gd name="T10" fmla="*/ 2147483646 w 225"/>
              <a:gd name="T11" fmla="*/ 2147483646 h 139"/>
              <a:gd name="T12" fmla="*/ 2147483646 w 225"/>
              <a:gd name="T13" fmla="*/ 2147483646 h 13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139"/>
              <a:gd name="T23" fmla="*/ 225 w 225"/>
              <a:gd name="T24" fmla="*/ 139 h 13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139">
                <a:moveTo>
                  <a:pt x="225" y="17"/>
                </a:moveTo>
                <a:lnTo>
                  <a:pt x="216" y="0"/>
                </a:lnTo>
                <a:lnTo>
                  <a:pt x="0" y="123"/>
                </a:lnTo>
                <a:lnTo>
                  <a:pt x="9" y="139"/>
                </a:lnTo>
                <a:lnTo>
                  <a:pt x="225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30" name="Freeform 87">
            <a:extLst>
              <a:ext uri="{FF2B5EF4-FFF2-40B4-BE49-F238E27FC236}">
                <a16:creationId xmlns:a16="http://schemas.microsoft.com/office/drawing/2014/main" id="{A15FA53E-CCEC-FA3F-7FA8-7FF593247D6B}"/>
              </a:ext>
            </a:extLst>
          </p:cNvPr>
          <p:cNvSpPr>
            <a:spLocks/>
          </p:cNvSpPr>
          <p:nvPr/>
        </p:nvSpPr>
        <p:spPr bwMode="auto">
          <a:xfrm>
            <a:off x="6534151" y="4225926"/>
            <a:ext cx="385763" cy="207963"/>
          </a:xfrm>
          <a:custGeom>
            <a:avLst/>
            <a:gdLst>
              <a:gd name="T0" fmla="*/ 2147483646 w 243"/>
              <a:gd name="T1" fmla="*/ 2147483646 h 131"/>
              <a:gd name="T2" fmla="*/ 2147483646 w 243"/>
              <a:gd name="T3" fmla="*/ 0 h 131"/>
              <a:gd name="T4" fmla="*/ 0 w 243"/>
              <a:gd name="T5" fmla="*/ 2147483646 h 131"/>
              <a:gd name="T6" fmla="*/ 0 w 243"/>
              <a:gd name="T7" fmla="*/ 2147483646 h 131"/>
              <a:gd name="T8" fmla="*/ 2147483646 w 243"/>
              <a:gd name="T9" fmla="*/ 2147483646 h 131"/>
              <a:gd name="T10" fmla="*/ 2147483646 w 243"/>
              <a:gd name="T11" fmla="*/ 2147483646 h 131"/>
              <a:gd name="T12" fmla="*/ 2147483646 w 243"/>
              <a:gd name="T13" fmla="*/ 2147483646 h 13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3"/>
              <a:gd name="T22" fmla="*/ 0 h 131"/>
              <a:gd name="T23" fmla="*/ 243 w 243"/>
              <a:gd name="T24" fmla="*/ 131 h 13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3" h="131">
                <a:moveTo>
                  <a:pt x="243" y="16"/>
                </a:moveTo>
                <a:lnTo>
                  <a:pt x="234" y="0"/>
                </a:lnTo>
                <a:lnTo>
                  <a:pt x="0" y="114"/>
                </a:lnTo>
                <a:lnTo>
                  <a:pt x="9" y="131"/>
                </a:lnTo>
                <a:lnTo>
                  <a:pt x="243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31" name="Freeform 88">
            <a:extLst>
              <a:ext uri="{FF2B5EF4-FFF2-40B4-BE49-F238E27FC236}">
                <a16:creationId xmlns:a16="http://schemas.microsoft.com/office/drawing/2014/main" id="{7BEF3998-CAED-D350-F2F0-1B73D2C8533C}"/>
              </a:ext>
            </a:extLst>
          </p:cNvPr>
          <p:cNvSpPr>
            <a:spLocks/>
          </p:cNvSpPr>
          <p:nvPr/>
        </p:nvSpPr>
        <p:spPr bwMode="auto">
          <a:xfrm>
            <a:off x="6148388" y="4406901"/>
            <a:ext cx="400050" cy="168275"/>
          </a:xfrm>
          <a:custGeom>
            <a:avLst/>
            <a:gdLst>
              <a:gd name="T0" fmla="*/ 2147483646 w 252"/>
              <a:gd name="T1" fmla="*/ 2147483646 h 106"/>
              <a:gd name="T2" fmla="*/ 2147483646 w 252"/>
              <a:gd name="T3" fmla="*/ 0 h 106"/>
              <a:gd name="T4" fmla="*/ 0 w 252"/>
              <a:gd name="T5" fmla="*/ 2147483646 h 106"/>
              <a:gd name="T6" fmla="*/ 2147483646 w 252"/>
              <a:gd name="T7" fmla="*/ 2147483646 h 106"/>
              <a:gd name="T8" fmla="*/ 2147483646 w 252"/>
              <a:gd name="T9" fmla="*/ 2147483646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52"/>
              <a:gd name="T16" fmla="*/ 0 h 106"/>
              <a:gd name="T17" fmla="*/ 252 w 252"/>
              <a:gd name="T18" fmla="*/ 106 h 1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52" h="106">
                <a:moveTo>
                  <a:pt x="252" y="17"/>
                </a:moveTo>
                <a:lnTo>
                  <a:pt x="243" y="0"/>
                </a:lnTo>
                <a:lnTo>
                  <a:pt x="0" y="90"/>
                </a:lnTo>
                <a:lnTo>
                  <a:pt x="9" y="106"/>
                </a:lnTo>
                <a:lnTo>
                  <a:pt x="252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32" name="Freeform 89">
            <a:extLst>
              <a:ext uri="{FF2B5EF4-FFF2-40B4-BE49-F238E27FC236}">
                <a16:creationId xmlns:a16="http://schemas.microsoft.com/office/drawing/2014/main" id="{BC25D962-016D-C3B9-7E94-0D2B1C8DC1CF}"/>
              </a:ext>
            </a:extLst>
          </p:cNvPr>
          <p:cNvSpPr>
            <a:spLocks/>
          </p:cNvSpPr>
          <p:nvPr/>
        </p:nvSpPr>
        <p:spPr bwMode="auto">
          <a:xfrm>
            <a:off x="3676651" y="4926013"/>
            <a:ext cx="28575" cy="25400"/>
          </a:xfrm>
          <a:custGeom>
            <a:avLst/>
            <a:gdLst>
              <a:gd name="T0" fmla="*/ 0 w 18"/>
              <a:gd name="T1" fmla="*/ 2147483646 h 16"/>
              <a:gd name="T2" fmla="*/ 0 w 18"/>
              <a:gd name="T3" fmla="*/ 2147483646 h 16"/>
              <a:gd name="T4" fmla="*/ 2147483646 w 18"/>
              <a:gd name="T5" fmla="*/ 2147483646 h 16"/>
              <a:gd name="T6" fmla="*/ 2147483646 w 18"/>
              <a:gd name="T7" fmla="*/ 2147483646 h 16"/>
              <a:gd name="T8" fmla="*/ 2147483646 w 18"/>
              <a:gd name="T9" fmla="*/ 2147483646 h 16"/>
              <a:gd name="T10" fmla="*/ 2147483646 w 18"/>
              <a:gd name="T11" fmla="*/ 2147483646 h 16"/>
              <a:gd name="T12" fmla="*/ 2147483646 w 18"/>
              <a:gd name="T13" fmla="*/ 0 h 16"/>
              <a:gd name="T14" fmla="*/ 0 w 18"/>
              <a:gd name="T15" fmla="*/ 0 h 16"/>
              <a:gd name="T16" fmla="*/ 0 w 18"/>
              <a:gd name="T17" fmla="*/ 2147483646 h 16"/>
              <a:gd name="T18" fmla="*/ 0 w 18"/>
              <a:gd name="T19" fmla="*/ 2147483646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0" y="8"/>
                </a:moveTo>
                <a:lnTo>
                  <a:pt x="0" y="16"/>
                </a:lnTo>
                <a:lnTo>
                  <a:pt x="9" y="16"/>
                </a:lnTo>
                <a:lnTo>
                  <a:pt x="18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33" name="Freeform 90">
            <a:extLst>
              <a:ext uri="{FF2B5EF4-FFF2-40B4-BE49-F238E27FC236}">
                <a16:creationId xmlns:a16="http://schemas.microsoft.com/office/drawing/2014/main" id="{0C4B4EAA-A3D8-E011-A04C-A7CF54814463}"/>
              </a:ext>
            </a:extLst>
          </p:cNvPr>
          <p:cNvSpPr>
            <a:spLocks/>
          </p:cNvSpPr>
          <p:nvPr/>
        </p:nvSpPr>
        <p:spPr bwMode="auto">
          <a:xfrm>
            <a:off x="3476625" y="4886326"/>
            <a:ext cx="228600" cy="104775"/>
          </a:xfrm>
          <a:custGeom>
            <a:avLst/>
            <a:gdLst>
              <a:gd name="T0" fmla="*/ 2147483646 w 144"/>
              <a:gd name="T1" fmla="*/ 2147483646 h 66"/>
              <a:gd name="T2" fmla="*/ 2147483646 w 144"/>
              <a:gd name="T3" fmla="*/ 2147483646 h 66"/>
              <a:gd name="T4" fmla="*/ 0 w 144"/>
              <a:gd name="T5" fmla="*/ 0 h 66"/>
              <a:gd name="T6" fmla="*/ 2147483646 w 144"/>
              <a:gd name="T7" fmla="*/ 0 h 66"/>
              <a:gd name="T8" fmla="*/ 2147483646 w 144"/>
              <a:gd name="T9" fmla="*/ 2147483646 h 6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66"/>
              <a:gd name="T17" fmla="*/ 144 w 144"/>
              <a:gd name="T18" fmla="*/ 66 h 6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66">
                <a:moveTo>
                  <a:pt x="126" y="33"/>
                </a:moveTo>
                <a:lnTo>
                  <a:pt x="117" y="66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34" name="Freeform 91">
            <a:extLst>
              <a:ext uri="{FF2B5EF4-FFF2-40B4-BE49-F238E27FC236}">
                <a16:creationId xmlns:a16="http://schemas.microsoft.com/office/drawing/2014/main" id="{C96CB2EF-EEDD-4510-D2AD-B278D9198B05}"/>
              </a:ext>
            </a:extLst>
          </p:cNvPr>
          <p:cNvSpPr>
            <a:spLocks/>
          </p:cNvSpPr>
          <p:nvPr/>
        </p:nvSpPr>
        <p:spPr bwMode="auto">
          <a:xfrm>
            <a:off x="3476625" y="4886326"/>
            <a:ext cx="228600" cy="104775"/>
          </a:xfrm>
          <a:custGeom>
            <a:avLst/>
            <a:gdLst>
              <a:gd name="T0" fmla="*/ 2147483646 w 144"/>
              <a:gd name="T1" fmla="*/ 2147483646 h 66"/>
              <a:gd name="T2" fmla="*/ 2147483646 w 144"/>
              <a:gd name="T3" fmla="*/ 2147483646 h 66"/>
              <a:gd name="T4" fmla="*/ 0 w 144"/>
              <a:gd name="T5" fmla="*/ 0 h 66"/>
              <a:gd name="T6" fmla="*/ 2147483646 w 144"/>
              <a:gd name="T7" fmla="*/ 0 h 66"/>
              <a:gd name="T8" fmla="*/ 2147483646 w 144"/>
              <a:gd name="T9" fmla="*/ 2147483646 h 6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66"/>
              <a:gd name="T17" fmla="*/ 144 w 144"/>
              <a:gd name="T18" fmla="*/ 66 h 6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66">
                <a:moveTo>
                  <a:pt x="126" y="33"/>
                </a:moveTo>
                <a:lnTo>
                  <a:pt x="117" y="66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35" name="Freeform 92">
            <a:extLst>
              <a:ext uri="{FF2B5EF4-FFF2-40B4-BE49-F238E27FC236}">
                <a16:creationId xmlns:a16="http://schemas.microsoft.com/office/drawing/2014/main" id="{3D1121E8-A473-3F41-3D80-22144F8B2DE7}"/>
              </a:ext>
            </a:extLst>
          </p:cNvPr>
          <p:cNvSpPr>
            <a:spLocks/>
          </p:cNvSpPr>
          <p:nvPr/>
        </p:nvSpPr>
        <p:spPr bwMode="auto">
          <a:xfrm>
            <a:off x="5362575" y="4627564"/>
            <a:ext cx="171450" cy="142875"/>
          </a:xfrm>
          <a:custGeom>
            <a:avLst/>
            <a:gdLst>
              <a:gd name="T0" fmla="*/ 2147483646 w 108"/>
              <a:gd name="T1" fmla="*/ 2147483646 h 90"/>
              <a:gd name="T2" fmla="*/ 2147483646 w 108"/>
              <a:gd name="T3" fmla="*/ 0 h 90"/>
              <a:gd name="T4" fmla="*/ 0 w 108"/>
              <a:gd name="T5" fmla="*/ 2147483646 h 90"/>
              <a:gd name="T6" fmla="*/ 0 w 108"/>
              <a:gd name="T7" fmla="*/ 2147483646 h 90"/>
              <a:gd name="T8" fmla="*/ 2147483646 w 108"/>
              <a:gd name="T9" fmla="*/ 2147483646 h 90"/>
              <a:gd name="T10" fmla="*/ 2147483646 w 108"/>
              <a:gd name="T11" fmla="*/ 2147483646 h 90"/>
              <a:gd name="T12" fmla="*/ 2147483646 w 108"/>
              <a:gd name="T13" fmla="*/ 2147483646 h 9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08"/>
              <a:gd name="T22" fmla="*/ 0 h 90"/>
              <a:gd name="T23" fmla="*/ 108 w 108"/>
              <a:gd name="T24" fmla="*/ 90 h 9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08" h="90">
                <a:moveTo>
                  <a:pt x="108" y="16"/>
                </a:moveTo>
                <a:lnTo>
                  <a:pt x="99" y="0"/>
                </a:lnTo>
                <a:lnTo>
                  <a:pt x="0" y="74"/>
                </a:lnTo>
                <a:lnTo>
                  <a:pt x="9" y="90"/>
                </a:lnTo>
                <a:lnTo>
                  <a:pt x="108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36" name="Freeform 93">
            <a:extLst>
              <a:ext uri="{FF2B5EF4-FFF2-40B4-BE49-F238E27FC236}">
                <a16:creationId xmlns:a16="http://schemas.microsoft.com/office/drawing/2014/main" id="{2CAFCC72-A1B1-1424-1F0C-C38D0DD814EF}"/>
              </a:ext>
            </a:extLst>
          </p:cNvPr>
          <p:cNvSpPr>
            <a:spLocks/>
          </p:cNvSpPr>
          <p:nvPr/>
        </p:nvSpPr>
        <p:spPr bwMode="auto">
          <a:xfrm>
            <a:off x="5162551" y="4745039"/>
            <a:ext cx="214313" cy="115887"/>
          </a:xfrm>
          <a:custGeom>
            <a:avLst/>
            <a:gdLst>
              <a:gd name="T0" fmla="*/ 2147483646 w 135"/>
              <a:gd name="T1" fmla="*/ 2147483646 h 73"/>
              <a:gd name="T2" fmla="*/ 2147483646 w 135"/>
              <a:gd name="T3" fmla="*/ 0 h 73"/>
              <a:gd name="T4" fmla="*/ 0 w 135"/>
              <a:gd name="T5" fmla="*/ 2147483646 h 73"/>
              <a:gd name="T6" fmla="*/ 0 w 135"/>
              <a:gd name="T7" fmla="*/ 2147483646 h 73"/>
              <a:gd name="T8" fmla="*/ 2147483646 w 135"/>
              <a:gd name="T9" fmla="*/ 2147483646 h 73"/>
              <a:gd name="T10" fmla="*/ 2147483646 w 135"/>
              <a:gd name="T11" fmla="*/ 2147483646 h 73"/>
              <a:gd name="T12" fmla="*/ 2147483646 w 135"/>
              <a:gd name="T13" fmla="*/ 2147483646 h 7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35"/>
              <a:gd name="T22" fmla="*/ 0 h 73"/>
              <a:gd name="T23" fmla="*/ 135 w 135"/>
              <a:gd name="T24" fmla="*/ 73 h 7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35" h="73">
                <a:moveTo>
                  <a:pt x="135" y="16"/>
                </a:moveTo>
                <a:lnTo>
                  <a:pt x="126" y="0"/>
                </a:lnTo>
                <a:lnTo>
                  <a:pt x="0" y="57"/>
                </a:lnTo>
                <a:lnTo>
                  <a:pt x="9" y="73"/>
                </a:lnTo>
                <a:lnTo>
                  <a:pt x="13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37" name="Freeform 94">
            <a:extLst>
              <a:ext uri="{FF2B5EF4-FFF2-40B4-BE49-F238E27FC236}">
                <a16:creationId xmlns:a16="http://schemas.microsoft.com/office/drawing/2014/main" id="{00C4C8DF-7A76-8E42-9F41-0278F73CC249}"/>
              </a:ext>
            </a:extLst>
          </p:cNvPr>
          <p:cNvSpPr>
            <a:spLocks/>
          </p:cNvSpPr>
          <p:nvPr/>
        </p:nvSpPr>
        <p:spPr bwMode="auto">
          <a:xfrm>
            <a:off x="4948238" y="4835525"/>
            <a:ext cx="228600" cy="90488"/>
          </a:xfrm>
          <a:custGeom>
            <a:avLst/>
            <a:gdLst>
              <a:gd name="T0" fmla="*/ 2147483646 w 144"/>
              <a:gd name="T1" fmla="*/ 2147483646 h 57"/>
              <a:gd name="T2" fmla="*/ 2147483646 w 144"/>
              <a:gd name="T3" fmla="*/ 0 h 57"/>
              <a:gd name="T4" fmla="*/ 0 w 144"/>
              <a:gd name="T5" fmla="*/ 2147483646 h 57"/>
              <a:gd name="T6" fmla="*/ 0 w 144"/>
              <a:gd name="T7" fmla="*/ 2147483646 h 57"/>
              <a:gd name="T8" fmla="*/ 0 w 144"/>
              <a:gd name="T9" fmla="*/ 2147483646 h 57"/>
              <a:gd name="T10" fmla="*/ 2147483646 w 144"/>
              <a:gd name="T11" fmla="*/ 2147483646 h 57"/>
              <a:gd name="T12" fmla="*/ 2147483646 w 144"/>
              <a:gd name="T13" fmla="*/ 2147483646 h 5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44"/>
              <a:gd name="T22" fmla="*/ 0 h 57"/>
              <a:gd name="T23" fmla="*/ 144 w 144"/>
              <a:gd name="T24" fmla="*/ 57 h 5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44" h="57">
                <a:moveTo>
                  <a:pt x="144" y="16"/>
                </a:moveTo>
                <a:lnTo>
                  <a:pt x="135" y="0"/>
                </a:lnTo>
                <a:lnTo>
                  <a:pt x="0" y="41"/>
                </a:lnTo>
                <a:lnTo>
                  <a:pt x="0" y="57"/>
                </a:lnTo>
                <a:lnTo>
                  <a:pt x="9" y="57"/>
                </a:lnTo>
                <a:lnTo>
                  <a:pt x="144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38" name="Freeform 95">
            <a:extLst>
              <a:ext uri="{FF2B5EF4-FFF2-40B4-BE49-F238E27FC236}">
                <a16:creationId xmlns:a16="http://schemas.microsoft.com/office/drawing/2014/main" id="{3D6DF602-58A6-30E0-3486-79790F451F5E}"/>
              </a:ext>
            </a:extLst>
          </p:cNvPr>
          <p:cNvSpPr>
            <a:spLocks/>
          </p:cNvSpPr>
          <p:nvPr/>
        </p:nvSpPr>
        <p:spPr bwMode="auto">
          <a:xfrm>
            <a:off x="4705350" y="4900614"/>
            <a:ext cx="242888" cy="77787"/>
          </a:xfrm>
          <a:custGeom>
            <a:avLst/>
            <a:gdLst>
              <a:gd name="T0" fmla="*/ 2147483646 w 153"/>
              <a:gd name="T1" fmla="*/ 2147483646 h 49"/>
              <a:gd name="T2" fmla="*/ 2147483646 w 153"/>
              <a:gd name="T3" fmla="*/ 0 h 49"/>
              <a:gd name="T4" fmla="*/ 0 w 153"/>
              <a:gd name="T5" fmla="*/ 2147483646 h 49"/>
              <a:gd name="T6" fmla="*/ 0 w 153"/>
              <a:gd name="T7" fmla="*/ 2147483646 h 49"/>
              <a:gd name="T8" fmla="*/ 0 w 153"/>
              <a:gd name="T9" fmla="*/ 2147483646 h 49"/>
              <a:gd name="T10" fmla="*/ 0 w 153"/>
              <a:gd name="T11" fmla="*/ 2147483646 h 49"/>
              <a:gd name="T12" fmla="*/ 2147483646 w 153"/>
              <a:gd name="T13" fmla="*/ 2147483646 h 4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53"/>
              <a:gd name="T22" fmla="*/ 0 h 49"/>
              <a:gd name="T23" fmla="*/ 153 w 153"/>
              <a:gd name="T24" fmla="*/ 49 h 4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53" h="49">
                <a:moveTo>
                  <a:pt x="153" y="16"/>
                </a:moveTo>
                <a:lnTo>
                  <a:pt x="153" y="0"/>
                </a:lnTo>
                <a:lnTo>
                  <a:pt x="0" y="32"/>
                </a:lnTo>
                <a:lnTo>
                  <a:pt x="0" y="49"/>
                </a:lnTo>
                <a:lnTo>
                  <a:pt x="153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39" name="Freeform 96">
            <a:extLst>
              <a:ext uri="{FF2B5EF4-FFF2-40B4-BE49-F238E27FC236}">
                <a16:creationId xmlns:a16="http://schemas.microsoft.com/office/drawing/2014/main" id="{C44F8EFD-2708-0343-7BFB-6F2E89F5CB68}"/>
              </a:ext>
            </a:extLst>
          </p:cNvPr>
          <p:cNvSpPr>
            <a:spLocks/>
          </p:cNvSpPr>
          <p:nvPr/>
        </p:nvSpPr>
        <p:spPr bwMode="auto">
          <a:xfrm>
            <a:off x="4205288" y="4951414"/>
            <a:ext cx="500062" cy="65087"/>
          </a:xfrm>
          <a:custGeom>
            <a:avLst/>
            <a:gdLst>
              <a:gd name="T0" fmla="*/ 2147483646 w 315"/>
              <a:gd name="T1" fmla="*/ 2147483646 h 41"/>
              <a:gd name="T2" fmla="*/ 2147483646 w 315"/>
              <a:gd name="T3" fmla="*/ 0 h 41"/>
              <a:gd name="T4" fmla="*/ 0 w 315"/>
              <a:gd name="T5" fmla="*/ 2147483646 h 41"/>
              <a:gd name="T6" fmla="*/ 0 w 315"/>
              <a:gd name="T7" fmla="*/ 2147483646 h 41"/>
              <a:gd name="T8" fmla="*/ 0 w 315"/>
              <a:gd name="T9" fmla="*/ 2147483646 h 41"/>
              <a:gd name="T10" fmla="*/ 0 w 315"/>
              <a:gd name="T11" fmla="*/ 2147483646 h 41"/>
              <a:gd name="T12" fmla="*/ 2147483646 w 315"/>
              <a:gd name="T13" fmla="*/ 2147483646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15"/>
              <a:gd name="T22" fmla="*/ 0 h 41"/>
              <a:gd name="T23" fmla="*/ 315 w 315"/>
              <a:gd name="T24" fmla="*/ 41 h 4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15" h="41">
                <a:moveTo>
                  <a:pt x="315" y="17"/>
                </a:moveTo>
                <a:lnTo>
                  <a:pt x="315" y="0"/>
                </a:lnTo>
                <a:lnTo>
                  <a:pt x="0" y="25"/>
                </a:lnTo>
                <a:lnTo>
                  <a:pt x="0" y="41"/>
                </a:lnTo>
                <a:lnTo>
                  <a:pt x="315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40" name="Freeform 97">
            <a:extLst>
              <a:ext uri="{FF2B5EF4-FFF2-40B4-BE49-F238E27FC236}">
                <a16:creationId xmlns:a16="http://schemas.microsoft.com/office/drawing/2014/main" id="{711F1E86-5947-D191-E10B-C5C10C99134A}"/>
              </a:ext>
            </a:extLst>
          </p:cNvPr>
          <p:cNvSpPr>
            <a:spLocks/>
          </p:cNvSpPr>
          <p:nvPr/>
        </p:nvSpPr>
        <p:spPr bwMode="auto">
          <a:xfrm>
            <a:off x="3690938" y="4926014"/>
            <a:ext cx="514350" cy="90487"/>
          </a:xfrm>
          <a:custGeom>
            <a:avLst/>
            <a:gdLst>
              <a:gd name="T0" fmla="*/ 2147483646 w 324"/>
              <a:gd name="T1" fmla="*/ 2147483646 h 57"/>
              <a:gd name="T2" fmla="*/ 2147483646 w 324"/>
              <a:gd name="T3" fmla="*/ 2147483646 h 57"/>
              <a:gd name="T4" fmla="*/ 0 w 324"/>
              <a:gd name="T5" fmla="*/ 0 h 57"/>
              <a:gd name="T6" fmla="*/ 0 w 324"/>
              <a:gd name="T7" fmla="*/ 2147483646 h 57"/>
              <a:gd name="T8" fmla="*/ 2147483646 w 324"/>
              <a:gd name="T9" fmla="*/ 2147483646 h 5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4"/>
              <a:gd name="T16" fmla="*/ 0 h 57"/>
              <a:gd name="T17" fmla="*/ 324 w 324"/>
              <a:gd name="T18" fmla="*/ 57 h 5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4" h="57">
                <a:moveTo>
                  <a:pt x="324" y="57"/>
                </a:moveTo>
                <a:lnTo>
                  <a:pt x="324" y="41"/>
                </a:lnTo>
                <a:lnTo>
                  <a:pt x="0" y="0"/>
                </a:lnTo>
                <a:lnTo>
                  <a:pt x="0" y="16"/>
                </a:lnTo>
                <a:lnTo>
                  <a:pt x="324" y="5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41" name="Freeform 98">
            <a:extLst>
              <a:ext uri="{FF2B5EF4-FFF2-40B4-BE49-F238E27FC236}">
                <a16:creationId xmlns:a16="http://schemas.microsoft.com/office/drawing/2014/main" id="{3A790E33-AD19-4876-4CBC-9974D94AF768}"/>
              </a:ext>
            </a:extLst>
          </p:cNvPr>
          <p:cNvSpPr>
            <a:spLocks/>
          </p:cNvSpPr>
          <p:nvPr/>
        </p:nvSpPr>
        <p:spPr bwMode="auto">
          <a:xfrm>
            <a:off x="5462589" y="4186239"/>
            <a:ext cx="28575" cy="26987"/>
          </a:xfrm>
          <a:custGeom>
            <a:avLst/>
            <a:gdLst>
              <a:gd name="T0" fmla="*/ 2147483646 w 18"/>
              <a:gd name="T1" fmla="*/ 2147483646 h 17"/>
              <a:gd name="T2" fmla="*/ 2147483646 w 18"/>
              <a:gd name="T3" fmla="*/ 2147483646 h 17"/>
              <a:gd name="T4" fmla="*/ 2147483646 w 18"/>
              <a:gd name="T5" fmla="*/ 0 h 17"/>
              <a:gd name="T6" fmla="*/ 2147483646 w 18"/>
              <a:gd name="T7" fmla="*/ 0 h 17"/>
              <a:gd name="T8" fmla="*/ 2147483646 w 18"/>
              <a:gd name="T9" fmla="*/ 0 h 17"/>
              <a:gd name="T10" fmla="*/ 2147483646 w 18"/>
              <a:gd name="T11" fmla="*/ 0 h 17"/>
              <a:gd name="T12" fmla="*/ 0 w 18"/>
              <a:gd name="T13" fmla="*/ 2147483646 h 17"/>
              <a:gd name="T14" fmla="*/ 2147483646 w 18"/>
              <a:gd name="T15" fmla="*/ 2147483646 h 17"/>
              <a:gd name="T16" fmla="*/ 2147483646 w 18"/>
              <a:gd name="T17" fmla="*/ 2147483646 h 17"/>
              <a:gd name="T18" fmla="*/ 2147483646 w 18"/>
              <a:gd name="T19" fmla="*/ 2147483646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7"/>
              <a:gd name="T32" fmla="*/ 18 w 18"/>
              <a:gd name="T33" fmla="*/ 17 h 17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7">
                <a:moveTo>
                  <a:pt x="9" y="17"/>
                </a:moveTo>
                <a:lnTo>
                  <a:pt x="18" y="9"/>
                </a:lnTo>
                <a:lnTo>
                  <a:pt x="18" y="0"/>
                </a:lnTo>
                <a:lnTo>
                  <a:pt x="9" y="0"/>
                </a:lnTo>
                <a:lnTo>
                  <a:pt x="0" y="9"/>
                </a:lnTo>
                <a:lnTo>
                  <a:pt x="9" y="9"/>
                </a:lnTo>
                <a:lnTo>
                  <a:pt x="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42" name="Freeform 99">
            <a:extLst>
              <a:ext uri="{FF2B5EF4-FFF2-40B4-BE49-F238E27FC236}">
                <a16:creationId xmlns:a16="http://schemas.microsoft.com/office/drawing/2014/main" id="{A6B9A408-4926-D768-6F98-FEE476E6C5A7}"/>
              </a:ext>
            </a:extLst>
          </p:cNvPr>
          <p:cNvSpPr>
            <a:spLocks/>
          </p:cNvSpPr>
          <p:nvPr/>
        </p:nvSpPr>
        <p:spPr bwMode="auto">
          <a:xfrm>
            <a:off x="5419725" y="4200526"/>
            <a:ext cx="128588" cy="193675"/>
          </a:xfrm>
          <a:custGeom>
            <a:avLst/>
            <a:gdLst>
              <a:gd name="T0" fmla="*/ 2147483646 w 81"/>
              <a:gd name="T1" fmla="*/ 0 h 122"/>
              <a:gd name="T2" fmla="*/ 2147483646 w 81"/>
              <a:gd name="T3" fmla="*/ 0 h 122"/>
              <a:gd name="T4" fmla="*/ 2147483646 w 81"/>
              <a:gd name="T5" fmla="*/ 2147483646 h 122"/>
              <a:gd name="T6" fmla="*/ 0 w 81"/>
              <a:gd name="T7" fmla="*/ 0 h 122"/>
              <a:gd name="T8" fmla="*/ 2147483646 w 81"/>
              <a:gd name="T9" fmla="*/ 0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2"/>
              <a:gd name="T17" fmla="*/ 81 w 81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2">
                <a:moveTo>
                  <a:pt x="36" y="0"/>
                </a:moveTo>
                <a:lnTo>
                  <a:pt x="81" y="0"/>
                </a:lnTo>
                <a:lnTo>
                  <a:pt x="45" y="122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43" name="Freeform 100">
            <a:extLst>
              <a:ext uri="{FF2B5EF4-FFF2-40B4-BE49-F238E27FC236}">
                <a16:creationId xmlns:a16="http://schemas.microsoft.com/office/drawing/2014/main" id="{778EF4E3-4A2B-D0BE-4106-74D951B2B33E}"/>
              </a:ext>
            </a:extLst>
          </p:cNvPr>
          <p:cNvSpPr>
            <a:spLocks/>
          </p:cNvSpPr>
          <p:nvPr/>
        </p:nvSpPr>
        <p:spPr bwMode="auto">
          <a:xfrm>
            <a:off x="5419725" y="4200526"/>
            <a:ext cx="128588" cy="193675"/>
          </a:xfrm>
          <a:custGeom>
            <a:avLst/>
            <a:gdLst>
              <a:gd name="T0" fmla="*/ 2147483646 w 81"/>
              <a:gd name="T1" fmla="*/ 0 h 122"/>
              <a:gd name="T2" fmla="*/ 2147483646 w 81"/>
              <a:gd name="T3" fmla="*/ 0 h 122"/>
              <a:gd name="T4" fmla="*/ 2147483646 w 81"/>
              <a:gd name="T5" fmla="*/ 2147483646 h 122"/>
              <a:gd name="T6" fmla="*/ 0 w 81"/>
              <a:gd name="T7" fmla="*/ 0 h 122"/>
              <a:gd name="T8" fmla="*/ 2147483646 w 81"/>
              <a:gd name="T9" fmla="*/ 0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2"/>
              <a:gd name="T17" fmla="*/ 81 w 81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2">
                <a:moveTo>
                  <a:pt x="36" y="0"/>
                </a:moveTo>
                <a:lnTo>
                  <a:pt x="81" y="0"/>
                </a:lnTo>
                <a:lnTo>
                  <a:pt x="45" y="122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44" name="Freeform 101">
            <a:extLst>
              <a:ext uri="{FF2B5EF4-FFF2-40B4-BE49-F238E27FC236}">
                <a16:creationId xmlns:a16="http://schemas.microsoft.com/office/drawing/2014/main" id="{BDCB22B1-C5EF-9185-84DC-60B21F1D6264}"/>
              </a:ext>
            </a:extLst>
          </p:cNvPr>
          <p:cNvSpPr>
            <a:spLocks/>
          </p:cNvSpPr>
          <p:nvPr/>
        </p:nvSpPr>
        <p:spPr bwMode="auto">
          <a:xfrm>
            <a:off x="6191251" y="2293938"/>
            <a:ext cx="257175" cy="233362"/>
          </a:xfrm>
          <a:custGeom>
            <a:avLst/>
            <a:gdLst>
              <a:gd name="T0" fmla="*/ 2147483646 w 162"/>
              <a:gd name="T1" fmla="*/ 2147483646 h 147"/>
              <a:gd name="T2" fmla="*/ 2147483646 w 162"/>
              <a:gd name="T3" fmla="*/ 0 h 147"/>
              <a:gd name="T4" fmla="*/ 0 w 162"/>
              <a:gd name="T5" fmla="*/ 2147483646 h 147"/>
              <a:gd name="T6" fmla="*/ 0 w 162"/>
              <a:gd name="T7" fmla="*/ 2147483646 h 147"/>
              <a:gd name="T8" fmla="*/ 2147483646 w 162"/>
              <a:gd name="T9" fmla="*/ 2147483646 h 147"/>
              <a:gd name="T10" fmla="*/ 2147483646 w 162"/>
              <a:gd name="T11" fmla="*/ 2147483646 h 147"/>
              <a:gd name="T12" fmla="*/ 2147483646 w 162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2"/>
              <a:gd name="T22" fmla="*/ 0 h 147"/>
              <a:gd name="T23" fmla="*/ 162 w 162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2" h="147">
                <a:moveTo>
                  <a:pt x="162" y="8"/>
                </a:moveTo>
                <a:lnTo>
                  <a:pt x="144" y="0"/>
                </a:lnTo>
                <a:lnTo>
                  <a:pt x="0" y="139"/>
                </a:lnTo>
                <a:lnTo>
                  <a:pt x="18" y="147"/>
                </a:lnTo>
                <a:lnTo>
                  <a:pt x="16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45" name="Freeform 102">
            <a:extLst>
              <a:ext uri="{FF2B5EF4-FFF2-40B4-BE49-F238E27FC236}">
                <a16:creationId xmlns:a16="http://schemas.microsoft.com/office/drawing/2014/main" id="{7FD5F4CF-0007-BF23-D811-DF2B1BD6258B}"/>
              </a:ext>
            </a:extLst>
          </p:cNvPr>
          <p:cNvSpPr>
            <a:spLocks/>
          </p:cNvSpPr>
          <p:nvPr/>
        </p:nvSpPr>
        <p:spPr bwMode="auto">
          <a:xfrm>
            <a:off x="5991225" y="2514601"/>
            <a:ext cx="228600" cy="246063"/>
          </a:xfrm>
          <a:custGeom>
            <a:avLst/>
            <a:gdLst>
              <a:gd name="T0" fmla="*/ 2147483646 w 144"/>
              <a:gd name="T1" fmla="*/ 2147483646 h 155"/>
              <a:gd name="T2" fmla="*/ 2147483646 w 144"/>
              <a:gd name="T3" fmla="*/ 0 h 155"/>
              <a:gd name="T4" fmla="*/ 0 w 144"/>
              <a:gd name="T5" fmla="*/ 2147483646 h 155"/>
              <a:gd name="T6" fmla="*/ 0 w 144"/>
              <a:gd name="T7" fmla="*/ 2147483646 h 155"/>
              <a:gd name="T8" fmla="*/ 2147483646 w 144"/>
              <a:gd name="T9" fmla="*/ 2147483646 h 155"/>
              <a:gd name="T10" fmla="*/ 2147483646 w 144"/>
              <a:gd name="T11" fmla="*/ 2147483646 h 155"/>
              <a:gd name="T12" fmla="*/ 2147483646 w 144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44"/>
              <a:gd name="T22" fmla="*/ 0 h 155"/>
              <a:gd name="T23" fmla="*/ 144 w 144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44" h="155">
                <a:moveTo>
                  <a:pt x="144" y="8"/>
                </a:moveTo>
                <a:lnTo>
                  <a:pt x="126" y="0"/>
                </a:lnTo>
                <a:lnTo>
                  <a:pt x="0" y="147"/>
                </a:lnTo>
                <a:lnTo>
                  <a:pt x="18" y="155"/>
                </a:lnTo>
                <a:lnTo>
                  <a:pt x="144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46" name="Freeform 103">
            <a:extLst>
              <a:ext uri="{FF2B5EF4-FFF2-40B4-BE49-F238E27FC236}">
                <a16:creationId xmlns:a16="http://schemas.microsoft.com/office/drawing/2014/main" id="{5125387C-A904-E89E-E5D8-450F26F322A9}"/>
              </a:ext>
            </a:extLst>
          </p:cNvPr>
          <p:cNvSpPr>
            <a:spLocks/>
          </p:cNvSpPr>
          <p:nvPr/>
        </p:nvSpPr>
        <p:spPr bwMode="auto">
          <a:xfrm>
            <a:off x="5819776" y="2747963"/>
            <a:ext cx="200025" cy="233362"/>
          </a:xfrm>
          <a:custGeom>
            <a:avLst/>
            <a:gdLst>
              <a:gd name="T0" fmla="*/ 2147483646 w 126"/>
              <a:gd name="T1" fmla="*/ 2147483646 h 147"/>
              <a:gd name="T2" fmla="*/ 2147483646 w 126"/>
              <a:gd name="T3" fmla="*/ 0 h 147"/>
              <a:gd name="T4" fmla="*/ 0 w 126"/>
              <a:gd name="T5" fmla="*/ 2147483646 h 147"/>
              <a:gd name="T6" fmla="*/ 0 w 126"/>
              <a:gd name="T7" fmla="*/ 2147483646 h 147"/>
              <a:gd name="T8" fmla="*/ 2147483646 w 126"/>
              <a:gd name="T9" fmla="*/ 2147483646 h 147"/>
              <a:gd name="T10" fmla="*/ 2147483646 w 126"/>
              <a:gd name="T11" fmla="*/ 2147483646 h 147"/>
              <a:gd name="T12" fmla="*/ 2147483646 w 126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26"/>
              <a:gd name="T22" fmla="*/ 0 h 147"/>
              <a:gd name="T23" fmla="*/ 126 w 126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26" h="147">
                <a:moveTo>
                  <a:pt x="126" y="8"/>
                </a:moveTo>
                <a:lnTo>
                  <a:pt x="108" y="0"/>
                </a:lnTo>
                <a:lnTo>
                  <a:pt x="0" y="139"/>
                </a:lnTo>
                <a:lnTo>
                  <a:pt x="18" y="147"/>
                </a:lnTo>
                <a:lnTo>
                  <a:pt x="126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47" name="Freeform 104">
            <a:extLst>
              <a:ext uri="{FF2B5EF4-FFF2-40B4-BE49-F238E27FC236}">
                <a16:creationId xmlns:a16="http://schemas.microsoft.com/office/drawing/2014/main" id="{1BB899AD-C6B6-25BE-0A6F-17294D79CCB5}"/>
              </a:ext>
            </a:extLst>
          </p:cNvPr>
          <p:cNvSpPr>
            <a:spLocks/>
          </p:cNvSpPr>
          <p:nvPr/>
        </p:nvSpPr>
        <p:spPr bwMode="auto">
          <a:xfrm>
            <a:off x="5691188" y="2968626"/>
            <a:ext cx="157162" cy="246063"/>
          </a:xfrm>
          <a:custGeom>
            <a:avLst/>
            <a:gdLst>
              <a:gd name="T0" fmla="*/ 2147483646 w 99"/>
              <a:gd name="T1" fmla="*/ 2147483646 h 155"/>
              <a:gd name="T2" fmla="*/ 2147483646 w 99"/>
              <a:gd name="T3" fmla="*/ 0 h 155"/>
              <a:gd name="T4" fmla="*/ 0 w 99"/>
              <a:gd name="T5" fmla="*/ 2147483646 h 155"/>
              <a:gd name="T6" fmla="*/ 0 w 99"/>
              <a:gd name="T7" fmla="*/ 2147483646 h 155"/>
              <a:gd name="T8" fmla="*/ 2147483646 w 99"/>
              <a:gd name="T9" fmla="*/ 2147483646 h 155"/>
              <a:gd name="T10" fmla="*/ 2147483646 w 99"/>
              <a:gd name="T11" fmla="*/ 2147483646 h 155"/>
              <a:gd name="T12" fmla="*/ 2147483646 w 99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99"/>
              <a:gd name="T22" fmla="*/ 0 h 155"/>
              <a:gd name="T23" fmla="*/ 99 w 99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99" h="155">
                <a:moveTo>
                  <a:pt x="99" y="8"/>
                </a:moveTo>
                <a:lnTo>
                  <a:pt x="81" y="0"/>
                </a:lnTo>
                <a:lnTo>
                  <a:pt x="0" y="147"/>
                </a:lnTo>
                <a:lnTo>
                  <a:pt x="18" y="155"/>
                </a:lnTo>
                <a:lnTo>
                  <a:pt x="99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48" name="Freeform 105">
            <a:extLst>
              <a:ext uri="{FF2B5EF4-FFF2-40B4-BE49-F238E27FC236}">
                <a16:creationId xmlns:a16="http://schemas.microsoft.com/office/drawing/2014/main" id="{55A4DC3C-8761-5A5F-EE42-6E89846B3A8C}"/>
              </a:ext>
            </a:extLst>
          </p:cNvPr>
          <p:cNvSpPr>
            <a:spLocks/>
          </p:cNvSpPr>
          <p:nvPr/>
        </p:nvSpPr>
        <p:spPr bwMode="auto">
          <a:xfrm>
            <a:off x="5576889" y="3201988"/>
            <a:ext cx="142875" cy="258762"/>
          </a:xfrm>
          <a:custGeom>
            <a:avLst/>
            <a:gdLst>
              <a:gd name="T0" fmla="*/ 2147483646 w 90"/>
              <a:gd name="T1" fmla="*/ 2147483646 h 163"/>
              <a:gd name="T2" fmla="*/ 2147483646 w 90"/>
              <a:gd name="T3" fmla="*/ 0 h 163"/>
              <a:gd name="T4" fmla="*/ 0 w 90"/>
              <a:gd name="T5" fmla="*/ 2147483646 h 163"/>
              <a:gd name="T6" fmla="*/ 0 w 90"/>
              <a:gd name="T7" fmla="*/ 2147483646 h 163"/>
              <a:gd name="T8" fmla="*/ 2147483646 w 90"/>
              <a:gd name="T9" fmla="*/ 2147483646 h 163"/>
              <a:gd name="T10" fmla="*/ 2147483646 w 90"/>
              <a:gd name="T11" fmla="*/ 2147483646 h 163"/>
              <a:gd name="T12" fmla="*/ 2147483646 w 90"/>
              <a:gd name="T13" fmla="*/ 2147483646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90"/>
              <a:gd name="T22" fmla="*/ 0 h 163"/>
              <a:gd name="T23" fmla="*/ 90 w 90"/>
              <a:gd name="T24" fmla="*/ 163 h 16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90" h="163">
                <a:moveTo>
                  <a:pt x="90" y="8"/>
                </a:moveTo>
                <a:lnTo>
                  <a:pt x="72" y="0"/>
                </a:lnTo>
                <a:lnTo>
                  <a:pt x="0" y="155"/>
                </a:lnTo>
                <a:lnTo>
                  <a:pt x="18" y="163"/>
                </a:lnTo>
                <a:lnTo>
                  <a:pt x="9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49" name="Freeform 106">
            <a:extLst>
              <a:ext uri="{FF2B5EF4-FFF2-40B4-BE49-F238E27FC236}">
                <a16:creationId xmlns:a16="http://schemas.microsoft.com/office/drawing/2014/main" id="{D0F99C95-F8AF-09B3-8924-722F5844F09F}"/>
              </a:ext>
            </a:extLst>
          </p:cNvPr>
          <p:cNvSpPr>
            <a:spLocks/>
          </p:cNvSpPr>
          <p:nvPr/>
        </p:nvSpPr>
        <p:spPr bwMode="auto">
          <a:xfrm>
            <a:off x="5505451" y="3448051"/>
            <a:ext cx="100013" cy="258763"/>
          </a:xfrm>
          <a:custGeom>
            <a:avLst/>
            <a:gdLst>
              <a:gd name="T0" fmla="*/ 2147483646 w 63"/>
              <a:gd name="T1" fmla="*/ 2147483646 h 163"/>
              <a:gd name="T2" fmla="*/ 2147483646 w 63"/>
              <a:gd name="T3" fmla="*/ 0 h 163"/>
              <a:gd name="T4" fmla="*/ 0 w 63"/>
              <a:gd name="T5" fmla="*/ 2147483646 h 163"/>
              <a:gd name="T6" fmla="*/ 0 w 63"/>
              <a:gd name="T7" fmla="*/ 2147483646 h 163"/>
              <a:gd name="T8" fmla="*/ 2147483646 w 63"/>
              <a:gd name="T9" fmla="*/ 2147483646 h 163"/>
              <a:gd name="T10" fmla="*/ 2147483646 w 63"/>
              <a:gd name="T11" fmla="*/ 2147483646 h 163"/>
              <a:gd name="T12" fmla="*/ 2147483646 w 63"/>
              <a:gd name="T13" fmla="*/ 2147483646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3"/>
              <a:gd name="T22" fmla="*/ 0 h 163"/>
              <a:gd name="T23" fmla="*/ 63 w 63"/>
              <a:gd name="T24" fmla="*/ 163 h 16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3" h="163">
                <a:moveTo>
                  <a:pt x="63" y="8"/>
                </a:moveTo>
                <a:lnTo>
                  <a:pt x="45" y="0"/>
                </a:lnTo>
                <a:lnTo>
                  <a:pt x="0" y="155"/>
                </a:lnTo>
                <a:lnTo>
                  <a:pt x="18" y="155"/>
                </a:lnTo>
                <a:lnTo>
                  <a:pt x="18" y="163"/>
                </a:lnTo>
                <a:lnTo>
                  <a:pt x="63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50" name="Freeform 107">
            <a:extLst>
              <a:ext uri="{FF2B5EF4-FFF2-40B4-BE49-F238E27FC236}">
                <a16:creationId xmlns:a16="http://schemas.microsoft.com/office/drawing/2014/main" id="{6EB0EC6E-08B2-FD13-F033-81EABE5B1AF7}"/>
              </a:ext>
            </a:extLst>
          </p:cNvPr>
          <p:cNvSpPr>
            <a:spLocks/>
          </p:cNvSpPr>
          <p:nvPr/>
        </p:nvSpPr>
        <p:spPr bwMode="auto">
          <a:xfrm>
            <a:off x="5462589" y="3694113"/>
            <a:ext cx="71437" cy="246062"/>
          </a:xfrm>
          <a:custGeom>
            <a:avLst/>
            <a:gdLst>
              <a:gd name="T0" fmla="*/ 2147483646 w 45"/>
              <a:gd name="T1" fmla="*/ 0 h 155"/>
              <a:gd name="T2" fmla="*/ 2147483646 w 45"/>
              <a:gd name="T3" fmla="*/ 0 h 155"/>
              <a:gd name="T4" fmla="*/ 0 w 45"/>
              <a:gd name="T5" fmla="*/ 2147483646 h 155"/>
              <a:gd name="T6" fmla="*/ 0 w 45"/>
              <a:gd name="T7" fmla="*/ 2147483646 h 155"/>
              <a:gd name="T8" fmla="*/ 2147483646 w 45"/>
              <a:gd name="T9" fmla="*/ 2147483646 h 155"/>
              <a:gd name="T10" fmla="*/ 2147483646 w 45"/>
              <a:gd name="T11" fmla="*/ 2147483646 h 155"/>
              <a:gd name="T12" fmla="*/ 2147483646 w 45"/>
              <a:gd name="T13" fmla="*/ 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5"/>
              <a:gd name="T22" fmla="*/ 0 h 155"/>
              <a:gd name="T23" fmla="*/ 45 w 45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5" h="155">
                <a:moveTo>
                  <a:pt x="45" y="0"/>
                </a:moveTo>
                <a:lnTo>
                  <a:pt x="27" y="0"/>
                </a:lnTo>
                <a:lnTo>
                  <a:pt x="0" y="155"/>
                </a:lnTo>
                <a:lnTo>
                  <a:pt x="18" y="155"/>
                </a:lnTo>
                <a:lnTo>
                  <a:pt x="4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51" name="Rectangle 108">
            <a:extLst>
              <a:ext uri="{FF2B5EF4-FFF2-40B4-BE49-F238E27FC236}">
                <a16:creationId xmlns:a16="http://schemas.microsoft.com/office/drawing/2014/main" id="{6AE5E25B-554B-0EFC-3AD5-D6925205C3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2589" y="3940176"/>
            <a:ext cx="28575" cy="246063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1852" name="Freeform 109">
            <a:extLst>
              <a:ext uri="{FF2B5EF4-FFF2-40B4-BE49-F238E27FC236}">
                <a16:creationId xmlns:a16="http://schemas.microsoft.com/office/drawing/2014/main" id="{5588DDD0-4235-05A8-69AD-2E6F21DDBBA5}"/>
              </a:ext>
            </a:extLst>
          </p:cNvPr>
          <p:cNvSpPr>
            <a:spLocks/>
          </p:cNvSpPr>
          <p:nvPr/>
        </p:nvSpPr>
        <p:spPr bwMode="auto">
          <a:xfrm>
            <a:off x="3548064" y="3641725"/>
            <a:ext cx="28575" cy="26988"/>
          </a:xfrm>
          <a:custGeom>
            <a:avLst/>
            <a:gdLst>
              <a:gd name="T0" fmla="*/ 0 w 18"/>
              <a:gd name="T1" fmla="*/ 2147483646 h 17"/>
              <a:gd name="T2" fmla="*/ 0 w 18"/>
              <a:gd name="T3" fmla="*/ 2147483646 h 17"/>
              <a:gd name="T4" fmla="*/ 2147483646 w 18"/>
              <a:gd name="T5" fmla="*/ 2147483646 h 17"/>
              <a:gd name="T6" fmla="*/ 2147483646 w 18"/>
              <a:gd name="T7" fmla="*/ 2147483646 h 17"/>
              <a:gd name="T8" fmla="*/ 2147483646 w 18"/>
              <a:gd name="T9" fmla="*/ 2147483646 h 17"/>
              <a:gd name="T10" fmla="*/ 2147483646 w 18"/>
              <a:gd name="T11" fmla="*/ 2147483646 h 17"/>
              <a:gd name="T12" fmla="*/ 2147483646 w 18"/>
              <a:gd name="T13" fmla="*/ 0 h 17"/>
              <a:gd name="T14" fmla="*/ 0 w 18"/>
              <a:gd name="T15" fmla="*/ 0 h 17"/>
              <a:gd name="T16" fmla="*/ 0 w 18"/>
              <a:gd name="T17" fmla="*/ 2147483646 h 17"/>
              <a:gd name="T18" fmla="*/ 0 w 18"/>
              <a:gd name="T19" fmla="*/ 2147483646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7"/>
              <a:gd name="T32" fmla="*/ 18 w 18"/>
              <a:gd name="T33" fmla="*/ 17 h 17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7">
                <a:moveTo>
                  <a:pt x="0" y="9"/>
                </a:moveTo>
                <a:lnTo>
                  <a:pt x="0" y="17"/>
                </a:lnTo>
                <a:lnTo>
                  <a:pt x="9" y="17"/>
                </a:lnTo>
                <a:lnTo>
                  <a:pt x="18" y="17"/>
                </a:lnTo>
                <a:lnTo>
                  <a:pt x="18" y="9"/>
                </a:lnTo>
                <a:lnTo>
                  <a:pt x="9" y="0"/>
                </a:lnTo>
                <a:lnTo>
                  <a:pt x="0" y="0"/>
                </a:lnTo>
                <a:lnTo>
                  <a:pt x="0" y="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53" name="Freeform 110">
            <a:extLst>
              <a:ext uri="{FF2B5EF4-FFF2-40B4-BE49-F238E27FC236}">
                <a16:creationId xmlns:a16="http://schemas.microsoft.com/office/drawing/2014/main" id="{14B2BEE9-9020-A561-8605-AA99BE4A17E5}"/>
              </a:ext>
            </a:extLst>
          </p:cNvPr>
          <p:cNvSpPr>
            <a:spLocks/>
          </p:cNvSpPr>
          <p:nvPr/>
        </p:nvSpPr>
        <p:spPr bwMode="auto">
          <a:xfrm>
            <a:off x="3348038" y="3603625"/>
            <a:ext cx="228600" cy="103188"/>
          </a:xfrm>
          <a:custGeom>
            <a:avLst/>
            <a:gdLst>
              <a:gd name="T0" fmla="*/ 2147483646 w 144"/>
              <a:gd name="T1" fmla="*/ 2147483646 h 65"/>
              <a:gd name="T2" fmla="*/ 2147483646 w 144"/>
              <a:gd name="T3" fmla="*/ 2147483646 h 65"/>
              <a:gd name="T4" fmla="*/ 0 w 144"/>
              <a:gd name="T5" fmla="*/ 0 h 65"/>
              <a:gd name="T6" fmla="*/ 2147483646 w 144"/>
              <a:gd name="T7" fmla="*/ 0 h 65"/>
              <a:gd name="T8" fmla="*/ 2147483646 w 144"/>
              <a:gd name="T9" fmla="*/ 2147483646 h 6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65"/>
              <a:gd name="T17" fmla="*/ 144 w 144"/>
              <a:gd name="T18" fmla="*/ 65 h 6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65">
                <a:moveTo>
                  <a:pt x="126" y="33"/>
                </a:moveTo>
                <a:lnTo>
                  <a:pt x="117" y="65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54" name="Freeform 111">
            <a:extLst>
              <a:ext uri="{FF2B5EF4-FFF2-40B4-BE49-F238E27FC236}">
                <a16:creationId xmlns:a16="http://schemas.microsoft.com/office/drawing/2014/main" id="{047CFBA7-302E-917E-A063-5E02200C57A4}"/>
              </a:ext>
            </a:extLst>
          </p:cNvPr>
          <p:cNvSpPr>
            <a:spLocks/>
          </p:cNvSpPr>
          <p:nvPr/>
        </p:nvSpPr>
        <p:spPr bwMode="auto">
          <a:xfrm>
            <a:off x="3348038" y="3603625"/>
            <a:ext cx="228600" cy="103188"/>
          </a:xfrm>
          <a:custGeom>
            <a:avLst/>
            <a:gdLst>
              <a:gd name="T0" fmla="*/ 2147483646 w 144"/>
              <a:gd name="T1" fmla="*/ 2147483646 h 65"/>
              <a:gd name="T2" fmla="*/ 2147483646 w 144"/>
              <a:gd name="T3" fmla="*/ 2147483646 h 65"/>
              <a:gd name="T4" fmla="*/ 0 w 144"/>
              <a:gd name="T5" fmla="*/ 0 h 65"/>
              <a:gd name="T6" fmla="*/ 2147483646 w 144"/>
              <a:gd name="T7" fmla="*/ 0 h 65"/>
              <a:gd name="T8" fmla="*/ 2147483646 w 144"/>
              <a:gd name="T9" fmla="*/ 2147483646 h 6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65"/>
              <a:gd name="T17" fmla="*/ 144 w 144"/>
              <a:gd name="T18" fmla="*/ 65 h 6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65">
                <a:moveTo>
                  <a:pt x="126" y="33"/>
                </a:moveTo>
                <a:lnTo>
                  <a:pt x="117" y="65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55" name="Freeform 112">
            <a:extLst>
              <a:ext uri="{FF2B5EF4-FFF2-40B4-BE49-F238E27FC236}">
                <a16:creationId xmlns:a16="http://schemas.microsoft.com/office/drawing/2014/main" id="{9560668E-3CEF-2746-26EE-88AF2B201836}"/>
              </a:ext>
            </a:extLst>
          </p:cNvPr>
          <p:cNvSpPr>
            <a:spLocks/>
          </p:cNvSpPr>
          <p:nvPr/>
        </p:nvSpPr>
        <p:spPr bwMode="auto">
          <a:xfrm>
            <a:off x="5062539" y="4303714"/>
            <a:ext cx="471487" cy="363537"/>
          </a:xfrm>
          <a:custGeom>
            <a:avLst/>
            <a:gdLst>
              <a:gd name="T0" fmla="*/ 2147483646 w 297"/>
              <a:gd name="T1" fmla="*/ 2147483646 h 229"/>
              <a:gd name="T2" fmla="*/ 2147483646 w 297"/>
              <a:gd name="T3" fmla="*/ 2147483646 h 229"/>
              <a:gd name="T4" fmla="*/ 2147483646 w 297"/>
              <a:gd name="T5" fmla="*/ 0 h 229"/>
              <a:gd name="T6" fmla="*/ 2147483646 w 297"/>
              <a:gd name="T7" fmla="*/ 0 h 229"/>
              <a:gd name="T8" fmla="*/ 0 w 297"/>
              <a:gd name="T9" fmla="*/ 2147483646 h 229"/>
              <a:gd name="T10" fmla="*/ 0 w 297"/>
              <a:gd name="T11" fmla="*/ 2147483646 h 229"/>
              <a:gd name="T12" fmla="*/ 2147483646 w 297"/>
              <a:gd name="T13" fmla="*/ 2147483646 h 2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97"/>
              <a:gd name="T22" fmla="*/ 0 h 229"/>
              <a:gd name="T23" fmla="*/ 297 w 297"/>
              <a:gd name="T24" fmla="*/ 229 h 22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97" h="229">
                <a:moveTo>
                  <a:pt x="288" y="229"/>
                </a:moveTo>
                <a:lnTo>
                  <a:pt x="297" y="212"/>
                </a:lnTo>
                <a:lnTo>
                  <a:pt x="9" y="0"/>
                </a:lnTo>
                <a:lnTo>
                  <a:pt x="0" y="16"/>
                </a:lnTo>
                <a:lnTo>
                  <a:pt x="288" y="22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56" name="Freeform 113">
            <a:extLst>
              <a:ext uri="{FF2B5EF4-FFF2-40B4-BE49-F238E27FC236}">
                <a16:creationId xmlns:a16="http://schemas.microsoft.com/office/drawing/2014/main" id="{11FAD811-A80B-E00B-7336-CE7FEA713C28}"/>
              </a:ext>
            </a:extLst>
          </p:cNvPr>
          <p:cNvSpPr>
            <a:spLocks/>
          </p:cNvSpPr>
          <p:nvPr/>
        </p:nvSpPr>
        <p:spPr bwMode="auto">
          <a:xfrm>
            <a:off x="4591051" y="4030663"/>
            <a:ext cx="485775" cy="298450"/>
          </a:xfrm>
          <a:custGeom>
            <a:avLst/>
            <a:gdLst>
              <a:gd name="T0" fmla="*/ 2147483646 w 306"/>
              <a:gd name="T1" fmla="*/ 2147483646 h 188"/>
              <a:gd name="T2" fmla="*/ 2147483646 w 306"/>
              <a:gd name="T3" fmla="*/ 2147483646 h 188"/>
              <a:gd name="T4" fmla="*/ 2147483646 w 306"/>
              <a:gd name="T5" fmla="*/ 0 h 188"/>
              <a:gd name="T6" fmla="*/ 2147483646 w 306"/>
              <a:gd name="T7" fmla="*/ 0 h 188"/>
              <a:gd name="T8" fmla="*/ 0 w 306"/>
              <a:gd name="T9" fmla="*/ 2147483646 h 188"/>
              <a:gd name="T10" fmla="*/ 0 w 306"/>
              <a:gd name="T11" fmla="*/ 2147483646 h 188"/>
              <a:gd name="T12" fmla="*/ 2147483646 w 306"/>
              <a:gd name="T13" fmla="*/ 2147483646 h 1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06"/>
              <a:gd name="T22" fmla="*/ 0 h 188"/>
              <a:gd name="T23" fmla="*/ 306 w 306"/>
              <a:gd name="T24" fmla="*/ 188 h 1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06" h="188">
                <a:moveTo>
                  <a:pt x="297" y="188"/>
                </a:moveTo>
                <a:lnTo>
                  <a:pt x="306" y="172"/>
                </a:lnTo>
                <a:lnTo>
                  <a:pt x="9" y="0"/>
                </a:lnTo>
                <a:lnTo>
                  <a:pt x="0" y="17"/>
                </a:lnTo>
                <a:lnTo>
                  <a:pt x="297" y="18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57" name="Freeform 114">
            <a:extLst>
              <a:ext uri="{FF2B5EF4-FFF2-40B4-BE49-F238E27FC236}">
                <a16:creationId xmlns:a16="http://schemas.microsoft.com/office/drawing/2014/main" id="{38D8742A-8FB0-E2C4-0C03-29E4D6A58EAF}"/>
              </a:ext>
            </a:extLst>
          </p:cNvPr>
          <p:cNvSpPr>
            <a:spLocks/>
          </p:cNvSpPr>
          <p:nvPr/>
        </p:nvSpPr>
        <p:spPr bwMode="auto">
          <a:xfrm>
            <a:off x="4076700" y="3811588"/>
            <a:ext cx="528638" cy="246062"/>
          </a:xfrm>
          <a:custGeom>
            <a:avLst/>
            <a:gdLst>
              <a:gd name="T0" fmla="*/ 2147483646 w 333"/>
              <a:gd name="T1" fmla="*/ 2147483646 h 155"/>
              <a:gd name="T2" fmla="*/ 2147483646 w 333"/>
              <a:gd name="T3" fmla="*/ 2147483646 h 155"/>
              <a:gd name="T4" fmla="*/ 2147483646 w 333"/>
              <a:gd name="T5" fmla="*/ 0 h 155"/>
              <a:gd name="T6" fmla="*/ 2147483646 w 333"/>
              <a:gd name="T7" fmla="*/ 0 h 155"/>
              <a:gd name="T8" fmla="*/ 0 w 333"/>
              <a:gd name="T9" fmla="*/ 2147483646 h 155"/>
              <a:gd name="T10" fmla="*/ 0 w 333"/>
              <a:gd name="T11" fmla="*/ 2147483646 h 155"/>
              <a:gd name="T12" fmla="*/ 2147483646 w 333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33"/>
              <a:gd name="T22" fmla="*/ 0 h 155"/>
              <a:gd name="T23" fmla="*/ 333 w 333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33" h="155">
                <a:moveTo>
                  <a:pt x="324" y="155"/>
                </a:moveTo>
                <a:lnTo>
                  <a:pt x="333" y="138"/>
                </a:lnTo>
                <a:lnTo>
                  <a:pt x="9" y="0"/>
                </a:lnTo>
                <a:lnTo>
                  <a:pt x="0" y="16"/>
                </a:lnTo>
                <a:lnTo>
                  <a:pt x="324" y="15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58" name="Freeform 115">
            <a:extLst>
              <a:ext uri="{FF2B5EF4-FFF2-40B4-BE49-F238E27FC236}">
                <a16:creationId xmlns:a16="http://schemas.microsoft.com/office/drawing/2014/main" id="{AF749F47-DA67-640D-8A0E-DE18E2DF8C4F}"/>
              </a:ext>
            </a:extLst>
          </p:cNvPr>
          <p:cNvSpPr>
            <a:spLocks/>
          </p:cNvSpPr>
          <p:nvPr/>
        </p:nvSpPr>
        <p:spPr bwMode="auto">
          <a:xfrm>
            <a:off x="3562350" y="3641726"/>
            <a:ext cx="528638" cy="195263"/>
          </a:xfrm>
          <a:custGeom>
            <a:avLst/>
            <a:gdLst>
              <a:gd name="T0" fmla="*/ 2147483646 w 333"/>
              <a:gd name="T1" fmla="*/ 2147483646 h 123"/>
              <a:gd name="T2" fmla="*/ 2147483646 w 333"/>
              <a:gd name="T3" fmla="*/ 2147483646 h 123"/>
              <a:gd name="T4" fmla="*/ 2147483646 w 333"/>
              <a:gd name="T5" fmla="*/ 0 h 123"/>
              <a:gd name="T6" fmla="*/ 0 w 333"/>
              <a:gd name="T7" fmla="*/ 2147483646 h 123"/>
              <a:gd name="T8" fmla="*/ 2147483646 w 333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33"/>
              <a:gd name="T16" fmla="*/ 0 h 123"/>
              <a:gd name="T17" fmla="*/ 333 w 333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33" h="123">
                <a:moveTo>
                  <a:pt x="324" y="123"/>
                </a:moveTo>
                <a:lnTo>
                  <a:pt x="333" y="107"/>
                </a:lnTo>
                <a:lnTo>
                  <a:pt x="9" y="0"/>
                </a:lnTo>
                <a:lnTo>
                  <a:pt x="0" y="17"/>
                </a:lnTo>
                <a:lnTo>
                  <a:pt x="324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59" name="Freeform 116">
            <a:extLst>
              <a:ext uri="{FF2B5EF4-FFF2-40B4-BE49-F238E27FC236}">
                <a16:creationId xmlns:a16="http://schemas.microsoft.com/office/drawing/2014/main" id="{63E7CEAB-2167-C49B-B92A-491225715D1F}"/>
              </a:ext>
            </a:extLst>
          </p:cNvPr>
          <p:cNvSpPr>
            <a:spLocks/>
          </p:cNvSpPr>
          <p:nvPr/>
        </p:nvSpPr>
        <p:spPr bwMode="auto">
          <a:xfrm>
            <a:off x="6477001" y="2747963"/>
            <a:ext cx="28575" cy="25400"/>
          </a:xfrm>
          <a:custGeom>
            <a:avLst/>
            <a:gdLst>
              <a:gd name="T0" fmla="*/ 2147483646 w 18"/>
              <a:gd name="T1" fmla="*/ 0 h 16"/>
              <a:gd name="T2" fmla="*/ 0 w 18"/>
              <a:gd name="T3" fmla="*/ 0 h 16"/>
              <a:gd name="T4" fmla="*/ 0 w 18"/>
              <a:gd name="T5" fmla="*/ 2147483646 h 16"/>
              <a:gd name="T6" fmla="*/ 0 w 18"/>
              <a:gd name="T7" fmla="*/ 2147483646 h 16"/>
              <a:gd name="T8" fmla="*/ 2147483646 w 18"/>
              <a:gd name="T9" fmla="*/ 2147483646 h 16"/>
              <a:gd name="T10" fmla="*/ 2147483646 w 18"/>
              <a:gd name="T11" fmla="*/ 2147483646 h 16"/>
              <a:gd name="T12" fmla="*/ 2147483646 w 18"/>
              <a:gd name="T13" fmla="*/ 0 h 16"/>
              <a:gd name="T14" fmla="*/ 2147483646 w 18"/>
              <a:gd name="T15" fmla="*/ 0 h 16"/>
              <a:gd name="T16" fmla="*/ 2147483646 w 18"/>
              <a:gd name="T17" fmla="*/ 0 h 16"/>
              <a:gd name="T18" fmla="*/ 2147483646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9" y="0"/>
                </a:moveTo>
                <a:lnTo>
                  <a:pt x="0" y="0"/>
                </a:lnTo>
                <a:lnTo>
                  <a:pt x="0" y="8"/>
                </a:lnTo>
                <a:lnTo>
                  <a:pt x="9" y="16"/>
                </a:lnTo>
                <a:lnTo>
                  <a:pt x="9" y="8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60" name="Freeform 117">
            <a:extLst>
              <a:ext uri="{FF2B5EF4-FFF2-40B4-BE49-F238E27FC236}">
                <a16:creationId xmlns:a16="http://schemas.microsoft.com/office/drawing/2014/main" id="{753779D5-1782-D9B8-546F-E66AFF34B6E6}"/>
              </a:ext>
            </a:extLst>
          </p:cNvPr>
          <p:cNvSpPr>
            <a:spLocks/>
          </p:cNvSpPr>
          <p:nvPr/>
        </p:nvSpPr>
        <p:spPr bwMode="auto">
          <a:xfrm>
            <a:off x="6419850" y="2552701"/>
            <a:ext cx="128588" cy="195263"/>
          </a:xfrm>
          <a:custGeom>
            <a:avLst/>
            <a:gdLst>
              <a:gd name="T0" fmla="*/ 2147483646 w 81"/>
              <a:gd name="T1" fmla="*/ 2147483646 h 123"/>
              <a:gd name="T2" fmla="*/ 0 w 81"/>
              <a:gd name="T3" fmla="*/ 2147483646 h 123"/>
              <a:gd name="T4" fmla="*/ 2147483646 w 81"/>
              <a:gd name="T5" fmla="*/ 0 h 123"/>
              <a:gd name="T6" fmla="*/ 2147483646 w 81"/>
              <a:gd name="T7" fmla="*/ 2147483646 h 123"/>
              <a:gd name="T8" fmla="*/ 2147483646 w 81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45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45" y="12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61" name="Freeform 118">
            <a:extLst>
              <a:ext uri="{FF2B5EF4-FFF2-40B4-BE49-F238E27FC236}">
                <a16:creationId xmlns:a16="http://schemas.microsoft.com/office/drawing/2014/main" id="{D3B15EA1-248D-2E3F-4E15-08467679E6D9}"/>
              </a:ext>
            </a:extLst>
          </p:cNvPr>
          <p:cNvSpPr>
            <a:spLocks/>
          </p:cNvSpPr>
          <p:nvPr/>
        </p:nvSpPr>
        <p:spPr bwMode="auto">
          <a:xfrm>
            <a:off x="6419850" y="2552701"/>
            <a:ext cx="128588" cy="195263"/>
          </a:xfrm>
          <a:custGeom>
            <a:avLst/>
            <a:gdLst>
              <a:gd name="T0" fmla="*/ 2147483646 w 81"/>
              <a:gd name="T1" fmla="*/ 2147483646 h 123"/>
              <a:gd name="T2" fmla="*/ 0 w 81"/>
              <a:gd name="T3" fmla="*/ 2147483646 h 123"/>
              <a:gd name="T4" fmla="*/ 2147483646 w 81"/>
              <a:gd name="T5" fmla="*/ 0 h 123"/>
              <a:gd name="T6" fmla="*/ 2147483646 w 81"/>
              <a:gd name="T7" fmla="*/ 2147483646 h 123"/>
              <a:gd name="T8" fmla="*/ 2147483646 w 81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45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45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62" name="Freeform 119">
            <a:extLst>
              <a:ext uri="{FF2B5EF4-FFF2-40B4-BE49-F238E27FC236}">
                <a16:creationId xmlns:a16="http://schemas.microsoft.com/office/drawing/2014/main" id="{5F85ABFF-45E6-2105-0DFB-833208312AF4}"/>
              </a:ext>
            </a:extLst>
          </p:cNvPr>
          <p:cNvSpPr>
            <a:spLocks/>
          </p:cNvSpPr>
          <p:nvPr/>
        </p:nvSpPr>
        <p:spPr bwMode="auto">
          <a:xfrm>
            <a:off x="5505451" y="4419601"/>
            <a:ext cx="257175" cy="233363"/>
          </a:xfrm>
          <a:custGeom>
            <a:avLst/>
            <a:gdLst>
              <a:gd name="T0" fmla="*/ 0 w 162"/>
              <a:gd name="T1" fmla="*/ 2147483646 h 147"/>
              <a:gd name="T2" fmla="*/ 2147483646 w 162"/>
              <a:gd name="T3" fmla="*/ 2147483646 h 147"/>
              <a:gd name="T4" fmla="*/ 2147483646 w 162"/>
              <a:gd name="T5" fmla="*/ 2147483646 h 147"/>
              <a:gd name="T6" fmla="*/ 2147483646 w 162"/>
              <a:gd name="T7" fmla="*/ 2147483646 h 147"/>
              <a:gd name="T8" fmla="*/ 2147483646 w 162"/>
              <a:gd name="T9" fmla="*/ 0 h 147"/>
              <a:gd name="T10" fmla="*/ 2147483646 w 162"/>
              <a:gd name="T11" fmla="*/ 0 h 147"/>
              <a:gd name="T12" fmla="*/ 0 w 162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2"/>
              <a:gd name="T22" fmla="*/ 0 h 147"/>
              <a:gd name="T23" fmla="*/ 162 w 162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2" h="147">
                <a:moveTo>
                  <a:pt x="0" y="139"/>
                </a:moveTo>
                <a:lnTo>
                  <a:pt x="18" y="147"/>
                </a:lnTo>
                <a:lnTo>
                  <a:pt x="162" y="9"/>
                </a:lnTo>
                <a:lnTo>
                  <a:pt x="144" y="0"/>
                </a:lnTo>
                <a:lnTo>
                  <a:pt x="0" y="13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63" name="Freeform 120">
            <a:extLst>
              <a:ext uri="{FF2B5EF4-FFF2-40B4-BE49-F238E27FC236}">
                <a16:creationId xmlns:a16="http://schemas.microsoft.com/office/drawing/2014/main" id="{0AA844F7-B8CF-C504-20C8-7B552E2462DD}"/>
              </a:ext>
            </a:extLst>
          </p:cNvPr>
          <p:cNvSpPr>
            <a:spLocks/>
          </p:cNvSpPr>
          <p:nvPr/>
        </p:nvSpPr>
        <p:spPr bwMode="auto">
          <a:xfrm>
            <a:off x="5734050" y="4200526"/>
            <a:ext cx="228600" cy="233363"/>
          </a:xfrm>
          <a:custGeom>
            <a:avLst/>
            <a:gdLst>
              <a:gd name="T0" fmla="*/ 0 w 144"/>
              <a:gd name="T1" fmla="*/ 2147483646 h 147"/>
              <a:gd name="T2" fmla="*/ 2147483646 w 144"/>
              <a:gd name="T3" fmla="*/ 2147483646 h 147"/>
              <a:gd name="T4" fmla="*/ 2147483646 w 144"/>
              <a:gd name="T5" fmla="*/ 2147483646 h 147"/>
              <a:gd name="T6" fmla="*/ 2147483646 w 144"/>
              <a:gd name="T7" fmla="*/ 2147483646 h 147"/>
              <a:gd name="T8" fmla="*/ 2147483646 w 144"/>
              <a:gd name="T9" fmla="*/ 0 h 147"/>
              <a:gd name="T10" fmla="*/ 2147483646 w 144"/>
              <a:gd name="T11" fmla="*/ 0 h 147"/>
              <a:gd name="T12" fmla="*/ 0 w 144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44"/>
              <a:gd name="T22" fmla="*/ 0 h 147"/>
              <a:gd name="T23" fmla="*/ 144 w 144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44" h="147">
                <a:moveTo>
                  <a:pt x="0" y="138"/>
                </a:moveTo>
                <a:lnTo>
                  <a:pt x="18" y="147"/>
                </a:lnTo>
                <a:lnTo>
                  <a:pt x="144" y="8"/>
                </a:lnTo>
                <a:lnTo>
                  <a:pt x="126" y="0"/>
                </a:lnTo>
                <a:lnTo>
                  <a:pt x="0" y="13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64" name="Freeform 121">
            <a:extLst>
              <a:ext uri="{FF2B5EF4-FFF2-40B4-BE49-F238E27FC236}">
                <a16:creationId xmlns:a16="http://schemas.microsoft.com/office/drawing/2014/main" id="{7C6CBB16-4F90-920B-6D7D-C0FFFE6A7B6D}"/>
              </a:ext>
            </a:extLst>
          </p:cNvPr>
          <p:cNvSpPr>
            <a:spLocks/>
          </p:cNvSpPr>
          <p:nvPr/>
        </p:nvSpPr>
        <p:spPr bwMode="auto">
          <a:xfrm>
            <a:off x="5934076" y="3967163"/>
            <a:ext cx="200025" cy="246062"/>
          </a:xfrm>
          <a:custGeom>
            <a:avLst/>
            <a:gdLst>
              <a:gd name="T0" fmla="*/ 0 w 126"/>
              <a:gd name="T1" fmla="*/ 2147483646 h 155"/>
              <a:gd name="T2" fmla="*/ 2147483646 w 126"/>
              <a:gd name="T3" fmla="*/ 2147483646 h 155"/>
              <a:gd name="T4" fmla="*/ 2147483646 w 126"/>
              <a:gd name="T5" fmla="*/ 2147483646 h 155"/>
              <a:gd name="T6" fmla="*/ 2147483646 w 126"/>
              <a:gd name="T7" fmla="*/ 2147483646 h 155"/>
              <a:gd name="T8" fmla="*/ 2147483646 w 126"/>
              <a:gd name="T9" fmla="*/ 0 h 155"/>
              <a:gd name="T10" fmla="*/ 2147483646 w 126"/>
              <a:gd name="T11" fmla="*/ 0 h 155"/>
              <a:gd name="T12" fmla="*/ 0 w 126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26"/>
              <a:gd name="T22" fmla="*/ 0 h 155"/>
              <a:gd name="T23" fmla="*/ 126 w 126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26" h="155">
                <a:moveTo>
                  <a:pt x="0" y="147"/>
                </a:moveTo>
                <a:lnTo>
                  <a:pt x="18" y="155"/>
                </a:lnTo>
                <a:lnTo>
                  <a:pt x="126" y="8"/>
                </a:lnTo>
                <a:lnTo>
                  <a:pt x="108" y="0"/>
                </a:lnTo>
                <a:lnTo>
                  <a:pt x="0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65" name="Freeform 122">
            <a:extLst>
              <a:ext uri="{FF2B5EF4-FFF2-40B4-BE49-F238E27FC236}">
                <a16:creationId xmlns:a16="http://schemas.microsoft.com/office/drawing/2014/main" id="{7539B213-19AA-0CF4-F15E-36F3DEBD93FA}"/>
              </a:ext>
            </a:extLst>
          </p:cNvPr>
          <p:cNvSpPr>
            <a:spLocks/>
          </p:cNvSpPr>
          <p:nvPr/>
        </p:nvSpPr>
        <p:spPr bwMode="auto">
          <a:xfrm>
            <a:off x="6105525" y="3733801"/>
            <a:ext cx="171450" cy="246063"/>
          </a:xfrm>
          <a:custGeom>
            <a:avLst/>
            <a:gdLst>
              <a:gd name="T0" fmla="*/ 0 w 108"/>
              <a:gd name="T1" fmla="*/ 2147483646 h 155"/>
              <a:gd name="T2" fmla="*/ 2147483646 w 108"/>
              <a:gd name="T3" fmla="*/ 2147483646 h 155"/>
              <a:gd name="T4" fmla="*/ 2147483646 w 108"/>
              <a:gd name="T5" fmla="*/ 2147483646 h 155"/>
              <a:gd name="T6" fmla="*/ 2147483646 w 108"/>
              <a:gd name="T7" fmla="*/ 2147483646 h 155"/>
              <a:gd name="T8" fmla="*/ 2147483646 w 108"/>
              <a:gd name="T9" fmla="*/ 0 h 155"/>
              <a:gd name="T10" fmla="*/ 2147483646 w 108"/>
              <a:gd name="T11" fmla="*/ 0 h 155"/>
              <a:gd name="T12" fmla="*/ 0 w 108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08"/>
              <a:gd name="T22" fmla="*/ 0 h 155"/>
              <a:gd name="T23" fmla="*/ 108 w 108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08" h="155">
                <a:moveTo>
                  <a:pt x="0" y="147"/>
                </a:moveTo>
                <a:lnTo>
                  <a:pt x="18" y="155"/>
                </a:lnTo>
                <a:lnTo>
                  <a:pt x="108" y="8"/>
                </a:lnTo>
                <a:lnTo>
                  <a:pt x="90" y="0"/>
                </a:lnTo>
                <a:lnTo>
                  <a:pt x="0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66" name="Freeform 123">
            <a:extLst>
              <a:ext uri="{FF2B5EF4-FFF2-40B4-BE49-F238E27FC236}">
                <a16:creationId xmlns:a16="http://schemas.microsoft.com/office/drawing/2014/main" id="{AB1BDA5A-45C2-0F21-982B-3463E141EC77}"/>
              </a:ext>
            </a:extLst>
          </p:cNvPr>
          <p:cNvSpPr>
            <a:spLocks/>
          </p:cNvSpPr>
          <p:nvPr/>
        </p:nvSpPr>
        <p:spPr bwMode="auto">
          <a:xfrm>
            <a:off x="6248400" y="3500438"/>
            <a:ext cx="128588" cy="246062"/>
          </a:xfrm>
          <a:custGeom>
            <a:avLst/>
            <a:gdLst>
              <a:gd name="T0" fmla="*/ 0 w 81"/>
              <a:gd name="T1" fmla="*/ 2147483646 h 155"/>
              <a:gd name="T2" fmla="*/ 2147483646 w 81"/>
              <a:gd name="T3" fmla="*/ 2147483646 h 155"/>
              <a:gd name="T4" fmla="*/ 2147483646 w 81"/>
              <a:gd name="T5" fmla="*/ 2147483646 h 155"/>
              <a:gd name="T6" fmla="*/ 2147483646 w 81"/>
              <a:gd name="T7" fmla="*/ 2147483646 h 155"/>
              <a:gd name="T8" fmla="*/ 2147483646 w 81"/>
              <a:gd name="T9" fmla="*/ 0 h 155"/>
              <a:gd name="T10" fmla="*/ 2147483646 w 81"/>
              <a:gd name="T11" fmla="*/ 0 h 155"/>
              <a:gd name="T12" fmla="*/ 0 w 81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1"/>
              <a:gd name="T22" fmla="*/ 0 h 155"/>
              <a:gd name="T23" fmla="*/ 81 w 81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1" h="155">
                <a:moveTo>
                  <a:pt x="0" y="147"/>
                </a:moveTo>
                <a:lnTo>
                  <a:pt x="18" y="155"/>
                </a:lnTo>
                <a:lnTo>
                  <a:pt x="81" y="8"/>
                </a:lnTo>
                <a:lnTo>
                  <a:pt x="63" y="0"/>
                </a:lnTo>
                <a:lnTo>
                  <a:pt x="0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67" name="Freeform 124">
            <a:extLst>
              <a:ext uri="{FF2B5EF4-FFF2-40B4-BE49-F238E27FC236}">
                <a16:creationId xmlns:a16="http://schemas.microsoft.com/office/drawing/2014/main" id="{7F0D4FBF-11B3-9E6B-31DC-ADBBEEE45815}"/>
              </a:ext>
            </a:extLst>
          </p:cNvPr>
          <p:cNvSpPr>
            <a:spLocks/>
          </p:cNvSpPr>
          <p:nvPr/>
        </p:nvSpPr>
        <p:spPr bwMode="auto">
          <a:xfrm>
            <a:off x="6348413" y="3252788"/>
            <a:ext cx="100012" cy="260350"/>
          </a:xfrm>
          <a:custGeom>
            <a:avLst/>
            <a:gdLst>
              <a:gd name="T0" fmla="*/ 0 w 63"/>
              <a:gd name="T1" fmla="*/ 2147483646 h 164"/>
              <a:gd name="T2" fmla="*/ 2147483646 w 63"/>
              <a:gd name="T3" fmla="*/ 2147483646 h 164"/>
              <a:gd name="T4" fmla="*/ 2147483646 w 63"/>
              <a:gd name="T5" fmla="*/ 2147483646 h 164"/>
              <a:gd name="T6" fmla="*/ 2147483646 w 63"/>
              <a:gd name="T7" fmla="*/ 0 h 164"/>
              <a:gd name="T8" fmla="*/ 2147483646 w 63"/>
              <a:gd name="T9" fmla="*/ 0 h 164"/>
              <a:gd name="T10" fmla="*/ 2147483646 w 63"/>
              <a:gd name="T11" fmla="*/ 0 h 164"/>
              <a:gd name="T12" fmla="*/ 0 w 63"/>
              <a:gd name="T13" fmla="*/ 2147483646 h 16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3"/>
              <a:gd name="T22" fmla="*/ 0 h 164"/>
              <a:gd name="T23" fmla="*/ 63 w 63"/>
              <a:gd name="T24" fmla="*/ 164 h 16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3" h="164">
                <a:moveTo>
                  <a:pt x="0" y="156"/>
                </a:moveTo>
                <a:lnTo>
                  <a:pt x="18" y="164"/>
                </a:lnTo>
                <a:lnTo>
                  <a:pt x="63" y="9"/>
                </a:lnTo>
                <a:lnTo>
                  <a:pt x="63" y="0"/>
                </a:lnTo>
                <a:lnTo>
                  <a:pt x="45" y="0"/>
                </a:lnTo>
                <a:lnTo>
                  <a:pt x="0" y="15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68" name="Freeform 125">
            <a:extLst>
              <a:ext uri="{FF2B5EF4-FFF2-40B4-BE49-F238E27FC236}">
                <a16:creationId xmlns:a16="http://schemas.microsoft.com/office/drawing/2014/main" id="{C0A54B0C-E472-F99B-7329-875A6B0C2EA7}"/>
              </a:ext>
            </a:extLst>
          </p:cNvPr>
          <p:cNvSpPr>
            <a:spLocks/>
          </p:cNvSpPr>
          <p:nvPr/>
        </p:nvSpPr>
        <p:spPr bwMode="auto">
          <a:xfrm>
            <a:off x="6419850" y="3006726"/>
            <a:ext cx="71438" cy="246063"/>
          </a:xfrm>
          <a:custGeom>
            <a:avLst/>
            <a:gdLst>
              <a:gd name="T0" fmla="*/ 0 w 45"/>
              <a:gd name="T1" fmla="*/ 2147483646 h 155"/>
              <a:gd name="T2" fmla="*/ 2147483646 w 45"/>
              <a:gd name="T3" fmla="*/ 2147483646 h 155"/>
              <a:gd name="T4" fmla="*/ 2147483646 w 45"/>
              <a:gd name="T5" fmla="*/ 0 h 155"/>
              <a:gd name="T6" fmla="*/ 2147483646 w 45"/>
              <a:gd name="T7" fmla="*/ 0 h 155"/>
              <a:gd name="T8" fmla="*/ 2147483646 w 45"/>
              <a:gd name="T9" fmla="*/ 0 h 155"/>
              <a:gd name="T10" fmla="*/ 2147483646 w 45"/>
              <a:gd name="T11" fmla="*/ 0 h 155"/>
              <a:gd name="T12" fmla="*/ 0 w 45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5"/>
              <a:gd name="T22" fmla="*/ 0 h 155"/>
              <a:gd name="T23" fmla="*/ 45 w 45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5" h="155">
                <a:moveTo>
                  <a:pt x="0" y="155"/>
                </a:moveTo>
                <a:lnTo>
                  <a:pt x="18" y="155"/>
                </a:lnTo>
                <a:lnTo>
                  <a:pt x="45" y="0"/>
                </a:lnTo>
                <a:lnTo>
                  <a:pt x="27" y="0"/>
                </a:lnTo>
                <a:lnTo>
                  <a:pt x="0" y="15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69" name="Rectangle 126">
            <a:extLst>
              <a:ext uri="{FF2B5EF4-FFF2-40B4-BE49-F238E27FC236}">
                <a16:creationId xmlns:a16="http://schemas.microsoft.com/office/drawing/2014/main" id="{98D217AD-2120-F187-ABDA-7C6B5057E4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2714" y="2747963"/>
            <a:ext cx="28575" cy="25876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1870" name="Freeform 127">
            <a:extLst>
              <a:ext uri="{FF2B5EF4-FFF2-40B4-BE49-F238E27FC236}">
                <a16:creationId xmlns:a16="http://schemas.microsoft.com/office/drawing/2014/main" id="{8DCFD64F-538C-8795-4700-9382B921FEE9}"/>
              </a:ext>
            </a:extLst>
          </p:cNvPr>
          <p:cNvSpPr>
            <a:spLocks/>
          </p:cNvSpPr>
          <p:nvPr/>
        </p:nvSpPr>
        <p:spPr bwMode="auto">
          <a:xfrm>
            <a:off x="8462964" y="5199063"/>
            <a:ext cx="14287" cy="12700"/>
          </a:xfrm>
          <a:custGeom>
            <a:avLst/>
            <a:gdLst>
              <a:gd name="T0" fmla="*/ 0 w 9"/>
              <a:gd name="T1" fmla="*/ 2147483646 h 8"/>
              <a:gd name="T2" fmla="*/ 2147483646 w 9"/>
              <a:gd name="T3" fmla="*/ 2147483646 h 8"/>
              <a:gd name="T4" fmla="*/ 2147483646 w 9"/>
              <a:gd name="T5" fmla="*/ 2147483646 h 8"/>
              <a:gd name="T6" fmla="*/ 2147483646 w 9"/>
              <a:gd name="T7" fmla="*/ 0 h 8"/>
              <a:gd name="T8" fmla="*/ 2147483646 w 9"/>
              <a:gd name="T9" fmla="*/ 0 h 8"/>
              <a:gd name="T10" fmla="*/ 0 w 9"/>
              <a:gd name="T11" fmla="*/ 0 h 8"/>
              <a:gd name="T12" fmla="*/ 0 w 9"/>
              <a:gd name="T13" fmla="*/ 0 h 8"/>
              <a:gd name="T14" fmla="*/ 0 w 9"/>
              <a:gd name="T15" fmla="*/ 2147483646 h 8"/>
              <a:gd name="T16" fmla="*/ 0 w 9"/>
              <a:gd name="T17" fmla="*/ 2147483646 h 8"/>
              <a:gd name="T18" fmla="*/ 0 w 9"/>
              <a:gd name="T19" fmla="*/ 2147483646 h 8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9"/>
              <a:gd name="T31" fmla="*/ 0 h 8"/>
              <a:gd name="T32" fmla="*/ 9 w 9"/>
              <a:gd name="T33" fmla="*/ 8 h 8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9" h="8">
                <a:moveTo>
                  <a:pt x="0" y="8"/>
                </a:moveTo>
                <a:lnTo>
                  <a:pt x="9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71" name="Freeform 128">
            <a:extLst>
              <a:ext uri="{FF2B5EF4-FFF2-40B4-BE49-F238E27FC236}">
                <a16:creationId xmlns:a16="http://schemas.microsoft.com/office/drawing/2014/main" id="{3C7E9637-6584-C24C-65A9-5D33B4554330}"/>
              </a:ext>
            </a:extLst>
          </p:cNvPr>
          <p:cNvSpPr>
            <a:spLocks/>
          </p:cNvSpPr>
          <p:nvPr/>
        </p:nvSpPr>
        <p:spPr bwMode="auto">
          <a:xfrm>
            <a:off x="8405813" y="5199064"/>
            <a:ext cx="114300" cy="193675"/>
          </a:xfrm>
          <a:custGeom>
            <a:avLst/>
            <a:gdLst>
              <a:gd name="T0" fmla="*/ 2147483646 w 72"/>
              <a:gd name="T1" fmla="*/ 2147483646 h 122"/>
              <a:gd name="T2" fmla="*/ 2147483646 w 72"/>
              <a:gd name="T3" fmla="*/ 2147483646 h 122"/>
              <a:gd name="T4" fmla="*/ 0 w 72"/>
              <a:gd name="T5" fmla="*/ 2147483646 h 122"/>
              <a:gd name="T6" fmla="*/ 0 w 72"/>
              <a:gd name="T7" fmla="*/ 0 h 122"/>
              <a:gd name="T8" fmla="*/ 2147483646 w 72"/>
              <a:gd name="T9" fmla="*/ 2147483646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2"/>
              <a:gd name="T16" fmla="*/ 0 h 122"/>
              <a:gd name="T17" fmla="*/ 72 w 72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2" h="122">
                <a:moveTo>
                  <a:pt x="36" y="8"/>
                </a:moveTo>
                <a:lnTo>
                  <a:pt x="72" y="16"/>
                </a:lnTo>
                <a:lnTo>
                  <a:pt x="0" y="122"/>
                </a:lnTo>
                <a:lnTo>
                  <a:pt x="0" y="0"/>
                </a:lnTo>
                <a:lnTo>
                  <a:pt x="36" y="8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72" name="Freeform 129">
            <a:extLst>
              <a:ext uri="{FF2B5EF4-FFF2-40B4-BE49-F238E27FC236}">
                <a16:creationId xmlns:a16="http://schemas.microsoft.com/office/drawing/2014/main" id="{499F71B4-CD49-FA54-9936-2C41A73069F2}"/>
              </a:ext>
            </a:extLst>
          </p:cNvPr>
          <p:cNvSpPr>
            <a:spLocks/>
          </p:cNvSpPr>
          <p:nvPr/>
        </p:nvSpPr>
        <p:spPr bwMode="auto">
          <a:xfrm>
            <a:off x="8405813" y="5199064"/>
            <a:ext cx="114300" cy="193675"/>
          </a:xfrm>
          <a:custGeom>
            <a:avLst/>
            <a:gdLst>
              <a:gd name="T0" fmla="*/ 2147483646 w 72"/>
              <a:gd name="T1" fmla="*/ 2147483646 h 122"/>
              <a:gd name="T2" fmla="*/ 2147483646 w 72"/>
              <a:gd name="T3" fmla="*/ 2147483646 h 122"/>
              <a:gd name="T4" fmla="*/ 0 w 72"/>
              <a:gd name="T5" fmla="*/ 2147483646 h 122"/>
              <a:gd name="T6" fmla="*/ 0 w 72"/>
              <a:gd name="T7" fmla="*/ 0 h 122"/>
              <a:gd name="T8" fmla="*/ 2147483646 w 72"/>
              <a:gd name="T9" fmla="*/ 2147483646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2"/>
              <a:gd name="T16" fmla="*/ 0 h 122"/>
              <a:gd name="T17" fmla="*/ 72 w 72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2" h="122">
                <a:moveTo>
                  <a:pt x="36" y="8"/>
                </a:moveTo>
                <a:lnTo>
                  <a:pt x="72" y="16"/>
                </a:lnTo>
                <a:lnTo>
                  <a:pt x="0" y="122"/>
                </a:lnTo>
                <a:lnTo>
                  <a:pt x="0" y="0"/>
                </a:lnTo>
                <a:lnTo>
                  <a:pt x="36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73" name="Freeform 130">
            <a:extLst>
              <a:ext uri="{FF2B5EF4-FFF2-40B4-BE49-F238E27FC236}">
                <a16:creationId xmlns:a16="http://schemas.microsoft.com/office/drawing/2014/main" id="{101617E6-33DB-4E95-BCDC-5D8EA70C32A7}"/>
              </a:ext>
            </a:extLst>
          </p:cNvPr>
          <p:cNvSpPr>
            <a:spLocks/>
          </p:cNvSpPr>
          <p:nvPr/>
        </p:nvSpPr>
        <p:spPr bwMode="auto">
          <a:xfrm>
            <a:off x="8534400" y="2825750"/>
            <a:ext cx="114300" cy="311150"/>
          </a:xfrm>
          <a:custGeom>
            <a:avLst/>
            <a:gdLst>
              <a:gd name="T0" fmla="*/ 2147483646 w 72"/>
              <a:gd name="T1" fmla="*/ 0 h 196"/>
              <a:gd name="T2" fmla="*/ 0 w 72"/>
              <a:gd name="T3" fmla="*/ 2147483646 h 196"/>
              <a:gd name="T4" fmla="*/ 2147483646 w 72"/>
              <a:gd name="T5" fmla="*/ 2147483646 h 196"/>
              <a:gd name="T6" fmla="*/ 2147483646 w 72"/>
              <a:gd name="T7" fmla="*/ 2147483646 h 196"/>
              <a:gd name="T8" fmla="*/ 2147483646 w 72"/>
              <a:gd name="T9" fmla="*/ 2147483646 h 196"/>
              <a:gd name="T10" fmla="*/ 2147483646 w 72"/>
              <a:gd name="T11" fmla="*/ 2147483646 h 196"/>
              <a:gd name="T12" fmla="*/ 2147483646 w 72"/>
              <a:gd name="T13" fmla="*/ 0 h 19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2"/>
              <a:gd name="T22" fmla="*/ 0 h 196"/>
              <a:gd name="T23" fmla="*/ 72 w 72"/>
              <a:gd name="T24" fmla="*/ 196 h 19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2" h="196">
                <a:moveTo>
                  <a:pt x="18" y="0"/>
                </a:moveTo>
                <a:lnTo>
                  <a:pt x="0" y="8"/>
                </a:lnTo>
                <a:lnTo>
                  <a:pt x="54" y="196"/>
                </a:lnTo>
                <a:lnTo>
                  <a:pt x="54" y="188"/>
                </a:lnTo>
                <a:lnTo>
                  <a:pt x="72" y="188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74" name="Freeform 131">
            <a:extLst>
              <a:ext uri="{FF2B5EF4-FFF2-40B4-BE49-F238E27FC236}">
                <a16:creationId xmlns:a16="http://schemas.microsoft.com/office/drawing/2014/main" id="{94DBBC8C-2547-F424-1430-408540A255ED}"/>
              </a:ext>
            </a:extLst>
          </p:cNvPr>
          <p:cNvSpPr>
            <a:spLocks/>
          </p:cNvSpPr>
          <p:nvPr/>
        </p:nvSpPr>
        <p:spPr bwMode="auto">
          <a:xfrm>
            <a:off x="8620126" y="3124200"/>
            <a:ext cx="85725" cy="298450"/>
          </a:xfrm>
          <a:custGeom>
            <a:avLst/>
            <a:gdLst>
              <a:gd name="T0" fmla="*/ 2147483646 w 54"/>
              <a:gd name="T1" fmla="*/ 0 h 188"/>
              <a:gd name="T2" fmla="*/ 0 w 54"/>
              <a:gd name="T3" fmla="*/ 0 h 188"/>
              <a:gd name="T4" fmla="*/ 2147483646 w 54"/>
              <a:gd name="T5" fmla="*/ 2147483646 h 188"/>
              <a:gd name="T6" fmla="*/ 2147483646 w 54"/>
              <a:gd name="T7" fmla="*/ 2147483646 h 188"/>
              <a:gd name="T8" fmla="*/ 2147483646 w 54"/>
              <a:gd name="T9" fmla="*/ 2147483646 h 188"/>
              <a:gd name="T10" fmla="*/ 2147483646 w 54"/>
              <a:gd name="T11" fmla="*/ 2147483646 h 188"/>
              <a:gd name="T12" fmla="*/ 2147483646 w 54"/>
              <a:gd name="T13" fmla="*/ 0 h 1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54"/>
              <a:gd name="T22" fmla="*/ 0 h 188"/>
              <a:gd name="T23" fmla="*/ 54 w 54"/>
              <a:gd name="T24" fmla="*/ 188 h 1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54" h="188">
                <a:moveTo>
                  <a:pt x="18" y="0"/>
                </a:moveTo>
                <a:lnTo>
                  <a:pt x="0" y="0"/>
                </a:lnTo>
                <a:lnTo>
                  <a:pt x="36" y="188"/>
                </a:lnTo>
                <a:lnTo>
                  <a:pt x="54" y="188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75" name="Freeform 132">
            <a:extLst>
              <a:ext uri="{FF2B5EF4-FFF2-40B4-BE49-F238E27FC236}">
                <a16:creationId xmlns:a16="http://schemas.microsoft.com/office/drawing/2014/main" id="{3E96E7C1-1CD6-5DB2-605D-23C4339BB046}"/>
              </a:ext>
            </a:extLst>
          </p:cNvPr>
          <p:cNvSpPr>
            <a:spLocks/>
          </p:cNvSpPr>
          <p:nvPr/>
        </p:nvSpPr>
        <p:spPr bwMode="auto">
          <a:xfrm>
            <a:off x="8677276" y="3422651"/>
            <a:ext cx="42863" cy="595313"/>
          </a:xfrm>
          <a:custGeom>
            <a:avLst/>
            <a:gdLst>
              <a:gd name="T0" fmla="*/ 2147483646 w 27"/>
              <a:gd name="T1" fmla="*/ 0 h 375"/>
              <a:gd name="T2" fmla="*/ 0 w 27"/>
              <a:gd name="T3" fmla="*/ 0 h 375"/>
              <a:gd name="T4" fmla="*/ 2147483646 w 27"/>
              <a:gd name="T5" fmla="*/ 2147483646 h 375"/>
              <a:gd name="T6" fmla="*/ 2147483646 w 27"/>
              <a:gd name="T7" fmla="*/ 2147483646 h 375"/>
              <a:gd name="T8" fmla="*/ 2147483646 w 27"/>
              <a:gd name="T9" fmla="*/ 2147483646 h 375"/>
              <a:gd name="T10" fmla="*/ 2147483646 w 27"/>
              <a:gd name="T11" fmla="*/ 2147483646 h 375"/>
              <a:gd name="T12" fmla="*/ 2147483646 w 27"/>
              <a:gd name="T13" fmla="*/ 0 h 37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7"/>
              <a:gd name="T22" fmla="*/ 0 h 375"/>
              <a:gd name="T23" fmla="*/ 27 w 27"/>
              <a:gd name="T24" fmla="*/ 375 h 37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7" h="375">
                <a:moveTo>
                  <a:pt x="18" y="0"/>
                </a:moveTo>
                <a:lnTo>
                  <a:pt x="0" y="0"/>
                </a:lnTo>
                <a:lnTo>
                  <a:pt x="9" y="375"/>
                </a:lnTo>
                <a:lnTo>
                  <a:pt x="27" y="375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76" name="Freeform 133">
            <a:extLst>
              <a:ext uri="{FF2B5EF4-FFF2-40B4-BE49-F238E27FC236}">
                <a16:creationId xmlns:a16="http://schemas.microsoft.com/office/drawing/2014/main" id="{6D1C94C1-A01B-5EE7-9570-3AA0523F67EB}"/>
              </a:ext>
            </a:extLst>
          </p:cNvPr>
          <p:cNvSpPr>
            <a:spLocks/>
          </p:cNvSpPr>
          <p:nvPr/>
        </p:nvSpPr>
        <p:spPr bwMode="auto">
          <a:xfrm>
            <a:off x="8620126" y="4017963"/>
            <a:ext cx="100013" cy="609600"/>
          </a:xfrm>
          <a:custGeom>
            <a:avLst/>
            <a:gdLst>
              <a:gd name="T0" fmla="*/ 2147483646 w 63"/>
              <a:gd name="T1" fmla="*/ 0 h 384"/>
              <a:gd name="T2" fmla="*/ 2147483646 w 63"/>
              <a:gd name="T3" fmla="*/ 0 h 384"/>
              <a:gd name="T4" fmla="*/ 0 w 63"/>
              <a:gd name="T5" fmla="*/ 2147483646 h 384"/>
              <a:gd name="T6" fmla="*/ 0 w 63"/>
              <a:gd name="T7" fmla="*/ 2147483646 h 384"/>
              <a:gd name="T8" fmla="*/ 2147483646 w 63"/>
              <a:gd name="T9" fmla="*/ 2147483646 h 384"/>
              <a:gd name="T10" fmla="*/ 2147483646 w 63"/>
              <a:gd name="T11" fmla="*/ 2147483646 h 384"/>
              <a:gd name="T12" fmla="*/ 2147483646 w 63"/>
              <a:gd name="T13" fmla="*/ 0 h 38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3"/>
              <a:gd name="T22" fmla="*/ 0 h 384"/>
              <a:gd name="T23" fmla="*/ 63 w 63"/>
              <a:gd name="T24" fmla="*/ 384 h 38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3" h="384">
                <a:moveTo>
                  <a:pt x="63" y="0"/>
                </a:moveTo>
                <a:lnTo>
                  <a:pt x="45" y="0"/>
                </a:lnTo>
                <a:lnTo>
                  <a:pt x="0" y="376"/>
                </a:lnTo>
                <a:lnTo>
                  <a:pt x="18" y="384"/>
                </a:lnTo>
                <a:lnTo>
                  <a:pt x="18" y="376"/>
                </a:lnTo>
                <a:lnTo>
                  <a:pt x="6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77" name="Freeform 134">
            <a:extLst>
              <a:ext uri="{FF2B5EF4-FFF2-40B4-BE49-F238E27FC236}">
                <a16:creationId xmlns:a16="http://schemas.microsoft.com/office/drawing/2014/main" id="{189D1083-E5D0-CB39-A61E-682205B7C1EE}"/>
              </a:ext>
            </a:extLst>
          </p:cNvPr>
          <p:cNvSpPr>
            <a:spLocks/>
          </p:cNvSpPr>
          <p:nvPr/>
        </p:nvSpPr>
        <p:spPr bwMode="auto">
          <a:xfrm>
            <a:off x="8448676" y="4614863"/>
            <a:ext cx="200025" cy="596900"/>
          </a:xfrm>
          <a:custGeom>
            <a:avLst/>
            <a:gdLst>
              <a:gd name="T0" fmla="*/ 2147483646 w 126"/>
              <a:gd name="T1" fmla="*/ 2147483646 h 376"/>
              <a:gd name="T2" fmla="*/ 2147483646 w 126"/>
              <a:gd name="T3" fmla="*/ 0 h 376"/>
              <a:gd name="T4" fmla="*/ 0 w 126"/>
              <a:gd name="T5" fmla="*/ 2147483646 h 376"/>
              <a:gd name="T6" fmla="*/ 2147483646 w 126"/>
              <a:gd name="T7" fmla="*/ 2147483646 h 376"/>
              <a:gd name="T8" fmla="*/ 2147483646 w 126"/>
              <a:gd name="T9" fmla="*/ 2147483646 h 37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6"/>
              <a:gd name="T16" fmla="*/ 0 h 376"/>
              <a:gd name="T17" fmla="*/ 126 w 126"/>
              <a:gd name="T18" fmla="*/ 376 h 37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6" h="376">
                <a:moveTo>
                  <a:pt x="126" y="8"/>
                </a:moveTo>
                <a:lnTo>
                  <a:pt x="108" y="0"/>
                </a:lnTo>
                <a:lnTo>
                  <a:pt x="0" y="368"/>
                </a:lnTo>
                <a:lnTo>
                  <a:pt x="18" y="376"/>
                </a:lnTo>
                <a:lnTo>
                  <a:pt x="126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78" name="Oval 135">
            <a:extLst>
              <a:ext uri="{FF2B5EF4-FFF2-40B4-BE49-F238E27FC236}">
                <a16:creationId xmlns:a16="http://schemas.microsoft.com/office/drawing/2014/main" id="{C09E9282-5561-3D91-9C6B-28D36B76BA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8638" y="2592389"/>
            <a:ext cx="800100" cy="43973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1879" name="Oval 136">
            <a:extLst>
              <a:ext uri="{FF2B5EF4-FFF2-40B4-BE49-F238E27FC236}">
                <a16:creationId xmlns:a16="http://schemas.microsoft.com/office/drawing/2014/main" id="{4FD7E059-6C4F-A796-09BD-51DC9C531A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8638" y="2593976"/>
            <a:ext cx="800100" cy="436563"/>
          </a:xfrm>
          <a:prstGeom prst="ellips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1880" name="Rectangle 137">
            <a:extLst>
              <a:ext uri="{FF2B5EF4-FFF2-40B4-BE49-F238E27FC236}">
                <a16:creationId xmlns:a16="http://schemas.microsoft.com/office/drawing/2014/main" id="{EE72D74F-2FE4-A9DF-0F9B-960353E1F1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0089" y="2708275"/>
            <a:ext cx="407163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00">
                <a:solidFill>
                  <a:srgbClr val="0000FF"/>
                </a:solidFill>
                <a:latin typeface="Times New Roman" panose="02020603050405020304" pitchFamily="18" charset="0"/>
              </a:rPr>
              <a:t>JFK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1881" name="Freeform 138">
            <a:extLst>
              <a:ext uri="{FF2B5EF4-FFF2-40B4-BE49-F238E27FC236}">
                <a16:creationId xmlns:a16="http://schemas.microsoft.com/office/drawing/2014/main" id="{281EEF14-ED75-16E8-DDBE-92E609BFA5E0}"/>
              </a:ext>
            </a:extLst>
          </p:cNvPr>
          <p:cNvSpPr>
            <a:spLocks/>
          </p:cNvSpPr>
          <p:nvPr/>
        </p:nvSpPr>
        <p:spPr bwMode="auto">
          <a:xfrm>
            <a:off x="5948364" y="4964114"/>
            <a:ext cx="28575" cy="26987"/>
          </a:xfrm>
          <a:custGeom>
            <a:avLst/>
            <a:gdLst>
              <a:gd name="T0" fmla="*/ 2147483646 w 18"/>
              <a:gd name="T1" fmla="*/ 0 h 17"/>
              <a:gd name="T2" fmla="*/ 0 w 18"/>
              <a:gd name="T3" fmla="*/ 2147483646 h 17"/>
              <a:gd name="T4" fmla="*/ 2147483646 w 18"/>
              <a:gd name="T5" fmla="*/ 2147483646 h 17"/>
              <a:gd name="T6" fmla="*/ 2147483646 w 18"/>
              <a:gd name="T7" fmla="*/ 2147483646 h 17"/>
              <a:gd name="T8" fmla="*/ 2147483646 w 18"/>
              <a:gd name="T9" fmla="*/ 2147483646 h 17"/>
              <a:gd name="T10" fmla="*/ 2147483646 w 18"/>
              <a:gd name="T11" fmla="*/ 2147483646 h 17"/>
              <a:gd name="T12" fmla="*/ 2147483646 w 18"/>
              <a:gd name="T13" fmla="*/ 0 h 17"/>
              <a:gd name="T14" fmla="*/ 2147483646 w 18"/>
              <a:gd name="T15" fmla="*/ 0 h 17"/>
              <a:gd name="T16" fmla="*/ 2147483646 w 18"/>
              <a:gd name="T17" fmla="*/ 0 h 17"/>
              <a:gd name="T18" fmla="*/ 2147483646 w 18"/>
              <a:gd name="T19" fmla="*/ 0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7"/>
              <a:gd name="T32" fmla="*/ 18 w 18"/>
              <a:gd name="T33" fmla="*/ 17 h 17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7">
                <a:moveTo>
                  <a:pt x="9" y="0"/>
                </a:moveTo>
                <a:lnTo>
                  <a:pt x="0" y="9"/>
                </a:lnTo>
                <a:lnTo>
                  <a:pt x="9" y="9"/>
                </a:lnTo>
                <a:lnTo>
                  <a:pt x="9" y="17"/>
                </a:lnTo>
                <a:lnTo>
                  <a:pt x="18" y="9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82" name="Freeform 139">
            <a:extLst>
              <a:ext uri="{FF2B5EF4-FFF2-40B4-BE49-F238E27FC236}">
                <a16:creationId xmlns:a16="http://schemas.microsoft.com/office/drawing/2014/main" id="{9E2A4895-50A3-314E-D130-08D1A6CC303B}"/>
              </a:ext>
            </a:extLst>
          </p:cNvPr>
          <p:cNvSpPr>
            <a:spLocks/>
          </p:cNvSpPr>
          <p:nvPr/>
        </p:nvSpPr>
        <p:spPr bwMode="auto">
          <a:xfrm>
            <a:off x="5819775" y="4822826"/>
            <a:ext cx="185738" cy="180975"/>
          </a:xfrm>
          <a:custGeom>
            <a:avLst/>
            <a:gdLst>
              <a:gd name="T0" fmla="*/ 2147483646 w 117"/>
              <a:gd name="T1" fmla="*/ 2147483646 h 114"/>
              <a:gd name="T2" fmla="*/ 2147483646 w 117"/>
              <a:gd name="T3" fmla="*/ 2147483646 h 114"/>
              <a:gd name="T4" fmla="*/ 0 w 117"/>
              <a:gd name="T5" fmla="*/ 0 h 114"/>
              <a:gd name="T6" fmla="*/ 2147483646 w 117"/>
              <a:gd name="T7" fmla="*/ 2147483646 h 114"/>
              <a:gd name="T8" fmla="*/ 2147483646 w 117"/>
              <a:gd name="T9" fmla="*/ 2147483646 h 11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"/>
              <a:gd name="T16" fmla="*/ 0 h 114"/>
              <a:gd name="T17" fmla="*/ 117 w 117"/>
              <a:gd name="T18" fmla="*/ 114 h 11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" h="114">
                <a:moveTo>
                  <a:pt x="90" y="89"/>
                </a:moveTo>
                <a:lnTo>
                  <a:pt x="63" y="114"/>
                </a:lnTo>
                <a:lnTo>
                  <a:pt x="0" y="0"/>
                </a:lnTo>
                <a:lnTo>
                  <a:pt x="117" y="73"/>
                </a:lnTo>
                <a:lnTo>
                  <a:pt x="90" y="89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83" name="Freeform 140">
            <a:extLst>
              <a:ext uri="{FF2B5EF4-FFF2-40B4-BE49-F238E27FC236}">
                <a16:creationId xmlns:a16="http://schemas.microsoft.com/office/drawing/2014/main" id="{63CB5835-D278-BD39-D68E-ED575FCE5EC5}"/>
              </a:ext>
            </a:extLst>
          </p:cNvPr>
          <p:cNvSpPr>
            <a:spLocks/>
          </p:cNvSpPr>
          <p:nvPr/>
        </p:nvSpPr>
        <p:spPr bwMode="auto">
          <a:xfrm>
            <a:off x="5819775" y="4822826"/>
            <a:ext cx="185738" cy="180975"/>
          </a:xfrm>
          <a:custGeom>
            <a:avLst/>
            <a:gdLst>
              <a:gd name="T0" fmla="*/ 2147483646 w 117"/>
              <a:gd name="T1" fmla="*/ 2147483646 h 114"/>
              <a:gd name="T2" fmla="*/ 2147483646 w 117"/>
              <a:gd name="T3" fmla="*/ 2147483646 h 114"/>
              <a:gd name="T4" fmla="*/ 0 w 117"/>
              <a:gd name="T5" fmla="*/ 0 h 114"/>
              <a:gd name="T6" fmla="*/ 2147483646 w 117"/>
              <a:gd name="T7" fmla="*/ 2147483646 h 114"/>
              <a:gd name="T8" fmla="*/ 2147483646 w 117"/>
              <a:gd name="T9" fmla="*/ 2147483646 h 11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"/>
              <a:gd name="T16" fmla="*/ 0 h 114"/>
              <a:gd name="T17" fmla="*/ 117 w 117"/>
              <a:gd name="T18" fmla="*/ 114 h 11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" h="114">
                <a:moveTo>
                  <a:pt x="90" y="89"/>
                </a:moveTo>
                <a:lnTo>
                  <a:pt x="63" y="114"/>
                </a:lnTo>
                <a:lnTo>
                  <a:pt x="0" y="0"/>
                </a:lnTo>
                <a:lnTo>
                  <a:pt x="117" y="73"/>
                </a:lnTo>
                <a:lnTo>
                  <a:pt x="90" y="8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84" name="Freeform 141">
            <a:extLst>
              <a:ext uri="{FF2B5EF4-FFF2-40B4-BE49-F238E27FC236}">
                <a16:creationId xmlns:a16="http://schemas.microsoft.com/office/drawing/2014/main" id="{5F3AF349-487B-5C59-5564-3FC1904B37AD}"/>
              </a:ext>
            </a:extLst>
          </p:cNvPr>
          <p:cNvSpPr>
            <a:spLocks/>
          </p:cNvSpPr>
          <p:nvPr/>
        </p:nvSpPr>
        <p:spPr bwMode="auto">
          <a:xfrm>
            <a:off x="8034339" y="5626100"/>
            <a:ext cx="357187" cy="65088"/>
          </a:xfrm>
          <a:custGeom>
            <a:avLst/>
            <a:gdLst>
              <a:gd name="T0" fmla="*/ 2147483646 w 225"/>
              <a:gd name="T1" fmla="*/ 2147483646 h 41"/>
              <a:gd name="T2" fmla="*/ 2147483646 w 225"/>
              <a:gd name="T3" fmla="*/ 0 h 41"/>
              <a:gd name="T4" fmla="*/ 0 w 225"/>
              <a:gd name="T5" fmla="*/ 2147483646 h 41"/>
              <a:gd name="T6" fmla="*/ 0 w 225"/>
              <a:gd name="T7" fmla="*/ 2147483646 h 41"/>
              <a:gd name="T8" fmla="*/ 0 w 225"/>
              <a:gd name="T9" fmla="*/ 2147483646 h 41"/>
              <a:gd name="T10" fmla="*/ 0 w 225"/>
              <a:gd name="T11" fmla="*/ 2147483646 h 41"/>
              <a:gd name="T12" fmla="*/ 2147483646 w 225"/>
              <a:gd name="T13" fmla="*/ 2147483646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41"/>
              <a:gd name="T23" fmla="*/ 225 w 225"/>
              <a:gd name="T24" fmla="*/ 41 h 4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41">
                <a:moveTo>
                  <a:pt x="225" y="16"/>
                </a:moveTo>
                <a:lnTo>
                  <a:pt x="225" y="0"/>
                </a:lnTo>
                <a:lnTo>
                  <a:pt x="0" y="25"/>
                </a:lnTo>
                <a:lnTo>
                  <a:pt x="0" y="41"/>
                </a:lnTo>
                <a:lnTo>
                  <a:pt x="22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85" name="Freeform 142">
            <a:extLst>
              <a:ext uri="{FF2B5EF4-FFF2-40B4-BE49-F238E27FC236}">
                <a16:creationId xmlns:a16="http://schemas.microsoft.com/office/drawing/2014/main" id="{AA079B47-3E29-5151-B8E4-8D8F4D96DE15}"/>
              </a:ext>
            </a:extLst>
          </p:cNvPr>
          <p:cNvSpPr>
            <a:spLocks/>
          </p:cNvSpPr>
          <p:nvPr/>
        </p:nvSpPr>
        <p:spPr bwMode="auto">
          <a:xfrm>
            <a:off x="7677150" y="5665788"/>
            <a:ext cx="357188" cy="25400"/>
          </a:xfrm>
          <a:custGeom>
            <a:avLst/>
            <a:gdLst>
              <a:gd name="T0" fmla="*/ 2147483646 w 225"/>
              <a:gd name="T1" fmla="*/ 2147483646 h 16"/>
              <a:gd name="T2" fmla="*/ 2147483646 w 225"/>
              <a:gd name="T3" fmla="*/ 0 h 16"/>
              <a:gd name="T4" fmla="*/ 0 w 225"/>
              <a:gd name="T5" fmla="*/ 0 h 16"/>
              <a:gd name="T6" fmla="*/ 0 w 225"/>
              <a:gd name="T7" fmla="*/ 0 h 16"/>
              <a:gd name="T8" fmla="*/ 0 w 225"/>
              <a:gd name="T9" fmla="*/ 2147483646 h 16"/>
              <a:gd name="T10" fmla="*/ 0 w 225"/>
              <a:gd name="T11" fmla="*/ 2147483646 h 16"/>
              <a:gd name="T12" fmla="*/ 2147483646 w 225"/>
              <a:gd name="T13" fmla="*/ 2147483646 h 1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16"/>
              <a:gd name="T23" fmla="*/ 225 w 225"/>
              <a:gd name="T24" fmla="*/ 16 h 1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16">
                <a:moveTo>
                  <a:pt x="225" y="16"/>
                </a:moveTo>
                <a:lnTo>
                  <a:pt x="225" y="0"/>
                </a:lnTo>
                <a:lnTo>
                  <a:pt x="0" y="0"/>
                </a:lnTo>
                <a:lnTo>
                  <a:pt x="0" y="16"/>
                </a:lnTo>
                <a:lnTo>
                  <a:pt x="22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86" name="Freeform 143">
            <a:extLst>
              <a:ext uri="{FF2B5EF4-FFF2-40B4-BE49-F238E27FC236}">
                <a16:creationId xmlns:a16="http://schemas.microsoft.com/office/drawing/2014/main" id="{CC17FD0A-92A8-3292-2019-E45FB77E1657}"/>
              </a:ext>
            </a:extLst>
          </p:cNvPr>
          <p:cNvSpPr>
            <a:spLocks/>
          </p:cNvSpPr>
          <p:nvPr/>
        </p:nvSpPr>
        <p:spPr bwMode="auto">
          <a:xfrm>
            <a:off x="7334250" y="5626100"/>
            <a:ext cx="342900" cy="65088"/>
          </a:xfrm>
          <a:custGeom>
            <a:avLst/>
            <a:gdLst>
              <a:gd name="T0" fmla="*/ 2147483646 w 216"/>
              <a:gd name="T1" fmla="*/ 2147483646 h 41"/>
              <a:gd name="T2" fmla="*/ 2147483646 w 216"/>
              <a:gd name="T3" fmla="*/ 2147483646 h 41"/>
              <a:gd name="T4" fmla="*/ 0 w 216"/>
              <a:gd name="T5" fmla="*/ 0 h 41"/>
              <a:gd name="T6" fmla="*/ 0 w 216"/>
              <a:gd name="T7" fmla="*/ 0 h 41"/>
              <a:gd name="T8" fmla="*/ 0 w 216"/>
              <a:gd name="T9" fmla="*/ 2147483646 h 41"/>
              <a:gd name="T10" fmla="*/ 0 w 216"/>
              <a:gd name="T11" fmla="*/ 2147483646 h 41"/>
              <a:gd name="T12" fmla="*/ 2147483646 w 216"/>
              <a:gd name="T13" fmla="*/ 2147483646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41"/>
              <a:gd name="T23" fmla="*/ 216 w 216"/>
              <a:gd name="T24" fmla="*/ 41 h 4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41">
                <a:moveTo>
                  <a:pt x="216" y="41"/>
                </a:moveTo>
                <a:lnTo>
                  <a:pt x="216" y="25"/>
                </a:lnTo>
                <a:lnTo>
                  <a:pt x="0" y="0"/>
                </a:lnTo>
                <a:lnTo>
                  <a:pt x="0" y="16"/>
                </a:lnTo>
                <a:lnTo>
                  <a:pt x="216" y="4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87" name="Freeform 144">
            <a:extLst>
              <a:ext uri="{FF2B5EF4-FFF2-40B4-BE49-F238E27FC236}">
                <a16:creationId xmlns:a16="http://schemas.microsoft.com/office/drawing/2014/main" id="{2538DC2C-A42A-9D03-9493-604E2C9394D6}"/>
              </a:ext>
            </a:extLst>
          </p:cNvPr>
          <p:cNvSpPr>
            <a:spLocks/>
          </p:cNvSpPr>
          <p:nvPr/>
        </p:nvSpPr>
        <p:spPr bwMode="auto">
          <a:xfrm>
            <a:off x="7005638" y="5561014"/>
            <a:ext cx="328612" cy="90487"/>
          </a:xfrm>
          <a:custGeom>
            <a:avLst/>
            <a:gdLst>
              <a:gd name="T0" fmla="*/ 2147483646 w 207"/>
              <a:gd name="T1" fmla="*/ 2147483646 h 57"/>
              <a:gd name="T2" fmla="*/ 2147483646 w 207"/>
              <a:gd name="T3" fmla="*/ 2147483646 h 57"/>
              <a:gd name="T4" fmla="*/ 0 w 207"/>
              <a:gd name="T5" fmla="*/ 0 h 57"/>
              <a:gd name="T6" fmla="*/ 2147483646 w 207"/>
              <a:gd name="T7" fmla="*/ 0 h 57"/>
              <a:gd name="T8" fmla="*/ 0 w 207"/>
              <a:gd name="T9" fmla="*/ 2147483646 h 57"/>
              <a:gd name="T10" fmla="*/ 0 w 207"/>
              <a:gd name="T11" fmla="*/ 2147483646 h 57"/>
              <a:gd name="T12" fmla="*/ 2147483646 w 207"/>
              <a:gd name="T13" fmla="*/ 2147483646 h 5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07"/>
              <a:gd name="T22" fmla="*/ 0 h 57"/>
              <a:gd name="T23" fmla="*/ 207 w 207"/>
              <a:gd name="T24" fmla="*/ 57 h 5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07" h="57">
                <a:moveTo>
                  <a:pt x="207" y="57"/>
                </a:moveTo>
                <a:lnTo>
                  <a:pt x="207" y="41"/>
                </a:lnTo>
                <a:lnTo>
                  <a:pt x="0" y="0"/>
                </a:lnTo>
                <a:lnTo>
                  <a:pt x="9" y="0"/>
                </a:lnTo>
                <a:lnTo>
                  <a:pt x="0" y="17"/>
                </a:lnTo>
                <a:lnTo>
                  <a:pt x="207" y="5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88" name="Freeform 145">
            <a:extLst>
              <a:ext uri="{FF2B5EF4-FFF2-40B4-BE49-F238E27FC236}">
                <a16:creationId xmlns:a16="http://schemas.microsoft.com/office/drawing/2014/main" id="{E56C0968-C882-47EA-7BA9-CE989DA9CA89}"/>
              </a:ext>
            </a:extLst>
          </p:cNvPr>
          <p:cNvSpPr>
            <a:spLocks/>
          </p:cNvSpPr>
          <p:nvPr/>
        </p:nvSpPr>
        <p:spPr bwMode="auto">
          <a:xfrm>
            <a:off x="6705601" y="5457826"/>
            <a:ext cx="314325" cy="130175"/>
          </a:xfrm>
          <a:custGeom>
            <a:avLst/>
            <a:gdLst>
              <a:gd name="T0" fmla="*/ 2147483646 w 198"/>
              <a:gd name="T1" fmla="*/ 2147483646 h 82"/>
              <a:gd name="T2" fmla="*/ 2147483646 w 198"/>
              <a:gd name="T3" fmla="*/ 2147483646 h 82"/>
              <a:gd name="T4" fmla="*/ 2147483646 w 198"/>
              <a:gd name="T5" fmla="*/ 0 h 82"/>
              <a:gd name="T6" fmla="*/ 2147483646 w 198"/>
              <a:gd name="T7" fmla="*/ 0 h 82"/>
              <a:gd name="T8" fmla="*/ 0 w 198"/>
              <a:gd name="T9" fmla="*/ 2147483646 h 82"/>
              <a:gd name="T10" fmla="*/ 0 w 198"/>
              <a:gd name="T11" fmla="*/ 2147483646 h 82"/>
              <a:gd name="T12" fmla="*/ 2147483646 w 198"/>
              <a:gd name="T13" fmla="*/ 2147483646 h 8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98"/>
              <a:gd name="T22" fmla="*/ 0 h 82"/>
              <a:gd name="T23" fmla="*/ 198 w 198"/>
              <a:gd name="T24" fmla="*/ 82 h 8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98" h="82">
                <a:moveTo>
                  <a:pt x="189" y="82"/>
                </a:moveTo>
                <a:lnTo>
                  <a:pt x="198" y="65"/>
                </a:lnTo>
                <a:lnTo>
                  <a:pt x="9" y="0"/>
                </a:lnTo>
                <a:lnTo>
                  <a:pt x="0" y="16"/>
                </a:lnTo>
                <a:lnTo>
                  <a:pt x="189" y="8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89" name="Freeform 146">
            <a:extLst>
              <a:ext uri="{FF2B5EF4-FFF2-40B4-BE49-F238E27FC236}">
                <a16:creationId xmlns:a16="http://schemas.microsoft.com/office/drawing/2014/main" id="{E9EDCD05-6A1A-F470-4F70-D01E8FA34B9A}"/>
              </a:ext>
            </a:extLst>
          </p:cNvPr>
          <p:cNvSpPr>
            <a:spLocks/>
          </p:cNvSpPr>
          <p:nvPr/>
        </p:nvSpPr>
        <p:spPr bwMode="auto">
          <a:xfrm>
            <a:off x="6419850" y="5327651"/>
            <a:ext cx="300038" cy="155575"/>
          </a:xfrm>
          <a:custGeom>
            <a:avLst/>
            <a:gdLst>
              <a:gd name="T0" fmla="*/ 2147483646 w 189"/>
              <a:gd name="T1" fmla="*/ 2147483646 h 98"/>
              <a:gd name="T2" fmla="*/ 2147483646 w 189"/>
              <a:gd name="T3" fmla="*/ 2147483646 h 98"/>
              <a:gd name="T4" fmla="*/ 2147483646 w 189"/>
              <a:gd name="T5" fmla="*/ 0 h 98"/>
              <a:gd name="T6" fmla="*/ 2147483646 w 189"/>
              <a:gd name="T7" fmla="*/ 0 h 98"/>
              <a:gd name="T8" fmla="*/ 0 w 189"/>
              <a:gd name="T9" fmla="*/ 2147483646 h 98"/>
              <a:gd name="T10" fmla="*/ 0 w 189"/>
              <a:gd name="T11" fmla="*/ 2147483646 h 98"/>
              <a:gd name="T12" fmla="*/ 2147483646 w 189"/>
              <a:gd name="T13" fmla="*/ 2147483646 h 9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98"/>
              <a:gd name="T23" fmla="*/ 189 w 189"/>
              <a:gd name="T24" fmla="*/ 98 h 9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98">
                <a:moveTo>
                  <a:pt x="180" y="98"/>
                </a:moveTo>
                <a:lnTo>
                  <a:pt x="189" y="82"/>
                </a:lnTo>
                <a:lnTo>
                  <a:pt x="9" y="0"/>
                </a:lnTo>
                <a:lnTo>
                  <a:pt x="0" y="17"/>
                </a:lnTo>
                <a:lnTo>
                  <a:pt x="180" y="9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90" name="Freeform 147">
            <a:extLst>
              <a:ext uri="{FF2B5EF4-FFF2-40B4-BE49-F238E27FC236}">
                <a16:creationId xmlns:a16="http://schemas.microsoft.com/office/drawing/2014/main" id="{6E1DECB4-90CD-7AB7-E1E6-062F167CDB05}"/>
              </a:ext>
            </a:extLst>
          </p:cNvPr>
          <p:cNvSpPr>
            <a:spLocks/>
          </p:cNvSpPr>
          <p:nvPr/>
        </p:nvSpPr>
        <p:spPr bwMode="auto">
          <a:xfrm>
            <a:off x="6162676" y="5159376"/>
            <a:ext cx="271463" cy="195263"/>
          </a:xfrm>
          <a:custGeom>
            <a:avLst/>
            <a:gdLst>
              <a:gd name="T0" fmla="*/ 2147483646 w 171"/>
              <a:gd name="T1" fmla="*/ 2147483646 h 123"/>
              <a:gd name="T2" fmla="*/ 2147483646 w 171"/>
              <a:gd name="T3" fmla="*/ 2147483646 h 123"/>
              <a:gd name="T4" fmla="*/ 2147483646 w 171"/>
              <a:gd name="T5" fmla="*/ 0 h 123"/>
              <a:gd name="T6" fmla="*/ 2147483646 w 171"/>
              <a:gd name="T7" fmla="*/ 2147483646 h 123"/>
              <a:gd name="T8" fmla="*/ 0 w 171"/>
              <a:gd name="T9" fmla="*/ 2147483646 h 123"/>
              <a:gd name="T10" fmla="*/ 2147483646 w 171"/>
              <a:gd name="T11" fmla="*/ 2147483646 h 123"/>
              <a:gd name="T12" fmla="*/ 2147483646 w 171"/>
              <a:gd name="T13" fmla="*/ 2147483646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71"/>
              <a:gd name="T22" fmla="*/ 0 h 123"/>
              <a:gd name="T23" fmla="*/ 171 w 171"/>
              <a:gd name="T24" fmla="*/ 123 h 12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71" h="123">
                <a:moveTo>
                  <a:pt x="162" y="123"/>
                </a:moveTo>
                <a:lnTo>
                  <a:pt x="171" y="106"/>
                </a:lnTo>
                <a:lnTo>
                  <a:pt x="18" y="0"/>
                </a:lnTo>
                <a:lnTo>
                  <a:pt x="18" y="8"/>
                </a:lnTo>
                <a:lnTo>
                  <a:pt x="0" y="16"/>
                </a:lnTo>
                <a:lnTo>
                  <a:pt x="9" y="16"/>
                </a:lnTo>
                <a:lnTo>
                  <a:pt x="162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91" name="Freeform 148">
            <a:extLst>
              <a:ext uri="{FF2B5EF4-FFF2-40B4-BE49-F238E27FC236}">
                <a16:creationId xmlns:a16="http://schemas.microsoft.com/office/drawing/2014/main" id="{2E434632-9846-CBB1-083D-684E2E8023FA}"/>
              </a:ext>
            </a:extLst>
          </p:cNvPr>
          <p:cNvSpPr>
            <a:spLocks/>
          </p:cNvSpPr>
          <p:nvPr/>
        </p:nvSpPr>
        <p:spPr bwMode="auto">
          <a:xfrm>
            <a:off x="5948364" y="4964113"/>
            <a:ext cx="242887" cy="220662"/>
          </a:xfrm>
          <a:custGeom>
            <a:avLst/>
            <a:gdLst>
              <a:gd name="T0" fmla="*/ 2147483646 w 153"/>
              <a:gd name="T1" fmla="*/ 2147483646 h 139"/>
              <a:gd name="T2" fmla="*/ 2147483646 w 153"/>
              <a:gd name="T3" fmla="*/ 2147483646 h 139"/>
              <a:gd name="T4" fmla="*/ 2147483646 w 153"/>
              <a:gd name="T5" fmla="*/ 0 h 139"/>
              <a:gd name="T6" fmla="*/ 0 w 153"/>
              <a:gd name="T7" fmla="*/ 2147483646 h 139"/>
              <a:gd name="T8" fmla="*/ 2147483646 w 153"/>
              <a:gd name="T9" fmla="*/ 2147483646 h 13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"/>
              <a:gd name="T16" fmla="*/ 0 h 139"/>
              <a:gd name="T17" fmla="*/ 153 w 153"/>
              <a:gd name="T18" fmla="*/ 139 h 13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" h="139">
                <a:moveTo>
                  <a:pt x="135" y="139"/>
                </a:moveTo>
                <a:lnTo>
                  <a:pt x="153" y="131"/>
                </a:lnTo>
                <a:lnTo>
                  <a:pt x="18" y="0"/>
                </a:lnTo>
                <a:lnTo>
                  <a:pt x="0" y="9"/>
                </a:lnTo>
                <a:lnTo>
                  <a:pt x="135" y="13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92" name="Oval 149">
            <a:extLst>
              <a:ext uri="{FF2B5EF4-FFF2-40B4-BE49-F238E27FC236}">
                <a16:creationId xmlns:a16="http://schemas.microsoft.com/office/drawing/2014/main" id="{A67716E5-A5D5-042B-4678-1026D8F6A2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4425" y="1503364"/>
            <a:ext cx="800100" cy="43973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1893" name="Oval 150">
            <a:extLst>
              <a:ext uri="{FF2B5EF4-FFF2-40B4-BE49-F238E27FC236}">
                <a16:creationId xmlns:a16="http://schemas.microsoft.com/office/drawing/2014/main" id="{E6128BA1-BFFF-9963-2378-DB9FD9A428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4425" y="1504951"/>
            <a:ext cx="800100" cy="436563"/>
          </a:xfrm>
          <a:prstGeom prst="ellips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1894" name="Rectangle 151">
            <a:extLst>
              <a:ext uri="{FF2B5EF4-FFF2-40B4-BE49-F238E27FC236}">
                <a16:creationId xmlns:a16="http://schemas.microsoft.com/office/drawing/2014/main" id="{FF4EAC3E-2DCA-8C06-5C57-1DE09DF760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7301" y="1619250"/>
            <a:ext cx="474489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00">
                <a:solidFill>
                  <a:srgbClr val="0000FF"/>
                </a:solidFill>
                <a:latin typeface="Times New Roman" panose="02020603050405020304" pitchFamily="18" charset="0"/>
              </a:rPr>
              <a:t>BOS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1895" name="Oval 152">
            <a:extLst>
              <a:ext uri="{FF2B5EF4-FFF2-40B4-BE49-F238E27FC236}">
                <a16:creationId xmlns:a16="http://schemas.microsoft.com/office/drawing/2014/main" id="{8FC9241F-1A06-496A-23E0-60F4BBDE7B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1475" y="5418139"/>
            <a:ext cx="800100" cy="4413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1896" name="Oval 153">
            <a:extLst>
              <a:ext uri="{FF2B5EF4-FFF2-40B4-BE49-F238E27FC236}">
                <a16:creationId xmlns:a16="http://schemas.microsoft.com/office/drawing/2014/main" id="{8FFD1B76-2267-7836-8A99-5911649B85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1475" y="5421314"/>
            <a:ext cx="800100" cy="434975"/>
          </a:xfrm>
          <a:prstGeom prst="ellips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1897" name="Rectangle 154">
            <a:extLst>
              <a:ext uri="{FF2B5EF4-FFF2-40B4-BE49-F238E27FC236}">
                <a16:creationId xmlns:a16="http://schemas.microsoft.com/office/drawing/2014/main" id="{6972BFE1-7DF4-CEBE-17DF-9E24D4FC69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34351" y="5521325"/>
            <a:ext cx="474489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00">
                <a:solidFill>
                  <a:srgbClr val="0000FF"/>
                </a:solidFill>
                <a:latin typeface="Times New Roman" panose="02020603050405020304" pitchFamily="18" charset="0"/>
              </a:rPr>
              <a:t>MIA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1898" name="Oval 155">
            <a:extLst>
              <a:ext uri="{FF2B5EF4-FFF2-40B4-BE49-F238E27FC236}">
                <a16:creationId xmlns:a16="http://schemas.microsoft.com/office/drawing/2014/main" id="{982B38A7-7976-A742-9F82-9D23021438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6950" y="2085976"/>
            <a:ext cx="800100" cy="4413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1899" name="Oval 156">
            <a:extLst>
              <a:ext uri="{FF2B5EF4-FFF2-40B4-BE49-F238E27FC236}">
                <a16:creationId xmlns:a16="http://schemas.microsoft.com/office/drawing/2014/main" id="{E7D17C2B-CA1D-CFEA-E72E-BEE832B904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6950" y="2089151"/>
            <a:ext cx="800100" cy="434975"/>
          </a:xfrm>
          <a:prstGeom prst="ellips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1900" name="Rectangle 157">
            <a:extLst>
              <a:ext uri="{FF2B5EF4-FFF2-40B4-BE49-F238E27FC236}">
                <a16:creationId xmlns:a16="http://schemas.microsoft.com/office/drawing/2014/main" id="{04C7B46D-EAAE-C4E1-873D-E261A9415E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1250" y="2201863"/>
            <a:ext cx="514564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00">
                <a:solidFill>
                  <a:srgbClr val="0000FF"/>
                </a:solidFill>
                <a:latin typeface="Times New Roman" panose="02020603050405020304" pitchFamily="18" charset="0"/>
              </a:rPr>
              <a:t>ORD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1901" name="Oval 158">
            <a:extLst>
              <a:ext uri="{FF2B5EF4-FFF2-40B4-BE49-F238E27FC236}">
                <a16:creationId xmlns:a16="http://schemas.microsoft.com/office/drawing/2014/main" id="{A5A3CACB-47D7-838A-1F43-475B80695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7950" y="4667250"/>
            <a:ext cx="800100" cy="439738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1902" name="Oval 159">
            <a:extLst>
              <a:ext uri="{FF2B5EF4-FFF2-40B4-BE49-F238E27FC236}">
                <a16:creationId xmlns:a16="http://schemas.microsoft.com/office/drawing/2014/main" id="{C1F4E919-6CE4-7495-5C9E-CFE6E43993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7950" y="4668838"/>
            <a:ext cx="800100" cy="436562"/>
          </a:xfrm>
          <a:prstGeom prst="ellipse">
            <a:avLst/>
          </a:prstGeom>
          <a:noFill/>
          <a:ln w="571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1903" name="Rectangle 160">
            <a:extLst>
              <a:ext uri="{FF2B5EF4-FFF2-40B4-BE49-F238E27FC236}">
                <a16:creationId xmlns:a16="http://schemas.microsoft.com/office/drawing/2014/main" id="{14FB56D9-BA0F-FFC5-ABFC-59361787E0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6538" y="4783138"/>
            <a:ext cx="50174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00">
                <a:solidFill>
                  <a:srgbClr val="0000FF"/>
                </a:solidFill>
                <a:latin typeface="Times New Roman" panose="02020603050405020304" pitchFamily="18" charset="0"/>
              </a:rPr>
              <a:t>LAX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1904" name="Oval 161">
            <a:extLst>
              <a:ext uri="{FF2B5EF4-FFF2-40B4-BE49-F238E27FC236}">
                <a16:creationId xmlns:a16="http://schemas.microsoft.com/office/drawing/2014/main" id="{FF64DC08-87BF-FA53-8E86-16DE275C68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9689" y="4419601"/>
            <a:ext cx="814387" cy="4413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1905" name="Oval 162">
            <a:extLst>
              <a:ext uri="{FF2B5EF4-FFF2-40B4-BE49-F238E27FC236}">
                <a16:creationId xmlns:a16="http://schemas.microsoft.com/office/drawing/2014/main" id="{72391D8F-C95E-1E58-B2C4-AF2A5810C0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9689" y="4422776"/>
            <a:ext cx="814387" cy="434975"/>
          </a:xfrm>
          <a:prstGeom prst="ellipse">
            <a:avLst/>
          </a:prstGeom>
          <a:noFill/>
          <a:ln w="57150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1906" name="Rectangle 163">
            <a:extLst>
              <a:ext uri="{FF2B5EF4-FFF2-40B4-BE49-F238E27FC236}">
                <a16:creationId xmlns:a16="http://schemas.microsoft.com/office/drawing/2014/main" id="{3548D6CF-4885-52BF-6E81-316508167E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3989" y="4537075"/>
            <a:ext cx="541815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00">
                <a:solidFill>
                  <a:srgbClr val="0000FF"/>
                </a:solidFill>
                <a:latin typeface="Times New Roman" panose="02020603050405020304" pitchFamily="18" charset="0"/>
              </a:rPr>
              <a:t>DFW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1907" name="Oval 164">
            <a:extLst>
              <a:ext uri="{FF2B5EF4-FFF2-40B4-BE49-F238E27FC236}">
                <a16:creationId xmlns:a16="http://schemas.microsoft.com/office/drawing/2014/main" id="{5DC74B59-3B6B-2B04-AA47-7D39581C3C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2213" y="3370264"/>
            <a:ext cx="800100" cy="4413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1908" name="Oval 165">
            <a:extLst>
              <a:ext uri="{FF2B5EF4-FFF2-40B4-BE49-F238E27FC236}">
                <a16:creationId xmlns:a16="http://schemas.microsoft.com/office/drawing/2014/main" id="{3696DF2E-A2F2-71DC-095D-3215268A67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2213" y="3373439"/>
            <a:ext cx="800100" cy="434975"/>
          </a:xfrm>
          <a:prstGeom prst="ellipse">
            <a:avLst/>
          </a:prstGeom>
          <a:noFill/>
          <a:ln w="571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1909" name="Rectangle 166">
            <a:extLst>
              <a:ext uri="{FF2B5EF4-FFF2-40B4-BE49-F238E27FC236}">
                <a16:creationId xmlns:a16="http://schemas.microsoft.com/office/drawing/2014/main" id="{BB9AC432-BC3C-659B-7578-047F40358D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5089" y="3486150"/>
            <a:ext cx="448841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00">
                <a:solidFill>
                  <a:srgbClr val="0000FF"/>
                </a:solidFill>
                <a:latin typeface="Times New Roman" panose="02020603050405020304" pitchFamily="18" charset="0"/>
              </a:rPr>
              <a:t>SFO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1910" name="Rectangle 167">
            <a:extLst>
              <a:ext uri="{FF2B5EF4-FFF2-40B4-BE49-F238E27FC236}">
                <a16:creationId xmlns:a16="http://schemas.microsoft.com/office/drawing/2014/main" id="{A94AD8AE-A789-3655-5467-B4A462A443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0775" y="2890838"/>
            <a:ext cx="400050" cy="34925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1911" name="Rectangle 168">
            <a:extLst>
              <a:ext uri="{FF2B5EF4-FFF2-40B4-BE49-F238E27FC236}">
                <a16:creationId xmlns:a16="http://schemas.microsoft.com/office/drawing/2014/main" id="{5C9CAA98-B399-FA44-69DD-C7E07CCD38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1" y="2916239"/>
            <a:ext cx="385763" cy="3508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1912" name="Rectangle 169">
            <a:extLst>
              <a:ext uri="{FF2B5EF4-FFF2-40B4-BE49-F238E27FC236}">
                <a16:creationId xmlns:a16="http://schemas.microsoft.com/office/drawing/2014/main" id="{0D8BE47E-068C-651D-E020-4E9033CBD1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1" y="2917826"/>
            <a:ext cx="385763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1913" name="Rectangle 170">
            <a:extLst>
              <a:ext uri="{FF2B5EF4-FFF2-40B4-BE49-F238E27FC236}">
                <a16:creationId xmlns:a16="http://schemas.microsoft.com/office/drawing/2014/main" id="{5144BC18-F026-5612-2FA5-A4304A129A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3638" y="2878139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1914" name="Rectangle 171">
            <a:extLst>
              <a:ext uri="{FF2B5EF4-FFF2-40B4-BE49-F238E27FC236}">
                <a16:creationId xmlns:a16="http://schemas.microsoft.com/office/drawing/2014/main" id="{F8D87282-CD52-FF93-4495-15E507DA05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6513" y="3033713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1915" name="Rectangle 172">
            <a:extLst>
              <a:ext uri="{FF2B5EF4-FFF2-40B4-BE49-F238E27FC236}">
                <a16:creationId xmlns:a16="http://schemas.microsoft.com/office/drawing/2014/main" id="{8AA76E71-6C0E-9FE8-F1C5-8ABF6C5E0C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5063" y="5199063"/>
            <a:ext cx="400050" cy="34925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1916" name="Rectangle 173">
            <a:extLst>
              <a:ext uri="{FF2B5EF4-FFF2-40B4-BE49-F238E27FC236}">
                <a16:creationId xmlns:a16="http://schemas.microsoft.com/office/drawing/2014/main" id="{B98FB5CE-E40D-0F8B-86E6-2E82815508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6488" y="5224463"/>
            <a:ext cx="385762" cy="3492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1917" name="Rectangle 174">
            <a:extLst>
              <a:ext uri="{FF2B5EF4-FFF2-40B4-BE49-F238E27FC236}">
                <a16:creationId xmlns:a16="http://schemas.microsoft.com/office/drawing/2014/main" id="{4697C2DA-E79D-F61A-B18B-67C6B1FEAE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6488" y="5226051"/>
            <a:ext cx="385762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1918" name="Rectangle 175">
            <a:extLst>
              <a:ext uri="{FF2B5EF4-FFF2-40B4-BE49-F238E27FC236}">
                <a16:creationId xmlns:a16="http://schemas.microsoft.com/office/drawing/2014/main" id="{DBA7F6A0-0E7B-08AB-5BB6-1E382DC54D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7925" y="5186364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1919" name="Rectangle 176">
            <a:extLst>
              <a:ext uri="{FF2B5EF4-FFF2-40B4-BE49-F238E27FC236}">
                <a16:creationId xmlns:a16="http://schemas.microsoft.com/office/drawing/2014/main" id="{273A34BD-FD41-B8BA-44EC-B134F4CC01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5341938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1920" name="Rectangle 177">
            <a:extLst>
              <a:ext uri="{FF2B5EF4-FFF2-40B4-BE49-F238E27FC236}">
                <a16:creationId xmlns:a16="http://schemas.microsoft.com/office/drawing/2014/main" id="{CBCD3429-41A0-9AAF-8008-8E5EA7F838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6838" y="4978400"/>
            <a:ext cx="400050" cy="36195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1921" name="Rectangle 178">
            <a:extLst>
              <a:ext uri="{FF2B5EF4-FFF2-40B4-BE49-F238E27FC236}">
                <a16:creationId xmlns:a16="http://schemas.microsoft.com/office/drawing/2014/main" id="{92C606FF-9330-169E-F0DE-AF80D3E277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3975" y="5003800"/>
            <a:ext cx="400050" cy="3635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1922" name="Rectangle 179">
            <a:extLst>
              <a:ext uri="{FF2B5EF4-FFF2-40B4-BE49-F238E27FC236}">
                <a16:creationId xmlns:a16="http://schemas.microsoft.com/office/drawing/2014/main" id="{6C2A21F4-CBDE-2691-20DB-DC6FF9926E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3975" y="5005388"/>
            <a:ext cx="400050" cy="360362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1923" name="Rectangle 180">
            <a:extLst>
              <a:ext uri="{FF2B5EF4-FFF2-40B4-BE49-F238E27FC236}">
                <a16:creationId xmlns:a16="http://schemas.microsoft.com/office/drawing/2014/main" id="{BEC133FC-5FD4-3434-D811-EB2937609F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00" y="4978401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1924" name="Rectangle 181">
            <a:extLst>
              <a:ext uri="{FF2B5EF4-FFF2-40B4-BE49-F238E27FC236}">
                <a16:creationId xmlns:a16="http://schemas.microsoft.com/office/drawing/2014/main" id="{8A4477A1-EB99-3984-0D2F-CBA380510C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2575" y="5121275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1925" name="Rectangle 182">
            <a:extLst>
              <a:ext uri="{FF2B5EF4-FFF2-40B4-BE49-F238E27FC236}">
                <a16:creationId xmlns:a16="http://schemas.microsoft.com/office/drawing/2014/main" id="{5C6C35C4-06B3-D4D4-C99F-FAA90892D5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4213" y="2112963"/>
            <a:ext cx="385762" cy="34925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1926" name="Rectangle 183">
            <a:extLst>
              <a:ext uri="{FF2B5EF4-FFF2-40B4-BE49-F238E27FC236}">
                <a16:creationId xmlns:a16="http://schemas.microsoft.com/office/drawing/2014/main" id="{B232C6CE-345E-C168-B78C-A78F086C32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1351" y="2138364"/>
            <a:ext cx="385763" cy="3635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1927" name="Rectangle 184">
            <a:extLst>
              <a:ext uri="{FF2B5EF4-FFF2-40B4-BE49-F238E27FC236}">
                <a16:creationId xmlns:a16="http://schemas.microsoft.com/office/drawing/2014/main" id="{15AC05EB-1629-3BD6-0FCF-FAABF5ED1B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1351" y="2139951"/>
            <a:ext cx="385763" cy="3603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1928" name="Rectangle 185">
            <a:extLst>
              <a:ext uri="{FF2B5EF4-FFF2-40B4-BE49-F238E27FC236}">
                <a16:creationId xmlns:a16="http://schemas.microsoft.com/office/drawing/2014/main" id="{6A81B666-BC93-0D82-04AA-8250EAA14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2788" y="2100264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1929" name="Rectangle 186">
            <a:extLst>
              <a:ext uri="{FF2B5EF4-FFF2-40B4-BE49-F238E27FC236}">
                <a16:creationId xmlns:a16="http://schemas.microsoft.com/office/drawing/2014/main" id="{24D14A1C-A31F-1378-0789-DD3E552AE1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5663" y="2255838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1930" name="Rectangle 187">
            <a:extLst>
              <a:ext uri="{FF2B5EF4-FFF2-40B4-BE49-F238E27FC236}">
                <a16:creationId xmlns:a16="http://schemas.microsoft.com/office/drawing/2014/main" id="{EA135B48-06D9-C5C9-2C76-9617941832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0038" y="5962650"/>
            <a:ext cx="400050" cy="363538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1931" name="Rectangle 188">
            <a:extLst>
              <a:ext uri="{FF2B5EF4-FFF2-40B4-BE49-F238E27FC236}">
                <a16:creationId xmlns:a16="http://schemas.microsoft.com/office/drawing/2014/main" id="{1B920340-9241-0146-B8C9-145D3AE928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7175" y="6002338"/>
            <a:ext cx="400050" cy="3492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1932" name="Rectangle 189">
            <a:extLst>
              <a:ext uri="{FF2B5EF4-FFF2-40B4-BE49-F238E27FC236}">
                <a16:creationId xmlns:a16="http://schemas.microsoft.com/office/drawing/2014/main" id="{A3256FC3-DA24-378D-5103-1546614444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7175" y="6003926"/>
            <a:ext cx="400050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1933" name="Rectangle 190">
            <a:extLst>
              <a:ext uri="{FF2B5EF4-FFF2-40B4-BE49-F238E27FC236}">
                <a16:creationId xmlns:a16="http://schemas.microsoft.com/office/drawing/2014/main" id="{2698D351-0DA6-9D07-1FF2-7EC46D6C82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48613" y="5964239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1934" name="Rectangle 191">
            <a:extLst>
              <a:ext uri="{FF2B5EF4-FFF2-40B4-BE49-F238E27FC236}">
                <a16:creationId xmlns:a16="http://schemas.microsoft.com/office/drawing/2014/main" id="{EA5A2B98-CFC1-7A0B-5C5D-03B1240391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5775" y="6105525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t>5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1935" name="Rectangle 192">
            <a:extLst>
              <a:ext uri="{FF2B5EF4-FFF2-40B4-BE49-F238E27FC236}">
                <a16:creationId xmlns:a16="http://schemas.microsoft.com/office/drawing/2014/main" id="{D23FDC98-0153-808D-16DE-A4F9295833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3026" y="3019425"/>
            <a:ext cx="385763" cy="363538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1936" name="Rectangle 193">
            <a:extLst>
              <a:ext uri="{FF2B5EF4-FFF2-40B4-BE49-F238E27FC236}">
                <a16:creationId xmlns:a16="http://schemas.microsoft.com/office/drawing/2014/main" id="{A7B128BC-777B-AB82-4FC2-C4C17CC103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0163" y="3059113"/>
            <a:ext cx="385762" cy="3492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1937" name="Rectangle 194">
            <a:extLst>
              <a:ext uri="{FF2B5EF4-FFF2-40B4-BE49-F238E27FC236}">
                <a16:creationId xmlns:a16="http://schemas.microsoft.com/office/drawing/2014/main" id="{F0264F92-89C9-AE78-0009-517F6F6437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0163" y="3060701"/>
            <a:ext cx="385762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1938" name="Rectangle 195">
            <a:extLst>
              <a:ext uri="{FF2B5EF4-FFF2-40B4-BE49-F238E27FC236}">
                <a16:creationId xmlns:a16="http://schemas.microsoft.com/office/drawing/2014/main" id="{F2BFAFC0-5EB6-0639-9DDA-0FAC5B54E9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1600" y="3021014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1939" name="Rectangle 196">
            <a:extLst>
              <a:ext uri="{FF2B5EF4-FFF2-40B4-BE49-F238E27FC236}">
                <a16:creationId xmlns:a16="http://schemas.microsoft.com/office/drawing/2014/main" id="{7ACF9931-EB50-4BE4-9D51-E0F164BA8C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34475" y="3162300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t>6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pic>
        <p:nvPicPr>
          <p:cNvPr id="31940" name="Picture 197">
            <a:extLst>
              <a:ext uri="{FF2B5EF4-FFF2-40B4-BE49-F238E27FC236}">
                <a16:creationId xmlns:a16="http://schemas.microsoft.com/office/drawing/2014/main" id="{FE0DC118-A3ED-F981-FBDB-75A41C9BF1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6913" y="1219200"/>
            <a:ext cx="419100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1941" name="AutoShape 198">
            <a:extLst>
              <a:ext uri="{FF2B5EF4-FFF2-40B4-BE49-F238E27FC236}">
                <a16:creationId xmlns:a16="http://schemas.microsoft.com/office/drawing/2014/main" id="{8095B6D2-24E7-C7FA-0F98-487C8E3B6470}"/>
              </a:ext>
            </a:extLst>
          </p:cNvPr>
          <p:cNvCxnSpPr>
            <a:cxnSpLocks noChangeShapeType="1"/>
            <a:stCxn id="31896" idx="1"/>
            <a:endCxn id="31899" idx="5"/>
          </p:cNvCxnSpPr>
          <p:nvPr/>
        </p:nvCxnSpPr>
        <p:spPr bwMode="auto">
          <a:xfrm rot="5400000" flipH="1">
            <a:off x="5950744" y="3298032"/>
            <a:ext cx="2967038" cy="1349375"/>
          </a:xfrm>
          <a:prstGeom prst="curvedConnector3">
            <a:avLst>
              <a:gd name="adj1" fmla="val 49972"/>
            </a:avLst>
          </a:prstGeom>
          <a:noFill/>
          <a:ln w="38100">
            <a:solidFill>
              <a:srgbClr val="00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8727" name="AutoShape 199">
            <a:extLst>
              <a:ext uri="{FF2B5EF4-FFF2-40B4-BE49-F238E27FC236}">
                <a16:creationId xmlns:a16="http://schemas.microsoft.com/office/drawing/2014/main" id="{4E18C355-8842-FEAB-D169-0A9FCFD05338}"/>
              </a:ext>
            </a:extLst>
          </p:cNvPr>
          <p:cNvCxnSpPr>
            <a:cxnSpLocks noChangeShapeType="1"/>
            <a:stCxn id="31896" idx="3"/>
            <a:endCxn id="31908" idx="2"/>
          </p:cNvCxnSpPr>
          <p:nvPr/>
        </p:nvCxnSpPr>
        <p:spPr bwMode="auto">
          <a:xfrm rot="16200000" flipV="1">
            <a:off x="4156075" y="1868488"/>
            <a:ext cx="2230438" cy="5675312"/>
          </a:xfrm>
          <a:prstGeom prst="curvedConnector4">
            <a:avLst>
              <a:gd name="adj1" fmla="val -25125"/>
              <a:gd name="adj2" fmla="val 108838"/>
            </a:avLst>
          </a:prstGeom>
          <a:noFill/>
          <a:ln w="57150">
            <a:solidFill>
              <a:schemeClr val="tx2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8729" name="AutoShape 201">
            <a:extLst>
              <a:ext uri="{FF2B5EF4-FFF2-40B4-BE49-F238E27FC236}">
                <a16:creationId xmlns:a16="http://schemas.microsoft.com/office/drawing/2014/main" id="{A9003FAC-CD16-A9EE-4116-84433E4AFB17}"/>
              </a:ext>
            </a:extLst>
          </p:cNvPr>
          <p:cNvCxnSpPr>
            <a:cxnSpLocks noChangeShapeType="1"/>
            <a:stCxn id="31879" idx="3"/>
            <a:endCxn id="31902" idx="7"/>
          </p:cNvCxnSpPr>
          <p:nvPr/>
        </p:nvCxnSpPr>
        <p:spPr bwMode="auto">
          <a:xfrm rot="5400000">
            <a:off x="4944269" y="1381919"/>
            <a:ext cx="1708150" cy="4935538"/>
          </a:xfrm>
          <a:prstGeom prst="curvedConnector3">
            <a:avLst>
              <a:gd name="adj1" fmla="val 50000"/>
            </a:avLst>
          </a:prstGeom>
          <a:noFill/>
          <a:ln w="57150">
            <a:solidFill>
              <a:schemeClr val="tx2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8730" name="AutoShape 202">
            <a:extLst>
              <a:ext uri="{FF2B5EF4-FFF2-40B4-BE49-F238E27FC236}">
                <a16:creationId xmlns:a16="http://schemas.microsoft.com/office/drawing/2014/main" id="{33242E50-9F88-3AC3-5B03-8ADF5BF03160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>
            <a:off x="6834189" y="2397125"/>
            <a:ext cx="1360487" cy="323850"/>
          </a:xfrm>
          <a:prstGeom prst="curvedConnector2">
            <a:avLst/>
          </a:prstGeom>
          <a:noFill/>
          <a:ln w="57150">
            <a:solidFill>
              <a:schemeClr val="tx2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8731" name="AutoShape 203">
            <a:extLst>
              <a:ext uri="{FF2B5EF4-FFF2-40B4-BE49-F238E27FC236}">
                <a16:creationId xmlns:a16="http://schemas.microsoft.com/office/drawing/2014/main" id="{5BC08E01-BBB6-4305-1A83-C5E0BEC958EC}"/>
              </a:ext>
            </a:extLst>
          </p:cNvPr>
          <p:cNvCxnSpPr>
            <a:cxnSpLocks noChangeShapeType="1"/>
            <a:stCxn id="31899" idx="1"/>
            <a:endCxn id="31908" idx="0"/>
          </p:cNvCxnSpPr>
          <p:nvPr/>
        </p:nvCxnSpPr>
        <p:spPr bwMode="auto">
          <a:xfrm rot="16200000" flipH="1" flipV="1">
            <a:off x="3917950" y="1068388"/>
            <a:ext cx="1220788" cy="3332162"/>
          </a:xfrm>
          <a:prstGeom prst="curvedConnector3">
            <a:avLst>
              <a:gd name="adj1" fmla="val -21588"/>
            </a:avLst>
          </a:prstGeom>
          <a:noFill/>
          <a:ln w="57150">
            <a:solidFill>
              <a:schemeClr val="tx2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8732" name="AutoShape 204">
            <a:extLst>
              <a:ext uri="{FF2B5EF4-FFF2-40B4-BE49-F238E27FC236}">
                <a16:creationId xmlns:a16="http://schemas.microsoft.com/office/drawing/2014/main" id="{1551BC20-3E28-2652-B780-25ABB679305B}"/>
              </a:ext>
            </a:extLst>
          </p:cNvPr>
          <p:cNvCxnSpPr>
            <a:cxnSpLocks noChangeShapeType="1"/>
            <a:endCxn id="31902" idx="0"/>
          </p:cNvCxnSpPr>
          <p:nvPr/>
        </p:nvCxnSpPr>
        <p:spPr bwMode="auto">
          <a:xfrm rot="10800000" flipV="1">
            <a:off x="3048000" y="2228851"/>
            <a:ext cx="2971800" cy="2411413"/>
          </a:xfrm>
          <a:prstGeom prst="curvedConnector2">
            <a:avLst/>
          </a:prstGeom>
          <a:noFill/>
          <a:ln w="57150">
            <a:solidFill>
              <a:schemeClr val="tx2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78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78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78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78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278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>
            <a:extLst>
              <a:ext uri="{FF2B5EF4-FFF2-40B4-BE49-F238E27FC236}">
                <a16:creationId xmlns:a16="http://schemas.microsoft.com/office/drawing/2014/main" id="{20FCC8D5-4C96-5568-2318-44CB70CA5A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57400" y="381000"/>
            <a:ext cx="7772400" cy="838200"/>
          </a:xfrm>
        </p:spPr>
        <p:txBody>
          <a:bodyPr/>
          <a:lstStyle/>
          <a:p>
            <a:r>
              <a:rPr lang="en-US" altLang="en-US"/>
              <a:t>Floyd-Warshall, Iteration 4</a:t>
            </a:r>
          </a:p>
        </p:txBody>
      </p:sp>
      <p:sp>
        <p:nvSpPr>
          <p:cNvPr id="32770" name="Freeform 3">
            <a:extLst>
              <a:ext uri="{FF2B5EF4-FFF2-40B4-BE49-F238E27FC236}">
                <a16:creationId xmlns:a16="http://schemas.microsoft.com/office/drawing/2014/main" id="{97D7442E-6021-964F-A85C-9ED1DFC7AC3C}"/>
              </a:ext>
            </a:extLst>
          </p:cNvPr>
          <p:cNvSpPr>
            <a:spLocks/>
          </p:cNvSpPr>
          <p:nvPr/>
        </p:nvSpPr>
        <p:spPr bwMode="auto">
          <a:xfrm>
            <a:off x="5834064" y="2384425"/>
            <a:ext cx="28575" cy="25400"/>
          </a:xfrm>
          <a:custGeom>
            <a:avLst/>
            <a:gdLst>
              <a:gd name="T0" fmla="*/ 2147483646 w 18"/>
              <a:gd name="T1" fmla="*/ 0 h 16"/>
              <a:gd name="T2" fmla="*/ 2147483646 w 18"/>
              <a:gd name="T3" fmla="*/ 0 h 16"/>
              <a:gd name="T4" fmla="*/ 0 w 18"/>
              <a:gd name="T5" fmla="*/ 0 h 16"/>
              <a:gd name="T6" fmla="*/ 0 w 18"/>
              <a:gd name="T7" fmla="*/ 0 h 16"/>
              <a:gd name="T8" fmla="*/ 0 w 18"/>
              <a:gd name="T9" fmla="*/ 2147483646 h 16"/>
              <a:gd name="T10" fmla="*/ 0 w 18"/>
              <a:gd name="T11" fmla="*/ 2147483646 h 16"/>
              <a:gd name="T12" fmla="*/ 2147483646 w 18"/>
              <a:gd name="T13" fmla="*/ 2147483646 h 16"/>
              <a:gd name="T14" fmla="*/ 2147483646 w 18"/>
              <a:gd name="T15" fmla="*/ 2147483646 h 16"/>
              <a:gd name="T16" fmla="*/ 2147483646 w 18"/>
              <a:gd name="T17" fmla="*/ 0 h 16"/>
              <a:gd name="T18" fmla="*/ 2147483646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18" y="0"/>
                </a:move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lnTo>
                  <a:pt x="0" y="16"/>
                </a:lnTo>
                <a:lnTo>
                  <a:pt x="9" y="16"/>
                </a:lnTo>
                <a:lnTo>
                  <a:pt x="18" y="8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71" name="Freeform 4">
            <a:extLst>
              <a:ext uri="{FF2B5EF4-FFF2-40B4-BE49-F238E27FC236}">
                <a16:creationId xmlns:a16="http://schemas.microsoft.com/office/drawing/2014/main" id="{E0A285C5-4680-DAFC-B6BA-0E4D487D6D3B}"/>
              </a:ext>
            </a:extLst>
          </p:cNvPr>
          <p:cNvSpPr>
            <a:spLocks/>
          </p:cNvSpPr>
          <p:nvPr/>
        </p:nvSpPr>
        <p:spPr bwMode="auto">
          <a:xfrm>
            <a:off x="5834063" y="2319339"/>
            <a:ext cx="214312" cy="130175"/>
          </a:xfrm>
          <a:custGeom>
            <a:avLst/>
            <a:gdLst>
              <a:gd name="T0" fmla="*/ 2147483646 w 135"/>
              <a:gd name="T1" fmla="*/ 2147483646 h 82"/>
              <a:gd name="T2" fmla="*/ 0 w 135"/>
              <a:gd name="T3" fmla="*/ 2147483646 h 82"/>
              <a:gd name="T4" fmla="*/ 2147483646 w 135"/>
              <a:gd name="T5" fmla="*/ 0 h 82"/>
              <a:gd name="T6" fmla="*/ 2147483646 w 135"/>
              <a:gd name="T7" fmla="*/ 2147483646 h 82"/>
              <a:gd name="T8" fmla="*/ 2147483646 w 135"/>
              <a:gd name="T9" fmla="*/ 2147483646 h 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5"/>
              <a:gd name="T16" fmla="*/ 0 h 82"/>
              <a:gd name="T17" fmla="*/ 135 w 135"/>
              <a:gd name="T18" fmla="*/ 82 h 8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5" h="82">
                <a:moveTo>
                  <a:pt x="9" y="49"/>
                </a:moveTo>
                <a:lnTo>
                  <a:pt x="0" y="17"/>
                </a:lnTo>
                <a:lnTo>
                  <a:pt x="135" y="0"/>
                </a:lnTo>
                <a:lnTo>
                  <a:pt x="27" y="82"/>
                </a:lnTo>
                <a:lnTo>
                  <a:pt x="9" y="49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72" name="Freeform 5">
            <a:extLst>
              <a:ext uri="{FF2B5EF4-FFF2-40B4-BE49-F238E27FC236}">
                <a16:creationId xmlns:a16="http://schemas.microsoft.com/office/drawing/2014/main" id="{3EE28C06-72CB-C5DC-142E-25A38B50D93D}"/>
              </a:ext>
            </a:extLst>
          </p:cNvPr>
          <p:cNvSpPr>
            <a:spLocks/>
          </p:cNvSpPr>
          <p:nvPr/>
        </p:nvSpPr>
        <p:spPr bwMode="auto">
          <a:xfrm>
            <a:off x="5834063" y="2319339"/>
            <a:ext cx="214312" cy="130175"/>
          </a:xfrm>
          <a:custGeom>
            <a:avLst/>
            <a:gdLst>
              <a:gd name="T0" fmla="*/ 2147483646 w 135"/>
              <a:gd name="T1" fmla="*/ 2147483646 h 82"/>
              <a:gd name="T2" fmla="*/ 0 w 135"/>
              <a:gd name="T3" fmla="*/ 2147483646 h 82"/>
              <a:gd name="T4" fmla="*/ 2147483646 w 135"/>
              <a:gd name="T5" fmla="*/ 0 h 82"/>
              <a:gd name="T6" fmla="*/ 2147483646 w 135"/>
              <a:gd name="T7" fmla="*/ 2147483646 h 82"/>
              <a:gd name="T8" fmla="*/ 2147483646 w 135"/>
              <a:gd name="T9" fmla="*/ 2147483646 h 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5"/>
              <a:gd name="T16" fmla="*/ 0 h 82"/>
              <a:gd name="T17" fmla="*/ 135 w 135"/>
              <a:gd name="T18" fmla="*/ 82 h 8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5" h="82">
                <a:moveTo>
                  <a:pt x="9" y="49"/>
                </a:moveTo>
                <a:lnTo>
                  <a:pt x="0" y="17"/>
                </a:lnTo>
                <a:lnTo>
                  <a:pt x="135" y="0"/>
                </a:lnTo>
                <a:lnTo>
                  <a:pt x="27" y="82"/>
                </a:lnTo>
                <a:lnTo>
                  <a:pt x="9" y="4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73" name="Freeform 6">
            <a:extLst>
              <a:ext uri="{FF2B5EF4-FFF2-40B4-BE49-F238E27FC236}">
                <a16:creationId xmlns:a16="http://schemas.microsoft.com/office/drawing/2014/main" id="{9978424D-CA17-01C5-C7A4-4BFAC34528BC}"/>
              </a:ext>
            </a:extLst>
          </p:cNvPr>
          <p:cNvSpPr>
            <a:spLocks/>
          </p:cNvSpPr>
          <p:nvPr/>
        </p:nvSpPr>
        <p:spPr bwMode="auto">
          <a:xfrm>
            <a:off x="3033714" y="4549775"/>
            <a:ext cx="242887" cy="363538"/>
          </a:xfrm>
          <a:custGeom>
            <a:avLst/>
            <a:gdLst>
              <a:gd name="T0" fmla="*/ 0 w 153"/>
              <a:gd name="T1" fmla="*/ 2147483646 h 229"/>
              <a:gd name="T2" fmla="*/ 2147483646 w 153"/>
              <a:gd name="T3" fmla="*/ 2147483646 h 229"/>
              <a:gd name="T4" fmla="*/ 2147483646 w 153"/>
              <a:gd name="T5" fmla="*/ 2147483646 h 229"/>
              <a:gd name="T6" fmla="*/ 2147483646 w 153"/>
              <a:gd name="T7" fmla="*/ 2147483646 h 229"/>
              <a:gd name="T8" fmla="*/ 2147483646 w 153"/>
              <a:gd name="T9" fmla="*/ 0 h 229"/>
              <a:gd name="T10" fmla="*/ 2147483646 w 153"/>
              <a:gd name="T11" fmla="*/ 0 h 229"/>
              <a:gd name="T12" fmla="*/ 0 w 153"/>
              <a:gd name="T13" fmla="*/ 2147483646 h 2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53"/>
              <a:gd name="T22" fmla="*/ 0 h 229"/>
              <a:gd name="T23" fmla="*/ 153 w 153"/>
              <a:gd name="T24" fmla="*/ 229 h 22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53" h="229">
                <a:moveTo>
                  <a:pt x="0" y="221"/>
                </a:moveTo>
                <a:lnTo>
                  <a:pt x="18" y="229"/>
                </a:lnTo>
                <a:lnTo>
                  <a:pt x="153" y="8"/>
                </a:lnTo>
                <a:lnTo>
                  <a:pt x="135" y="0"/>
                </a:lnTo>
                <a:lnTo>
                  <a:pt x="0" y="22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74" name="Freeform 7">
            <a:extLst>
              <a:ext uri="{FF2B5EF4-FFF2-40B4-BE49-F238E27FC236}">
                <a16:creationId xmlns:a16="http://schemas.microsoft.com/office/drawing/2014/main" id="{3331DA28-D356-83D8-2CF3-BDA5C4D80BFB}"/>
              </a:ext>
            </a:extLst>
          </p:cNvPr>
          <p:cNvSpPr>
            <a:spLocks/>
          </p:cNvSpPr>
          <p:nvPr/>
        </p:nvSpPr>
        <p:spPr bwMode="auto">
          <a:xfrm>
            <a:off x="3248025" y="4186239"/>
            <a:ext cx="285750" cy="376237"/>
          </a:xfrm>
          <a:custGeom>
            <a:avLst/>
            <a:gdLst>
              <a:gd name="T0" fmla="*/ 0 w 180"/>
              <a:gd name="T1" fmla="*/ 2147483646 h 237"/>
              <a:gd name="T2" fmla="*/ 2147483646 w 180"/>
              <a:gd name="T3" fmla="*/ 2147483646 h 237"/>
              <a:gd name="T4" fmla="*/ 2147483646 w 180"/>
              <a:gd name="T5" fmla="*/ 2147483646 h 237"/>
              <a:gd name="T6" fmla="*/ 2147483646 w 180"/>
              <a:gd name="T7" fmla="*/ 2147483646 h 237"/>
              <a:gd name="T8" fmla="*/ 2147483646 w 180"/>
              <a:gd name="T9" fmla="*/ 0 h 237"/>
              <a:gd name="T10" fmla="*/ 2147483646 w 180"/>
              <a:gd name="T11" fmla="*/ 0 h 237"/>
              <a:gd name="T12" fmla="*/ 0 w 180"/>
              <a:gd name="T13" fmla="*/ 2147483646 h 23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0"/>
              <a:gd name="T22" fmla="*/ 0 h 237"/>
              <a:gd name="T23" fmla="*/ 180 w 180"/>
              <a:gd name="T24" fmla="*/ 237 h 23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0" h="237">
                <a:moveTo>
                  <a:pt x="0" y="229"/>
                </a:moveTo>
                <a:lnTo>
                  <a:pt x="18" y="237"/>
                </a:lnTo>
                <a:lnTo>
                  <a:pt x="180" y="9"/>
                </a:lnTo>
                <a:lnTo>
                  <a:pt x="162" y="0"/>
                </a:lnTo>
                <a:lnTo>
                  <a:pt x="0" y="22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75" name="Freeform 8">
            <a:extLst>
              <a:ext uri="{FF2B5EF4-FFF2-40B4-BE49-F238E27FC236}">
                <a16:creationId xmlns:a16="http://schemas.microsoft.com/office/drawing/2014/main" id="{4E6EFB87-00AF-5C1C-9DEC-B965C6621D48}"/>
              </a:ext>
            </a:extLst>
          </p:cNvPr>
          <p:cNvSpPr>
            <a:spLocks/>
          </p:cNvSpPr>
          <p:nvPr/>
        </p:nvSpPr>
        <p:spPr bwMode="auto">
          <a:xfrm>
            <a:off x="3505200" y="3824289"/>
            <a:ext cx="342900" cy="376237"/>
          </a:xfrm>
          <a:custGeom>
            <a:avLst/>
            <a:gdLst>
              <a:gd name="T0" fmla="*/ 0 w 216"/>
              <a:gd name="T1" fmla="*/ 2147483646 h 237"/>
              <a:gd name="T2" fmla="*/ 2147483646 w 216"/>
              <a:gd name="T3" fmla="*/ 2147483646 h 237"/>
              <a:gd name="T4" fmla="*/ 2147483646 w 216"/>
              <a:gd name="T5" fmla="*/ 2147483646 h 237"/>
              <a:gd name="T6" fmla="*/ 2147483646 w 216"/>
              <a:gd name="T7" fmla="*/ 2147483646 h 237"/>
              <a:gd name="T8" fmla="*/ 2147483646 w 216"/>
              <a:gd name="T9" fmla="*/ 0 h 237"/>
              <a:gd name="T10" fmla="*/ 2147483646 w 216"/>
              <a:gd name="T11" fmla="*/ 0 h 237"/>
              <a:gd name="T12" fmla="*/ 0 w 216"/>
              <a:gd name="T13" fmla="*/ 2147483646 h 23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237"/>
              <a:gd name="T23" fmla="*/ 216 w 216"/>
              <a:gd name="T24" fmla="*/ 237 h 23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237">
                <a:moveTo>
                  <a:pt x="0" y="228"/>
                </a:moveTo>
                <a:lnTo>
                  <a:pt x="18" y="237"/>
                </a:lnTo>
                <a:lnTo>
                  <a:pt x="216" y="8"/>
                </a:lnTo>
                <a:lnTo>
                  <a:pt x="198" y="0"/>
                </a:lnTo>
                <a:lnTo>
                  <a:pt x="0" y="22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76" name="Freeform 9">
            <a:extLst>
              <a:ext uri="{FF2B5EF4-FFF2-40B4-BE49-F238E27FC236}">
                <a16:creationId xmlns:a16="http://schemas.microsoft.com/office/drawing/2014/main" id="{FC0AC5AC-A9E6-B8B5-ED11-7B40F503F9B1}"/>
              </a:ext>
            </a:extLst>
          </p:cNvPr>
          <p:cNvSpPr>
            <a:spLocks/>
          </p:cNvSpPr>
          <p:nvPr/>
        </p:nvSpPr>
        <p:spPr bwMode="auto">
          <a:xfrm>
            <a:off x="3819526" y="3448050"/>
            <a:ext cx="385763" cy="388938"/>
          </a:xfrm>
          <a:custGeom>
            <a:avLst/>
            <a:gdLst>
              <a:gd name="T0" fmla="*/ 0 w 243"/>
              <a:gd name="T1" fmla="*/ 2147483646 h 245"/>
              <a:gd name="T2" fmla="*/ 2147483646 w 243"/>
              <a:gd name="T3" fmla="*/ 2147483646 h 245"/>
              <a:gd name="T4" fmla="*/ 2147483646 w 243"/>
              <a:gd name="T5" fmla="*/ 2147483646 h 245"/>
              <a:gd name="T6" fmla="*/ 2147483646 w 243"/>
              <a:gd name="T7" fmla="*/ 2147483646 h 245"/>
              <a:gd name="T8" fmla="*/ 2147483646 w 243"/>
              <a:gd name="T9" fmla="*/ 0 h 245"/>
              <a:gd name="T10" fmla="*/ 2147483646 w 243"/>
              <a:gd name="T11" fmla="*/ 2147483646 h 245"/>
              <a:gd name="T12" fmla="*/ 0 w 243"/>
              <a:gd name="T13" fmla="*/ 2147483646 h 24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3"/>
              <a:gd name="T22" fmla="*/ 0 h 245"/>
              <a:gd name="T23" fmla="*/ 243 w 243"/>
              <a:gd name="T24" fmla="*/ 245 h 24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3" h="245">
                <a:moveTo>
                  <a:pt x="0" y="237"/>
                </a:moveTo>
                <a:lnTo>
                  <a:pt x="18" y="245"/>
                </a:lnTo>
                <a:lnTo>
                  <a:pt x="243" y="16"/>
                </a:lnTo>
                <a:lnTo>
                  <a:pt x="234" y="0"/>
                </a:lnTo>
                <a:lnTo>
                  <a:pt x="225" y="8"/>
                </a:lnTo>
                <a:lnTo>
                  <a:pt x="0" y="23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77" name="Freeform 10">
            <a:extLst>
              <a:ext uri="{FF2B5EF4-FFF2-40B4-BE49-F238E27FC236}">
                <a16:creationId xmlns:a16="http://schemas.microsoft.com/office/drawing/2014/main" id="{AE765E96-D1F2-A623-9D73-232BF9103C7E}"/>
              </a:ext>
            </a:extLst>
          </p:cNvPr>
          <p:cNvSpPr>
            <a:spLocks/>
          </p:cNvSpPr>
          <p:nvPr/>
        </p:nvSpPr>
        <p:spPr bwMode="auto">
          <a:xfrm>
            <a:off x="4191001" y="3124200"/>
            <a:ext cx="385763" cy="349250"/>
          </a:xfrm>
          <a:custGeom>
            <a:avLst/>
            <a:gdLst>
              <a:gd name="T0" fmla="*/ 0 w 243"/>
              <a:gd name="T1" fmla="*/ 2147483646 h 220"/>
              <a:gd name="T2" fmla="*/ 2147483646 w 243"/>
              <a:gd name="T3" fmla="*/ 2147483646 h 220"/>
              <a:gd name="T4" fmla="*/ 2147483646 w 243"/>
              <a:gd name="T5" fmla="*/ 2147483646 h 220"/>
              <a:gd name="T6" fmla="*/ 2147483646 w 243"/>
              <a:gd name="T7" fmla="*/ 2147483646 h 220"/>
              <a:gd name="T8" fmla="*/ 2147483646 w 243"/>
              <a:gd name="T9" fmla="*/ 0 h 220"/>
              <a:gd name="T10" fmla="*/ 2147483646 w 243"/>
              <a:gd name="T11" fmla="*/ 0 h 220"/>
              <a:gd name="T12" fmla="*/ 0 w 243"/>
              <a:gd name="T13" fmla="*/ 2147483646 h 22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3"/>
              <a:gd name="T22" fmla="*/ 0 h 220"/>
              <a:gd name="T23" fmla="*/ 243 w 243"/>
              <a:gd name="T24" fmla="*/ 220 h 22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3" h="220">
                <a:moveTo>
                  <a:pt x="0" y="204"/>
                </a:moveTo>
                <a:lnTo>
                  <a:pt x="9" y="220"/>
                </a:lnTo>
                <a:lnTo>
                  <a:pt x="243" y="16"/>
                </a:lnTo>
                <a:lnTo>
                  <a:pt x="234" y="0"/>
                </a:lnTo>
                <a:lnTo>
                  <a:pt x="0" y="20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78" name="Freeform 11">
            <a:extLst>
              <a:ext uri="{FF2B5EF4-FFF2-40B4-BE49-F238E27FC236}">
                <a16:creationId xmlns:a16="http://schemas.microsoft.com/office/drawing/2014/main" id="{B3DC7491-0A2E-EF8D-5837-BE7527AA578E}"/>
              </a:ext>
            </a:extLst>
          </p:cNvPr>
          <p:cNvSpPr>
            <a:spLocks/>
          </p:cNvSpPr>
          <p:nvPr/>
        </p:nvSpPr>
        <p:spPr bwMode="auto">
          <a:xfrm>
            <a:off x="4562476" y="2825750"/>
            <a:ext cx="428625" cy="323850"/>
          </a:xfrm>
          <a:custGeom>
            <a:avLst/>
            <a:gdLst>
              <a:gd name="T0" fmla="*/ 0 w 270"/>
              <a:gd name="T1" fmla="*/ 2147483646 h 204"/>
              <a:gd name="T2" fmla="*/ 2147483646 w 270"/>
              <a:gd name="T3" fmla="*/ 2147483646 h 204"/>
              <a:gd name="T4" fmla="*/ 2147483646 w 270"/>
              <a:gd name="T5" fmla="*/ 2147483646 h 204"/>
              <a:gd name="T6" fmla="*/ 2147483646 w 270"/>
              <a:gd name="T7" fmla="*/ 2147483646 h 204"/>
              <a:gd name="T8" fmla="*/ 2147483646 w 270"/>
              <a:gd name="T9" fmla="*/ 0 h 204"/>
              <a:gd name="T10" fmla="*/ 2147483646 w 270"/>
              <a:gd name="T11" fmla="*/ 0 h 204"/>
              <a:gd name="T12" fmla="*/ 0 w 270"/>
              <a:gd name="T13" fmla="*/ 2147483646 h 20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70"/>
              <a:gd name="T22" fmla="*/ 0 h 204"/>
              <a:gd name="T23" fmla="*/ 270 w 270"/>
              <a:gd name="T24" fmla="*/ 204 h 20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70" h="204">
                <a:moveTo>
                  <a:pt x="0" y="188"/>
                </a:moveTo>
                <a:lnTo>
                  <a:pt x="9" y="204"/>
                </a:lnTo>
                <a:lnTo>
                  <a:pt x="270" y="16"/>
                </a:lnTo>
                <a:lnTo>
                  <a:pt x="261" y="0"/>
                </a:lnTo>
                <a:lnTo>
                  <a:pt x="0" y="18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79" name="Freeform 12">
            <a:extLst>
              <a:ext uri="{FF2B5EF4-FFF2-40B4-BE49-F238E27FC236}">
                <a16:creationId xmlns:a16="http://schemas.microsoft.com/office/drawing/2014/main" id="{17A0652C-BB38-5AF8-C1D9-5289FD16E7AE}"/>
              </a:ext>
            </a:extLst>
          </p:cNvPr>
          <p:cNvSpPr>
            <a:spLocks/>
          </p:cNvSpPr>
          <p:nvPr/>
        </p:nvSpPr>
        <p:spPr bwMode="auto">
          <a:xfrm>
            <a:off x="4976813" y="2579688"/>
            <a:ext cx="442912" cy="271462"/>
          </a:xfrm>
          <a:custGeom>
            <a:avLst/>
            <a:gdLst>
              <a:gd name="T0" fmla="*/ 0 w 279"/>
              <a:gd name="T1" fmla="*/ 2147483646 h 171"/>
              <a:gd name="T2" fmla="*/ 2147483646 w 279"/>
              <a:gd name="T3" fmla="*/ 2147483646 h 171"/>
              <a:gd name="T4" fmla="*/ 2147483646 w 279"/>
              <a:gd name="T5" fmla="*/ 2147483646 h 171"/>
              <a:gd name="T6" fmla="*/ 2147483646 w 279"/>
              <a:gd name="T7" fmla="*/ 2147483646 h 171"/>
              <a:gd name="T8" fmla="*/ 2147483646 w 279"/>
              <a:gd name="T9" fmla="*/ 0 h 171"/>
              <a:gd name="T10" fmla="*/ 2147483646 w 279"/>
              <a:gd name="T11" fmla="*/ 0 h 171"/>
              <a:gd name="T12" fmla="*/ 0 w 279"/>
              <a:gd name="T13" fmla="*/ 2147483646 h 17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79"/>
              <a:gd name="T22" fmla="*/ 0 h 171"/>
              <a:gd name="T23" fmla="*/ 279 w 279"/>
              <a:gd name="T24" fmla="*/ 171 h 17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79" h="171">
                <a:moveTo>
                  <a:pt x="0" y="155"/>
                </a:moveTo>
                <a:lnTo>
                  <a:pt x="9" y="171"/>
                </a:lnTo>
                <a:lnTo>
                  <a:pt x="279" y="16"/>
                </a:lnTo>
                <a:lnTo>
                  <a:pt x="270" y="0"/>
                </a:lnTo>
                <a:lnTo>
                  <a:pt x="0" y="15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0" name="Freeform 13">
            <a:extLst>
              <a:ext uri="{FF2B5EF4-FFF2-40B4-BE49-F238E27FC236}">
                <a16:creationId xmlns:a16="http://schemas.microsoft.com/office/drawing/2014/main" id="{2016FB0C-1922-C6D5-189A-B66A0B520242}"/>
              </a:ext>
            </a:extLst>
          </p:cNvPr>
          <p:cNvSpPr>
            <a:spLocks/>
          </p:cNvSpPr>
          <p:nvPr/>
        </p:nvSpPr>
        <p:spPr bwMode="auto">
          <a:xfrm>
            <a:off x="5405438" y="2371726"/>
            <a:ext cx="457200" cy="233363"/>
          </a:xfrm>
          <a:custGeom>
            <a:avLst/>
            <a:gdLst>
              <a:gd name="T0" fmla="*/ 0 w 288"/>
              <a:gd name="T1" fmla="*/ 2147483646 h 147"/>
              <a:gd name="T2" fmla="*/ 2147483646 w 288"/>
              <a:gd name="T3" fmla="*/ 2147483646 h 147"/>
              <a:gd name="T4" fmla="*/ 2147483646 w 288"/>
              <a:gd name="T5" fmla="*/ 2147483646 h 147"/>
              <a:gd name="T6" fmla="*/ 2147483646 w 288"/>
              <a:gd name="T7" fmla="*/ 0 h 147"/>
              <a:gd name="T8" fmla="*/ 0 w 288"/>
              <a:gd name="T9" fmla="*/ 2147483646 h 14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88"/>
              <a:gd name="T16" fmla="*/ 0 h 147"/>
              <a:gd name="T17" fmla="*/ 288 w 288"/>
              <a:gd name="T18" fmla="*/ 147 h 14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88" h="147">
                <a:moveTo>
                  <a:pt x="0" y="131"/>
                </a:moveTo>
                <a:lnTo>
                  <a:pt x="9" y="147"/>
                </a:lnTo>
                <a:lnTo>
                  <a:pt x="288" y="16"/>
                </a:lnTo>
                <a:lnTo>
                  <a:pt x="279" y="0"/>
                </a:lnTo>
                <a:lnTo>
                  <a:pt x="0" y="13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1" name="Freeform 14">
            <a:extLst>
              <a:ext uri="{FF2B5EF4-FFF2-40B4-BE49-F238E27FC236}">
                <a16:creationId xmlns:a16="http://schemas.microsoft.com/office/drawing/2014/main" id="{77FBAD08-4908-9959-3C7D-D67245EED66C}"/>
              </a:ext>
            </a:extLst>
          </p:cNvPr>
          <p:cNvSpPr>
            <a:spLocks/>
          </p:cNvSpPr>
          <p:nvPr/>
        </p:nvSpPr>
        <p:spPr bwMode="auto">
          <a:xfrm>
            <a:off x="3162301" y="5289550"/>
            <a:ext cx="28575" cy="25400"/>
          </a:xfrm>
          <a:custGeom>
            <a:avLst/>
            <a:gdLst>
              <a:gd name="T0" fmla="*/ 2147483646 w 18"/>
              <a:gd name="T1" fmla="*/ 0 h 16"/>
              <a:gd name="T2" fmla="*/ 0 w 18"/>
              <a:gd name="T3" fmla="*/ 2147483646 h 16"/>
              <a:gd name="T4" fmla="*/ 2147483646 w 18"/>
              <a:gd name="T5" fmla="*/ 2147483646 h 16"/>
              <a:gd name="T6" fmla="*/ 2147483646 w 18"/>
              <a:gd name="T7" fmla="*/ 2147483646 h 16"/>
              <a:gd name="T8" fmla="*/ 2147483646 w 18"/>
              <a:gd name="T9" fmla="*/ 2147483646 h 16"/>
              <a:gd name="T10" fmla="*/ 2147483646 w 18"/>
              <a:gd name="T11" fmla="*/ 2147483646 h 16"/>
              <a:gd name="T12" fmla="*/ 2147483646 w 18"/>
              <a:gd name="T13" fmla="*/ 0 h 16"/>
              <a:gd name="T14" fmla="*/ 2147483646 w 18"/>
              <a:gd name="T15" fmla="*/ 0 h 16"/>
              <a:gd name="T16" fmla="*/ 2147483646 w 18"/>
              <a:gd name="T17" fmla="*/ 0 h 16"/>
              <a:gd name="T18" fmla="*/ 2147483646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9" y="0"/>
                </a:moveTo>
                <a:lnTo>
                  <a:pt x="0" y="8"/>
                </a:lnTo>
                <a:lnTo>
                  <a:pt x="9" y="8"/>
                </a:lnTo>
                <a:lnTo>
                  <a:pt x="9" y="16"/>
                </a:lnTo>
                <a:lnTo>
                  <a:pt x="18" y="16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2" name="Freeform 15">
            <a:extLst>
              <a:ext uri="{FF2B5EF4-FFF2-40B4-BE49-F238E27FC236}">
                <a16:creationId xmlns:a16="http://schemas.microsoft.com/office/drawing/2014/main" id="{3EDEEBE8-5A98-4C95-0524-43654CD2836E}"/>
              </a:ext>
            </a:extLst>
          </p:cNvPr>
          <p:cNvSpPr>
            <a:spLocks/>
          </p:cNvSpPr>
          <p:nvPr/>
        </p:nvSpPr>
        <p:spPr bwMode="auto">
          <a:xfrm>
            <a:off x="3062288" y="5133976"/>
            <a:ext cx="171450" cy="193675"/>
          </a:xfrm>
          <a:custGeom>
            <a:avLst/>
            <a:gdLst>
              <a:gd name="T0" fmla="*/ 2147483646 w 108"/>
              <a:gd name="T1" fmla="*/ 2147483646 h 122"/>
              <a:gd name="T2" fmla="*/ 2147483646 w 108"/>
              <a:gd name="T3" fmla="*/ 2147483646 h 122"/>
              <a:gd name="T4" fmla="*/ 0 w 108"/>
              <a:gd name="T5" fmla="*/ 0 h 122"/>
              <a:gd name="T6" fmla="*/ 2147483646 w 108"/>
              <a:gd name="T7" fmla="*/ 2147483646 h 122"/>
              <a:gd name="T8" fmla="*/ 2147483646 w 108"/>
              <a:gd name="T9" fmla="*/ 2147483646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8"/>
              <a:gd name="T16" fmla="*/ 0 h 122"/>
              <a:gd name="T17" fmla="*/ 108 w 108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8" h="122">
                <a:moveTo>
                  <a:pt x="72" y="98"/>
                </a:moveTo>
                <a:lnTo>
                  <a:pt x="36" y="122"/>
                </a:lnTo>
                <a:lnTo>
                  <a:pt x="0" y="0"/>
                </a:lnTo>
                <a:lnTo>
                  <a:pt x="108" y="81"/>
                </a:lnTo>
                <a:lnTo>
                  <a:pt x="72" y="98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3" name="Freeform 16">
            <a:extLst>
              <a:ext uri="{FF2B5EF4-FFF2-40B4-BE49-F238E27FC236}">
                <a16:creationId xmlns:a16="http://schemas.microsoft.com/office/drawing/2014/main" id="{5FB5A1B8-8705-C208-8C27-57AA3B0CA904}"/>
              </a:ext>
            </a:extLst>
          </p:cNvPr>
          <p:cNvSpPr>
            <a:spLocks/>
          </p:cNvSpPr>
          <p:nvPr/>
        </p:nvSpPr>
        <p:spPr bwMode="auto">
          <a:xfrm>
            <a:off x="3062288" y="5133976"/>
            <a:ext cx="171450" cy="193675"/>
          </a:xfrm>
          <a:custGeom>
            <a:avLst/>
            <a:gdLst>
              <a:gd name="T0" fmla="*/ 2147483646 w 108"/>
              <a:gd name="T1" fmla="*/ 2147483646 h 122"/>
              <a:gd name="T2" fmla="*/ 2147483646 w 108"/>
              <a:gd name="T3" fmla="*/ 2147483646 h 122"/>
              <a:gd name="T4" fmla="*/ 0 w 108"/>
              <a:gd name="T5" fmla="*/ 0 h 122"/>
              <a:gd name="T6" fmla="*/ 2147483646 w 108"/>
              <a:gd name="T7" fmla="*/ 2147483646 h 122"/>
              <a:gd name="T8" fmla="*/ 2147483646 w 108"/>
              <a:gd name="T9" fmla="*/ 2147483646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8"/>
              <a:gd name="T16" fmla="*/ 0 h 122"/>
              <a:gd name="T17" fmla="*/ 108 w 108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8" h="122">
                <a:moveTo>
                  <a:pt x="72" y="98"/>
                </a:moveTo>
                <a:lnTo>
                  <a:pt x="36" y="122"/>
                </a:lnTo>
                <a:lnTo>
                  <a:pt x="0" y="0"/>
                </a:lnTo>
                <a:lnTo>
                  <a:pt x="108" y="81"/>
                </a:lnTo>
                <a:lnTo>
                  <a:pt x="72" y="9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4" name="Freeform 17">
            <a:extLst>
              <a:ext uri="{FF2B5EF4-FFF2-40B4-BE49-F238E27FC236}">
                <a16:creationId xmlns:a16="http://schemas.microsoft.com/office/drawing/2014/main" id="{E0C05B88-1EB6-4D10-1421-D1EBC63D6134}"/>
              </a:ext>
            </a:extLst>
          </p:cNvPr>
          <p:cNvSpPr>
            <a:spLocks/>
          </p:cNvSpPr>
          <p:nvPr/>
        </p:nvSpPr>
        <p:spPr bwMode="auto">
          <a:xfrm>
            <a:off x="8105775" y="5626101"/>
            <a:ext cx="300038" cy="180975"/>
          </a:xfrm>
          <a:custGeom>
            <a:avLst/>
            <a:gdLst>
              <a:gd name="T0" fmla="*/ 2147483646 w 189"/>
              <a:gd name="T1" fmla="*/ 2147483646 h 114"/>
              <a:gd name="T2" fmla="*/ 2147483646 w 189"/>
              <a:gd name="T3" fmla="*/ 0 h 114"/>
              <a:gd name="T4" fmla="*/ 0 w 189"/>
              <a:gd name="T5" fmla="*/ 2147483646 h 114"/>
              <a:gd name="T6" fmla="*/ 0 w 189"/>
              <a:gd name="T7" fmla="*/ 2147483646 h 114"/>
              <a:gd name="T8" fmla="*/ 2147483646 w 189"/>
              <a:gd name="T9" fmla="*/ 2147483646 h 114"/>
              <a:gd name="T10" fmla="*/ 2147483646 w 189"/>
              <a:gd name="T11" fmla="*/ 2147483646 h 114"/>
              <a:gd name="T12" fmla="*/ 2147483646 w 189"/>
              <a:gd name="T13" fmla="*/ 2147483646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114"/>
              <a:gd name="T23" fmla="*/ 189 w 189"/>
              <a:gd name="T24" fmla="*/ 114 h 11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114">
                <a:moveTo>
                  <a:pt x="189" y="16"/>
                </a:moveTo>
                <a:lnTo>
                  <a:pt x="180" y="0"/>
                </a:lnTo>
                <a:lnTo>
                  <a:pt x="0" y="98"/>
                </a:lnTo>
                <a:lnTo>
                  <a:pt x="9" y="114"/>
                </a:lnTo>
                <a:lnTo>
                  <a:pt x="18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5" name="Freeform 18">
            <a:extLst>
              <a:ext uri="{FF2B5EF4-FFF2-40B4-BE49-F238E27FC236}">
                <a16:creationId xmlns:a16="http://schemas.microsoft.com/office/drawing/2014/main" id="{B71E13FC-12D5-F246-774E-BB62276573BD}"/>
              </a:ext>
            </a:extLst>
          </p:cNvPr>
          <p:cNvSpPr>
            <a:spLocks/>
          </p:cNvSpPr>
          <p:nvPr/>
        </p:nvSpPr>
        <p:spPr bwMode="auto">
          <a:xfrm>
            <a:off x="7777163" y="5781676"/>
            <a:ext cx="342900" cy="155575"/>
          </a:xfrm>
          <a:custGeom>
            <a:avLst/>
            <a:gdLst>
              <a:gd name="T0" fmla="*/ 2147483646 w 216"/>
              <a:gd name="T1" fmla="*/ 2147483646 h 98"/>
              <a:gd name="T2" fmla="*/ 2147483646 w 216"/>
              <a:gd name="T3" fmla="*/ 0 h 98"/>
              <a:gd name="T4" fmla="*/ 0 w 216"/>
              <a:gd name="T5" fmla="*/ 2147483646 h 98"/>
              <a:gd name="T6" fmla="*/ 0 w 216"/>
              <a:gd name="T7" fmla="*/ 2147483646 h 98"/>
              <a:gd name="T8" fmla="*/ 2147483646 w 216"/>
              <a:gd name="T9" fmla="*/ 2147483646 h 98"/>
              <a:gd name="T10" fmla="*/ 2147483646 w 216"/>
              <a:gd name="T11" fmla="*/ 2147483646 h 98"/>
              <a:gd name="T12" fmla="*/ 2147483646 w 216"/>
              <a:gd name="T13" fmla="*/ 2147483646 h 9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98"/>
              <a:gd name="T23" fmla="*/ 216 w 216"/>
              <a:gd name="T24" fmla="*/ 98 h 9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98">
                <a:moveTo>
                  <a:pt x="216" y="16"/>
                </a:moveTo>
                <a:lnTo>
                  <a:pt x="207" y="0"/>
                </a:lnTo>
                <a:lnTo>
                  <a:pt x="0" y="82"/>
                </a:lnTo>
                <a:lnTo>
                  <a:pt x="9" y="98"/>
                </a:lnTo>
                <a:lnTo>
                  <a:pt x="216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6" name="Freeform 19">
            <a:extLst>
              <a:ext uri="{FF2B5EF4-FFF2-40B4-BE49-F238E27FC236}">
                <a16:creationId xmlns:a16="http://schemas.microsoft.com/office/drawing/2014/main" id="{868A0349-D3AA-8377-68DF-F5C041A71CAB}"/>
              </a:ext>
            </a:extLst>
          </p:cNvPr>
          <p:cNvSpPr>
            <a:spLocks/>
          </p:cNvSpPr>
          <p:nvPr/>
        </p:nvSpPr>
        <p:spPr bwMode="auto">
          <a:xfrm>
            <a:off x="7434264" y="5911850"/>
            <a:ext cx="357187" cy="128588"/>
          </a:xfrm>
          <a:custGeom>
            <a:avLst/>
            <a:gdLst>
              <a:gd name="T0" fmla="*/ 2147483646 w 225"/>
              <a:gd name="T1" fmla="*/ 2147483646 h 81"/>
              <a:gd name="T2" fmla="*/ 2147483646 w 225"/>
              <a:gd name="T3" fmla="*/ 0 h 81"/>
              <a:gd name="T4" fmla="*/ 0 w 225"/>
              <a:gd name="T5" fmla="*/ 2147483646 h 81"/>
              <a:gd name="T6" fmla="*/ 0 w 225"/>
              <a:gd name="T7" fmla="*/ 2147483646 h 81"/>
              <a:gd name="T8" fmla="*/ 0 w 225"/>
              <a:gd name="T9" fmla="*/ 2147483646 h 81"/>
              <a:gd name="T10" fmla="*/ 2147483646 w 225"/>
              <a:gd name="T11" fmla="*/ 2147483646 h 81"/>
              <a:gd name="T12" fmla="*/ 2147483646 w 225"/>
              <a:gd name="T13" fmla="*/ 2147483646 h 8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81"/>
              <a:gd name="T23" fmla="*/ 225 w 225"/>
              <a:gd name="T24" fmla="*/ 81 h 8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81">
                <a:moveTo>
                  <a:pt x="225" y="16"/>
                </a:moveTo>
                <a:lnTo>
                  <a:pt x="216" y="0"/>
                </a:lnTo>
                <a:lnTo>
                  <a:pt x="0" y="65"/>
                </a:lnTo>
                <a:lnTo>
                  <a:pt x="0" y="81"/>
                </a:lnTo>
                <a:lnTo>
                  <a:pt x="9" y="81"/>
                </a:lnTo>
                <a:lnTo>
                  <a:pt x="22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7" name="Freeform 20">
            <a:extLst>
              <a:ext uri="{FF2B5EF4-FFF2-40B4-BE49-F238E27FC236}">
                <a16:creationId xmlns:a16="http://schemas.microsoft.com/office/drawing/2014/main" id="{A4AFC16E-DB19-8B76-CDE7-0F001E09BBD7}"/>
              </a:ext>
            </a:extLst>
          </p:cNvPr>
          <p:cNvSpPr>
            <a:spLocks/>
          </p:cNvSpPr>
          <p:nvPr/>
        </p:nvSpPr>
        <p:spPr bwMode="auto">
          <a:xfrm>
            <a:off x="7062789" y="6015039"/>
            <a:ext cx="371475" cy="103187"/>
          </a:xfrm>
          <a:custGeom>
            <a:avLst/>
            <a:gdLst>
              <a:gd name="T0" fmla="*/ 2147483646 w 234"/>
              <a:gd name="T1" fmla="*/ 2147483646 h 65"/>
              <a:gd name="T2" fmla="*/ 2147483646 w 234"/>
              <a:gd name="T3" fmla="*/ 0 h 65"/>
              <a:gd name="T4" fmla="*/ 0 w 234"/>
              <a:gd name="T5" fmla="*/ 2147483646 h 65"/>
              <a:gd name="T6" fmla="*/ 0 w 234"/>
              <a:gd name="T7" fmla="*/ 2147483646 h 65"/>
              <a:gd name="T8" fmla="*/ 0 w 234"/>
              <a:gd name="T9" fmla="*/ 2147483646 h 65"/>
              <a:gd name="T10" fmla="*/ 0 w 234"/>
              <a:gd name="T11" fmla="*/ 2147483646 h 65"/>
              <a:gd name="T12" fmla="*/ 2147483646 w 234"/>
              <a:gd name="T13" fmla="*/ 2147483646 h 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34"/>
              <a:gd name="T22" fmla="*/ 0 h 65"/>
              <a:gd name="T23" fmla="*/ 234 w 234"/>
              <a:gd name="T24" fmla="*/ 65 h 6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34" h="65">
                <a:moveTo>
                  <a:pt x="234" y="16"/>
                </a:moveTo>
                <a:lnTo>
                  <a:pt x="234" y="0"/>
                </a:lnTo>
                <a:lnTo>
                  <a:pt x="0" y="49"/>
                </a:lnTo>
                <a:lnTo>
                  <a:pt x="0" y="65"/>
                </a:lnTo>
                <a:lnTo>
                  <a:pt x="234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8" name="Freeform 21">
            <a:extLst>
              <a:ext uri="{FF2B5EF4-FFF2-40B4-BE49-F238E27FC236}">
                <a16:creationId xmlns:a16="http://schemas.microsoft.com/office/drawing/2014/main" id="{81797DD0-E3D7-3697-A88D-9BE9BDF09CEA}"/>
              </a:ext>
            </a:extLst>
          </p:cNvPr>
          <p:cNvSpPr>
            <a:spLocks/>
          </p:cNvSpPr>
          <p:nvPr/>
        </p:nvSpPr>
        <p:spPr bwMode="auto">
          <a:xfrm>
            <a:off x="6276976" y="6092825"/>
            <a:ext cx="785813" cy="90488"/>
          </a:xfrm>
          <a:custGeom>
            <a:avLst/>
            <a:gdLst>
              <a:gd name="T0" fmla="*/ 2147483646 w 495"/>
              <a:gd name="T1" fmla="*/ 2147483646 h 57"/>
              <a:gd name="T2" fmla="*/ 2147483646 w 495"/>
              <a:gd name="T3" fmla="*/ 0 h 57"/>
              <a:gd name="T4" fmla="*/ 0 w 495"/>
              <a:gd name="T5" fmla="*/ 2147483646 h 57"/>
              <a:gd name="T6" fmla="*/ 0 w 495"/>
              <a:gd name="T7" fmla="*/ 2147483646 h 57"/>
              <a:gd name="T8" fmla="*/ 0 w 495"/>
              <a:gd name="T9" fmla="*/ 2147483646 h 57"/>
              <a:gd name="T10" fmla="*/ 0 w 495"/>
              <a:gd name="T11" fmla="*/ 2147483646 h 57"/>
              <a:gd name="T12" fmla="*/ 2147483646 w 495"/>
              <a:gd name="T13" fmla="*/ 2147483646 h 5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95"/>
              <a:gd name="T22" fmla="*/ 0 h 57"/>
              <a:gd name="T23" fmla="*/ 495 w 495"/>
              <a:gd name="T24" fmla="*/ 57 h 5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95" h="57">
                <a:moveTo>
                  <a:pt x="495" y="16"/>
                </a:moveTo>
                <a:lnTo>
                  <a:pt x="495" y="0"/>
                </a:lnTo>
                <a:lnTo>
                  <a:pt x="0" y="41"/>
                </a:lnTo>
                <a:lnTo>
                  <a:pt x="0" y="57"/>
                </a:lnTo>
                <a:lnTo>
                  <a:pt x="49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9" name="Freeform 22">
            <a:extLst>
              <a:ext uri="{FF2B5EF4-FFF2-40B4-BE49-F238E27FC236}">
                <a16:creationId xmlns:a16="http://schemas.microsoft.com/office/drawing/2014/main" id="{08104C38-F17A-DD54-B422-F9094138CE88}"/>
              </a:ext>
            </a:extLst>
          </p:cNvPr>
          <p:cNvSpPr>
            <a:spLocks/>
          </p:cNvSpPr>
          <p:nvPr/>
        </p:nvSpPr>
        <p:spPr bwMode="auto">
          <a:xfrm>
            <a:off x="5491163" y="6145213"/>
            <a:ext cx="785812" cy="38100"/>
          </a:xfrm>
          <a:custGeom>
            <a:avLst/>
            <a:gdLst>
              <a:gd name="T0" fmla="*/ 2147483646 w 495"/>
              <a:gd name="T1" fmla="*/ 2147483646 h 24"/>
              <a:gd name="T2" fmla="*/ 2147483646 w 495"/>
              <a:gd name="T3" fmla="*/ 2147483646 h 24"/>
              <a:gd name="T4" fmla="*/ 0 w 495"/>
              <a:gd name="T5" fmla="*/ 0 h 24"/>
              <a:gd name="T6" fmla="*/ 0 w 495"/>
              <a:gd name="T7" fmla="*/ 0 h 24"/>
              <a:gd name="T8" fmla="*/ 0 w 495"/>
              <a:gd name="T9" fmla="*/ 2147483646 h 24"/>
              <a:gd name="T10" fmla="*/ 0 w 495"/>
              <a:gd name="T11" fmla="*/ 2147483646 h 24"/>
              <a:gd name="T12" fmla="*/ 2147483646 w 495"/>
              <a:gd name="T13" fmla="*/ 2147483646 h 2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95"/>
              <a:gd name="T22" fmla="*/ 0 h 24"/>
              <a:gd name="T23" fmla="*/ 495 w 495"/>
              <a:gd name="T24" fmla="*/ 24 h 2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95" h="24">
                <a:moveTo>
                  <a:pt x="495" y="24"/>
                </a:moveTo>
                <a:lnTo>
                  <a:pt x="495" y="8"/>
                </a:lnTo>
                <a:lnTo>
                  <a:pt x="0" y="0"/>
                </a:lnTo>
                <a:lnTo>
                  <a:pt x="0" y="16"/>
                </a:lnTo>
                <a:lnTo>
                  <a:pt x="495" y="2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90" name="Freeform 23">
            <a:extLst>
              <a:ext uri="{FF2B5EF4-FFF2-40B4-BE49-F238E27FC236}">
                <a16:creationId xmlns:a16="http://schemas.microsoft.com/office/drawing/2014/main" id="{3D9923CF-F6F4-FCAD-4E0F-90D632AB7B5F}"/>
              </a:ext>
            </a:extLst>
          </p:cNvPr>
          <p:cNvSpPr>
            <a:spLocks/>
          </p:cNvSpPr>
          <p:nvPr/>
        </p:nvSpPr>
        <p:spPr bwMode="auto">
          <a:xfrm>
            <a:off x="4733925" y="6027739"/>
            <a:ext cx="757238" cy="142875"/>
          </a:xfrm>
          <a:custGeom>
            <a:avLst/>
            <a:gdLst>
              <a:gd name="T0" fmla="*/ 2147483646 w 477"/>
              <a:gd name="T1" fmla="*/ 2147483646 h 90"/>
              <a:gd name="T2" fmla="*/ 2147483646 w 477"/>
              <a:gd name="T3" fmla="*/ 2147483646 h 90"/>
              <a:gd name="T4" fmla="*/ 0 w 477"/>
              <a:gd name="T5" fmla="*/ 0 h 90"/>
              <a:gd name="T6" fmla="*/ 0 w 477"/>
              <a:gd name="T7" fmla="*/ 0 h 90"/>
              <a:gd name="T8" fmla="*/ 0 w 477"/>
              <a:gd name="T9" fmla="*/ 2147483646 h 90"/>
              <a:gd name="T10" fmla="*/ 0 w 477"/>
              <a:gd name="T11" fmla="*/ 2147483646 h 90"/>
              <a:gd name="T12" fmla="*/ 2147483646 w 477"/>
              <a:gd name="T13" fmla="*/ 2147483646 h 9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77"/>
              <a:gd name="T22" fmla="*/ 0 h 90"/>
              <a:gd name="T23" fmla="*/ 477 w 477"/>
              <a:gd name="T24" fmla="*/ 90 h 9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77" h="90">
                <a:moveTo>
                  <a:pt x="477" y="90"/>
                </a:moveTo>
                <a:lnTo>
                  <a:pt x="477" y="74"/>
                </a:lnTo>
                <a:lnTo>
                  <a:pt x="0" y="0"/>
                </a:lnTo>
                <a:lnTo>
                  <a:pt x="0" y="17"/>
                </a:lnTo>
                <a:lnTo>
                  <a:pt x="477" y="9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91" name="Freeform 24">
            <a:extLst>
              <a:ext uri="{FF2B5EF4-FFF2-40B4-BE49-F238E27FC236}">
                <a16:creationId xmlns:a16="http://schemas.microsoft.com/office/drawing/2014/main" id="{7DAD74A8-EF40-1B74-3781-A55566CCBEF3}"/>
              </a:ext>
            </a:extLst>
          </p:cNvPr>
          <p:cNvSpPr>
            <a:spLocks/>
          </p:cNvSpPr>
          <p:nvPr/>
        </p:nvSpPr>
        <p:spPr bwMode="auto">
          <a:xfrm>
            <a:off x="4376739" y="5949951"/>
            <a:ext cx="357187" cy="104775"/>
          </a:xfrm>
          <a:custGeom>
            <a:avLst/>
            <a:gdLst>
              <a:gd name="T0" fmla="*/ 2147483646 w 225"/>
              <a:gd name="T1" fmla="*/ 2147483646 h 66"/>
              <a:gd name="T2" fmla="*/ 2147483646 w 225"/>
              <a:gd name="T3" fmla="*/ 2147483646 h 66"/>
              <a:gd name="T4" fmla="*/ 0 w 225"/>
              <a:gd name="T5" fmla="*/ 0 h 66"/>
              <a:gd name="T6" fmla="*/ 2147483646 w 225"/>
              <a:gd name="T7" fmla="*/ 0 h 66"/>
              <a:gd name="T8" fmla="*/ 0 w 225"/>
              <a:gd name="T9" fmla="*/ 2147483646 h 66"/>
              <a:gd name="T10" fmla="*/ 0 w 225"/>
              <a:gd name="T11" fmla="*/ 2147483646 h 66"/>
              <a:gd name="T12" fmla="*/ 2147483646 w 225"/>
              <a:gd name="T13" fmla="*/ 2147483646 h 6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66"/>
              <a:gd name="T23" fmla="*/ 225 w 225"/>
              <a:gd name="T24" fmla="*/ 66 h 6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66">
                <a:moveTo>
                  <a:pt x="225" y="66"/>
                </a:moveTo>
                <a:lnTo>
                  <a:pt x="225" y="49"/>
                </a:lnTo>
                <a:lnTo>
                  <a:pt x="0" y="0"/>
                </a:lnTo>
                <a:lnTo>
                  <a:pt x="9" y="0"/>
                </a:lnTo>
                <a:lnTo>
                  <a:pt x="0" y="17"/>
                </a:lnTo>
                <a:lnTo>
                  <a:pt x="225" y="6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92" name="Freeform 25">
            <a:extLst>
              <a:ext uri="{FF2B5EF4-FFF2-40B4-BE49-F238E27FC236}">
                <a16:creationId xmlns:a16="http://schemas.microsoft.com/office/drawing/2014/main" id="{8EFA5E3E-0074-D821-F75E-84A2F4D9150E}"/>
              </a:ext>
            </a:extLst>
          </p:cNvPr>
          <p:cNvSpPr>
            <a:spLocks/>
          </p:cNvSpPr>
          <p:nvPr/>
        </p:nvSpPr>
        <p:spPr bwMode="auto">
          <a:xfrm>
            <a:off x="4062413" y="5846764"/>
            <a:ext cx="328612" cy="130175"/>
          </a:xfrm>
          <a:custGeom>
            <a:avLst/>
            <a:gdLst>
              <a:gd name="T0" fmla="*/ 2147483646 w 207"/>
              <a:gd name="T1" fmla="*/ 2147483646 h 82"/>
              <a:gd name="T2" fmla="*/ 2147483646 w 207"/>
              <a:gd name="T3" fmla="*/ 2147483646 h 82"/>
              <a:gd name="T4" fmla="*/ 2147483646 w 207"/>
              <a:gd name="T5" fmla="*/ 0 h 82"/>
              <a:gd name="T6" fmla="*/ 2147483646 w 207"/>
              <a:gd name="T7" fmla="*/ 0 h 82"/>
              <a:gd name="T8" fmla="*/ 0 w 207"/>
              <a:gd name="T9" fmla="*/ 2147483646 h 82"/>
              <a:gd name="T10" fmla="*/ 0 w 207"/>
              <a:gd name="T11" fmla="*/ 2147483646 h 82"/>
              <a:gd name="T12" fmla="*/ 2147483646 w 207"/>
              <a:gd name="T13" fmla="*/ 2147483646 h 8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07"/>
              <a:gd name="T22" fmla="*/ 0 h 82"/>
              <a:gd name="T23" fmla="*/ 207 w 207"/>
              <a:gd name="T24" fmla="*/ 82 h 8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07" h="82">
                <a:moveTo>
                  <a:pt x="198" y="82"/>
                </a:moveTo>
                <a:lnTo>
                  <a:pt x="207" y="65"/>
                </a:lnTo>
                <a:lnTo>
                  <a:pt x="9" y="0"/>
                </a:lnTo>
                <a:lnTo>
                  <a:pt x="0" y="16"/>
                </a:lnTo>
                <a:lnTo>
                  <a:pt x="198" y="8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93" name="Freeform 26">
            <a:extLst>
              <a:ext uri="{FF2B5EF4-FFF2-40B4-BE49-F238E27FC236}">
                <a16:creationId xmlns:a16="http://schemas.microsoft.com/office/drawing/2014/main" id="{69471F55-5256-378C-DAB4-4EABAF92746A}"/>
              </a:ext>
            </a:extLst>
          </p:cNvPr>
          <p:cNvSpPr>
            <a:spLocks/>
          </p:cNvSpPr>
          <p:nvPr/>
        </p:nvSpPr>
        <p:spPr bwMode="auto">
          <a:xfrm>
            <a:off x="3776664" y="5729289"/>
            <a:ext cx="300037" cy="142875"/>
          </a:xfrm>
          <a:custGeom>
            <a:avLst/>
            <a:gdLst>
              <a:gd name="T0" fmla="*/ 2147483646 w 189"/>
              <a:gd name="T1" fmla="*/ 2147483646 h 90"/>
              <a:gd name="T2" fmla="*/ 2147483646 w 189"/>
              <a:gd name="T3" fmla="*/ 2147483646 h 90"/>
              <a:gd name="T4" fmla="*/ 2147483646 w 189"/>
              <a:gd name="T5" fmla="*/ 0 h 90"/>
              <a:gd name="T6" fmla="*/ 2147483646 w 189"/>
              <a:gd name="T7" fmla="*/ 0 h 90"/>
              <a:gd name="T8" fmla="*/ 0 w 189"/>
              <a:gd name="T9" fmla="*/ 2147483646 h 90"/>
              <a:gd name="T10" fmla="*/ 0 w 189"/>
              <a:gd name="T11" fmla="*/ 2147483646 h 90"/>
              <a:gd name="T12" fmla="*/ 2147483646 w 189"/>
              <a:gd name="T13" fmla="*/ 2147483646 h 9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90"/>
              <a:gd name="T23" fmla="*/ 189 w 189"/>
              <a:gd name="T24" fmla="*/ 90 h 9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90">
                <a:moveTo>
                  <a:pt x="180" y="90"/>
                </a:moveTo>
                <a:lnTo>
                  <a:pt x="189" y="74"/>
                </a:lnTo>
                <a:lnTo>
                  <a:pt x="9" y="0"/>
                </a:lnTo>
                <a:lnTo>
                  <a:pt x="0" y="17"/>
                </a:lnTo>
                <a:lnTo>
                  <a:pt x="180" y="9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94" name="Freeform 27">
            <a:extLst>
              <a:ext uri="{FF2B5EF4-FFF2-40B4-BE49-F238E27FC236}">
                <a16:creationId xmlns:a16="http://schemas.microsoft.com/office/drawing/2014/main" id="{4061AA6E-94C9-5D7E-4110-FD5749306292}"/>
              </a:ext>
            </a:extLst>
          </p:cNvPr>
          <p:cNvSpPr>
            <a:spLocks/>
          </p:cNvSpPr>
          <p:nvPr/>
        </p:nvSpPr>
        <p:spPr bwMode="auto">
          <a:xfrm>
            <a:off x="3519488" y="5600701"/>
            <a:ext cx="271462" cy="155575"/>
          </a:xfrm>
          <a:custGeom>
            <a:avLst/>
            <a:gdLst>
              <a:gd name="T0" fmla="*/ 2147483646 w 171"/>
              <a:gd name="T1" fmla="*/ 2147483646 h 98"/>
              <a:gd name="T2" fmla="*/ 2147483646 w 171"/>
              <a:gd name="T3" fmla="*/ 2147483646 h 98"/>
              <a:gd name="T4" fmla="*/ 2147483646 w 171"/>
              <a:gd name="T5" fmla="*/ 0 h 98"/>
              <a:gd name="T6" fmla="*/ 2147483646 w 171"/>
              <a:gd name="T7" fmla="*/ 0 h 98"/>
              <a:gd name="T8" fmla="*/ 0 w 171"/>
              <a:gd name="T9" fmla="*/ 2147483646 h 98"/>
              <a:gd name="T10" fmla="*/ 0 w 171"/>
              <a:gd name="T11" fmla="*/ 2147483646 h 98"/>
              <a:gd name="T12" fmla="*/ 2147483646 w 171"/>
              <a:gd name="T13" fmla="*/ 2147483646 h 9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71"/>
              <a:gd name="T22" fmla="*/ 0 h 98"/>
              <a:gd name="T23" fmla="*/ 171 w 171"/>
              <a:gd name="T24" fmla="*/ 98 h 9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71" h="98">
                <a:moveTo>
                  <a:pt x="162" y="98"/>
                </a:moveTo>
                <a:lnTo>
                  <a:pt x="171" y="81"/>
                </a:lnTo>
                <a:lnTo>
                  <a:pt x="9" y="0"/>
                </a:lnTo>
                <a:lnTo>
                  <a:pt x="0" y="16"/>
                </a:lnTo>
                <a:lnTo>
                  <a:pt x="162" y="9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95" name="Freeform 28">
            <a:extLst>
              <a:ext uri="{FF2B5EF4-FFF2-40B4-BE49-F238E27FC236}">
                <a16:creationId xmlns:a16="http://schemas.microsoft.com/office/drawing/2014/main" id="{A7F0EEA6-10CD-6F10-8E6C-E976416E557A}"/>
              </a:ext>
            </a:extLst>
          </p:cNvPr>
          <p:cNvSpPr>
            <a:spLocks/>
          </p:cNvSpPr>
          <p:nvPr/>
        </p:nvSpPr>
        <p:spPr bwMode="auto">
          <a:xfrm>
            <a:off x="3319463" y="5445126"/>
            <a:ext cx="214312" cy="180975"/>
          </a:xfrm>
          <a:custGeom>
            <a:avLst/>
            <a:gdLst>
              <a:gd name="T0" fmla="*/ 2147483646 w 135"/>
              <a:gd name="T1" fmla="*/ 2147483646 h 114"/>
              <a:gd name="T2" fmla="*/ 2147483646 w 135"/>
              <a:gd name="T3" fmla="*/ 2147483646 h 114"/>
              <a:gd name="T4" fmla="*/ 2147483646 w 135"/>
              <a:gd name="T5" fmla="*/ 0 h 114"/>
              <a:gd name="T6" fmla="*/ 2147483646 w 135"/>
              <a:gd name="T7" fmla="*/ 2147483646 h 114"/>
              <a:gd name="T8" fmla="*/ 0 w 135"/>
              <a:gd name="T9" fmla="*/ 2147483646 h 114"/>
              <a:gd name="T10" fmla="*/ 2147483646 w 135"/>
              <a:gd name="T11" fmla="*/ 2147483646 h 114"/>
              <a:gd name="T12" fmla="*/ 2147483646 w 135"/>
              <a:gd name="T13" fmla="*/ 2147483646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35"/>
              <a:gd name="T22" fmla="*/ 0 h 114"/>
              <a:gd name="T23" fmla="*/ 135 w 135"/>
              <a:gd name="T24" fmla="*/ 114 h 11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35" h="114">
                <a:moveTo>
                  <a:pt x="126" y="114"/>
                </a:moveTo>
                <a:lnTo>
                  <a:pt x="135" y="98"/>
                </a:lnTo>
                <a:lnTo>
                  <a:pt x="18" y="0"/>
                </a:lnTo>
                <a:lnTo>
                  <a:pt x="18" y="8"/>
                </a:lnTo>
                <a:lnTo>
                  <a:pt x="0" y="16"/>
                </a:lnTo>
                <a:lnTo>
                  <a:pt x="9" y="16"/>
                </a:lnTo>
                <a:lnTo>
                  <a:pt x="126" y="1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96" name="Freeform 29">
            <a:extLst>
              <a:ext uri="{FF2B5EF4-FFF2-40B4-BE49-F238E27FC236}">
                <a16:creationId xmlns:a16="http://schemas.microsoft.com/office/drawing/2014/main" id="{03411EFC-E386-6B9C-8FC2-F6404491ADD6}"/>
              </a:ext>
            </a:extLst>
          </p:cNvPr>
          <p:cNvSpPr>
            <a:spLocks/>
          </p:cNvSpPr>
          <p:nvPr/>
        </p:nvSpPr>
        <p:spPr bwMode="auto">
          <a:xfrm>
            <a:off x="3162300" y="5302251"/>
            <a:ext cx="185738" cy="168275"/>
          </a:xfrm>
          <a:custGeom>
            <a:avLst/>
            <a:gdLst>
              <a:gd name="T0" fmla="*/ 2147483646 w 117"/>
              <a:gd name="T1" fmla="*/ 2147483646 h 106"/>
              <a:gd name="T2" fmla="*/ 2147483646 w 117"/>
              <a:gd name="T3" fmla="*/ 2147483646 h 106"/>
              <a:gd name="T4" fmla="*/ 2147483646 w 117"/>
              <a:gd name="T5" fmla="*/ 0 h 106"/>
              <a:gd name="T6" fmla="*/ 0 w 117"/>
              <a:gd name="T7" fmla="*/ 2147483646 h 106"/>
              <a:gd name="T8" fmla="*/ 2147483646 w 117"/>
              <a:gd name="T9" fmla="*/ 2147483646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"/>
              <a:gd name="T16" fmla="*/ 0 h 106"/>
              <a:gd name="T17" fmla="*/ 117 w 117"/>
              <a:gd name="T18" fmla="*/ 106 h 1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" h="106">
                <a:moveTo>
                  <a:pt x="99" y="106"/>
                </a:moveTo>
                <a:lnTo>
                  <a:pt x="117" y="98"/>
                </a:lnTo>
                <a:lnTo>
                  <a:pt x="18" y="0"/>
                </a:lnTo>
                <a:lnTo>
                  <a:pt x="0" y="8"/>
                </a:lnTo>
                <a:lnTo>
                  <a:pt x="99" y="10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97" name="Freeform 30">
            <a:extLst>
              <a:ext uri="{FF2B5EF4-FFF2-40B4-BE49-F238E27FC236}">
                <a16:creationId xmlns:a16="http://schemas.microsoft.com/office/drawing/2014/main" id="{50764A25-2619-F75D-EC80-3A9D9E709085}"/>
              </a:ext>
            </a:extLst>
          </p:cNvPr>
          <p:cNvSpPr>
            <a:spLocks/>
          </p:cNvSpPr>
          <p:nvPr/>
        </p:nvSpPr>
        <p:spPr bwMode="auto">
          <a:xfrm>
            <a:off x="8834439" y="5302250"/>
            <a:ext cx="28575" cy="25400"/>
          </a:xfrm>
          <a:custGeom>
            <a:avLst/>
            <a:gdLst>
              <a:gd name="T0" fmla="*/ 0 w 18"/>
              <a:gd name="T1" fmla="*/ 2147483646 h 16"/>
              <a:gd name="T2" fmla="*/ 2147483646 w 18"/>
              <a:gd name="T3" fmla="*/ 2147483646 h 16"/>
              <a:gd name="T4" fmla="*/ 2147483646 w 18"/>
              <a:gd name="T5" fmla="*/ 2147483646 h 16"/>
              <a:gd name="T6" fmla="*/ 2147483646 w 18"/>
              <a:gd name="T7" fmla="*/ 2147483646 h 16"/>
              <a:gd name="T8" fmla="*/ 2147483646 w 18"/>
              <a:gd name="T9" fmla="*/ 0 h 16"/>
              <a:gd name="T10" fmla="*/ 2147483646 w 18"/>
              <a:gd name="T11" fmla="*/ 0 h 16"/>
              <a:gd name="T12" fmla="*/ 0 w 18"/>
              <a:gd name="T13" fmla="*/ 0 h 16"/>
              <a:gd name="T14" fmla="*/ 0 w 18"/>
              <a:gd name="T15" fmla="*/ 2147483646 h 16"/>
              <a:gd name="T16" fmla="*/ 0 w 18"/>
              <a:gd name="T17" fmla="*/ 2147483646 h 16"/>
              <a:gd name="T18" fmla="*/ 0 w 18"/>
              <a:gd name="T19" fmla="*/ 2147483646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0" y="16"/>
                </a:moveTo>
                <a:lnTo>
                  <a:pt x="9" y="16"/>
                </a:lnTo>
                <a:lnTo>
                  <a:pt x="18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lnTo>
                  <a:pt x="0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98" name="Freeform 31">
            <a:extLst>
              <a:ext uri="{FF2B5EF4-FFF2-40B4-BE49-F238E27FC236}">
                <a16:creationId xmlns:a16="http://schemas.microsoft.com/office/drawing/2014/main" id="{2B32FB91-37EB-107D-51E3-CE1DFEF5C727}"/>
              </a:ext>
            </a:extLst>
          </p:cNvPr>
          <p:cNvSpPr>
            <a:spLocks/>
          </p:cNvSpPr>
          <p:nvPr/>
        </p:nvSpPr>
        <p:spPr bwMode="auto">
          <a:xfrm>
            <a:off x="8691564" y="5289551"/>
            <a:ext cx="200025" cy="168275"/>
          </a:xfrm>
          <a:custGeom>
            <a:avLst/>
            <a:gdLst>
              <a:gd name="T0" fmla="*/ 2147483646 w 126"/>
              <a:gd name="T1" fmla="*/ 2147483646 h 106"/>
              <a:gd name="T2" fmla="*/ 2147483646 w 126"/>
              <a:gd name="T3" fmla="*/ 2147483646 h 106"/>
              <a:gd name="T4" fmla="*/ 0 w 126"/>
              <a:gd name="T5" fmla="*/ 2147483646 h 106"/>
              <a:gd name="T6" fmla="*/ 2147483646 w 126"/>
              <a:gd name="T7" fmla="*/ 0 h 106"/>
              <a:gd name="T8" fmla="*/ 2147483646 w 126"/>
              <a:gd name="T9" fmla="*/ 2147483646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6"/>
              <a:gd name="T16" fmla="*/ 0 h 106"/>
              <a:gd name="T17" fmla="*/ 126 w 126"/>
              <a:gd name="T18" fmla="*/ 106 h 1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6" h="106">
                <a:moveTo>
                  <a:pt x="90" y="24"/>
                </a:moveTo>
                <a:lnTo>
                  <a:pt x="126" y="41"/>
                </a:lnTo>
                <a:lnTo>
                  <a:pt x="0" y="106"/>
                </a:lnTo>
                <a:lnTo>
                  <a:pt x="63" y="0"/>
                </a:lnTo>
                <a:lnTo>
                  <a:pt x="90" y="24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99" name="Freeform 32">
            <a:extLst>
              <a:ext uri="{FF2B5EF4-FFF2-40B4-BE49-F238E27FC236}">
                <a16:creationId xmlns:a16="http://schemas.microsoft.com/office/drawing/2014/main" id="{E840DD58-381D-F1A6-DEB7-21265F507DC9}"/>
              </a:ext>
            </a:extLst>
          </p:cNvPr>
          <p:cNvSpPr>
            <a:spLocks/>
          </p:cNvSpPr>
          <p:nvPr/>
        </p:nvSpPr>
        <p:spPr bwMode="auto">
          <a:xfrm>
            <a:off x="8691564" y="5289551"/>
            <a:ext cx="200025" cy="168275"/>
          </a:xfrm>
          <a:custGeom>
            <a:avLst/>
            <a:gdLst>
              <a:gd name="T0" fmla="*/ 2147483646 w 126"/>
              <a:gd name="T1" fmla="*/ 2147483646 h 106"/>
              <a:gd name="T2" fmla="*/ 2147483646 w 126"/>
              <a:gd name="T3" fmla="*/ 2147483646 h 106"/>
              <a:gd name="T4" fmla="*/ 0 w 126"/>
              <a:gd name="T5" fmla="*/ 2147483646 h 106"/>
              <a:gd name="T6" fmla="*/ 2147483646 w 126"/>
              <a:gd name="T7" fmla="*/ 0 h 106"/>
              <a:gd name="T8" fmla="*/ 2147483646 w 126"/>
              <a:gd name="T9" fmla="*/ 2147483646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6"/>
              <a:gd name="T16" fmla="*/ 0 h 106"/>
              <a:gd name="T17" fmla="*/ 126 w 126"/>
              <a:gd name="T18" fmla="*/ 106 h 1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6" h="106">
                <a:moveTo>
                  <a:pt x="90" y="24"/>
                </a:moveTo>
                <a:lnTo>
                  <a:pt x="126" y="41"/>
                </a:lnTo>
                <a:lnTo>
                  <a:pt x="0" y="106"/>
                </a:lnTo>
                <a:lnTo>
                  <a:pt x="63" y="0"/>
                </a:lnTo>
                <a:lnTo>
                  <a:pt x="90" y="2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00" name="Freeform 33">
            <a:extLst>
              <a:ext uri="{FF2B5EF4-FFF2-40B4-BE49-F238E27FC236}">
                <a16:creationId xmlns:a16="http://schemas.microsoft.com/office/drawing/2014/main" id="{10BF24A5-AAA6-C144-2BB7-D639E85EDE4D}"/>
              </a:ext>
            </a:extLst>
          </p:cNvPr>
          <p:cNvSpPr>
            <a:spLocks/>
          </p:cNvSpPr>
          <p:nvPr/>
        </p:nvSpPr>
        <p:spPr bwMode="auto">
          <a:xfrm>
            <a:off x="9120188" y="1697038"/>
            <a:ext cx="228600" cy="246062"/>
          </a:xfrm>
          <a:custGeom>
            <a:avLst/>
            <a:gdLst>
              <a:gd name="T0" fmla="*/ 2147483646 w 144"/>
              <a:gd name="T1" fmla="*/ 0 h 155"/>
              <a:gd name="T2" fmla="*/ 0 w 144"/>
              <a:gd name="T3" fmla="*/ 2147483646 h 155"/>
              <a:gd name="T4" fmla="*/ 2147483646 w 144"/>
              <a:gd name="T5" fmla="*/ 2147483646 h 155"/>
              <a:gd name="T6" fmla="*/ 2147483646 w 144"/>
              <a:gd name="T7" fmla="*/ 2147483646 h 155"/>
              <a:gd name="T8" fmla="*/ 2147483646 w 144"/>
              <a:gd name="T9" fmla="*/ 2147483646 h 155"/>
              <a:gd name="T10" fmla="*/ 2147483646 w 144"/>
              <a:gd name="T11" fmla="*/ 2147483646 h 155"/>
              <a:gd name="T12" fmla="*/ 2147483646 w 144"/>
              <a:gd name="T13" fmla="*/ 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44"/>
              <a:gd name="T22" fmla="*/ 0 h 155"/>
              <a:gd name="T23" fmla="*/ 144 w 144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44" h="155">
                <a:moveTo>
                  <a:pt x="18" y="0"/>
                </a:moveTo>
                <a:lnTo>
                  <a:pt x="0" y="8"/>
                </a:lnTo>
                <a:lnTo>
                  <a:pt x="126" y="155"/>
                </a:lnTo>
                <a:lnTo>
                  <a:pt x="144" y="147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01" name="Freeform 34">
            <a:extLst>
              <a:ext uri="{FF2B5EF4-FFF2-40B4-BE49-F238E27FC236}">
                <a16:creationId xmlns:a16="http://schemas.microsoft.com/office/drawing/2014/main" id="{316977F5-B4B4-DF6C-F157-58F37F479845}"/>
              </a:ext>
            </a:extLst>
          </p:cNvPr>
          <p:cNvSpPr>
            <a:spLocks/>
          </p:cNvSpPr>
          <p:nvPr/>
        </p:nvSpPr>
        <p:spPr bwMode="auto">
          <a:xfrm>
            <a:off x="9320214" y="1930400"/>
            <a:ext cx="185737" cy="260350"/>
          </a:xfrm>
          <a:custGeom>
            <a:avLst/>
            <a:gdLst>
              <a:gd name="T0" fmla="*/ 2147483646 w 117"/>
              <a:gd name="T1" fmla="*/ 0 h 164"/>
              <a:gd name="T2" fmla="*/ 0 w 117"/>
              <a:gd name="T3" fmla="*/ 2147483646 h 164"/>
              <a:gd name="T4" fmla="*/ 2147483646 w 117"/>
              <a:gd name="T5" fmla="*/ 2147483646 h 164"/>
              <a:gd name="T6" fmla="*/ 2147483646 w 117"/>
              <a:gd name="T7" fmla="*/ 2147483646 h 164"/>
              <a:gd name="T8" fmla="*/ 2147483646 w 117"/>
              <a:gd name="T9" fmla="*/ 2147483646 h 164"/>
              <a:gd name="T10" fmla="*/ 2147483646 w 117"/>
              <a:gd name="T11" fmla="*/ 2147483646 h 164"/>
              <a:gd name="T12" fmla="*/ 2147483646 w 117"/>
              <a:gd name="T13" fmla="*/ 0 h 16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17"/>
              <a:gd name="T22" fmla="*/ 0 h 164"/>
              <a:gd name="T23" fmla="*/ 117 w 117"/>
              <a:gd name="T24" fmla="*/ 164 h 16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17" h="164">
                <a:moveTo>
                  <a:pt x="18" y="0"/>
                </a:moveTo>
                <a:lnTo>
                  <a:pt x="0" y="8"/>
                </a:lnTo>
                <a:lnTo>
                  <a:pt x="99" y="164"/>
                </a:lnTo>
                <a:lnTo>
                  <a:pt x="117" y="155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02" name="Freeform 35">
            <a:extLst>
              <a:ext uri="{FF2B5EF4-FFF2-40B4-BE49-F238E27FC236}">
                <a16:creationId xmlns:a16="http://schemas.microsoft.com/office/drawing/2014/main" id="{839B42D6-B684-6BE9-4DE1-D737477FF28C}"/>
              </a:ext>
            </a:extLst>
          </p:cNvPr>
          <p:cNvSpPr>
            <a:spLocks/>
          </p:cNvSpPr>
          <p:nvPr/>
        </p:nvSpPr>
        <p:spPr bwMode="auto">
          <a:xfrm>
            <a:off x="9477376" y="2176463"/>
            <a:ext cx="142875" cy="247650"/>
          </a:xfrm>
          <a:custGeom>
            <a:avLst/>
            <a:gdLst>
              <a:gd name="T0" fmla="*/ 2147483646 w 90"/>
              <a:gd name="T1" fmla="*/ 0 h 156"/>
              <a:gd name="T2" fmla="*/ 0 w 90"/>
              <a:gd name="T3" fmla="*/ 2147483646 h 156"/>
              <a:gd name="T4" fmla="*/ 2147483646 w 90"/>
              <a:gd name="T5" fmla="*/ 2147483646 h 156"/>
              <a:gd name="T6" fmla="*/ 2147483646 w 90"/>
              <a:gd name="T7" fmla="*/ 2147483646 h 156"/>
              <a:gd name="T8" fmla="*/ 2147483646 w 90"/>
              <a:gd name="T9" fmla="*/ 2147483646 h 156"/>
              <a:gd name="T10" fmla="*/ 2147483646 w 90"/>
              <a:gd name="T11" fmla="*/ 2147483646 h 156"/>
              <a:gd name="T12" fmla="*/ 2147483646 w 90"/>
              <a:gd name="T13" fmla="*/ 0 h 15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90"/>
              <a:gd name="T22" fmla="*/ 0 h 156"/>
              <a:gd name="T23" fmla="*/ 90 w 90"/>
              <a:gd name="T24" fmla="*/ 156 h 15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90" h="156">
                <a:moveTo>
                  <a:pt x="18" y="0"/>
                </a:moveTo>
                <a:lnTo>
                  <a:pt x="0" y="9"/>
                </a:lnTo>
                <a:lnTo>
                  <a:pt x="72" y="156"/>
                </a:lnTo>
                <a:lnTo>
                  <a:pt x="90" y="147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03" name="Freeform 36">
            <a:extLst>
              <a:ext uri="{FF2B5EF4-FFF2-40B4-BE49-F238E27FC236}">
                <a16:creationId xmlns:a16="http://schemas.microsoft.com/office/drawing/2014/main" id="{86171C24-F6B6-6E3A-C7CD-ABB12E1C2840}"/>
              </a:ext>
            </a:extLst>
          </p:cNvPr>
          <p:cNvSpPr>
            <a:spLocks/>
          </p:cNvSpPr>
          <p:nvPr/>
        </p:nvSpPr>
        <p:spPr bwMode="auto">
          <a:xfrm>
            <a:off x="9591675" y="2409825"/>
            <a:ext cx="114300" cy="260350"/>
          </a:xfrm>
          <a:custGeom>
            <a:avLst/>
            <a:gdLst>
              <a:gd name="T0" fmla="*/ 2147483646 w 72"/>
              <a:gd name="T1" fmla="*/ 0 h 164"/>
              <a:gd name="T2" fmla="*/ 0 w 72"/>
              <a:gd name="T3" fmla="*/ 2147483646 h 164"/>
              <a:gd name="T4" fmla="*/ 2147483646 w 72"/>
              <a:gd name="T5" fmla="*/ 2147483646 h 164"/>
              <a:gd name="T6" fmla="*/ 2147483646 w 72"/>
              <a:gd name="T7" fmla="*/ 2147483646 h 164"/>
              <a:gd name="T8" fmla="*/ 2147483646 w 72"/>
              <a:gd name="T9" fmla="*/ 2147483646 h 164"/>
              <a:gd name="T10" fmla="*/ 2147483646 w 72"/>
              <a:gd name="T11" fmla="*/ 2147483646 h 164"/>
              <a:gd name="T12" fmla="*/ 2147483646 w 72"/>
              <a:gd name="T13" fmla="*/ 0 h 16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2"/>
              <a:gd name="T22" fmla="*/ 0 h 164"/>
              <a:gd name="T23" fmla="*/ 72 w 72"/>
              <a:gd name="T24" fmla="*/ 164 h 16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2" h="164">
                <a:moveTo>
                  <a:pt x="18" y="0"/>
                </a:moveTo>
                <a:lnTo>
                  <a:pt x="0" y="9"/>
                </a:lnTo>
                <a:lnTo>
                  <a:pt x="54" y="164"/>
                </a:lnTo>
                <a:lnTo>
                  <a:pt x="54" y="156"/>
                </a:lnTo>
                <a:lnTo>
                  <a:pt x="72" y="156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04" name="Freeform 37">
            <a:extLst>
              <a:ext uri="{FF2B5EF4-FFF2-40B4-BE49-F238E27FC236}">
                <a16:creationId xmlns:a16="http://schemas.microsoft.com/office/drawing/2014/main" id="{06CD7FEE-4334-D123-34F2-76621FA45F18}"/>
              </a:ext>
            </a:extLst>
          </p:cNvPr>
          <p:cNvSpPr>
            <a:spLocks/>
          </p:cNvSpPr>
          <p:nvPr/>
        </p:nvSpPr>
        <p:spPr bwMode="auto">
          <a:xfrm>
            <a:off x="9677401" y="2657476"/>
            <a:ext cx="85725" cy="233363"/>
          </a:xfrm>
          <a:custGeom>
            <a:avLst/>
            <a:gdLst>
              <a:gd name="T0" fmla="*/ 2147483646 w 54"/>
              <a:gd name="T1" fmla="*/ 0 h 147"/>
              <a:gd name="T2" fmla="*/ 0 w 54"/>
              <a:gd name="T3" fmla="*/ 0 h 147"/>
              <a:gd name="T4" fmla="*/ 2147483646 w 54"/>
              <a:gd name="T5" fmla="*/ 2147483646 h 147"/>
              <a:gd name="T6" fmla="*/ 2147483646 w 54"/>
              <a:gd name="T7" fmla="*/ 2147483646 h 147"/>
              <a:gd name="T8" fmla="*/ 2147483646 w 54"/>
              <a:gd name="T9" fmla="*/ 2147483646 h 147"/>
              <a:gd name="T10" fmla="*/ 2147483646 w 54"/>
              <a:gd name="T11" fmla="*/ 2147483646 h 147"/>
              <a:gd name="T12" fmla="*/ 2147483646 w 54"/>
              <a:gd name="T13" fmla="*/ 0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54"/>
              <a:gd name="T22" fmla="*/ 0 h 147"/>
              <a:gd name="T23" fmla="*/ 54 w 54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54" h="147">
                <a:moveTo>
                  <a:pt x="18" y="0"/>
                </a:moveTo>
                <a:lnTo>
                  <a:pt x="0" y="0"/>
                </a:lnTo>
                <a:lnTo>
                  <a:pt x="36" y="147"/>
                </a:lnTo>
                <a:lnTo>
                  <a:pt x="54" y="147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05" name="Freeform 38">
            <a:extLst>
              <a:ext uri="{FF2B5EF4-FFF2-40B4-BE49-F238E27FC236}">
                <a16:creationId xmlns:a16="http://schemas.microsoft.com/office/drawing/2014/main" id="{F2F01EAB-AD26-4ECB-D0F7-1C05B0239199}"/>
              </a:ext>
            </a:extLst>
          </p:cNvPr>
          <p:cNvSpPr>
            <a:spLocks/>
          </p:cNvSpPr>
          <p:nvPr/>
        </p:nvSpPr>
        <p:spPr bwMode="auto">
          <a:xfrm>
            <a:off x="9734550" y="2890838"/>
            <a:ext cx="57150" cy="246062"/>
          </a:xfrm>
          <a:custGeom>
            <a:avLst/>
            <a:gdLst>
              <a:gd name="T0" fmla="*/ 2147483646 w 36"/>
              <a:gd name="T1" fmla="*/ 0 h 155"/>
              <a:gd name="T2" fmla="*/ 0 w 36"/>
              <a:gd name="T3" fmla="*/ 0 h 155"/>
              <a:gd name="T4" fmla="*/ 2147483646 w 36"/>
              <a:gd name="T5" fmla="*/ 2147483646 h 155"/>
              <a:gd name="T6" fmla="*/ 2147483646 w 36"/>
              <a:gd name="T7" fmla="*/ 2147483646 h 155"/>
              <a:gd name="T8" fmla="*/ 2147483646 w 36"/>
              <a:gd name="T9" fmla="*/ 2147483646 h 155"/>
              <a:gd name="T10" fmla="*/ 2147483646 w 36"/>
              <a:gd name="T11" fmla="*/ 2147483646 h 155"/>
              <a:gd name="T12" fmla="*/ 2147483646 w 36"/>
              <a:gd name="T13" fmla="*/ 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6"/>
              <a:gd name="T22" fmla="*/ 0 h 155"/>
              <a:gd name="T23" fmla="*/ 36 w 36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6" h="155">
                <a:moveTo>
                  <a:pt x="18" y="0"/>
                </a:moveTo>
                <a:lnTo>
                  <a:pt x="0" y="0"/>
                </a:lnTo>
                <a:lnTo>
                  <a:pt x="18" y="155"/>
                </a:lnTo>
                <a:lnTo>
                  <a:pt x="36" y="155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06" name="Freeform 39">
            <a:extLst>
              <a:ext uri="{FF2B5EF4-FFF2-40B4-BE49-F238E27FC236}">
                <a16:creationId xmlns:a16="http://schemas.microsoft.com/office/drawing/2014/main" id="{C5BAE242-5CEC-EFEC-C023-1A912FD7F838}"/>
              </a:ext>
            </a:extLst>
          </p:cNvPr>
          <p:cNvSpPr>
            <a:spLocks/>
          </p:cNvSpPr>
          <p:nvPr/>
        </p:nvSpPr>
        <p:spPr bwMode="auto">
          <a:xfrm>
            <a:off x="9720264" y="3136901"/>
            <a:ext cx="71437" cy="479425"/>
          </a:xfrm>
          <a:custGeom>
            <a:avLst/>
            <a:gdLst>
              <a:gd name="T0" fmla="*/ 2147483646 w 45"/>
              <a:gd name="T1" fmla="*/ 0 h 302"/>
              <a:gd name="T2" fmla="*/ 2147483646 w 45"/>
              <a:gd name="T3" fmla="*/ 0 h 302"/>
              <a:gd name="T4" fmla="*/ 0 w 45"/>
              <a:gd name="T5" fmla="*/ 2147483646 h 302"/>
              <a:gd name="T6" fmla="*/ 0 w 45"/>
              <a:gd name="T7" fmla="*/ 2147483646 h 302"/>
              <a:gd name="T8" fmla="*/ 2147483646 w 45"/>
              <a:gd name="T9" fmla="*/ 2147483646 h 302"/>
              <a:gd name="T10" fmla="*/ 2147483646 w 45"/>
              <a:gd name="T11" fmla="*/ 2147483646 h 302"/>
              <a:gd name="T12" fmla="*/ 2147483646 w 45"/>
              <a:gd name="T13" fmla="*/ 0 h 30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5"/>
              <a:gd name="T22" fmla="*/ 0 h 302"/>
              <a:gd name="T23" fmla="*/ 45 w 45"/>
              <a:gd name="T24" fmla="*/ 302 h 30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5" h="302">
                <a:moveTo>
                  <a:pt x="45" y="0"/>
                </a:moveTo>
                <a:lnTo>
                  <a:pt x="27" y="0"/>
                </a:lnTo>
                <a:lnTo>
                  <a:pt x="0" y="294"/>
                </a:lnTo>
                <a:lnTo>
                  <a:pt x="18" y="302"/>
                </a:lnTo>
                <a:lnTo>
                  <a:pt x="18" y="294"/>
                </a:lnTo>
                <a:lnTo>
                  <a:pt x="4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07" name="Freeform 40">
            <a:extLst>
              <a:ext uri="{FF2B5EF4-FFF2-40B4-BE49-F238E27FC236}">
                <a16:creationId xmlns:a16="http://schemas.microsoft.com/office/drawing/2014/main" id="{3B65BAF3-2FE5-C4D1-001F-E5C54BE8A002}"/>
              </a:ext>
            </a:extLst>
          </p:cNvPr>
          <p:cNvSpPr>
            <a:spLocks/>
          </p:cNvSpPr>
          <p:nvPr/>
        </p:nvSpPr>
        <p:spPr bwMode="auto">
          <a:xfrm>
            <a:off x="9605964" y="3603625"/>
            <a:ext cx="142875" cy="427038"/>
          </a:xfrm>
          <a:custGeom>
            <a:avLst/>
            <a:gdLst>
              <a:gd name="T0" fmla="*/ 2147483646 w 90"/>
              <a:gd name="T1" fmla="*/ 2147483646 h 269"/>
              <a:gd name="T2" fmla="*/ 2147483646 w 90"/>
              <a:gd name="T3" fmla="*/ 0 h 269"/>
              <a:gd name="T4" fmla="*/ 0 w 90"/>
              <a:gd name="T5" fmla="*/ 2147483646 h 269"/>
              <a:gd name="T6" fmla="*/ 0 w 90"/>
              <a:gd name="T7" fmla="*/ 2147483646 h 269"/>
              <a:gd name="T8" fmla="*/ 2147483646 w 90"/>
              <a:gd name="T9" fmla="*/ 2147483646 h 269"/>
              <a:gd name="T10" fmla="*/ 2147483646 w 90"/>
              <a:gd name="T11" fmla="*/ 2147483646 h 269"/>
              <a:gd name="T12" fmla="*/ 2147483646 w 90"/>
              <a:gd name="T13" fmla="*/ 2147483646 h 26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90"/>
              <a:gd name="T22" fmla="*/ 0 h 269"/>
              <a:gd name="T23" fmla="*/ 90 w 90"/>
              <a:gd name="T24" fmla="*/ 269 h 26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90" h="269">
                <a:moveTo>
                  <a:pt x="90" y="8"/>
                </a:moveTo>
                <a:lnTo>
                  <a:pt x="72" y="0"/>
                </a:lnTo>
                <a:lnTo>
                  <a:pt x="0" y="261"/>
                </a:lnTo>
                <a:lnTo>
                  <a:pt x="18" y="269"/>
                </a:lnTo>
                <a:lnTo>
                  <a:pt x="9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08" name="Freeform 41">
            <a:extLst>
              <a:ext uri="{FF2B5EF4-FFF2-40B4-BE49-F238E27FC236}">
                <a16:creationId xmlns:a16="http://schemas.microsoft.com/office/drawing/2014/main" id="{FD093BC0-CC32-1F87-1342-29118E5E5841}"/>
              </a:ext>
            </a:extLst>
          </p:cNvPr>
          <p:cNvSpPr>
            <a:spLocks/>
          </p:cNvSpPr>
          <p:nvPr/>
        </p:nvSpPr>
        <p:spPr bwMode="auto">
          <a:xfrm>
            <a:off x="9420226" y="4017964"/>
            <a:ext cx="214313" cy="466725"/>
          </a:xfrm>
          <a:custGeom>
            <a:avLst/>
            <a:gdLst>
              <a:gd name="T0" fmla="*/ 2147483646 w 135"/>
              <a:gd name="T1" fmla="*/ 2147483646 h 294"/>
              <a:gd name="T2" fmla="*/ 2147483646 w 135"/>
              <a:gd name="T3" fmla="*/ 0 h 294"/>
              <a:gd name="T4" fmla="*/ 0 w 135"/>
              <a:gd name="T5" fmla="*/ 2147483646 h 294"/>
              <a:gd name="T6" fmla="*/ 0 w 135"/>
              <a:gd name="T7" fmla="*/ 2147483646 h 294"/>
              <a:gd name="T8" fmla="*/ 2147483646 w 135"/>
              <a:gd name="T9" fmla="*/ 2147483646 h 294"/>
              <a:gd name="T10" fmla="*/ 2147483646 w 135"/>
              <a:gd name="T11" fmla="*/ 2147483646 h 294"/>
              <a:gd name="T12" fmla="*/ 2147483646 w 135"/>
              <a:gd name="T13" fmla="*/ 2147483646 h 29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35"/>
              <a:gd name="T22" fmla="*/ 0 h 294"/>
              <a:gd name="T23" fmla="*/ 135 w 135"/>
              <a:gd name="T24" fmla="*/ 294 h 29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35" h="294">
                <a:moveTo>
                  <a:pt x="135" y="8"/>
                </a:moveTo>
                <a:lnTo>
                  <a:pt x="117" y="0"/>
                </a:lnTo>
                <a:lnTo>
                  <a:pt x="0" y="286"/>
                </a:lnTo>
                <a:lnTo>
                  <a:pt x="18" y="294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09" name="Freeform 42">
            <a:extLst>
              <a:ext uri="{FF2B5EF4-FFF2-40B4-BE49-F238E27FC236}">
                <a16:creationId xmlns:a16="http://schemas.microsoft.com/office/drawing/2014/main" id="{3C4F26AC-8F99-7A20-C6E2-65F7A12DD8EF}"/>
              </a:ext>
            </a:extLst>
          </p:cNvPr>
          <p:cNvSpPr>
            <a:spLocks/>
          </p:cNvSpPr>
          <p:nvPr/>
        </p:nvSpPr>
        <p:spPr bwMode="auto">
          <a:xfrm>
            <a:off x="9163050" y="4471989"/>
            <a:ext cx="285750" cy="454025"/>
          </a:xfrm>
          <a:custGeom>
            <a:avLst/>
            <a:gdLst>
              <a:gd name="T0" fmla="*/ 2147483646 w 180"/>
              <a:gd name="T1" fmla="*/ 2147483646 h 286"/>
              <a:gd name="T2" fmla="*/ 2147483646 w 180"/>
              <a:gd name="T3" fmla="*/ 0 h 286"/>
              <a:gd name="T4" fmla="*/ 0 w 180"/>
              <a:gd name="T5" fmla="*/ 2147483646 h 286"/>
              <a:gd name="T6" fmla="*/ 0 w 180"/>
              <a:gd name="T7" fmla="*/ 2147483646 h 286"/>
              <a:gd name="T8" fmla="*/ 2147483646 w 180"/>
              <a:gd name="T9" fmla="*/ 2147483646 h 286"/>
              <a:gd name="T10" fmla="*/ 2147483646 w 180"/>
              <a:gd name="T11" fmla="*/ 2147483646 h 286"/>
              <a:gd name="T12" fmla="*/ 2147483646 w 180"/>
              <a:gd name="T13" fmla="*/ 2147483646 h 28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0"/>
              <a:gd name="T22" fmla="*/ 0 h 286"/>
              <a:gd name="T23" fmla="*/ 180 w 180"/>
              <a:gd name="T24" fmla="*/ 286 h 28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0" h="286">
                <a:moveTo>
                  <a:pt x="180" y="8"/>
                </a:moveTo>
                <a:lnTo>
                  <a:pt x="162" y="0"/>
                </a:lnTo>
                <a:lnTo>
                  <a:pt x="0" y="278"/>
                </a:lnTo>
                <a:lnTo>
                  <a:pt x="18" y="286"/>
                </a:lnTo>
                <a:lnTo>
                  <a:pt x="18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10" name="Freeform 43">
            <a:extLst>
              <a:ext uri="{FF2B5EF4-FFF2-40B4-BE49-F238E27FC236}">
                <a16:creationId xmlns:a16="http://schemas.microsoft.com/office/drawing/2014/main" id="{5BF3B4C8-9EA9-6045-0DCC-F4A26C69DDE6}"/>
              </a:ext>
            </a:extLst>
          </p:cNvPr>
          <p:cNvSpPr>
            <a:spLocks/>
          </p:cNvSpPr>
          <p:nvPr/>
        </p:nvSpPr>
        <p:spPr bwMode="auto">
          <a:xfrm>
            <a:off x="9005889" y="4913313"/>
            <a:ext cx="185737" cy="220662"/>
          </a:xfrm>
          <a:custGeom>
            <a:avLst/>
            <a:gdLst>
              <a:gd name="T0" fmla="*/ 2147483646 w 117"/>
              <a:gd name="T1" fmla="*/ 2147483646 h 139"/>
              <a:gd name="T2" fmla="*/ 2147483646 w 117"/>
              <a:gd name="T3" fmla="*/ 0 h 139"/>
              <a:gd name="T4" fmla="*/ 0 w 117"/>
              <a:gd name="T5" fmla="*/ 2147483646 h 139"/>
              <a:gd name="T6" fmla="*/ 0 w 117"/>
              <a:gd name="T7" fmla="*/ 2147483646 h 139"/>
              <a:gd name="T8" fmla="*/ 2147483646 w 117"/>
              <a:gd name="T9" fmla="*/ 2147483646 h 139"/>
              <a:gd name="T10" fmla="*/ 2147483646 w 117"/>
              <a:gd name="T11" fmla="*/ 2147483646 h 139"/>
              <a:gd name="T12" fmla="*/ 2147483646 w 117"/>
              <a:gd name="T13" fmla="*/ 2147483646 h 13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17"/>
              <a:gd name="T22" fmla="*/ 0 h 139"/>
              <a:gd name="T23" fmla="*/ 117 w 117"/>
              <a:gd name="T24" fmla="*/ 139 h 13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17" h="139">
                <a:moveTo>
                  <a:pt x="117" y="8"/>
                </a:moveTo>
                <a:lnTo>
                  <a:pt x="99" y="0"/>
                </a:lnTo>
                <a:lnTo>
                  <a:pt x="0" y="131"/>
                </a:lnTo>
                <a:lnTo>
                  <a:pt x="18" y="139"/>
                </a:lnTo>
                <a:lnTo>
                  <a:pt x="117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11" name="Freeform 44">
            <a:extLst>
              <a:ext uri="{FF2B5EF4-FFF2-40B4-BE49-F238E27FC236}">
                <a16:creationId xmlns:a16="http://schemas.microsoft.com/office/drawing/2014/main" id="{95A15240-5FB3-368B-105A-2726AE9B29FB}"/>
              </a:ext>
            </a:extLst>
          </p:cNvPr>
          <p:cNvSpPr>
            <a:spLocks/>
          </p:cNvSpPr>
          <p:nvPr/>
        </p:nvSpPr>
        <p:spPr bwMode="auto">
          <a:xfrm>
            <a:off x="8820151" y="5121276"/>
            <a:ext cx="214313" cy="206375"/>
          </a:xfrm>
          <a:custGeom>
            <a:avLst/>
            <a:gdLst>
              <a:gd name="T0" fmla="*/ 2147483646 w 135"/>
              <a:gd name="T1" fmla="*/ 2147483646 h 130"/>
              <a:gd name="T2" fmla="*/ 2147483646 w 135"/>
              <a:gd name="T3" fmla="*/ 0 h 130"/>
              <a:gd name="T4" fmla="*/ 0 w 135"/>
              <a:gd name="T5" fmla="*/ 2147483646 h 130"/>
              <a:gd name="T6" fmla="*/ 2147483646 w 135"/>
              <a:gd name="T7" fmla="*/ 2147483646 h 130"/>
              <a:gd name="T8" fmla="*/ 2147483646 w 135"/>
              <a:gd name="T9" fmla="*/ 2147483646 h 13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5"/>
              <a:gd name="T16" fmla="*/ 0 h 130"/>
              <a:gd name="T17" fmla="*/ 135 w 135"/>
              <a:gd name="T18" fmla="*/ 130 h 13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5" h="130">
                <a:moveTo>
                  <a:pt x="135" y="8"/>
                </a:moveTo>
                <a:lnTo>
                  <a:pt x="117" y="0"/>
                </a:lnTo>
                <a:lnTo>
                  <a:pt x="0" y="122"/>
                </a:lnTo>
                <a:lnTo>
                  <a:pt x="18" y="130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12" name="Freeform 45">
            <a:extLst>
              <a:ext uri="{FF2B5EF4-FFF2-40B4-BE49-F238E27FC236}">
                <a16:creationId xmlns:a16="http://schemas.microsoft.com/office/drawing/2014/main" id="{6E1F8F3F-8BEE-CE7D-63FB-88C25A132F22}"/>
              </a:ext>
            </a:extLst>
          </p:cNvPr>
          <p:cNvSpPr>
            <a:spLocks/>
          </p:cNvSpPr>
          <p:nvPr/>
        </p:nvSpPr>
        <p:spPr bwMode="auto">
          <a:xfrm>
            <a:off x="3033714" y="3162300"/>
            <a:ext cx="28575" cy="26988"/>
          </a:xfrm>
          <a:custGeom>
            <a:avLst/>
            <a:gdLst>
              <a:gd name="T0" fmla="*/ 2147483646 w 18"/>
              <a:gd name="T1" fmla="*/ 2147483646 h 17"/>
              <a:gd name="T2" fmla="*/ 2147483646 w 18"/>
              <a:gd name="T3" fmla="*/ 2147483646 h 17"/>
              <a:gd name="T4" fmla="*/ 2147483646 w 18"/>
              <a:gd name="T5" fmla="*/ 2147483646 h 17"/>
              <a:gd name="T6" fmla="*/ 2147483646 w 18"/>
              <a:gd name="T7" fmla="*/ 2147483646 h 17"/>
              <a:gd name="T8" fmla="*/ 2147483646 w 18"/>
              <a:gd name="T9" fmla="*/ 0 h 17"/>
              <a:gd name="T10" fmla="*/ 2147483646 w 18"/>
              <a:gd name="T11" fmla="*/ 0 h 17"/>
              <a:gd name="T12" fmla="*/ 0 w 18"/>
              <a:gd name="T13" fmla="*/ 2147483646 h 17"/>
              <a:gd name="T14" fmla="*/ 0 w 18"/>
              <a:gd name="T15" fmla="*/ 2147483646 h 17"/>
              <a:gd name="T16" fmla="*/ 2147483646 w 18"/>
              <a:gd name="T17" fmla="*/ 2147483646 h 17"/>
              <a:gd name="T18" fmla="*/ 2147483646 w 18"/>
              <a:gd name="T19" fmla="*/ 2147483646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7"/>
              <a:gd name="T32" fmla="*/ 18 w 18"/>
              <a:gd name="T33" fmla="*/ 17 h 17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7">
                <a:moveTo>
                  <a:pt x="9" y="17"/>
                </a:moveTo>
                <a:lnTo>
                  <a:pt x="9" y="17"/>
                </a:lnTo>
                <a:lnTo>
                  <a:pt x="18" y="17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lnTo>
                  <a:pt x="0" y="8"/>
                </a:lnTo>
                <a:lnTo>
                  <a:pt x="0" y="17"/>
                </a:lnTo>
                <a:lnTo>
                  <a:pt x="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13" name="Freeform 46">
            <a:extLst>
              <a:ext uri="{FF2B5EF4-FFF2-40B4-BE49-F238E27FC236}">
                <a16:creationId xmlns:a16="http://schemas.microsoft.com/office/drawing/2014/main" id="{7B7E3A05-5CA8-92EB-1A58-012D4CD2B609}"/>
              </a:ext>
            </a:extLst>
          </p:cNvPr>
          <p:cNvSpPr>
            <a:spLocks/>
          </p:cNvSpPr>
          <p:nvPr/>
        </p:nvSpPr>
        <p:spPr bwMode="auto">
          <a:xfrm>
            <a:off x="2933700" y="3162301"/>
            <a:ext cx="171450" cy="195263"/>
          </a:xfrm>
          <a:custGeom>
            <a:avLst/>
            <a:gdLst>
              <a:gd name="T0" fmla="*/ 2147483646 w 108"/>
              <a:gd name="T1" fmla="*/ 2147483646 h 123"/>
              <a:gd name="T2" fmla="*/ 2147483646 w 108"/>
              <a:gd name="T3" fmla="*/ 2147483646 h 123"/>
              <a:gd name="T4" fmla="*/ 0 w 108"/>
              <a:gd name="T5" fmla="*/ 2147483646 h 123"/>
              <a:gd name="T6" fmla="*/ 2147483646 w 108"/>
              <a:gd name="T7" fmla="*/ 0 h 123"/>
              <a:gd name="T8" fmla="*/ 2147483646 w 108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8"/>
              <a:gd name="T16" fmla="*/ 0 h 123"/>
              <a:gd name="T17" fmla="*/ 108 w 108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8" h="123">
                <a:moveTo>
                  <a:pt x="72" y="17"/>
                </a:moveTo>
                <a:lnTo>
                  <a:pt x="108" y="33"/>
                </a:lnTo>
                <a:lnTo>
                  <a:pt x="0" y="123"/>
                </a:lnTo>
                <a:lnTo>
                  <a:pt x="36" y="0"/>
                </a:lnTo>
                <a:lnTo>
                  <a:pt x="72" y="17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14" name="Freeform 47">
            <a:extLst>
              <a:ext uri="{FF2B5EF4-FFF2-40B4-BE49-F238E27FC236}">
                <a16:creationId xmlns:a16="http://schemas.microsoft.com/office/drawing/2014/main" id="{72AE7541-CA16-BE73-DFAE-97F06F56D30F}"/>
              </a:ext>
            </a:extLst>
          </p:cNvPr>
          <p:cNvSpPr>
            <a:spLocks/>
          </p:cNvSpPr>
          <p:nvPr/>
        </p:nvSpPr>
        <p:spPr bwMode="auto">
          <a:xfrm>
            <a:off x="2933700" y="3162301"/>
            <a:ext cx="171450" cy="195263"/>
          </a:xfrm>
          <a:custGeom>
            <a:avLst/>
            <a:gdLst>
              <a:gd name="T0" fmla="*/ 2147483646 w 108"/>
              <a:gd name="T1" fmla="*/ 2147483646 h 123"/>
              <a:gd name="T2" fmla="*/ 2147483646 w 108"/>
              <a:gd name="T3" fmla="*/ 2147483646 h 123"/>
              <a:gd name="T4" fmla="*/ 0 w 108"/>
              <a:gd name="T5" fmla="*/ 2147483646 h 123"/>
              <a:gd name="T6" fmla="*/ 2147483646 w 108"/>
              <a:gd name="T7" fmla="*/ 0 h 123"/>
              <a:gd name="T8" fmla="*/ 2147483646 w 108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8"/>
              <a:gd name="T16" fmla="*/ 0 h 123"/>
              <a:gd name="T17" fmla="*/ 108 w 108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8" h="123">
                <a:moveTo>
                  <a:pt x="72" y="17"/>
                </a:moveTo>
                <a:lnTo>
                  <a:pt x="108" y="33"/>
                </a:lnTo>
                <a:lnTo>
                  <a:pt x="0" y="123"/>
                </a:lnTo>
                <a:lnTo>
                  <a:pt x="36" y="0"/>
                </a:lnTo>
                <a:lnTo>
                  <a:pt x="72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15" name="Freeform 48">
            <a:extLst>
              <a:ext uri="{FF2B5EF4-FFF2-40B4-BE49-F238E27FC236}">
                <a16:creationId xmlns:a16="http://schemas.microsoft.com/office/drawing/2014/main" id="{3CA23B7A-2FE6-B81B-1A44-725D00A0B6C8}"/>
              </a:ext>
            </a:extLst>
          </p:cNvPr>
          <p:cNvSpPr>
            <a:spLocks/>
          </p:cNvSpPr>
          <p:nvPr/>
        </p:nvSpPr>
        <p:spPr bwMode="auto">
          <a:xfrm>
            <a:off x="8277225" y="2514600"/>
            <a:ext cx="285750" cy="311150"/>
          </a:xfrm>
          <a:custGeom>
            <a:avLst/>
            <a:gdLst>
              <a:gd name="T0" fmla="*/ 2147483646 w 180"/>
              <a:gd name="T1" fmla="*/ 2147483646 h 196"/>
              <a:gd name="T2" fmla="*/ 2147483646 w 180"/>
              <a:gd name="T3" fmla="*/ 2147483646 h 196"/>
              <a:gd name="T4" fmla="*/ 2147483646 w 180"/>
              <a:gd name="T5" fmla="*/ 0 h 196"/>
              <a:gd name="T6" fmla="*/ 2147483646 w 180"/>
              <a:gd name="T7" fmla="*/ 0 h 196"/>
              <a:gd name="T8" fmla="*/ 0 w 180"/>
              <a:gd name="T9" fmla="*/ 2147483646 h 196"/>
              <a:gd name="T10" fmla="*/ 0 w 180"/>
              <a:gd name="T11" fmla="*/ 2147483646 h 196"/>
              <a:gd name="T12" fmla="*/ 2147483646 w 180"/>
              <a:gd name="T13" fmla="*/ 2147483646 h 19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0"/>
              <a:gd name="T22" fmla="*/ 0 h 196"/>
              <a:gd name="T23" fmla="*/ 180 w 180"/>
              <a:gd name="T24" fmla="*/ 196 h 19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0" h="196">
                <a:moveTo>
                  <a:pt x="162" y="196"/>
                </a:moveTo>
                <a:lnTo>
                  <a:pt x="180" y="188"/>
                </a:lnTo>
                <a:lnTo>
                  <a:pt x="18" y="0"/>
                </a:lnTo>
                <a:lnTo>
                  <a:pt x="0" y="8"/>
                </a:lnTo>
                <a:lnTo>
                  <a:pt x="162" y="19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16" name="Freeform 49">
            <a:extLst>
              <a:ext uri="{FF2B5EF4-FFF2-40B4-BE49-F238E27FC236}">
                <a16:creationId xmlns:a16="http://schemas.microsoft.com/office/drawing/2014/main" id="{3A99588E-B6F3-FCB4-B29D-613A6C3132CF}"/>
              </a:ext>
            </a:extLst>
          </p:cNvPr>
          <p:cNvSpPr>
            <a:spLocks/>
          </p:cNvSpPr>
          <p:nvPr/>
        </p:nvSpPr>
        <p:spPr bwMode="auto">
          <a:xfrm>
            <a:off x="7991476" y="2228850"/>
            <a:ext cx="314325" cy="298450"/>
          </a:xfrm>
          <a:custGeom>
            <a:avLst/>
            <a:gdLst>
              <a:gd name="T0" fmla="*/ 2147483646 w 198"/>
              <a:gd name="T1" fmla="*/ 2147483646 h 188"/>
              <a:gd name="T2" fmla="*/ 2147483646 w 198"/>
              <a:gd name="T3" fmla="*/ 2147483646 h 188"/>
              <a:gd name="T4" fmla="*/ 2147483646 w 198"/>
              <a:gd name="T5" fmla="*/ 2147483646 h 188"/>
              <a:gd name="T6" fmla="*/ 2147483646 w 198"/>
              <a:gd name="T7" fmla="*/ 0 h 188"/>
              <a:gd name="T8" fmla="*/ 2147483646 w 198"/>
              <a:gd name="T9" fmla="*/ 2147483646 h 188"/>
              <a:gd name="T10" fmla="*/ 0 w 198"/>
              <a:gd name="T11" fmla="*/ 2147483646 h 188"/>
              <a:gd name="T12" fmla="*/ 2147483646 w 198"/>
              <a:gd name="T13" fmla="*/ 2147483646 h 1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98"/>
              <a:gd name="T22" fmla="*/ 0 h 188"/>
              <a:gd name="T23" fmla="*/ 198 w 198"/>
              <a:gd name="T24" fmla="*/ 188 h 1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98" h="188">
                <a:moveTo>
                  <a:pt x="180" y="188"/>
                </a:moveTo>
                <a:lnTo>
                  <a:pt x="198" y="180"/>
                </a:lnTo>
                <a:lnTo>
                  <a:pt x="18" y="8"/>
                </a:lnTo>
                <a:lnTo>
                  <a:pt x="18" y="0"/>
                </a:lnTo>
                <a:lnTo>
                  <a:pt x="9" y="16"/>
                </a:lnTo>
                <a:lnTo>
                  <a:pt x="0" y="16"/>
                </a:lnTo>
                <a:lnTo>
                  <a:pt x="180" y="18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17" name="Freeform 50">
            <a:extLst>
              <a:ext uri="{FF2B5EF4-FFF2-40B4-BE49-F238E27FC236}">
                <a16:creationId xmlns:a16="http://schemas.microsoft.com/office/drawing/2014/main" id="{614F257B-85F5-A909-B01B-6783CD7816DF}"/>
              </a:ext>
            </a:extLst>
          </p:cNvPr>
          <p:cNvSpPr>
            <a:spLocks/>
          </p:cNvSpPr>
          <p:nvPr/>
        </p:nvSpPr>
        <p:spPr bwMode="auto">
          <a:xfrm>
            <a:off x="7677150" y="2020888"/>
            <a:ext cx="342900" cy="233362"/>
          </a:xfrm>
          <a:custGeom>
            <a:avLst/>
            <a:gdLst>
              <a:gd name="T0" fmla="*/ 2147483646 w 216"/>
              <a:gd name="T1" fmla="*/ 2147483646 h 147"/>
              <a:gd name="T2" fmla="*/ 2147483646 w 216"/>
              <a:gd name="T3" fmla="*/ 2147483646 h 147"/>
              <a:gd name="T4" fmla="*/ 2147483646 w 216"/>
              <a:gd name="T5" fmla="*/ 0 h 147"/>
              <a:gd name="T6" fmla="*/ 2147483646 w 216"/>
              <a:gd name="T7" fmla="*/ 0 h 147"/>
              <a:gd name="T8" fmla="*/ 0 w 216"/>
              <a:gd name="T9" fmla="*/ 2147483646 h 147"/>
              <a:gd name="T10" fmla="*/ 0 w 216"/>
              <a:gd name="T11" fmla="*/ 2147483646 h 147"/>
              <a:gd name="T12" fmla="*/ 2147483646 w 216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147"/>
              <a:gd name="T23" fmla="*/ 216 w 216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147">
                <a:moveTo>
                  <a:pt x="207" y="147"/>
                </a:moveTo>
                <a:lnTo>
                  <a:pt x="216" y="131"/>
                </a:lnTo>
                <a:lnTo>
                  <a:pt x="9" y="0"/>
                </a:lnTo>
                <a:lnTo>
                  <a:pt x="0" y="17"/>
                </a:lnTo>
                <a:lnTo>
                  <a:pt x="207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18" name="Freeform 51">
            <a:extLst>
              <a:ext uri="{FF2B5EF4-FFF2-40B4-BE49-F238E27FC236}">
                <a16:creationId xmlns:a16="http://schemas.microsoft.com/office/drawing/2014/main" id="{893869CD-C926-8D53-07D9-891E4562ADBF}"/>
              </a:ext>
            </a:extLst>
          </p:cNvPr>
          <p:cNvSpPr>
            <a:spLocks/>
          </p:cNvSpPr>
          <p:nvPr/>
        </p:nvSpPr>
        <p:spPr bwMode="auto">
          <a:xfrm>
            <a:off x="7334250" y="1839913"/>
            <a:ext cx="357188" cy="207962"/>
          </a:xfrm>
          <a:custGeom>
            <a:avLst/>
            <a:gdLst>
              <a:gd name="T0" fmla="*/ 2147483646 w 225"/>
              <a:gd name="T1" fmla="*/ 2147483646 h 131"/>
              <a:gd name="T2" fmla="*/ 2147483646 w 225"/>
              <a:gd name="T3" fmla="*/ 2147483646 h 131"/>
              <a:gd name="T4" fmla="*/ 2147483646 w 225"/>
              <a:gd name="T5" fmla="*/ 0 h 131"/>
              <a:gd name="T6" fmla="*/ 2147483646 w 225"/>
              <a:gd name="T7" fmla="*/ 0 h 131"/>
              <a:gd name="T8" fmla="*/ 0 w 225"/>
              <a:gd name="T9" fmla="*/ 2147483646 h 131"/>
              <a:gd name="T10" fmla="*/ 0 w 225"/>
              <a:gd name="T11" fmla="*/ 2147483646 h 131"/>
              <a:gd name="T12" fmla="*/ 2147483646 w 225"/>
              <a:gd name="T13" fmla="*/ 2147483646 h 13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131"/>
              <a:gd name="T23" fmla="*/ 225 w 225"/>
              <a:gd name="T24" fmla="*/ 131 h 13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131">
                <a:moveTo>
                  <a:pt x="216" y="131"/>
                </a:moveTo>
                <a:lnTo>
                  <a:pt x="225" y="114"/>
                </a:lnTo>
                <a:lnTo>
                  <a:pt x="9" y="0"/>
                </a:lnTo>
                <a:lnTo>
                  <a:pt x="0" y="16"/>
                </a:lnTo>
                <a:lnTo>
                  <a:pt x="216" y="13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19" name="Freeform 52">
            <a:extLst>
              <a:ext uri="{FF2B5EF4-FFF2-40B4-BE49-F238E27FC236}">
                <a16:creationId xmlns:a16="http://schemas.microsoft.com/office/drawing/2014/main" id="{216FB98E-361F-8590-63CE-8A7FED5A2C5C}"/>
              </a:ext>
            </a:extLst>
          </p:cNvPr>
          <p:cNvSpPr>
            <a:spLocks/>
          </p:cNvSpPr>
          <p:nvPr/>
        </p:nvSpPr>
        <p:spPr bwMode="auto">
          <a:xfrm>
            <a:off x="6948488" y="1724025"/>
            <a:ext cx="400050" cy="141288"/>
          </a:xfrm>
          <a:custGeom>
            <a:avLst/>
            <a:gdLst>
              <a:gd name="T0" fmla="*/ 2147483646 w 252"/>
              <a:gd name="T1" fmla="*/ 2147483646 h 89"/>
              <a:gd name="T2" fmla="*/ 2147483646 w 252"/>
              <a:gd name="T3" fmla="*/ 2147483646 h 89"/>
              <a:gd name="T4" fmla="*/ 2147483646 w 252"/>
              <a:gd name="T5" fmla="*/ 0 h 89"/>
              <a:gd name="T6" fmla="*/ 0 w 252"/>
              <a:gd name="T7" fmla="*/ 0 h 89"/>
              <a:gd name="T8" fmla="*/ 0 w 252"/>
              <a:gd name="T9" fmla="*/ 2147483646 h 89"/>
              <a:gd name="T10" fmla="*/ 0 w 252"/>
              <a:gd name="T11" fmla="*/ 2147483646 h 89"/>
              <a:gd name="T12" fmla="*/ 2147483646 w 252"/>
              <a:gd name="T13" fmla="*/ 2147483646 h 8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52"/>
              <a:gd name="T22" fmla="*/ 0 h 89"/>
              <a:gd name="T23" fmla="*/ 252 w 252"/>
              <a:gd name="T24" fmla="*/ 89 h 8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52" h="89">
                <a:moveTo>
                  <a:pt x="243" y="89"/>
                </a:moveTo>
                <a:lnTo>
                  <a:pt x="252" y="73"/>
                </a:lnTo>
                <a:lnTo>
                  <a:pt x="9" y="0"/>
                </a:lnTo>
                <a:lnTo>
                  <a:pt x="0" y="0"/>
                </a:lnTo>
                <a:lnTo>
                  <a:pt x="0" y="16"/>
                </a:lnTo>
                <a:lnTo>
                  <a:pt x="243" y="8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20" name="Freeform 53">
            <a:extLst>
              <a:ext uri="{FF2B5EF4-FFF2-40B4-BE49-F238E27FC236}">
                <a16:creationId xmlns:a16="http://schemas.microsoft.com/office/drawing/2014/main" id="{B8F10BEE-7074-5794-C1FD-041B8B790CDD}"/>
              </a:ext>
            </a:extLst>
          </p:cNvPr>
          <p:cNvSpPr>
            <a:spLocks/>
          </p:cNvSpPr>
          <p:nvPr/>
        </p:nvSpPr>
        <p:spPr bwMode="auto">
          <a:xfrm>
            <a:off x="6534150" y="1646239"/>
            <a:ext cx="414338" cy="103187"/>
          </a:xfrm>
          <a:custGeom>
            <a:avLst/>
            <a:gdLst>
              <a:gd name="T0" fmla="*/ 2147483646 w 261"/>
              <a:gd name="T1" fmla="*/ 2147483646 h 65"/>
              <a:gd name="T2" fmla="*/ 2147483646 w 261"/>
              <a:gd name="T3" fmla="*/ 2147483646 h 65"/>
              <a:gd name="T4" fmla="*/ 0 w 261"/>
              <a:gd name="T5" fmla="*/ 0 h 65"/>
              <a:gd name="T6" fmla="*/ 0 w 261"/>
              <a:gd name="T7" fmla="*/ 0 h 65"/>
              <a:gd name="T8" fmla="*/ 0 w 261"/>
              <a:gd name="T9" fmla="*/ 2147483646 h 65"/>
              <a:gd name="T10" fmla="*/ 0 w 261"/>
              <a:gd name="T11" fmla="*/ 2147483646 h 65"/>
              <a:gd name="T12" fmla="*/ 2147483646 w 261"/>
              <a:gd name="T13" fmla="*/ 2147483646 h 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1"/>
              <a:gd name="T22" fmla="*/ 0 h 65"/>
              <a:gd name="T23" fmla="*/ 261 w 261"/>
              <a:gd name="T24" fmla="*/ 65 h 6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1" h="65">
                <a:moveTo>
                  <a:pt x="261" y="65"/>
                </a:moveTo>
                <a:lnTo>
                  <a:pt x="261" y="49"/>
                </a:lnTo>
                <a:lnTo>
                  <a:pt x="0" y="0"/>
                </a:lnTo>
                <a:lnTo>
                  <a:pt x="0" y="16"/>
                </a:lnTo>
                <a:lnTo>
                  <a:pt x="261" y="6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21" name="Freeform 54">
            <a:extLst>
              <a:ext uri="{FF2B5EF4-FFF2-40B4-BE49-F238E27FC236}">
                <a16:creationId xmlns:a16="http://schemas.microsoft.com/office/drawing/2014/main" id="{38947FE5-EDC8-2181-8916-88707CF36105}"/>
              </a:ext>
            </a:extLst>
          </p:cNvPr>
          <p:cNvSpPr>
            <a:spLocks/>
          </p:cNvSpPr>
          <p:nvPr/>
        </p:nvSpPr>
        <p:spPr bwMode="auto">
          <a:xfrm>
            <a:off x="6091238" y="1631950"/>
            <a:ext cx="442912" cy="39688"/>
          </a:xfrm>
          <a:custGeom>
            <a:avLst/>
            <a:gdLst>
              <a:gd name="T0" fmla="*/ 2147483646 w 279"/>
              <a:gd name="T1" fmla="*/ 2147483646 h 25"/>
              <a:gd name="T2" fmla="*/ 2147483646 w 279"/>
              <a:gd name="T3" fmla="*/ 2147483646 h 25"/>
              <a:gd name="T4" fmla="*/ 0 w 279"/>
              <a:gd name="T5" fmla="*/ 0 h 25"/>
              <a:gd name="T6" fmla="*/ 0 w 279"/>
              <a:gd name="T7" fmla="*/ 0 h 25"/>
              <a:gd name="T8" fmla="*/ 0 w 279"/>
              <a:gd name="T9" fmla="*/ 2147483646 h 25"/>
              <a:gd name="T10" fmla="*/ 0 w 279"/>
              <a:gd name="T11" fmla="*/ 2147483646 h 25"/>
              <a:gd name="T12" fmla="*/ 2147483646 w 279"/>
              <a:gd name="T13" fmla="*/ 2147483646 h 2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79"/>
              <a:gd name="T22" fmla="*/ 0 h 25"/>
              <a:gd name="T23" fmla="*/ 279 w 279"/>
              <a:gd name="T24" fmla="*/ 25 h 2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79" h="25">
                <a:moveTo>
                  <a:pt x="279" y="25"/>
                </a:moveTo>
                <a:lnTo>
                  <a:pt x="279" y="9"/>
                </a:lnTo>
                <a:lnTo>
                  <a:pt x="0" y="0"/>
                </a:lnTo>
                <a:lnTo>
                  <a:pt x="0" y="17"/>
                </a:lnTo>
                <a:lnTo>
                  <a:pt x="279" y="2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22" name="Freeform 55">
            <a:extLst>
              <a:ext uri="{FF2B5EF4-FFF2-40B4-BE49-F238E27FC236}">
                <a16:creationId xmlns:a16="http://schemas.microsoft.com/office/drawing/2014/main" id="{EB92E584-AA02-74AC-3B77-4014B3C3D2CF}"/>
              </a:ext>
            </a:extLst>
          </p:cNvPr>
          <p:cNvSpPr>
            <a:spLocks/>
          </p:cNvSpPr>
          <p:nvPr/>
        </p:nvSpPr>
        <p:spPr bwMode="auto">
          <a:xfrm>
            <a:off x="5634038" y="1631950"/>
            <a:ext cx="457200" cy="65088"/>
          </a:xfrm>
          <a:custGeom>
            <a:avLst/>
            <a:gdLst>
              <a:gd name="T0" fmla="*/ 2147483646 w 288"/>
              <a:gd name="T1" fmla="*/ 2147483646 h 41"/>
              <a:gd name="T2" fmla="*/ 2147483646 w 288"/>
              <a:gd name="T3" fmla="*/ 0 h 41"/>
              <a:gd name="T4" fmla="*/ 0 w 288"/>
              <a:gd name="T5" fmla="*/ 2147483646 h 41"/>
              <a:gd name="T6" fmla="*/ 0 w 288"/>
              <a:gd name="T7" fmla="*/ 2147483646 h 41"/>
              <a:gd name="T8" fmla="*/ 0 w 288"/>
              <a:gd name="T9" fmla="*/ 2147483646 h 41"/>
              <a:gd name="T10" fmla="*/ 0 w 288"/>
              <a:gd name="T11" fmla="*/ 2147483646 h 41"/>
              <a:gd name="T12" fmla="*/ 2147483646 w 288"/>
              <a:gd name="T13" fmla="*/ 2147483646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88"/>
              <a:gd name="T22" fmla="*/ 0 h 41"/>
              <a:gd name="T23" fmla="*/ 288 w 288"/>
              <a:gd name="T24" fmla="*/ 41 h 4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88" h="41">
                <a:moveTo>
                  <a:pt x="288" y="17"/>
                </a:moveTo>
                <a:lnTo>
                  <a:pt x="288" y="0"/>
                </a:lnTo>
                <a:lnTo>
                  <a:pt x="0" y="25"/>
                </a:lnTo>
                <a:lnTo>
                  <a:pt x="0" y="41"/>
                </a:lnTo>
                <a:lnTo>
                  <a:pt x="288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23" name="Freeform 56">
            <a:extLst>
              <a:ext uri="{FF2B5EF4-FFF2-40B4-BE49-F238E27FC236}">
                <a16:creationId xmlns:a16="http://schemas.microsoft.com/office/drawing/2014/main" id="{F5F66823-C113-FDA9-FA18-B66413B0356E}"/>
              </a:ext>
            </a:extLst>
          </p:cNvPr>
          <p:cNvSpPr>
            <a:spLocks/>
          </p:cNvSpPr>
          <p:nvPr/>
        </p:nvSpPr>
        <p:spPr bwMode="auto">
          <a:xfrm>
            <a:off x="5162550" y="1671639"/>
            <a:ext cx="471488" cy="103187"/>
          </a:xfrm>
          <a:custGeom>
            <a:avLst/>
            <a:gdLst>
              <a:gd name="T0" fmla="*/ 2147483646 w 297"/>
              <a:gd name="T1" fmla="*/ 2147483646 h 65"/>
              <a:gd name="T2" fmla="*/ 2147483646 w 297"/>
              <a:gd name="T3" fmla="*/ 0 h 65"/>
              <a:gd name="T4" fmla="*/ 0 w 297"/>
              <a:gd name="T5" fmla="*/ 2147483646 h 65"/>
              <a:gd name="T6" fmla="*/ 0 w 297"/>
              <a:gd name="T7" fmla="*/ 2147483646 h 65"/>
              <a:gd name="T8" fmla="*/ 2147483646 w 297"/>
              <a:gd name="T9" fmla="*/ 2147483646 h 65"/>
              <a:gd name="T10" fmla="*/ 0 w 297"/>
              <a:gd name="T11" fmla="*/ 2147483646 h 65"/>
              <a:gd name="T12" fmla="*/ 2147483646 w 297"/>
              <a:gd name="T13" fmla="*/ 2147483646 h 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97"/>
              <a:gd name="T22" fmla="*/ 0 h 65"/>
              <a:gd name="T23" fmla="*/ 297 w 297"/>
              <a:gd name="T24" fmla="*/ 65 h 6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97" h="65">
                <a:moveTo>
                  <a:pt x="297" y="16"/>
                </a:moveTo>
                <a:lnTo>
                  <a:pt x="297" y="0"/>
                </a:lnTo>
                <a:lnTo>
                  <a:pt x="0" y="49"/>
                </a:lnTo>
                <a:lnTo>
                  <a:pt x="9" y="65"/>
                </a:lnTo>
                <a:lnTo>
                  <a:pt x="0" y="65"/>
                </a:lnTo>
                <a:lnTo>
                  <a:pt x="297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24" name="Freeform 57">
            <a:extLst>
              <a:ext uri="{FF2B5EF4-FFF2-40B4-BE49-F238E27FC236}">
                <a16:creationId xmlns:a16="http://schemas.microsoft.com/office/drawing/2014/main" id="{0219AA5B-9A4B-D694-A0BD-0025FF052399}"/>
              </a:ext>
            </a:extLst>
          </p:cNvPr>
          <p:cNvSpPr>
            <a:spLocks/>
          </p:cNvSpPr>
          <p:nvPr/>
        </p:nvSpPr>
        <p:spPr bwMode="auto">
          <a:xfrm>
            <a:off x="4748214" y="1749426"/>
            <a:ext cx="428625" cy="130175"/>
          </a:xfrm>
          <a:custGeom>
            <a:avLst/>
            <a:gdLst>
              <a:gd name="T0" fmla="*/ 2147483646 w 270"/>
              <a:gd name="T1" fmla="*/ 2147483646 h 82"/>
              <a:gd name="T2" fmla="*/ 2147483646 w 270"/>
              <a:gd name="T3" fmla="*/ 0 h 82"/>
              <a:gd name="T4" fmla="*/ 0 w 270"/>
              <a:gd name="T5" fmla="*/ 2147483646 h 82"/>
              <a:gd name="T6" fmla="*/ 0 w 270"/>
              <a:gd name="T7" fmla="*/ 2147483646 h 82"/>
              <a:gd name="T8" fmla="*/ 2147483646 w 270"/>
              <a:gd name="T9" fmla="*/ 2147483646 h 82"/>
              <a:gd name="T10" fmla="*/ 2147483646 w 270"/>
              <a:gd name="T11" fmla="*/ 2147483646 h 82"/>
              <a:gd name="T12" fmla="*/ 2147483646 w 270"/>
              <a:gd name="T13" fmla="*/ 2147483646 h 8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70"/>
              <a:gd name="T22" fmla="*/ 0 h 82"/>
              <a:gd name="T23" fmla="*/ 270 w 270"/>
              <a:gd name="T24" fmla="*/ 82 h 8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70" h="82">
                <a:moveTo>
                  <a:pt x="270" y="16"/>
                </a:moveTo>
                <a:lnTo>
                  <a:pt x="261" y="0"/>
                </a:lnTo>
                <a:lnTo>
                  <a:pt x="0" y="65"/>
                </a:lnTo>
                <a:lnTo>
                  <a:pt x="9" y="82"/>
                </a:lnTo>
                <a:lnTo>
                  <a:pt x="270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25" name="Freeform 58">
            <a:extLst>
              <a:ext uri="{FF2B5EF4-FFF2-40B4-BE49-F238E27FC236}">
                <a16:creationId xmlns:a16="http://schemas.microsoft.com/office/drawing/2014/main" id="{A04D6B63-E0BE-2E2B-787B-47E0844AE373}"/>
              </a:ext>
            </a:extLst>
          </p:cNvPr>
          <p:cNvSpPr>
            <a:spLocks/>
          </p:cNvSpPr>
          <p:nvPr/>
        </p:nvSpPr>
        <p:spPr bwMode="auto">
          <a:xfrm>
            <a:off x="4376738" y="1852614"/>
            <a:ext cx="385762" cy="168275"/>
          </a:xfrm>
          <a:custGeom>
            <a:avLst/>
            <a:gdLst>
              <a:gd name="T0" fmla="*/ 2147483646 w 243"/>
              <a:gd name="T1" fmla="*/ 2147483646 h 106"/>
              <a:gd name="T2" fmla="*/ 2147483646 w 243"/>
              <a:gd name="T3" fmla="*/ 0 h 106"/>
              <a:gd name="T4" fmla="*/ 0 w 243"/>
              <a:gd name="T5" fmla="*/ 2147483646 h 106"/>
              <a:gd name="T6" fmla="*/ 0 w 243"/>
              <a:gd name="T7" fmla="*/ 2147483646 h 106"/>
              <a:gd name="T8" fmla="*/ 2147483646 w 243"/>
              <a:gd name="T9" fmla="*/ 2147483646 h 106"/>
              <a:gd name="T10" fmla="*/ 2147483646 w 243"/>
              <a:gd name="T11" fmla="*/ 2147483646 h 106"/>
              <a:gd name="T12" fmla="*/ 2147483646 w 243"/>
              <a:gd name="T13" fmla="*/ 2147483646 h 10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3"/>
              <a:gd name="T22" fmla="*/ 0 h 106"/>
              <a:gd name="T23" fmla="*/ 243 w 243"/>
              <a:gd name="T24" fmla="*/ 106 h 10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3" h="106">
                <a:moveTo>
                  <a:pt x="243" y="17"/>
                </a:moveTo>
                <a:lnTo>
                  <a:pt x="234" y="0"/>
                </a:lnTo>
                <a:lnTo>
                  <a:pt x="0" y="90"/>
                </a:lnTo>
                <a:lnTo>
                  <a:pt x="9" y="106"/>
                </a:lnTo>
                <a:lnTo>
                  <a:pt x="243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26" name="Freeform 59">
            <a:extLst>
              <a:ext uri="{FF2B5EF4-FFF2-40B4-BE49-F238E27FC236}">
                <a16:creationId xmlns:a16="http://schemas.microsoft.com/office/drawing/2014/main" id="{82BFDD0F-CCB4-74DF-0E85-BF982A4205A5}"/>
              </a:ext>
            </a:extLst>
          </p:cNvPr>
          <p:cNvSpPr>
            <a:spLocks/>
          </p:cNvSpPr>
          <p:nvPr/>
        </p:nvSpPr>
        <p:spPr bwMode="auto">
          <a:xfrm>
            <a:off x="4048125" y="1995488"/>
            <a:ext cx="342900" cy="195262"/>
          </a:xfrm>
          <a:custGeom>
            <a:avLst/>
            <a:gdLst>
              <a:gd name="T0" fmla="*/ 2147483646 w 216"/>
              <a:gd name="T1" fmla="*/ 2147483646 h 123"/>
              <a:gd name="T2" fmla="*/ 2147483646 w 216"/>
              <a:gd name="T3" fmla="*/ 0 h 123"/>
              <a:gd name="T4" fmla="*/ 0 w 216"/>
              <a:gd name="T5" fmla="*/ 2147483646 h 123"/>
              <a:gd name="T6" fmla="*/ 0 w 216"/>
              <a:gd name="T7" fmla="*/ 2147483646 h 123"/>
              <a:gd name="T8" fmla="*/ 2147483646 w 216"/>
              <a:gd name="T9" fmla="*/ 2147483646 h 123"/>
              <a:gd name="T10" fmla="*/ 2147483646 w 216"/>
              <a:gd name="T11" fmla="*/ 2147483646 h 123"/>
              <a:gd name="T12" fmla="*/ 2147483646 w 216"/>
              <a:gd name="T13" fmla="*/ 2147483646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123"/>
              <a:gd name="T23" fmla="*/ 216 w 216"/>
              <a:gd name="T24" fmla="*/ 123 h 12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123">
                <a:moveTo>
                  <a:pt x="216" y="16"/>
                </a:moveTo>
                <a:lnTo>
                  <a:pt x="207" y="0"/>
                </a:lnTo>
                <a:lnTo>
                  <a:pt x="0" y="106"/>
                </a:lnTo>
                <a:lnTo>
                  <a:pt x="9" y="123"/>
                </a:lnTo>
                <a:lnTo>
                  <a:pt x="216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27" name="Freeform 60">
            <a:extLst>
              <a:ext uri="{FF2B5EF4-FFF2-40B4-BE49-F238E27FC236}">
                <a16:creationId xmlns:a16="http://schemas.microsoft.com/office/drawing/2014/main" id="{2E7B29F7-2C9F-602A-3DE3-926C01D28F11}"/>
              </a:ext>
            </a:extLst>
          </p:cNvPr>
          <p:cNvSpPr>
            <a:spLocks/>
          </p:cNvSpPr>
          <p:nvPr/>
        </p:nvSpPr>
        <p:spPr bwMode="auto">
          <a:xfrm>
            <a:off x="3762375" y="2163763"/>
            <a:ext cx="300038" cy="233362"/>
          </a:xfrm>
          <a:custGeom>
            <a:avLst/>
            <a:gdLst>
              <a:gd name="T0" fmla="*/ 2147483646 w 189"/>
              <a:gd name="T1" fmla="*/ 2147483646 h 147"/>
              <a:gd name="T2" fmla="*/ 2147483646 w 189"/>
              <a:gd name="T3" fmla="*/ 0 h 147"/>
              <a:gd name="T4" fmla="*/ 0 w 189"/>
              <a:gd name="T5" fmla="*/ 2147483646 h 147"/>
              <a:gd name="T6" fmla="*/ 0 w 189"/>
              <a:gd name="T7" fmla="*/ 2147483646 h 147"/>
              <a:gd name="T8" fmla="*/ 2147483646 w 189"/>
              <a:gd name="T9" fmla="*/ 2147483646 h 147"/>
              <a:gd name="T10" fmla="*/ 2147483646 w 189"/>
              <a:gd name="T11" fmla="*/ 2147483646 h 147"/>
              <a:gd name="T12" fmla="*/ 2147483646 w 189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147"/>
              <a:gd name="T23" fmla="*/ 189 w 189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147">
                <a:moveTo>
                  <a:pt x="189" y="17"/>
                </a:moveTo>
                <a:lnTo>
                  <a:pt x="180" y="0"/>
                </a:lnTo>
                <a:lnTo>
                  <a:pt x="0" y="131"/>
                </a:lnTo>
                <a:lnTo>
                  <a:pt x="9" y="147"/>
                </a:lnTo>
                <a:lnTo>
                  <a:pt x="18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28" name="Freeform 61">
            <a:extLst>
              <a:ext uri="{FF2B5EF4-FFF2-40B4-BE49-F238E27FC236}">
                <a16:creationId xmlns:a16="http://schemas.microsoft.com/office/drawing/2014/main" id="{6C9B04AF-275C-4AF4-8A8C-441D024BA9A4}"/>
              </a:ext>
            </a:extLst>
          </p:cNvPr>
          <p:cNvSpPr>
            <a:spLocks/>
          </p:cNvSpPr>
          <p:nvPr/>
        </p:nvSpPr>
        <p:spPr bwMode="auto">
          <a:xfrm>
            <a:off x="3476625" y="2371726"/>
            <a:ext cx="300038" cy="258763"/>
          </a:xfrm>
          <a:custGeom>
            <a:avLst/>
            <a:gdLst>
              <a:gd name="T0" fmla="*/ 2147483646 w 189"/>
              <a:gd name="T1" fmla="*/ 2147483646 h 163"/>
              <a:gd name="T2" fmla="*/ 2147483646 w 189"/>
              <a:gd name="T3" fmla="*/ 0 h 163"/>
              <a:gd name="T4" fmla="*/ 2147483646 w 189"/>
              <a:gd name="T5" fmla="*/ 2147483646 h 163"/>
              <a:gd name="T6" fmla="*/ 0 w 189"/>
              <a:gd name="T7" fmla="*/ 2147483646 h 163"/>
              <a:gd name="T8" fmla="*/ 2147483646 w 189"/>
              <a:gd name="T9" fmla="*/ 2147483646 h 163"/>
              <a:gd name="T10" fmla="*/ 2147483646 w 189"/>
              <a:gd name="T11" fmla="*/ 2147483646 h 163"/>
              <a:gd name="T12" fmla="*/ 2147483646 w 189"/>
              <a:gd name="T13" fmla="*/ 2147483646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163"/>
              <a:gd name="T23" fmla="*/ 189 w 189"/>
              <a:gd name="T24" fmla="*/ 163 h 16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163">
                <a:moveTo>
                  <a:pt x="189" y="16"/>
                </a:moveTo>
                <a:lnTo>
                  <a:pt x="180" y="0"/>
                </a:lnTo>
                <a:lnTo>
                  <a:pt x="9" y="147"/>
                </a:lnTo>
                <a:lnTo>
                  <a:pt x="0" y="155"/>
                </a:lnTo>
                <a:lnTo>
                  <a:pt x="18" y="163"/>
                </a:lnTo>
                <a:lnTo>
                  <a:pt x="18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29" name="Freeform 62">
            <a:extLst>
              <a:ext uri="{FF2B5EF4-FFF2-40B4-BE49-F238E27FC236}">
                <a16:creationId xmlns:a16="http://schemas.microsoft.com/office/drawing/2014/main" id="{3F6AE02F-06B5-30F7-7E70-19F40DD793AB}"/>
              </a:ext>
            </a:extLst>
          </p:cNvPr>
          <p:cNvSpPr>
            <a:spLocks/>
          </p:cNvSpPr>
          <p:nvPr/>
        </p:nvSpPr>
        <p:spPr bwMode="auto">
          <a:xfrm>
            <a:off x="3248026" y="2617788"/>
            <a:ext cx="257175" cy="273050"/>
          </a:xfrm>
          <a:custGeom>
            <a:avLst/>
            <a:gdLst>
              <a:gd name="T0" fmla="*/ 2147483646 w 162"/>
              <a:gd name="T1" fmla="*/ 2147483646 h 172"/>
              <a:gd name="T2" fmla="*/ 2147483646 w 162"/>
              <a:gd name="T3" fmla="*/ 0 h 172"/>
              <a:gd name="T4" fmla="*/ 0 w 162"/>
              <a:gd name="T5" fmla="*/ 2147483646 h 172"/>
              <a:gd name="T6" fmla="*/ 0 w 162"/>
              <a:gd name="T7" fmla="*/ 2147483646 h 172"/>
              <a:gd name="T8" fmla="*/ 2147483646 w 162"/>
              <a:gd name="T9" fmla="*/ 2147483646 h 172"/>
              <a:gd name="T10" fmla="*/ 2147483646 w 162"/>
              <a:gd name="T11" fmla="*/ 2147483646 h 172"/>
              <a:gd name="T12" fmla="*/ 2147483646 w 162"/>
              <a:gd name="T13" fmla="*/ 2147483646 h 1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2"/>
              <a:gd name="T22" fmla="*/ 0 h 172"/>
              <a:gd name="T23" fmla="*/ 162 w 162"/>
              <a:gd name="T24" fmla="*/ 172 h 17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2" h="172">
                <a:moveTo>
                  <a:pt x="162" y="8"/>
                </a:moveTo>
                <a:lnTo>
                  <a:pt x="144" y="0"/>
                </a:lnTo>
                <a:lnTo>
                  <a:pt x="0" y="163"/>
                </a:lnTo>
                <a:lnTo>
                  <a:pt x="18" y="172"/>
                </a:lnTo>
                <a:lnTo>
                  <a:pt x="16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30" name="Freeform 63">
            <a:extLst>
              <a:ext uri="{FF2B5EF4-FFF2-40B4-BE49-F238E27FC236}">
                <a16:creationId xmlns:a16="http://schemas.microsoft.com/office/drawing/2014/main" id="{7B2B5610-924E-C455-7E38-476095947106}"/>
              </a:ext>
            </a:extLst>
          </p:cNvPr>
          <p:cNvSpPr>
            <a:spLocks/>
          </p:cNvSpPr>
          <p:nvPr/>
        </p:nvSpPr>
        <p:spPr bwMode="auto">
          <a:xfrm>
            <a:off x="3033714" y="2876550"/>
            <a:ext cx="242887" cy="312738"/>
          </a:xfrm>
          <a:custGeom>
            <a:avLst/>
            <a:gdLst>
              <a:gd name="T0" fmla="*/ 2147483646 w 153"/>
              <a:gd name="T1" fmla="*/ 2147483646 h 197"/>
              <a:gd name="T2" fmla="*/ 2147483646 w 153"/>
              <a:gd name="T3" fmla="*/ 0 h 197"/>
              <a:gd name="T4" fmla="*/ 0 w 153"/>
              <a:gd name="T5" fmla="*/ 2147483646 h 197"/>
              <a:gd name="T6" fmla="*/ 2147483646 w 153"/>
              <a:gd name="T7" fmla="*/ 2147483646 h 197"/>
              <a:gd name="T8" fmla="*/ 2147483646 w 153"/>
              <a:gd name="T9" fmla="*/ 2147483646 h 19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"/>
              <a:gd name="T16" fmla="*/ 0 h 197"/>
              <a:gd name="T17" fmla="*/ 153 w 153"/>
              <a:gd name="T18" fmla="*/ 197 h 19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" h="197">
                <a:moveTo>
                  <a:pt x="153" y="9"/>
                </a:moveTo>
                <a:lnTo>
                  <a:pt x="135" y="0"/>
                </a:lnTo>
                <a:lnTo>
                  <a:pt x="0" y="188"/>
                </a:lnTo>
                <a:lnTo>
                  <a:pt x="18" y="197"/>
                </a:lnTo>
                <a:lnTo>
                  <a:pt x="153" y="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31" name="Freeform 64">
            <a:extLst>
              <a:ext uri="{FF2B5EF4-FFF2-40B4-BE49-F238E27FC236}">
                <a16:creationId xmlns:a16="http://schemas.microsoft.com/office/drawing/2014/main" id="{3A7B6B66-A928-6D43-BC5B-8345C6525723}"/>
              </a:ext>
            </a:extLst>
          </p:cNvPr>
          <p:cNvSpPr>
            <a:spLocks/>
          </p:cNvSpPr>
          <p:nvPr/>
        </p:nvSpPr>
        <p:spPr bwMode="auto">
          <a:xfrm>
            <a:off x="9063039" y="2138363"/>
            <a:ext cx="28575" cy="25400"/>
          </a:xfrm>
          <a:custGeom>
            <a:avLst/>
            <a:gdLst>
              <a:gd name="T0" fmla="*/ 2147483646 w 18"/>
              <a:gd name="T1" fmla="*/ 0 h 16"/>
              <a:gd name="T2" fmla="*/ 2147483646 w 18"/>
              <a:gd name="T3" fmla="*/ 0 h 16"/>
              <a:gd name="T4" fmla="*/ 0 w 18"/>
              <a:gd name="T5" fmla="*/ 2147483646 h 16"/>
              <a:gd name="T6" fmla="*/ 2147483646 w 18"/>
              <a:gd name="T7" fmla="*/ 2147483646 h 16"/>
              <a:gd name="T8" fmla="*/ 2147483646 w 18"/>
              <a:gd name="T9" fmla="*/ 2147483646 h 16"/>
              <a:gd name="T10" fmla="*/ 2147483646 w 18"/>
              <a:gd name="T11" fmla="*/ 2147483646 h 16"/>
              <a:gd name="T12" fmla="*/ 2147483646 w 18"/>
              <a:gd name="T13" fmla="*/ 2147483646 h 16"/>
              <a:gd name="T14" fmla="*/ 2147483646 w 18"/>
              <a:gd name="T15" fmla="*/ 0 h 16"/>
              <a:gd name="T16" fmla="*/ 2147483646 w 18"/>
              <a:gd name="T17" fmla="*/ 0 h 16"/>
              <a:gd name="T18" fmla="*/ 2147483646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9" y="0"/>
                </a:moveTo>
                <a:lnTo>
                  <a:pt x="9" y="0"/>
                </a:lnTo>
                <a:lnTo>
                  <a:pt x="0" y="8"/>
                </a:lnTo>
                <a:lnTo>
                  <a:pt x="9" y="8"/>
                </a:lnTo>
                <a:lnTo>
                  <a:pt x="9" y="16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32" name="Freeform 65">
            <a:extLst>
              <a:ext uri="{FF2B5EF4-FFF2-40B4-BE49-F238E27FC236}">
                <a16:creationId xmlns:a16="http://schemas.microsoft.com/office/drawing/2014/main" id="{0F64B032-1ADF-F5DB-0746-B03FCDE2FD07}"/>
              </a:ext>
            </a:extLst>
          </p:cNvPr>
          <p:cNvSpPr>
            <a:spLocks/>
          </p:cNvSpPr>
          <p:nvPr/>
        </p:nvSpPr>
        <p:spPr bwMode="auto">
          <a:xfrm>
            <a:off x="9020175" y="1943101"/>
            <a:ext cx="128588" cy="195263"/>
          </a:xfrm>
          <a:custGeom>
            <a:avLst/>
            <a:gdLst>
              <a:gd name="T0" fmla="*/ 2147483646 w 81"/>
              <a:gd name="T1" fmla="*/ 2147483646 h 123"/>
              <a:gd name="T2" fmla="*/ 0 w 81"/>
              <a:gd name="T3" fmla="*/ 2147483646 h 123"/>
              <a:gd name="T4" fmla="*/ 2147483646 w 81"/>
              <a:gd name="T5" fmla="*/ 0 h 123"/>
              <a:gd name="T6" fmla="*/ 2147483646 w 81"/>
              <a:gd name="T7" fmla="*/ 2147483646 h 123"/>
              <a:gd name="T8" fmla="*/ 2147483646 w 81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36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36" y="12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33" name="Freeform 66">
            <a:extLst>
              <a:ext uri="{FF2B5EF4-FFF2-40B4-BE49-F238E27FC236}">
                <a16:creationId xmlns:a16="http://schemas.microsoft.com/office/drawing/2014/main" id="{05BC2258-B5A0-BB5C-0BC8-0D93F19770C9}"/>
              </a:ext>
            </a:extLst>
          </p:cNvPr>
          <p:cNvSpPr>
            <a:spLocks/>
          </p:cNvSpPr>
          <p:nvPr/>
        </p:nvSpPr>
        <p:spPr bwMode="auto">
          <a:xfrm>
            <a:off x="9020175" y="1943101"/>
            <a:ext cx="128588" cy="195263"/>
          </a:xfrm>
          <a:custGeom>
            <a:avLst/>
            <a:gdLst>
              <a:gd name="T0" fmla="*/ 2147483646 w 81"/>
              <a:gd name="T1" fmla="*/ 2147483646 h 123"/>
              <a:gd name="T2" fmla="*/ 0 w 81"/>
              <a:gd name="T3" fmla="*/ 2147483646 h 123"/>
              <a:gd name="T4" fmla="*/ 2147483646 w 81"/>
              <a:gd name="T5" fmla="*/ 0 h 123"/>
              <a:gd name="T6" fmla="*/ 2147483646 w 81"/>
              <a:gd name="T7" fmla="*/ 2147483646 h 123"/>
              <a:gd name="T8" fmla="*/ 2147483646 w 81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36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36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34" name="Freeform 67">
            <a:extLst>
              <a:ext uri="{FF2B5EF4-FFF2-40B4-BE49-F238E27FC236}">
                <a16:creationId xmlns:a16="http://schemas.microsoft.com/office/drawing/2014/main" id="{8C458FA2-ED47-7A40-070A-4BE1BA35CF3A}"/>
              </a:ext>
            </a:extLst>
          </p:cNvPr>
          <p:cNvSpPr>
            <a:spLocks/>
          </p:cNvSpPr>
          <p:nvPr/>
        </p:nvSpPr>
        <p:spPr bwMode="auto">
          <a:xfrm>
            <a:off x="8620126" y="2695576"/>
            <a:ext cx="200025" cy="180975"/>
          </a:xfrm>
          <a:custGeom>
            <a:avLst/>
            <a:gdLst>
              <a:gd name="T0" fmla="*/ 0 w 126"/>
              <a:gd name="T1" fmla="*/ 2147483646 h 114"/>
              <a:gd name="T2" fmla="*/ 2147483646 w 126"/>
              <a:gd name="T3" fmla="*/ 2147483646 h 114"/>
              <a:gd name="T4" fmla="*/ 2147483646 w 126"/>
              <a:gd name="T5" fmla="*/ 2147483646 h 114"/>
              <a:gd name="T6" fmla="*/ 2147483646 w 126"/>
              <a:gd name="T7" fmla="*/ 2147483646 h 114"/>
              <a:gd name="T8" fmla="*/ 2147483646 w 126"/>
              <a:gd name="T9" fmla="*/ 0 h 114"/>
              <a:gd name="T10" fmla="*/ 2147483646 w 126"/>
              <a:gd name="T11" fmla="*/ 0 h 114"/>
              <a:gd name="T12" fmla="*/ 0 w 126"/>
              <a:gd name="T13" fmla="*/ 2147483646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26"/>
              <a:gd name="T22" fmla="*/ 0 h 114"/>
              <a:gd name="T23" fmla="*/ 126 w 126"/>
              <a:gd name="T24" fmla="*/ 114 h 11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26" h="114">
                <a:moveTo>
                  <a:pt x="0" y="106"/>
                </a:moveTo>
                <a:lnTo>
                  <a:pt x="18" y="114"/>
                </a:lnTo>
                <a:lnTo>
                  <a:pt x="126" y="8"/>
                </a:lnTo>
                <a:lnTo>
                  <a:pt x="10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35" name="Freeform 68">
            <a:extLst>
              <a:ext uri="{FF2B5EF4-FFF2-40B4-BE49-F238E27FC236}">
                <a16:creationId xmlns:a16="http://schemas.microsoft.com/office/drawing/2014/main" id="{294A03A6-8748-E0D4-FD24-57ACAA5BEF48}"/>
              </a:ext>
            </a:extLst>
          </p:cNvPr>
          <p:cNvSpPr>
            <a:spLocks/>
          </p:cNvSpPr>
          <p:nvPr/>
        </p:nvSpPr>
        <p:spPr bwMode="auto">
          <a:xfrm>
            <a:off x="8791575" y="2514601"/>
            <a:ext cx="171450" cy="193675"/>
          </a:xfrm>
          <a:custGeom>
            <a:avLst/>
            <a:gdLst>
              <a:gd name="T0" fmla="*/ 0 w 108"/>
              <a:gd name="T1" fmla="*/ 2147483646 h 122"/>
              <a:gd name="T2" fmla="*/ 2147483646 w 108"/>
              <a:gd name="T3" fmla="*/ 2147483646 h 122"/>
              <a:gd name="T4" fmla="*/ 2147483646 w 108"/>
              <a:gd name="T5" fmla="*/ 2147483646 h 122"/>
              <a:gd name="T6" fmla="*/ 2147483646 w 108"/>
              <a:gd name="T7" fmla="*/ 2147483646 h 122"/>
              <a:gd name="T8" fmla="*/ 2147483646 w 108"/>
              <a:gd name="T9" fmla="*/ 0 h 122"/>
              <a:gd name="T10" fmla="*/ 2147483646 w 108"/>
              <a:gd name="T11" fmla="*/ 0 h 122"/>
              <a:gd name="T12" fmla="*/ 0 w 108"/>
              <a:gd name="T13" fmla="*/ 2147483646 h 12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08"/>
              <a:gd name="T22" fmla="*/ 0 h 122"/>
              <a:gd name="T23" fmla="*/ 108 w 108"/>
              <a:gd name="T24" fmla="*/ 122 h 12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08" h="122">
                <a:moveTo>
                  <a:pt x="0" y="114"/>
                </a:moveTo>
                <a:lnTo>
                  <a:pt x="18" y="122"/>
                </a:lnTo>
                <a:lnTo>
                  <a:pt x="108" y="8"/>
                </a:lnTo>
                <a:lnTo>
                  <a:pt x="9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36" name="Freeform 69">
            <a:extLst>
              <a:ext uri="{FF2B5EF4-FFF2-40B4-BE49-F238E27FC236}">
                <a16:creationId xmlns:a16="http://schemas.microsoft.com/office/drawing/2014/main" id="{407C3B8A-709A-B1E9-C6CC-3A6485814E15}"/>
              </a:ext>
            </a:extLst>
          </p:cNvPr>
          <p:cNvSpPr>
            <a:spLocks/>
          </p:cNvSpPr>
          <p:nvPr/>
        </p:nvSpPr>
        <p:spPr bwMode="auto">
          <a:xfrm>
            <a:off x="8934450" y="2332038"/>
            <a:ext cx="128588" cy="195262"/>
          </a:xfrm>
          <a:custGeom>
            <a:avLst/>
            <a:gdLst>
              <a:gd name="T0" fmla="*/ 0 w 81"/>
              <a:gd name="T1" fmla="*/ 2147483646 h 123"/>
              <a:gd name="T2" fmla="*/ 2147483646 w 81"/>
              <a:gd name="T3" fmla="*/ 2147483646 h 123"/>
              <a:gd name="T4" fmla="*/ 2147483646 w 81"/>
              <a:gd name="T5" fmla="*/ 2147483646 h 123"/>
              <a:gd name="T6" fmla="*/ 2147483646 w 81"/>
              <a:gd name="T7" fmla="*/ 0 h 123"/>
              <a:gd name="T8" fmla="*/ 2147483646 w 81"/>
              <a:gd name="T9" fmla="*/ 0 h 123"/>
              <a:gd name="T10" fmla="*/ 2147483646 w 81"/>
              <a:gd name="T11" fmla="*/ 0 h 123"/>
              <a:gd name="T12" fmla="*/ 0 w 81"/>
              <a:gd name="T13" fmla="*/ 2147483646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1"/>
              <a:gd name="T22" fmla="*/ 0 h 123"/>
              <a:gd name="T23" fmla="*/ 81 w 81"/>
              <a:gd name="T24" fmla="*/ 123 h 12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1" h="123">
                <a:moveTo>
                  <a:pt x="0" y="115"/>
                </a:moveTo>
                <a:lnTo>
                  <a:pt x="18" y="123"/>
                </a:lnTo>
                <a:lnTo>
                  <a:pt x="81" y="9"/>
                </a:lnTo>
                <a:lnTo>
                  <a:pt x="81" y="0"/>
                </a:lnTo>
                <a:lnTo>
                  <a:pt x="63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37" name="Freeform 70">
            <a:extLst>
              <a:ext uri="{FF2B5EF4-FFF2-40B4-BE49-F238E27FC236}">
                <a16:creationId xmlns:a16="http://schemas.microsoft.com/office/drawing/2014/main" id="{B69A9D62-71E0-17F0-B8E0-4F325291035E}"/>
              </a:ext>
            </a:extLst>
          </p:cNvPr>
          <p:cNvSpPr>
            <a:spLocks/>
          </p:cNvSpPr>
          <p:nvPr/>
        </p:nvSpPr>
        <p:spPr bwMode="auto">
          <a:xfrm>
            <a:off x="9034463" y="2138364"/>
            <a:ext cx="57150" cy="193675"/>
          </a:xfrm>
          <a:custGeom>
            <a:avLst/>
            <a:gdLst>
              <a:gd name="T0" fmla="*/ 0 w 36"/>
              <a:gd name="T1" fmla="*/ 2147483646 h 122"/>
              <a:gd name="T2" fmla="*/ 2147483646 w 36"/>
              <a:gd name="T3" fmla="*/ 2147483646 h 122"/>
              <a:gd name="T4" fmla="*/ 2147483646 w 36"/>
              <a:gd name="T5" fmla="*/ 0 h 122"/>
              <a:gd name="T6" fmla="*/ 2147483646 w 36"/>
              <a:gd name="T7" fmla="*/ 0 h 122"/>
              <a:gd name="T8" fmla="*/ 0 w 36"/>
              <a:gd name="T9" fmla="*/ 2147483646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6"/>
              <a:gd name="T16" fmla="*/ 0 h 122"/>
              <a:gd name="T17" fmla="*/ 36 w 36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6" h="122">
                <a:moveTo>
                  <a:pt x="0" y="122"/>
                </a:moveTo>
                <a:lnTo>
                  <a:pt x="18" y="122"/>
                </a:lnTo>
                <a:lnTo>
                  <a:pt x="36" y="0"/>
                </a:lnTo>
                <a:lnTo>
                  <a:pt x="18" y="0"/>
                </a:lnTo>
                <a:lnTo>
                  <a:pt x="0" y="12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38" name="Freeform 71">
            <a:extLst>
              <a:ext uri="{FF2B5EF4-FFF2-40B4-BE49-F238E27FC236}">
                <a16:creationId xmlns:a16="http://schemas.microsoft.com/office/drawing/2014/main" id="{4B5E6664-C625-C385-17D8-37F67D66FBDA}"/>
              </a:ext>
            </a:extLst>
          </p:cNvPr>
          <p:cNvSpPr>
            <a:spLocks/>
          </p:cNvSpPr>
          <p:nvPr/>
        </p:nvSpPr>
        <p:spPr bwMode="auto">
          <a:xfrm>
            <a:off x="8534401" y="2359025"/>
            <a:ext cx="28575" cy="25400"/>
          </a:xfrm>
          <a:custGeom>
            <a:avLst/>
            <a:gdLst>
              <a:gd name="T0" fmla="*/ 2147483646 w 18"/>
              <a:gd name="T1" fmla="*/ 2147483646 h 16"/>
              <a:gd name="T2" fmla="*/ 2147483646 w 18"/>
              <a:gd name="T3" fmla="*/ 2147483646 h 16"/>
              <a:gd name="T4" fmla="*/ 2147483646 w 18"/>
              <a:gd name="T5" fmla="*/ 2147483646 h 16"/>
              <a:gd name="T6" fmla="*/ 2147483646 w 18"/>
              <a:gd name="T7" fmla="*/ 0 h 16"/>
              <a:gd name="T8" fmla="*/ 2147483646 w 18"/>
              <a:gd name="T9" fmla="*/ 0 h 16"/>
              <a:gd name="T10" fmla="*/ 2147483646 w 18"/>
              <a:gd name="T11" fmla="*/ 0 h 16"/>
              <a:gd name="T12" fmla="*/ 0 w 18"/>
              <a:gd name="T13" fmla="*/ 2147483646 h 16"/>
              <a:gd name="T14" fmla="*/ 2147483646 w 18"/>
              <a:gd name="T15" fmla="*/ 2147483646 h 16"/>
              <a:gd name="T16" fmla="*/ 2147483646 w 18"/>
              <a:gd name="T17" fmla="*/ 2147483646 h 16"/>
              <a:gd name="T18" fmla="*/ 2147483646 w 18"/>
              <a:gd name="T19" fmla="*/ 2147483646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9" y="16"/>
                </a:moveTo>
                <a:lnTo>
                  <a:pt x="18" y="16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lnTo>
                  <a:pt x="0" y="8"/>
                </a:lnTo>
                <a:lnTo>
                  <a:pt x="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39" name="Freeform 72">
            <a:extLst>
              <a:ext uri="{FF2B5EF4-FFF2-40B4-BE49-F238E27FC236}">
                <a16:creationId xmlns:a16="http://schemas.microsoft.com/office/drawing/2014/main" id="{17BC92C0-326B-1200-01EB-E4E5D3D1E37E}"/>
              </a:ext>
            </a:extLst>
          </p:cNvPr>
          <p:cNvSpPr>
            <a:spLocks/>
          </p:cNvSpPr>
          <p:nvPr/>
        </p:nvSpPr>
        <p:spPr bwMode="auto">
          <a:xfrm>
            <a:off x="8491539" y="2384426"/>
            <a:ext cx="128587" cy="195263"/>
          </a:xfrm>
          <a:custGeom>
            <a:avLst/>
            <a:gdLst>
              <a:gd name="T0" fmla="*/ 2147483646 w 81"/>
              <a:gd name="T1" fmla="*/ 0 h 123"/>
              <a:gd name="T2" fmla="*/ 2147483646 w 81"/>
              <a:gd name="T3" fmla="*/ 0 h 123"/>
              <a:gd name="T4" fmla="*/ 2147483646 w 81"/>
              <a:gd name="T5" fmla="*/ 2147483646 h 123"/>
              <a:gd name="T6" fmla="*/ 0 w 81"/>
              <a:gd name="T7" fmla="*/ 0 h 123"/>
              <a:gd name="T8" fmla="*/ 2147483646 w 81"/>
              <a:gd name="T9" fmla="*/ 0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36" y="0"/>
                </a:moveTo>
                <a:lnTo>
                  <a:pt x="81" y="0"/>
                </a:lnTo>
                <a:lnTo>
                  <a:pt x="36" y="123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40" name="Freeform 73">
            <a:extLst>
              <a:ext uri="{FF2B5EF4-FFF2-40B4-BE49-F238E27FC236}">
                <a16:creationId xmlns:a16="http://schemas.microsoft.com/office/drawing/2014/main" id="{F4E3D2FC-9E63-EDC3-4D9E-FD22DF067100}"/>
              </a:ext>
            </a:extLst>
          </p:cNvPr>
          <p:cNvSpPr>
            <a:spLocks/>
          </p:cNvSpPr>
          <p:nvPr/>
        </p:nvSpPr>
        <p:spPr bwMode="auto">
          <a:xfrm>
            <a:off x="8491539" y="2384426"/>
            <a:ext cx="128587" cy="195263"/>
          </a:xfrm>
          <a:custGeom>
            <a:avLst/>
            <a:gdLst>
              <a:gd name="T0" fmla="*/ 2147483646 w 81"/>
              <a:gd name="T1" fmla="*/ 0 h 123"/>
              <a:gd name="T2" fmla="*/ 2147483646 w 81"/>
              <a:gd name="T3" fmla="*/ 0 h 123"/>
              <a:gd name="T4" fmla="*/ 2147483646 w 81"/>
              <a:gd name="T5" fmla="*/ 2147483646 h 123"/>
              <a:gd name="T6" fmla="*/ 0 w 81"/>
              <a:gd name="T7" fmla="*/ 0 h 123"/>
              <a:gd name="T8" fmla="*/ 2147483646 w 81"/>
              <a:gd name="T9" fmla="*/ 0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36" y="0"/>
                </a:moveTo>
                <a:lnTo>
                  <a:pt x="81" y="0"/>
                </a:lnTo>
                <a:lnTo>
                  <a:pt x="36" y="123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41" name="Freeform 74">
            <a:extLst>
              <a:ext uri="{FF2B5EF4-FFF2-40B4-BE49-F238E27FC236}">
                <a16:creationId xmlns:a16="http://schemas.microsoft.com/office/drawing/2014/main" id="{39525645-5B83-D370-AA18-EA1F412AA959}"/>
              </a:ext>
            </a:extLst>
          </p:cNvPr>
          <p:cNvSpPr>
            <a:spLocks/>
          </p:cNvSpPr>
          <p:nvPr/>
        </p:nvSpPr>
        <p:spPr bwMode="auto">
          <a:xfrm>
            <a:off x="8805863" y="1646239"/>
            <a:ext cx="214312" cy="193675"/>
          </a:xfrm>
          <a:custGeom>
            <a:avLst/>
            <a:gdLst>
              <a:gd name="T0" fmla="*/ 2147483646 w 135"/>
              <a:gd name="T1" fmla="*/ 2147483646 h 122"/>
              <a:gd name="T2" fmla="*/ 2147483646 w 135"/>
              <a:gd name="T3" fmla="*/ 0 h 122"/>
              <a:gd name="T4" fmla="*/ 0 w 135"/>
              <a:gd name="T5" fmla="*/ 2147483646 h 122"/>
              <a:gd name="T6" fmla="*/ 0 w 135"/>
              <a:gd name="T7" fmla="*/ 2147483646 h 122"/>
              <a:gd name="T8" fmla="*/ 2147483646 w 135"/>
              <a:gd name="T9" fmla="*/ 2147483646 h 122"/>
              <a:gd name="T10" fmla="*/ 2147483646 w 135"/>
              <a:gd name="T11" fmla="*/ 2147483646 h 122"/>
              <a:gd name="T12" fmla="*/ 2147483646 w 135"/>
              <a:gd name="T13" fmla="*/ 2147483646 h 12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35"/>
              <a:gd name="T22" fmla="*/ 0 h 122"/>
              <a:gd name="T23" fmla="*/ 135 w 135"/>
              <a:gd name="T24" fmla="*/ 122 h 12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35" h="122">
                <a:moveTo>
                  <a:pt x="135" y="8"/>
                </a:moveTo>
                <a:lnTo>
                  <a:pt x="117" y="0"/>
                </a:lnTo>
                <a:lnTo>
                  <a:pt x="0" y="114"/>
                </a:lnTo>
                <a:lnTo>
                  <a:pt x="18" y="122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42" name="Freeform 75">
            <a:extLst>
              <a:ext uri="{FF2B5EF4-FFF2-40B4-BE49-F238E27FC236}">
                <a16:creationId xmlns:a16="http://schemas.microsoft.com/office/drawing/2014/main" id="{A18C3E76-BE74-5EEF-DCF7-C488C048B596}"/>
              </a:ext>
            </a:extLst>
          </p:cNvPr>
          <p:cNvSpPr>
            <a:spLocks/>
          </p:cNvSpPr>
          <p:nvPr/>
        </p:nvSpPr>
        <p:spPr bwMode="auto">
          <a:xfrm>
            <a:off x="8662988" y="1827214"/>
            <a:ext cx="171450" cy="180975"/>
          </a:xfrm>
          <a:custGeom>
            <a:avLst/>
            <a:gdLst>
              <a:gd name="T0" fmla="*/ 2147483646 w 108"/>
              <a:gd name="T1" fmla="*/ 2147483646 h 114"/>
              <a:gd name="T2" fmla="*/ 2147483646 w 108"/>
              <a:gd name="T3" fmla="*/ 0 h 114"/>
              <a:gd name="T4" fmla="*/ 0 w 108"/>
              <a:gd name="T5" fmla="*/ 2147483646 h 114"/>
              <a:gd name="T6" fmla="*/ 0 w 108"/>
              <a:gd name="T7" fmla="*/ 2147483646 h 114"/>
              <a:gd name="T8" fmla="*/ 2147483646 w 108"/>
              <a:gd name="T9" fmla="*/ 2147483646 h 114"/>
              <a:gd name="T10" fmla="*/ 2147483646 w 108"/>
              <a:gd name="T11" fmla="*/ 2147483646 h 114"/>
              <a:gd name="T12" fmla="*/ 2147483646 w 108"/>
              <a:gd name="T13" fmla="*/ 2147483646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08"/>
              <a:gd name="T22" fmla="*/ 0 h 114"/>
              <a:gd name="T23" fmla="*/ 108 w 108"/>
              <a:gd name="T24" fmla="*/ 114 h 11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08" h="114">
                <a:moveTo>
                  <a:pt x="108" y="8"/>
                </a:moveTo>
                <a:lnTo>
                  <a:pt x="90" y="0"/>
                </a:lnTo>
                <a:lnTo>
                  <a:pt x="0" y="106"/>
                </a:lnTo>
                <a:lnTo>
                  <a:pt x="18" y="114"/>
                </a:lnTo>
                <a:lnTo>
                  <a:pt x="108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43" name="Freeform 76">
            <a:extLst>
              <a:ext uri="{FF2B5EF4-FFF2-40B4-BE49-F238E27FC236}">
                <a16:creationId xmlns:a16="http://schemas.microsoft.com/office/drawing/2014/main" id="{A1F6740F-16F5-8A1B-2E25-AB808CF14A11}"/>
              </a:ext>
            </a:extLst>
          </p:cNvPr>
          <p:cNvSpPr>
            <a:spLocks/>
          </p:cNvSpPr>
          <p:nvPr/>
        </p:nvSpPr>
        <p:spPr bwMode="auto">
          <a:xfrm>
            <a:off x="8577263" y="1995488"/>
            <a:ext cx="114300" cy="195262"/>
          </a:xfrm>
          <a:custGeom>
            <a:avLst/>
            <a:gdLst>
              <a:gd name="T0" fmla="*/ 2147483646 w 72"/>
              <a:gd name="T1" fmla="*/ 2147483646 h 123"/>
              <a:gd name="T2" fmla="*/ 2147483646 w 72"/>
              <a:gd name="T3" fmla="*/ 0 h 123"/>
              <a:gd name="T4" fmla="*/ 0 w 72"/>
              <a:gd name="T5" fmla="*/ 2147483646 h 123"/>
              <a:gd name="T6" fmla="*/ 0 w 72"/>
              <a:gd name="T7" fmla="*/ 2147483646 h 123"/>
              <a:gd name="T8" fmla="*/ 2147483646 w 72"/>
              <a:gd name="T9" fmla="*/ 2147483646 h 123"/>
              <a:gd name="T10" fmla="*/ 2147483646 w 72"/>
              <a:gd name="T11" fmla="*/ 2147483646 h 123"/>
              <a:gd name="T12" fmla="*/ 2147483646 w 72"/>
              <a:gd name="T13" fmla="*/ 2147483646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2"/>
              <a:gd name="T22" fmla="*/ 0 h 123"/>
              <a:gd name="T23" fmla="*/ 72 w 72"/>
              <a:gd name="T24" fmla="*/ 123 h 12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2" h="123">
                <a:moveTo>
                  <a:pt x="72" y="8"/>
                </a:moveTo>
                <a:lnTo>
                  <a:pt x="54" y="0"/>
                </a:lnTo>
                <a:lnTo>
                  <a:pt x="0" y="114"/>
                </a:lnTo>
                <a:lnTo>
                  <a:pt x="18" y="114"/>
                </a:lnTo>
                <a:lnTo>
                  <a:pt x="18" y="123"/>
                </a:lnTo>
                <a:lnTo>
                  <a:pt x="7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44" name="Freeform 77">
            <a:extLst>
              <a:ext uri="{FF2B5EF4-FFF2-40B4-BE49-F238E27FC236}">
                <a16:creationId xmlns:a16="http://schemas.microsoft.com/office/drawing/2014/main" id="{428261AD-D561-5EC5-EE2F-3653CD1CF8C2}"/>
              </a:ext>
            </a:extLst>
          </p:cNvPr>
          <p:cNvSpPr>
            <a:spLocks/>
          </p:cNvSpPr>
          <p:nvPr/>
        </p:nvSpPr>
        <p:spPr bwMode="auto">
          <a:xfrm>
            <a:off x="8534400" y="2176463"/>
            <a:ext cx="71438" cy="195262"/>
          </a:xfrm>
          <a:custGeom>
            <a:avLst/>
            <a:gdLst>
              <a:gd name="T0" fmla="*/ 2147483646 w 45"/>
              <a:gd name="T1" fmla="*/ 0 h 123"/>
              <a:gd name="T2" fmla="*/ 2147483646 w 45"/>
              <a:gd name="T3" fmla="*/ 0 h 123"/>
              <a:gd name="T4" fmla="*/ 0 w 45"/>
              <a:gd name="T5" fmla="*/ 2147483646 h 123"/>
              <a:gd name="T6" fmla="*/ 2147483646 w 45"/>
              <a:gd name="T7" fmla="*/ 2147483646 h 123"/>
              <a:gd name="T8" fmla="*/ 2147483646 w 45"/>
              <a:gd name="T9" fmla="*/ 0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5"/>
              <a:gd name="T16" fmla="*/ 0 h 123"/>
              <a:gd name="T17" fmla="*/ 45 w 45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5" h="123">
                <a:moveTo>
                  <a:pt x="45" y="0"/>
                </a:moveTo>
                <a:lnTo>
                  <a:pt x="27" y="0"/>
                </a:lnTo>
                <a:lnTo>
                  <a:pt x="0" y="123"/>
                </a:lnTo>
                <a:lnTo>
                  <a:pt x="18" y="123"/>
                </a:lnTo>
                <a:lnTo>
                  <a:pt x="4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45" name="Freeform 78">
            <a:extLst>
              <a:ext uri="{FF2B5EF4-FFF2-40B4-BE49-F238E27FC236}">
                <a16:creationId xmlns:a16="http://schemas.microsoft.com/office/drawing/2014/main" id="{652C58EC-62EA-9934-2FAA-90307152D0FC}"/>
              </a:ext>
            </a:extLst>
          </p:cNvPr>
          <p:cNvSpPr>
            <a:spLocks/>
          </p:cNvSpPr>
          <p:nvPr/>
        </p:nvSpPr>
        <p:spPr bwMode="auto">
          <a:xfrm>
            <a:off x="6148389" y="4549775"/>
            <a:ext cx="28575" cy="25400"/>
          </a:xfrm>
          <a:custGeom>
            <a:avLst/>
            <a:gdLst>
              <a:gd name="T0" fmla="*/ 0 w 18"/>
              <a:gd name="T1" fmla="*/ 2147483646 h 16"/>
              <a:gd name="T2" fmla="*/ 0 w 18"/>
              <a:gd name="T3" fmla="*/ 2147483646 h 16"/>
              <a:gd name="T4" fmla="*/ 2147483646 w 18"/>
              <a:gd name="T5" fmla="*/ 2147483646 h 16"/>
              <a:gd name="T6" fmla="*/ 2147483646 w 18"/>
              <a:gd name="T7" fmla="*/ 2147483646 h 16"/>
              <a:gd name="T8" fmla="*/ 2147483646 w 18"/>
              <a:gd name="T9" fmla="*/ 2147483646 h 16"/>
              <a:gd name="T10" fmla="*/ 2147483646 w 18"/>
              <a:gd name="T11" fmla="*/ 0 h 16"/>
              <a:gd name="T12" fmla="*/ 0 w 18"/>
              <a:gd name="T13" fmla="*/ 0 h 16"/>
              <a:gd name="T14" fmla="*/ 0 w 18"/>
              <a:gd name="T15" fmla="*/ 2147483646 h 16"/>
              <a:gd name="T16" fmla="*/ 0 w 18"/>
              <a:gd name="T17" fmla="*/ 2147483646 h 16"/>
              <a:gd name="T18" fmla="*/ 0 w 18"/>
              <a:gd name="T19" fmla="*/ 2147483646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0" y="16"/>
                </a:moveTo>
                <a:lnTo>
                  <a:pt x="0" y="16"/>
                </a:lnTo>
                <a:lnTo>
                  <a:pt x="9" y="16"/>
                </a:lnTo>
                <a:lnTo>
                  <a:pt x="18" y="16"/>
                </a:lnTo>
                <a:lnTo>
                  <a:pt x="18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lnTo>
                  <a:pt x="0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46" name="Freeform 79">
            <a:extLst>
              <a:ext uri="{FF2B5EF4-FFF2-40B4-BE49-F238E27FC236}">
                <a16:creationId xmlns:a16="http://schemas.microsoft.com/office/drawing/2014/main" id="{E8821092-7FFB-22D1-96FB-E328677BBC57}"/>
              </a:ext>
            </a:extLst>
          </p:cNvPr>
          <p:cNvSpPr>
            <a:spLocks/>
          </p:cNvSpPr>
          <p:nvPr/>
        </p:nvSpPr>
        <p:spPr bwMode="auto">
          <a:xfrm>
            <a:off x="5948363" y="4524375"/>
            <a:ext cx="228600" cy="115888"/>
          </a:xfrm>
          <a:custGeom>
            <a:avLst/>
            <a:gdLst>
              <a:gd name="T0" fmla="*/ 2147483646 w 144"/>
              <a:gd name="T1" fmla="*/ 2147483646 h 73"/>
              <a:gd name="T2" fmla="*/ 2147483646 w 144"/>
              <a:gd name="T3" fmla="*/ 2147483646 h 73"/>
              <a:gd name="T4" fmla="*/ 0 w 144"/>
              <a:gd name="T5" fmla="*/ 2147483646 h 73"/>
              <a:gd name="T6" fmla="*/ 2147483646 w 144"/>
              <a:gd name="T7" fmla="*/ 0 h 73"/>
              <a:gd name="T8" fmla="*/ 2147483646 w 144"/>
              <a:gd name="T9" fmla="*/ 2147483646 h 7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73"/>
              <a:gd name="T17" fmla="*/ 144 w 144"/>
              <a:gd name="T18" fmla="*/ 73 h 7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73">
                <a:moveTo>
                  <a:pt x="126" y="32"/>
                </a:moveTo>
                <a:lnTo>
                  <a:pt x="144" y="65"/>
                </a:lnTo>
                <a:lnTo>
                  <a:pt x="0" y="73"/>
                </a:lnTo>
                <a:lnTo>
                  <a:pt x="117" y="0"/>
                </a:lnTo>
                <a:lnTo>
                  <a:pt x="126" y="32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47" name="Freeform 80">
            <a:extLst>
              <a:ext uri="{FF2B5EF4-FFF2-40B4-BE49-F238E27FC236}">
                <a16:creationId xmlns:a16="http://schemas.microsoft.com/office/drawing/2014/main" id="{437E18E9-71E6-9579-EEAB-03DA74C3FB7E}"/>
              </a:ext>
            </a:extLst>
          </p:cNvPr>
          <p:cNvSpPr>
            <a:spLocks/>
          </p:cNvSpPr>
          <p:nvPr/>
        </p:nvSpPr>
        <p:spPr bwMode="auto">
          <a:xfrm>
            <a:off x="5948363" y="4524375"/>
            <a:ext cx="228600" cy="115888"/>
          </a:xfrm>
          <a:custGeom>
            <a:avLst/>
            <a:gdLst>
              <a:gd name="T0" fmla="*/ 2147483646 w 144"/>
              <a:gd name="T1" fmla="*/ 2147483646 h 73"/>
              <a:gd name="T2" fmla="*/ 2147483646 w 144"/>
              <a:gd name="T3" fmla="*/ 2147483646 h 73"/>
              <a:gd name="T4" fmla="*/ 0 w 144"/>
              <a:gd name="T5" fmla="*/ 2147483646 h 73"/>
              <a:gd name="T6" fmla="*/ 2147483646 w 144"/>
              <a:gd name="T7" fmla="*/ 0 h 73"/>
              <a:gd name="T8" fmla="*/ 2147483646 w 144"/>
              <a:gd name="T9" fmla="*/ 2147483646 h 7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73"/>
              <a:gd name="T17" fmla="*/ 144 w 144"/>
              <a:gd name="T18" fmla="*/ 73 h 7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73">
                <a:moveTo>
                  <a:pt x="126" y="32"/>
                </a:moveTo>
                <a:lnTo>
                  <a:pt x="144" y="65"/>
                </a:lnTo>
                <a:lnTo>
                  <a:pt x="0" y="73"/>
                </a:lnTo>
                <a:lnTo>
                  <a:pt x="117" y="0"/>
                </a:lnTo>
                <a:lnTo>
                  <a:pt x="126" y="3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48" name="Freeform 81">
            <a:extLst>
              <a:ext uri="{FF2B5EF4-FFF2-40B4-BE49-F238E27FC236}">
                <a16:creationId xmlns:a16="http://schemas.microsoft.com/office/drawing/2014/main" id="{092E7E2B-465F-519E-B850-11ECE76FA8B8}"/>
              </a:ext>
            </a:extLst>
          </p:cNvPr>
          <p:cNvSpPr>
            <a:spLocks/>
          </p:cNvSpPr>
          <p:nvPr/>
        </p:nvSpPr>
        <p:spPr bwMode="auto">
          <a:xfrm>
            <a:off x="8348663" y="2825751"/>
            <a:ext cx="214312" cy="271463"/>
          </a:xfrm>
          <a:custGeom>
            <a:avLst/>
            <a:gdLst>
              <a:gd name="T0" fmla="*/ 2147483646 w 135"/>
              <a:gd name="T1" fmla="*/ 2147483646 h 171"/>
              <a:gd name="T2" fmla="*/ 2147483646 w 135"/>
              <a:gd name="T3" fmla="*/ 0 h 171"/>
              <a:gd name="T4" fmla="*/ 0 w 135"/>
              <a:gd name="T5" fmla="*/ 2147483646 h 171"/>
              <a:gd name="T6" fmla="*/ 0 w 135"/>
              <a:gd name="T7" fmla="*/ 2147483646 h 171"/>
              <a:gd name="T8" fmla="*/ 2147483646 w 135"/>
              <a:gd name="T9" fmla="*/ 2147483646 h 171"/>
              <a:gd name="T10" fmla="*/ 2147483646 w 135"/>
              <a:gd name="T11" fmla="*/ 2147483646 h 171"/>
              <a:gd name="T12" fmla="*/ 2147483646 w 135"/>
              <a:gd name="T13" fmla="*/ 2147483646 h 17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35"/>
              <a:gd name="T22" fmla="*/ 0 h 171"/>
              <a:gd name="T23" fmla="*/ 135 w 135"/>
              <a:gd name="T24" fmla="*/ 171 h 17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35" h="171">
                <a:moveTo>
                  <a:pt x="135" y="8"/>
                </a:moveTo>
                <a:lnTo>
                  <a:pt x="117" y="0"/>
                </a:lnTo>
                <a:lnTo>
                  <a:pt x="0" y="163"/>
                </a:lnTo>
                <a:lnTo>
                  <a:pt x="18" y="171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49" name="Freeform 82">
            <a:extLst>
              <a:ext uri="{FF2B5EF4-FFF2-40B4-BE49-F238E27FC236}">
                <a16:creationId xmlns:a16="http://schemas.microsoft.com/office/drawing/2014/main" id="{8826FD16-97F7-D82B-CD32-230E5D0AAD65}"/>
              </a:ext>
            </a:extLst>
          </p:cNvPr>
          <p:cNvSpPr>
            <a:spLocks/>
          </p:cNvSpPr>
          <p:nvPr/>
        </p:nvSpPr>
        <p:spPr bwMode="auto">
          <a:xfrm>
            <a:off x="8120064" y="3084513"/>
            <a:ext cx="257175" cy="273050"/>
          </a:xfrm>
          <a:custGeom>
            <a:avLst/>
            <a:gdLst>
              <a:gd name="T0" fmla="*/ 2147483646 w 162"/>
              <a:gd name="T1" fmla="*/ 2147483646 h 172"/>
              <a:gd name="T2" fmla="*/ 2147483646 w 162"/>
              <a:gd name="T3" fmla="*/ 0 h 172"/>
              <a:gd name="T4" fmla="*/ 0 w 162"/>
              <a:gd name="T5" fmla="*/ 2147483646 h 172"/>
              <a:gd name="T6" fmla="*/ 0 w 162"/>
              <a:gd name="T7" fmla="*/ 2147483646 h 172"/>
              <a:gd name="T8" fmla="*/ 2147483646 w 162"/>
              <a:gd name="T9" fmla="*/ 2147483646 h 172"/>
              <a:gd name="T10" fmla="*/ 2147483646 w 162"/>
              <a:gd name="T11" fmla="*/ 2147483646 h 172"/>
              <a:gd name="T12" fmla="*/ 2147483646 w 162"/>
              <a:gd name="T13" fmla="*/ 2147483646 h 1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2"/>
              <a:gd name="T22" fmla="*/ 0 h 172"/>
              <a:gd name="T23" fmla="*/ 162 w 162"/>
              <a:gd name="T24" fmla="*/ 172 h 17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2" h="172">
                <a:moveTo>
                  <a:pt x="162" y="8"/>
                </a:moveTo>
                <a:lnTo>
                  <a:pt x="144" y="0"/>
                </a:lnTo>
                <a:lnTo>
                  <a:pt x="0" y="164"/>
                </a:lnTo>
                <a:lnTo>
                  <a:pt x="0" y="155"/>
                </a:lnTo>
                <a:lnTo>
                  <a:pt x="18" y="172"/>
                </a:lnTo>
                <a:lnTo>
                  <a:pt x="16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50" name="Freeform 83">
            <a:extLst>
              <a:ext uri="{FF2B5EF4-FFF2-40B4-BE49-F238E27FC236}">
                <a16:creationId xmlns:a16="http://schemas.microsoft.com/office/drawing/2014/main" id="{1D91938B-5CC0-BDE2-A581-4BDA176D7EB4}"/>
              </a:ext>
            </a:extLst>
          </p:cNvPr>
          <p:cNvSpPr>
            <a:spLocks/>
          </p:cNvSpPr>
          <p:nvPr/>
        </p:nvSpPr>
        <p:spPr bwMode="auto">
          <a:xfrm>
            <a:off x="7848600" y="3330575"/>
            <a:ext cx="300038" cy="273050"/>
          </a:xfrm>
          <a:custGeom>
            <a:avLst/>
            <a:gdLst>
              <a:gd name="T0" fmla="*/ 2147483646 w 189"/>
              <a:gd name="T1" fmla="*/ 2147483646 h 172"/>
              <a:gd name="T2" fmla="*/ 2147483646 w 189"/>
              <a:gd name="T3" fmla="*/ 0 h 172"/>
              <a:gd name="T4" fmla="*/ 0 w 189"/>
              <a:gd name="T5" fmla="*/ 2147483646 h 172"/>
              <a:gd name="T6" fmla="*/ 2147483646 w 189"/>
              <a:gd name="T7" fmla="*/ 2147483646 h 172"/>
              <a:gd name="T8" fmla="*/ 2147483646 w 189"/>
              <a:gd name="T9" fmla="*/ 2147483646 h 172"/>
              <a:gd name="T10" fmla="*/ 2147483646 w 189"/>
              <a:gd name="T11" fmla="*/ 2147483646 h 172"/>
              <a:gd name="T12" fmla="*/ 2147483646 w 189"/>
              <a:gd name="T13" fmla="*/ 2147483646 h 1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172"/>
              <a:gd name="T23" fmla="*/ 189 w 189"/>
              <a:gd name="T24" fmla="*/ 172 h 17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172">
                <a:moveTo>
                  <a:pt x="189" y="17"/>
                </a:moveTo>
                <a:lnTo>
                  <a:pt x="171" y="0"/>
                </a:lnTo>
                <a:lnTo>
                  <a:pt x="0" y="156"/>
                </a:lnTo>
                <a:lnTo>
                  <a:pt x="9" y="156"/>
                </a:lnTo>
                <a:lnTo>
                  <a:pt x="18" y="172"/>
                </a:lnTo>
                <a:lnTo>
                  <a:pt x="18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51" name="Freeform 84">
            <a:extLst>
              <a:ext uri="{FF2B5EF4-FFF2-40B4-BE49-F238E27FC236}">
                <a16:creationId xmlns:a16="http://schemas.microsoft.com/office/drawing/2014/main" id="{A75DC16B-B975-B15F-A4C8-2CE97FF8789F}"/>
              </a:ext>
            </a:extLst>
          </p:cNvPr>
          <p:cNvSpPr>
            <a:spLocks/>
          </p:cNvSpPr>
          <p:nvPr/>
        </p:nvSpPr>
        <p:spPr bwMode="auto">
          <a:xfrm>
            <a:off x="7577139" y="3578226"/>
            <a:ext cx="300037" cy="258763"/>
          </a:xfrm>
          <a:custGeom>
            <a:avLst/>
            <a:gdLst>
              <a:gd name="T0" fmla="*/ 2147483646 w 189"/>
              <a:gd name="T1" fmla="*/ 2147483646 h 163"/>
              <a:gd name="T2" fmla="*/ 2147483646 w 189"/>
              <a:gd name="T3" fmla="*/ 0 h 163"/>
              <a:gd name="T4" fmla="*/ 0 w 189"/>
              <a:gd name="T5" fmla="*/ 2147483646 h 163"/>
              <a:gd name="T6" fmla="*/ 0 w 189"/>
              <a:gd name="T7" fmla="*/ 2147483646 h 163"/>
              <a:gd name="T8" fmla="*/ 2147483646 w 189"/>
              <a:gd name="T9" fmla="*/ 2147483646 h 163"/>
              <a:gd name="T10" fmla="*/ 2147483646 w 189"/>
              <a:gd name="T11" fmla="*/ 2147483646 h 163"/>
              <a:gd name="T12" fmla="*/ 2147483646 w 189"/>
              <a:gd name="T13" fmla="*/ 2147483646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163"/>
              <a:gd name="T23" fmla="*/ 189 w 189"/>
              <a:gd name="T24" fmla="*/ 163 h 16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163">
                <a:moveTo>
                  <a:pt x="189" y="16"/>
                </a:moveTo>
                <a:lnTo>
                  <a:pt x="180" y="0"/>
                </a:lnTo>
                <a:lnTo>
                  <a:pt x="0" y="147"/>
                </a:lnTo>
                <a:lnTo>
                  <a:pt x="9" y="163"/>
                </a:lnTo>
                <a:lnTo>
                  <a:pt x="18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52" name="Freeform 85">
            <a:extLst>
              <a:ext uri="{FF2B5EF4-FFF2-40B4-BE49-F238E27FC236}">
                <a16:creationId xmlns:a16="http://schemas.microsoft.com/office/drawing/2014/main" id="{07AF54AC-1924-405B-2BEE-C5983CA95AA4}"/>
              </a:ext>
            </a:extLst>
          </p:cNvPr>
          <p:cNvSpPr>
            <a:spLocks/>
          </p:cNvSpPr>
          <p:nvPr/>
        </p:nvSpPr>
        <p:spPr bwMode="auto">
          <a:xfrm>
            <a:off x="7248525" y="3811588"/>
            <a:ext cx="342900" cy="246062"/>
          </a:xfrm>
          <a:custGeom>
            <a:avLst/>
            <a:gdLst>
              <a:gd name="T0" fmla="*/ 2147483646 w 216"/>
              <a:gd name="T1" fmla="*/ 2147483646 h 155"/>
              <a:gd name="T2" fmla="*/ 2147483646 w 216"/>
              <a:gd name="T3" fmla="*/ 0 h 155"/>
              <a:gd name="T4" fmla="*/ 0 w 216"/>
              <a:gd name="T5" fmla="*/ 2147483646 h 155"/>
              <a:gd name="T6" fmla="*/ 0 w 216"/>
              <a:gd name="T7" fmla="*/ 2147483646 h 155"/>
              <a:gd name="T8" fmla="*/ 2147483646 w 216"/>
              <a:gd name="T9" fmla="*/ 2147483646 h 155"/>
              <a:gd name="T10" fmla="*/ 2147483646 w 216"/>
              <a:gd name="T11" fmla="*/ 2147483646 h 155"/>
              <a:gd name="T12" fmla="*/ 2147483646 w 216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155"/>
              <a:gd name="T23" fmla="*/ 216 w 216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155">
                <a:moveTo>
                  <a:pt x="216" y="16"/>
                </a:moveTo>
                <a:lnTo>
                  <a:pt x="207" y="0"/>
                </a:lnTo>
                <a:lnTo>
                  <a:pt x="0" y="138"/>
                </a:lnTo>
                <a:lnTo>
                  <a:pt x="9" y="155"/>
                </a:lnTo>
                <a:lnTo>
                  <a:pt x="216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53" name="Freeform 86">
            <a:extLst>
              <a:ext uri="{FF2B5EF4-FFF2-40B4-BE49-F238E27FC236}">
                <a16:creationId xmlns:a16="http://schemas.microsoft.com/office/drawing/2014/main" id="{2571BFEE-BA60-7CEF-D64D-FCF63E61BEF1}"/>
              </a:ext>
            </a:extLst>
          </p:cNvPr>
          <p:cNvSpPr>
            <a:spLocks/>
          </p:cNvSpPr>
          <p:nvPr/>
        </p:nvSpPr>
        <p:spPr bwMode="auto">
          <a:xfrm>
            <a:off x="6905625" y="4030663"/>
            <a:ext cx="357188" cy="220662"/>
          </a:xfrm>
          <a:custGeom>
            <a:avLst/>
            <a:gdLst>
              <a:gd name="T0" fmla="*/ 2147483646 w 225"/>
              <a:gd name="T1" fmla="*/ 2147483646 h 139"/>
              <a:gd name="T2" fmla="*/ 2147483646 w 225"/>
              <a:gd name="T3" fmla="*/ 0 h 139"/>
              <a:gd name="T4" fmla="*/ 0 w 225"/>
              <a:gd name="T5" fmla="*/ 2147483646 h 139"/>
              <a:gd name="T6" fmla="*/ 0 w 225"/>
              <a:gd name="T7" fmla="*/ 2147483646 h 139"/>
              <a:gd name="T8" fmla="*/ 2147483646 w 225"/>
              <a:gd name="T9" fmla="*/ 2147483646 h 139"/>
              <a:gd name="T10" fmla="*/ 2147483646 w 225"/>
              <a:gd name="T11" fmla="*/ 2147483646 h 139"/>
              <a:gd name="T12" fmla="*/ 2147483646 w 225"/>
              <a:gd name="T13" fmla="*/ 2147483646 h 13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139"/>
              <a:gd name="T23" fmla="*/ 225 w 225"/>
              <a:gd name="T24" fmla="*/ 139 h 13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139">
                <a:moveTo>
                  <a:pt x="225" y="17"/>
                </a:moveTo>
                <a:lnTo>
                  <a:pt x="216" y="0"/>
                </a:lnTo>
                <a:lnTo>
                  <a:pt x="0" y="123"/>
                </a:lnTo>
                <a:lnTo>
                  <a:pt x="9" y="139"/>
                </a:lnTo>
                <a:lnTo>
                  <a:pt x="225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54" name="Freeform 87">
            <a:extLst>
              <a:ext uri="{FF2B5EF4-FFF2-40B4-BE49-F238E27FC236}">
                <a16:creationId xmlns:a16="http://schemas.microsoft.com/office/drawing/2014/main" id="{9FCB420F-8068-E7D7-AA92-6289FB38F213}"/>
              </a:ext>
            </a:extLst>
          </p:cNvPr>
          <p:cNvSpPr>
            <a:spLocks/>
          </p:cNvSpPr>
          <p:nvPr/>
        </p:nvSpPr>
        <p:spPr bwMode="auto">
          <a:xfrm>
            <a:off x="6534151" y="4225926"/>
            <a:ext cx="385763" cy="207963"/>
          </a:xfrm>
          <a:custGeom>
            <a:avLst/>
            <a:gdLst>
              <a:gd name="T0" fmla="*/ 2147483646 w 243"/>
              <a:gd name="T1" fmla="*/ 2147483646 h 131"/>
              <a:gd name="T2" fmla="*/ 2147483646 w 243"/>
              <a:gd name="T3" fmla="*/ 0 h 131"/>
              <a:gd name="T4" fmla="*/ 0 w 243"/>
              <a:gd name="T5" fmla="*/ 2147483646 h 131"/>
              <a:gd name="T6" fmla="*/ 0 w 243"/>
              <a:gd name="T7" fmla="*/ 2147483646 h 131"/>
              <a:gd name="T8" fmla="*/ 2147483646 w 243"/>
              <a:gd name="T9" fmla="*/ 2147483646 h 131"/>
              <a:gd name="T10" fmla="*/ 2147483646 w 243"/>
              <a:gd name="T11" fmla="*/ 2147483646 h 131"/>
              <a:gd name="T12" fmla="*/ 2147483646 w 243"/>
              <a:gd name="T13" fmla="*/ 2147483646 h 13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3"/>
              <a:gd name="T22" fmla="*/ 0 h 131"/>
              <a:gd name="T23" fmla="*/ 243 w 243"/>
              <a:gd name="T24" fmla="*/ 131 h 13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3" h="131">
                <a:moveTo>
                  <a:pt x="243" y="16"/>
                </a:moveTo>
                <a:lnTo>
                  <a:pt x="234" y="0"/>
                </a:lnTo>
                <a:lnTo>
                  <a:pt x="0" y="114"/>
                </a:lnTo>
                <a:lnTo>
                  <a:pt x="9" y="131"/>
                </a:lnTo>
                <a:lnTo>
                  <a:pt x="243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55" name="Freeform 88">
            <a:extLst>
              <a:ext uri="{FF2B5EF4-FFF2-40B4-BE49-F238E27FC236}">
                <a16:creationId xmlns:a16="http://schemas.microsoft.com/office/drawing/2014/main" id="{8CF29D05-937E-55CC-2B19-8D44EFFA0311}"/>
              </a:ext>
            </a:extLst>
          </p:cNvPr>
          <p:cNvSpPr>
            <a:spLocks/>
          </p:cNvSpPr>
          <p:nvPr/>
        </p:nvSpPr>
        <p:spPr bwMode="auto">
          <a:xfrm>
            <a:off x="6148388" y="4406901"/>
            <a:ext cx="400050" cy="168275"/>
          </a:xfrm>
          <a:custGeom>
            <a:avLst/>
            <a:gdLst>
              <a:gd name="T0" fmla="*/ 2147483646 w 252"/>
              <a:gd name="T1" fmla="*/ 2147483646 h 106"/>
              <a:gd name="T2" fmla="*/ 2147483646 w 252"/>
              <a:gd name="T3" fmla="*/ 0 h 106"/>
              <a:gd name="T4" fmla="*/ 0 w 252"/>
              <a:gd name="T5" fmla="*/ 2147483646 h 106"/>
              <a:gd name="T6" fmla="*/ 2147483646 w 252"/>
              <a:gd name="T7" fmla="*/ 2147483646 h 106"/>
              <a:gd name="T8" fmla="*/ 2147483646 w 252"/>
              <a:gd name="T9" fmla="*/ 2147483646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52"/>
              <a:gd name="T16" fmla="*/ 0 h 106"/>
              <a:gd name="T17" fmla="*/ 252 w 252"/>
              <a:gd name="T18" fmla="*/ 106 h 1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52" h="106">
                <a:moveTo>
                  <a:pt x="252" y="17"/>
                </a:moveTo>
                <a:lnTo>
                  <a:pt x="243" y="0"/>
                </a:lnTo>
                <a:lnTo>
                  <a:pt x="0" y="90"/>
                </a:lnTo>
                <a:lnTo>
                  <a:pt x="9" y="106"/>
                </a:lnTo>
                <a:lnTo>
                  <a:pt x="252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56" name="Freeform 89">
            <a:extLst>
              <a:ext uri="{FF2B5EF4-FFF2-40B4-BE49-F238E27FC236}">
                <a16:creationId xmlns:a16="http://schemas.microsoft.com/office/drawing/2014/main" id="{5773FDBA-54FF-652B-4969-3034064EC4A6}"/>
              </a:ext>
            </a:extLst>
          </p:cNvPr>
          <p:cNvSpPr>
            <a:spLocks/>
          </p:cNvSpPr>
          <p:nvPr/>
        </p:nvSpPr>
        <p:spPr bwMode="auto">
          <a:xfrm>
            <a:off x="3676651" y="4926013"/>
            <a:ext cx="28575" cy="25400"/>
          </a:xfrm>
          <a:custGeom>
            <a:avLst/>
            <a:gdLst>
              <a:gd name="T0" fmla="*/ 0 w 18"/>
              <a:gd name="T1" fmla="*/ 2147483646 h 16"/>
              <a:gd name="T2" fmla="*/ 0 w 18"/>
              <a:gd name="T3" fmla="*/ 2147483646 h 16"/>
              <a:gd name="T4" fmla="*/ 2147483646 w 18"/>
              <a:gd name="T5" fmla="*/ 2147483646 h 16"/>
              <a:gd name="T6" fmla="*/ 2147483646 w 18"/>
              <a:gd name="T7" fmla="*/ 2147483646 h 16"/>
              <a:gd name="T8" fmla="*/ 2147483646 w 18"/>
              <a:gd name="T9" fmla="*/ 2147483646 h 16"/>
              <a:gd name="T10" fmla="*/ 2147483646 w 18"/>
              <a:gd name="T11" fmla="*/ 2147483646 h 16"/>
              <a:gd name="T12" fmla="*/ 2147483646 w 18"/>
              <a:gd name="T13" fmla="*/ 0 h 16"/>
              <a:gd name="T14" fmla="*/ 0 w 18"/>
              <a:gd name="T15" fmla="*/ 0 h 16"/>
              <a:gd name="T16" fmla="*/ 0 w 18"/>
              <a:gd name="T17" fmla="*/ 2147483646 h 16"/>
              <a:gd name="T18" fmla="*/ 0 w 18"/>
              <a:gd name="T19" fmla="*/ 2147483646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0" y="8"/>
                </a:moveTo>
                <a:lnTo>
                  <a:pt x="0" y="16"/>
                </a:lnTo>
                <a:lnTo>
                  <a:pt x="9" y="16"/>
                </a:lnTo>
                <a:lnTo>
                  <a:pt x="18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57" name="Freeform 90">
            <a:extLst>
              <a:ext uri="{FF2B5EF4-FFF2-40B4-BE49-F238E27FC236}">
                <a16:creationId xmlns:a16="http://schemas.microsoft.com/office/drawing/2014/main" id="{E0AA2478-8CF8-B56D-8E85-DA47C2727867}"/>
              </a:ext>
            </a:extLst>
          </p:cNvPr>
          <p:cNvSpPr>
            <a:spLocks/>
          </p:cNvSpPr>
          <p:nvPr/>
        </p:nvSpPr>
        <p:spPr bwMode="auto">
          <a:xfrm>
            <a:off x="3476625" y="4886326"/>
            <a:ext cx="228600" cy="104775"/>
          </a:xfrm>
          <a:custGeom>
            <a:avLst/>
            <a:gdLst>
              <a:gd name="T0" fmla="*/ 2147483646 w 144"/>
              <a:gd name="T1" fmla="*/ 2147483646 h 66"/>
              <a:gd name="T2" fmla="*/ 2147483646 w 144"/>
              <a:gd name="T3" fmla="*/ 2147483646 h 66"/>
              <a:gd name="T4" fmla="*/ 0 w 144"/>
              <a:gd name="T5" fmla="*/ 0 h 66"/>
              <a:gd name="T6" fmla="*/ 2147483646 w 144"/>
              <a:gd name="T7" fmla="*/ 0 h 66"/>
              <a:gd name="T8" fmla="*/ 2147483646 w 144"/>
              <a:gd name="T9" fmla="*/ 2147483646 h 6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66"/>
              <a:gd name="T17" fmla="*/ 144 w 144"/>
              <a:gd name="T18" fmla="*/ 66 h 6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66">
                <a:moveTo>
                  <a:pt x="126" y="33"/>
                </a:moveTo>
                <a:lnTo>
                  <a:pt x="117" y="66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58" name="Freeform 91">
            <a:extLst>
              <a:ext uri="{FF2B5EF4-FFF2-40B4-BE49-F238E27FC236}">
                <a16:creationId xmlns:a16="http://schemas.microsoft.com/office/drawing/2014/main" id="{2B65050E-42D3-F15D-BE2E-40BB70F5716F}"/>
              </a:ext>
            </a:extLst>
          </p:cNvPr>
          <p:cNvSpPr>
            <a:spLocks/>
          </p:cNvSpPr>
          <p:nvPr/>
        </p:nvSpPr>
        <p:spPr bwMode="auto">
          <a:xfrm>
            <a:off x="3476625" y="4886326"/>
            <a:ext cx="228600" cy="104775"/>
          </a:xfrm>
          <a:custGeom>
            <a:avLst/>
            <a:gdLst>
              <a:gd name="T0" fmla="*/ 2147483646 w 144"/>
              <a:gd name="T1" fmla="*/ 2147483646 h 66"/>
              <a:gd name="T2" fmla="*/ 2147483646 w 144"/>
              <a:gd name="T3" fmla="*/ 2147483646 h 66"/>
              <a:gd name="T4" fmla="*/ 0 w 144"/>
              <a:gd name="T5" fmla="*/ 0 h 66"/>
              <a:gd name="T6" fmla="*/ 2147483646 w 144"/>
              <a:gd name="T7" fmla="*/ 0 h 66"/>
              <a:gd name="T8" fmla="*/ 2147483646 w 144"/>
              <a:gd name="T9" fmla="*/ 2147483646 h 6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66"/>
              <a:gd name="T17" fmla="*/ 144 w 144"/>
              <a:gd name="T18" fmla="*/ 66 h 6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66">
                <a:moveTo>
                  <a:pt x="126" y="33"/>
                </a:moveTo>
                <a:lnTo>
                  <a:pt x="117" y="66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59" name="Freeform 92">
            <a:extLst>
              <a:ext uri="{FF2B5EF4-FFF2-40B4-BE49-F238E27FC236}">
                <a16:creationId xmlns:a16="http://schemas.microsoft.com/office/drawing/2014/main" id="{5E30D6D2-D1AF-0425-9493-9F64FCC691A6}"/>
              </a:ext>
            </a:extLst>
          </p:cNvPr>
          <p:cNvSpPr>
            <a:spLocks/>
          </p:cNvSpPr>
          <p:nvPr/>
        </p:nvSpPr>
        <p:spPr bwMode="auto">
          <a:xfrm>
            <a:off x="5362575" y="4627564"/>
            <a:ext cx="171450" cy="142875"/>
          </a:xfrm>
          <a:custGeom>
            <a:avLst/>
            <a:gdLst>
              <a:gd name="T0" fmla="*/ 2147483646 w 108"/>
              <a:gd name="T1" fmla="*/ 2147483646 h 90"/>
              <a:gd name="T2" fmla="*/ 2147483646 w 108"/>
              <a:gd name="T3" fmla="*/ 0 h 90"/>
              <a:gd name="T4" fmla="*/ 0 w 108"/>
              <a:gd name="T5" fmla="*/ 2147483646 h 90"/>
              <a:gd name="T6" fmla="*/ 0 w 108"/>
              <a:gd name="T7" fmla="*/ 2147483646 h 90"/>
              <a:gd name="T8" fmla="*/ 2147483646 w 108"/>
              <a:gd name="T9" fmla="*/ 2147483646 h 90"/>
              <a:gd name="T10" fmla="*/ 2147483646 w 108"/>
              <a:gd name="T11" fmla="*/ 2147483646 h 90"/>
              <a:gd name="T12" fmla="*/ 2147483646 w 108"/>
              <a:gd name="T13" fmla="*/ 2147483646 h 9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08"/>
              <a:gd name="T22" fmla="*/ 0 h 90"/>
              <a:gd name="T23" fmla="*/ 108 w 108"/>
              <a:gd name="T24" fmla="*/ 90 h 9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08" h="90">
                <a:moveTo>
                  <a:pt x="108" y="16"/>
                </a:moveTo>
                <a:lnTo>
                  <a:pt x="99" y="0"/>
                </a:lnTo>
                <a:lnTo>
                  <a:pt x="0" y="74"/>
                </a:lnTo>
                <a:lnTo>
                  <a:pt x="9" y="90"/>
                </a:lnTo>
                <a:lnTo>
                  <a:pt x="108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60" name="Freeform 93">
            <a:extLst>
              <a:ext uri="{FF2B5EF4-FFF2-40B4-BE49-F238E27FC236}">
                <a16:creationId xmlns:a16="http://schemas.microsoft.com/office/drawing/2014/main" id="{5BA3FCCE-93C5-EA6E-B5E2-9DED3CF11243}"/>
              </a:ext>
            </a:extLst>
          </p:cNvPr>
          <p:cNvSpPr>
            <a:spLocks/>
          </p:cNvSpPr>
          <p:nvPr/>
        </p:nvSpPr>
        <p:spPr bwMode="auto">
          <a:xfrm>
            <a:off x="5162551" y="4745039"/>
            <a:ext cx="214313" cy="115887"/>
          </a:xfrm>
          <a:custGeom>
            <a:avLst/>
            <a:gdLst>
              <a:gd name="T0" fmla="*/ 2147483646 w 135"/>
              <a:gd name="T1" fmla="*/ 2147483646 h 73"/>
              <a:gd name="T2" fmla="*/ 2147483646 w 135"/>
              <a:gd name="T3" fmla="*/ 0 h 73"/>
              <a:gd name="T4" fmla="*/ 0 w 135"/>
              <a:gd name="T5" fmla="*/ 2147483646 h 73"/>
              <a:gd name="T6" fmla="*/ 0 w 135"/>
              <a:gd name="T7" fmla="*/ 2147483646 h 73"/>
              <a:gd name="T8" fmla="*/ 2147483646 w 135"/>
              <a:gd name="T9" fmla="*/ 2147483646 h 73"/>
              <a:gd name="T10" fmla="*/ 2147483646 w 135"/>
              <a:gd name="T11" fmla="*/ 2147483646 h 73"/>
              <a:gd name="T12" fmla="*/ 2147483646 w 135"/>
              <a:gd name="T13" fmla="*/ 2147483646 h 7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35"/>
              <a:gd name="T22" fmla="*/ 0 h 73"/>
              <a:gd name="T23" fmla="*/ 135 w 135"/>
              <a:gd name="T24" fmla="*/ 73 h 7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35" h="73">
                <a:moveTo>
                  <a:pt x="135" y="16"/>
                </a:moveTo>
                <a:lnTo>
                  <a:pt x="126" y="0"/>
                </a:lnTo>
                <a:lnTo>
                  <a:pt x="0" y="57"/>
                </a:lnTo>
                <a:lnTo>
                  <a:pt x="9" y="73"/>
                </a:lnTo>
                <a:lnTo>
                  <a:pt x="13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61" name="Freeform 94">
            <a:extLst>
              <a:ext uri="{FF2B5EF4-FFF2-40B4-BE49-F238E27FC236}">
                <a16:creationId xmlns:a16="http://schemas.microsoft.com/office/drawing/2014/main" id="{14028B96-A21E-84EB-8A97-B53857B9EEA1}"/>
              </a:ext>
            </a:extLst>
          </p:cNvPr>
          <p:cNvSpPr>
            <a:spLocks/>
          </p:cNvSpPr>
          <p:nvPr/>
        </p:nvSpPr>
        <p:spPr bwMode="auto">
          <a:xfrm>
            <a:off x="4948238" y="4835525"/>
            <a:ext cx="228600" cy="90488"/>
          </a:xfrm>
          <a:custGeom>
            <a:avLst/>
            <a:gdLst>
              <a:gd name="T0" fmla="*/ 2147483646 w 144"/>
              <a:gd name="T1" fmla="*/ 2147483646 h 57"/>
              <a:gd name="T2" fmla="*/ 2147483646 w 144"/>
              <a:gd name="T3" fmla="*/ 0 h 57"/>
              <a:gd name="T4" fmla="*/ 0 w 144"/>
              <a:gd name="T5" fmla="*/ 2147483646 h 57"/>
              <a:gd name="T6" fmla="*/ 0 w 144"/>
              <a:gd name="T7" fmla="*/ 2147483646 h 57"/>
              <a:gd name="T8" fmla="*/ 0 w 144"/>
              <a:gd name="T9" fmla="*/ 2147483646 h 57"/>
              <a:gd name="T10" fmla="*/ 2147483646 w 144"/>
              <a:gd name="T11" fmla="*/ 2147483646 h 57"/>
              <a:gd name="T12" fmla="*/ 2147483646 w 144"/>
              <a:gd name="T13" fmla="*/ 2147483646 h 5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44"/>
              <a:gd name="T22" fmla="*/ 0 h 57"/>
              <a:gd name="T23" fmla="*/ 144 w 144"/>
              <a:gd name="T24" fmla="*/ 57 h 5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44" h="57">
                <a:moveTo>
                  <a:pt x="144" y="16"/>
                </a:moveTo>
                <a:lnTo>
                  <a:pt x="135" y="0"/>
                </a:lnTo>
                <a:lnTo>
                  <a:pt x="0" y="41"/>
                </a:lnTo>
                <a:lnTo>
                  <a:pt x="0" y="57"/>
                </a:lnTo>
                <a:lnTo>
                  <a:pt x="9" y="57"/>
                </a:lnTo>
                <a:lnTo>
                  <a:pt x="144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62" name="Freeform 95">
            <a:extLst>
              <a:ext uri="{FF2B5EF4-FFF2-40B4-BE49-F238E27FC236}">
                <a16:creationId xmlns:a16="http://schemas.microsoft.com/office/drawing/2014/main" id="{AD1FF68A-0AE9-D1E3-BBAA-F3314BF28F0D}"/>
              </a:ext>
            </a:extLst>
          </p:cNvPr>
          <p:cNvSpPr>
            <a:spLocks/>
          </p:cNvSpPr>
          <p:nvPr/>
        </p:nvSpPr>
        <p:spPr bwMode="auto">
          <a:xfrm>
            <a:off x="4705350" y="4900614"/>
            <a:ext cx="242888" cy="77787"/>
          </a:xfrm>
          <a:custGeom>
            <a:avLst/>
            <a:gdLst>
              <a:gd name="T0" fmla="*/ 2147483646 w 153"/>
              <a:gd name="T1" fmla="*/ 2147483646 h 49"/>
              <a:gd name="T2" fmla="*/ 2147483646 w 153"/>
              <a:gd name="T3" fmla="*/ 0 h 49"/>
              <a:gd name="T4" fmla="*/ 0 w 153"/>
              <a:gd name="T5" fmla="*/ 2147483646 h 49"/>
              <a:gd name="T6" fmla="*/ 0 w 153"/>
              <a:gd name="T7" fmla="*/ 2147483646 h 49"/>
              <a:gd name="T8" fmla="*/ 0 w 153"/>
              <a:gd name="T9" fmla="*/ 2147483646 h 49"/>
              <a:gd name="T10" fmla="*/ 0 w 153"/>
              <a:gd name="T11" fmla="*/ 2147483646 h 49"/>
              <a:gd name="T12" fmla="*/ 2147483646 w 153"/>
              <a:gd name="T13" fmla="*/ 2147483646 h 4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53"/>
              <a:gd name="T22" fmla="*/ 0 h 49"/>
              <a:gd name="T23" fmla="*/ 153 w 153"/>
              <a:gd name="T24" fmla="*/ 49 h 4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53" h="49">
                <a:moveTo>
                  <a:pt x="153" y="16"/>
                </a:moveTo>
                <a:lnTo>
                  <a:pt x="153" y="0"/>
                </a:lnTo>
                <a:lnTo>
                  <a:pt x="0" y="32"/>
                </a:lnTo>
                <a:lnTo>
                  <a:pt x="0" y="49"/>
                </a:lnTo>
                <a:lnTo>
                  <a:pt x="153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63" name="Freeform 96">
            <a:extLst>
              <a:ext uri="{FF2B5EF4-FFF2-40B4-BE49-F238E27FC236}">
                <a16:creationId xmlns:a16="http://schemas.microsoft.com/office/drawing/2014/main" id="{212AA8AB-8628-F851-AEFE-0FFD42ED9125}"/>
              </a:ext>
            </a:extLst>
          </p:cNvPr>
          <p:cNvSpPr>
            <a:spLocks/>
          </p:cNvSpPr>
          <p:nvPr/>
        </p:nvSpPr>
        <p:spPr bwMode="auto">
          <a:xfrm>
            <a:off x="4205288" y="4951414"/>
            <a:ext cx="500062" cy="65087"/>
          </a:xfrm>
          <a:custGeom>
            <a:avLst/>
            <a:gdLst>
              <a:gd name="T0" fmla="*/ 2147483646 w 315"/>
              <a:gd name="T1" fmla="*/ 2147483646 h 41"/>
              <a:gd name="T2" fmla="*/ 2147483646 w 315"/>
              <a:gd name="T3" fmla="*/ 0 h 41"/>
              <a:gd name="T4" fmla="*/ 0 w 315"/>
              <a:gd name="T5" fmla="*/ 2147483646 h 41"/>
              <a:gd name="T6" fmla="*/ 0 w 315"/>
              <a:gd name="T7" fmla="*/ 2147483646 h 41"/>
              <a:gd name="T8" fmla="*/ 0 w 315"/>
              <a:gd name="T9" fmla="*/ 2147483646 h 41"/>
              <a:gd name="T10" fmla="*/ 0 w 315"/>
              <a:gd name="T11" fmla="*/ 2147483646 h 41"/>
              <a:gd name="T12" fmla="*/ 2147483646 w 315"/>
              <a:gd name="T13" fmla="*/ 2147483646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15"/>
              <a:gd name="T22" fmla="*/ 0 h 41"/>
              <a:gd name="T23" fmla="*/ 315 w 315"/>
              <a:gd name="T24" fmla="*/ 41 h 4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15" h="41">
                <a:moveTo>
                  <a:pt x="315" y="17"/>
                </a:moveTo>
                <a:lnTo>
                  <a:pt x="315" y="0"/>
                </a:lnTo>
                <a:lnTo>
                  <a:pt x="0" y="25"/>
                </a:lnTo>
                <a:lnTo>
                  <a:pt x="0" y="41"/>
                </a:lnTo>
                <a:lnTo>
                  <a:pt x="315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64" name="Freeform 97">
            <a:extLst>
              <a:ext uri="{FF2B5EF4-FFF2-40B4-BE49-F238E27FC236}">
                <a16:creationId xmlns:a16="http://schemas.microsoft.com/office/drawing/2014/main" id="{41738075-64BF-6CC1-F3D6-03CDB2907604}"/>
              </a:ext>
            </a:extLst>
          </p:cNvPr>
          <p:cNvSpPr>
            <a:spLocks/>
          </p:cNvSpPr>
          <p:nvPr/>
        </p:nvSpPr>
        <p:spPr bwMode="auto">
          <a:xfrm>
            <a:off x="3690938" y="4926014"/>
            <a:ext cx="514350" cy="90487"/>
          </a:xfrm>
          <a:custGeom>
            <a:avLst/>
            <a:gdLst>
              <a:gd name="T0" fmla="*/ 2147483646 w 324"/>
              <a:gd name="T1" fmla="*/ 2147483646 h 57"/>
              <a:gd name="T2" fmla="*/ 2147483646 w 324"/>
              <a:gd name="T3" fmla="*/ 2147483646 h 57"/>
              <a:gd name="T4" fmla="*/ 0 w 324"/>
              <a:gd name="T5" fmla="*/ 0 h 57"/>
              <a:gd name="T6" fmla="*/ 0 w 324"/>
              <a:gd name="T7" fmla="*/ 2147483646 h 57"/>
              <a:gd name="T8" fmla="*/ 2147483646 w 324"/>
              <a:gd name="T9" fmla="*/ 2147483646 h 5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4"/>
              <a:gd name="T16" fmla="*/ 0 h 57"/>
              <a:gd name="T17" fmla="*/ 324 w 324"/>
              <a:gd name="T18" fmla="*/ 57 h 5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4" h="57">
                <a:moveTo>
                  <a:pt x="324" y="57"/>
                </a:moveTo>
                <a:lnTo>
                  <a:pt x="324" y="41"/>
                </a:lnTo>
                <a:lnTo>
                  <a:pt x="0" y="0"/>
                </a:lnTo>
                <a:lnTo>
                  <a:pt x="0" y="16"/>
                </a:lnTo>
                <a:lnTo>
                  <a:pt x="324" y="5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65" name="Freeform 98">
            <a:extLst>
              <a:ext uri="{FF2B5EF4-FFF2-40B4-BE49-F238E27FC236}">
                <a16:creationId xmlns:a16="http://schemas.microsoft.com/office/drawing/2014/main" id="{DAEF5AC9-3A2C-6BB1-5FB6-697545A25C6C}"/>
              </a:ext>
            </a:extLst>
          </p:cNvPr>
          <p:cNvSpPr>
            <a:spLocks/>
          </p:cNvSpPr>
          <p:nvPr/>
        </p:nvSpPr>
        <p:spPr bwMode="auto">
          <a:xfrm>
            <a:off x="5462589" y="4186239"/>
            <a:ext cx="28575" cy="26987"/>
          </a:xfrm>
          <a:custGeom>
            <a:avLst/>
            <a:gdLst>
              <a:gd name="T0" fmla="*/ 2147483646 w 18"/>
              <a:gd name="T1" fmla="*/ 2147483646 h 17"/>
              <a:gd name="T2" fmla="*/ 2147483646 w 18"/>
              <a:gd name="T3" fmla="*/ 2147483646 h 17"/>
              <a:gd name="T4" fmla="*/ 2147483646 w 18"/>
              <a:gd name="T5" fmla="*/ 0 h 17"/>
              <a:gd name="T6" fmla="*/ 2147483646 w 18"/>
              <a:gd name="T7" fmla="*/ 0 h 17"/>
              <a:gd name="T8" fmla="*/ 2147483646 w 18"/>
              <a:gd name="T9" fmla="*/ 0 h 17"/>
              <a:gd name="T10" fmla="*/ 2147483646 w 18"/>
              <a:gd name="T11" fmla="*/ 0 h 17"/>
              <a:gd name="T12" fmla="*/ 0 w 18"/>
              <a:gd name="T13" fmla="*/ 2147483646 h 17"/>
              <a:gd name="T14" fmla="*/ 2147483646 w 18"/>
              <a:gd name="T15" fmla="*/ 2147483646 h 17"/>
              <a:gd name="T16" fmla="*/ 2147483646 w 18"/>
              <a:gd name="T17" fmla="*/ 2147483646 h 17"/>
              <a:gd name="T18" fmla="*/ 2147483646 w 18"/>
              <a:gd name="T19" fmla="*/ 2147483646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7"/>
              <a:gd name="T32" fmla="*/ 18 w 18"/>
              <a:gd name="T33" fmla="*/ 17 h 17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7">
                <a:moveTo>
                  <a:pt x="9" y="17"/>
                </a:moveTo>
                <a:lnTo>
                  <a:pt x="18" y="9"/>
                </a:lnTo>
                <a:lnTo>
                  <a:pt x="18" y="0"/>
                </a:lnTo>
                <a:lnTo>
                  <a:pt x="9" y="0"/>
                </a:lnTo>
                <a:lnTo>
                  <a:pt x="0" y="9"/>
                </a:lnTo>
                <a:lnTo>
                  <a:pt x="9" y="9"/>
                </a:lnTo>
                <a:lnTo>
                  <a:pt x="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66" name="Freeform 99">
            <a:extLst>
              <a:ext uri="{FF2B5EF4-FFF2-40B4-BE49-F238E27FC236}">
                <a16:creationId xmlns:a16="http://schemas.microsoft.com/office/drawing/2014/main" id="{D1F0EFF9-4482-DCD8-C867-B4218BE1BC6D}"/>
              </a:ext>
            </a:extLst>
          </p:cNvPr>
          <p:cNvSpPr>
            <a:spLocks/>
          </p:cNvSpPr>
          <p:nvPr/>
        </p:nvSpPr>
        <p:spPr bwMode="auto">
          <a:xfrm>
            <a:off x="5419725" y="4200526"/>
            <a:ext cx="128588" cy="193675"/>
          </a:xfrm>
          <a:custGeom>
            <a:avLst/>
            <a:gdLst>
              <a:gd name="T0" fmla="*/ 2147483646 w 81"/>
              <a:gd name="T1" fmla="*/ 0 h 122"/>
              <a:gd name="T2" fmla="*/ 2147483646 w 81"/>
              <a:gd name="T3" fmla="*/ 0 h 122"/>
              <a:gd name="T4" fmla="*/ 2147483646 w 81"/>
              <a:gd name="T5" fmla="*/ 2147483646 h 122"/>
              <a:gd name="T6" fmla="*/ 0 w 81"/>
              <a:gd name="T7" fmla="*/ 0 h 122"/>
              <a:gd name="T8" fmla="*/ 2147483646 w 81"/>
              <a:gd name="T9" fmla="*/ 0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2"/>
              <a:gd name="T17" fmla="*/ 81 w 81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2">
                <a:moveTo>
                  <a:pt x="36" y="0"/>
                </a:moveTo>
                <a:lnTo>
                  <a:pt x="81" y="0"/>
                </a:lnTo>
                <a:lnTo>
                  <a:pt x="45" y="122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67" name="Freeform 100">
            <a:extLst>
              <a:ext uri="{FF2B5EF4-FFF2-40B4-BE49-F238E27FC236}">
                <a16:creationId xmlns:a16="http://schemas.microsoft.com/office/drawing/2014/main" id="{483AAD8D-B08E-B5E1-F0C2-3A1B28ACABC8}"/>
              </a:ext>
            </a:extLst>
          </p:cNvPr>
          <p:cNvSpPr>
            <a:spLocks/>
          </p:cNvSpPr>
          <p:nvPr/>
        </p:nvSpPr>
        <p:spPr bwMode="auto">
          <a:xfrm>
            <a:off x="5419725" y="4200526"/>
            <a:ext cx="128588" cy="193675"/>
          </a:xfrm>
          <a:custGeom>
            <a:avLst/>
            <a:gdLst>
              <a:gd name="T0" fmla="*/ 2147483646 w 81"/>
              <a:gd name="T1" fmla="*/ 0 h 122"/>
              <a:gd name="T2" fmla="*/ 2147483646 w 81"/>
              <a:gd name="T3" fmla="*/ 0 h 122"/>
              <a:gd name="T4" fmla="*/ 2147483646 w 81"/>
              <a:gd name="T5" fmla="*/ 2147483646 h 122"/>
              <a:gd name="T6" fmla="*/ 0 w 81"/>
              <a:gd name="T7" fmla="*/ 0 h 122"/>
              <a:gd name="T8" fmla="*/ 2147483646 w 81"/>
              <a:gd name="T9" fmla="*/ 0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2"/>
              <a:gd name="T17" fmla="*/ 81 w 81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2">
                <a:moveTo>
                  <a:pt x="36" y="0"/>
                </a:moveTo>
                <a:lnTo>
                  <a:pt x="81" y="0"/>
                </a:lnTo>
                <a:lnTo>
                  <a:pt x="45" y="122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68" name="Freeform 101">
            <a:extLst>
              <a:ext uri="{FF2B5EF4-FFF2-40B4-BE49-F238E27FC236}">
                <a16:creationId xmlns:a16="http://schemas.microsoft.com/office/drawing/2014/main" id="{1AFAB73F-B2CC-171F-B6DF-E504E35D611A}"/>
              </a:ext>
            </a:extLst>
          </p:cNvPr>
          <p:cNvSpPr>
            <a:spLocks/>
          </p:cNvSpPr>
          <p:nvPr/>
        </p:nvSpPr>
        <p:spPr bwMode="auto">
          <a:xfrm>
            <a:off x="6191251" y="2293938"/>
            <a:ext cx="257175" cy="233362"/>
          </a:xfrm>
          <a:custGeom>
            <a:avLst/>
            <a:gdLst>
              <a:gd name="T0" fmla="*/ 2147483646 w 162"/>
              <a:gd name="T1" fmla="*/ 2147483646 h 147"/>
              <a:gd name="T2" fmla="*/ 2147483646 w 162"/>
              <a:gd name="T3" fmla="*/ 0 h 147"/>
              <a:gd name="T4" fmla="*/ 0 w 162"/>
              <a:gd name="T5" fmla="*/ 2147483646 h 147"/>
              <a:gd name="T6" fmla="*/ 0 w 162"/>
              <a:gd name="T7" fmla="*/ 2147483646 h 147"/>
              <a:gd name="T8" fmla="*/ 2147483646 w 162"/>
              <a:gd name="T9" fmla="*/ 2147483646 h 147"/>
              <a:gd name="T10" fmla="*/ 2147483646 w 162"/>
              <a:gd name="T11" fmla="*/ 2147483646 h 147"/>
              <a:gd name="T12" fmla="*/ 2147483646 w 162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2"/>
              <a:gd name="T22" fmla="*/ 0 h 147"/>
              <a:gd name="T23" fmla="*/ 162 w 162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2" h="147">
                <a:moveTo>
                  <a:pt x="162" y="8"/>
                </a:moveTo>
                <a:lnTo>
                  <a:pt x="144" y="0"/>
                </a:lnTo>
                <a:lnTo>
                  <a:pt x="0" y="139"/>
                </a:lnTo>
                <a:lnTo>
                  <a:pt x="18" y="147"/>
                </a:lnTo>
                <a:lnTo>
                  <a:pt x="16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69" name="Freeform 102">
            <a:extLst>
              <a:ext uri="{FF2B5EF4-FFF2-40B4-BE49-F238E27FC236}">
                <a16:creationId xmlns:a16="http://schemas.microsoft.com/office/drawing/2014/main" id="{45E200A4-73BF-8C85-960F-E69BC4C21F16}"/>
              </a:ext>
            </a:extLst>
          </p:cNvPr>
          <p:cNvSpPr>
            <a:spLocks/>
          </p:cNvSpPr>
          <p:nvPr/>
        </p:nvSpPr>
        <p:spPr bwMode="auto">
          <a:xfrm>
            <a:off x="5991225" y="2514601"/>
            <a:ext cx="228600" cy="246063"/>
          </a:xfrm>
          <a:custGeom>
            <a:avLst/>
            <a:gdLst>
              <a:gd name="T0" fmla="*/ 2147483646 w 144"/>
              <a:gd name="T1" fmla="*/ 2147483646 h 155"/>
              <a:gd name="T2" fmla="*/ 2147483646 w 144"/>
              <a:gd name="T3" fmla="*/ 0 h 155"/>
              <a:gd name="T4" fmla="*/ 0 w 144"/>
              <a:gd name="T5" fmla="*/ 2147483646 h 155"/>
              <a:gd name="T6" fmla="*/ 0 w 144"/>
              <a:gd name="T7" fmla="*/ 2147483646 h 155"/>
              <a:gd name="T8" fmla="*/ 2147483646 w 144"/>
              <a:gd name="T9" fmla="*/ 2147483646 h 155"/>
              <a:gd name="T10" fmla="*/ 2147483646 w 144"/>
              <a:gd name="T11" fmla="*/ 2147483646 h 155"/>
              <a:gd name="T12" fmla="*/ 2147483646 w 144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44"/>
              <a:gd name="T22" fmla="*/ 0 h 155"/>
              <a:gd name="T23" fmla="*/ 144 w 144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44" h="155">
                <a:moveTo>
                  <a:pt x="144" y="8"/>
                </a:moveTo>
                <a:lnTo>
                  <a:pt x="126" y="0"/>
                </a:lnTo>
                <a:lnTo>
                  <a:pt x="0" y="147"/>
                </a:lnTo>
                <a:lnTo>
                  <a:pt x="18" y="155"/>
                </a:lnTo>
                <a:lnTo>
                  <a:pt x="144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70" name="Freeform 103">
            <a:extLst>
              <a:ext uri="{FF2B5EF4-FFF2-40B4-BE49-F238E27FC236}">
                <a16:creationId xmlns:a16="http://schemas.microsoft.com/office/drawing/2014/main" id="{8CA30D67-B7EC-C51F-E288-3EAEAE4E5C34}"/>
              </a:ext>
            </a:extLst>
          </p:cNvPr>
          <p:cNvSpPr>
            <a:spLocks/>
          </p:cNvSpPr>
          <p:nvPr/>
        </p:nvSpPr>
        <p:spPr bwMode="auto">
          <a:xfrm>
            <a:off x="5819776" y="2747963"/>
            <a:ext cx="200025" cy="233362"/>
          </a:xfrm>
          <a:custGeom>
            <a:avLst/>
            <a:gdLst>
              <a:gd name="T0" fmla="*/ 2147483646 w 126"/>
              <a:gd name="T1" fmla="*/ 2147483646 h 147"/>
              <a:gd name="T2" fmla="*/ 2147483646 w 126"/>
              <a:gd name="T3" fmla="*/ 0 h 147"/>
              <a:gd name="T4" fmla="*/ 0 w 126"/>
              <a:gd name="T5" fmla="*/ 2147483646 h 147"/>
              <a:gd name="T6" fmla="*/ 0 w 126"/>
              <a:gd name="T7" fmla="*/ 2147483646 h 147"/>
              <a:gd name="T8" fmla="*/ 2147483646 w 126"/>
              <a:gd name="T9" fmla="*/ 2147483646 h 147"/>
              <a:gd name="T10" fmla="*/ 2147483646 w 126"/>
              <a:gd name="T11" fmla="*/ 2147483646 h 147"/>
              <a:gd name="T12" fmla="*/ 2147483646 w 126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26"/>
              <a:gd name="T22" fmla="*/ 0 h 147"/>
              <a:gd name="T23" fmla="*/ 126 w 126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26" h="147">
                <a:moveTo>
                  <a:pt x="126" y="8"/>
                </a:moveTo>
                <a:lnTo>
                  <a:pt x="108" y="0"/>
                </a:lnTo>
                <a:lnTo>
                  <a:pt x="0" y="139"/>
                </a:lnTo>
                <a:lnTo>
                  <a:pt x="18" y="147"/>
                </a:lnTo>
                <a:lnTo>
                  <a:pt x="126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71" name="Freeform 104">
            <a:extLst>
              <a:ext uri="{FF2B5EF4-FFF2-40B4-BE49-F238E27FC236}">
                <a16:creationId xmlns:a16="http://schemas.microsoft.com/office/drawing/2014/main" id="{6EE21805-4109-FAB6-780D-65CECBDC9B2A}"/>
              </a:ext>
            </a:extLst>
          </p:cNvPr>
          <p:cNvSpPr>
            <a:spLocks/>
          </p:cNvSpPr>
          <p:nvPr/>
        </p:nvSpPr>
        <p:spPr bwMode="auto">
          <a:xfrm>
            <a:off x="5691188" y="2968626"/>
            <a:ext cx="157162" cy="246063"/>
          </a:xfrm>
          <a:custGeom>
            <a:avLst/>
            <a:gdLst>
              <a:gd name="T0" fmla="*/ 2147483646 w 99"/>
              <a:gd name="T1" fmla="*/ 2147483646 h 155"/>
              <a:gd name="T2" fmla="*/ 2147483646 w 99"/>
              <a:gd name="T3" fmla="*/ 0 h 155"/>
              <a:gd name="T4" fmla="*/ 0 w 99"/>
              <a:gd name="T5" fmla="*/ 2147483646 h 155"/>
              <a:gd name="T6" fmla="*/ 0 w 99"/>
              <a:gd name="T7" fmla="*/ 2147483646 h 155"/>
              <a:gd name="T8" fmla="*/ 2147483646 w 99"/>
              <a:gd name="T9" fmla="*/ 2147483646 h 155"/>
              <a:gd name="T10" fmla="*/ 2147483646 w 99"/>
              <a:gd name="T11" fmla="*/ 2147483646 h 155"/>
              <a:gd name="T12" fmla="*/ 2147483646 w 99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99"/>
              <a:gd name="T22" fmla="*/ 0 h 155"/>
              <a:gd name="T23" fmla="*/ 99 w 99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99" h="155">
                <a:moveTo>
                  <a:pt x="99" y="8"/>
                </a:moveTo>
                <a:lnTo>
                  <a:pt x="81" y="0"/>
                </a:lnTo>
                <a:lnTo>
                  <a:pt x="0" y="147"/>
                </a:lnTo>
                <a:lnTo>
                  <a:pt x="18" y="155"/>
                </a:lnTo>
                <a:lnTo>
                  <a:pt x="99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72" name="Freeform 105">
            <a:extLst>
              <a:ext uri="{FF2B5EF4-FFF2-40B4-BE49-F238E27FC236}">
                <a16:creationId xmlns:a16="http://schemas.microsoft.com/office/drawing/2014/main" id="{CFEDDDC7-7A5C-50AB-8453-773D09695964}"/>
              </a:ext>
            </a:extLst>
          </p:cNvPr>
          <p:cNvSpPr>
            <a:spLocks/>
          </p:cNvSpPr>
          <p:nvPr/>
        </p:nvSpPr>
        <p:spPr bwMode="auto">
          <a:xfrm>
            <a:off x="5576889" y="3201988"/>
            <a:ext cx="142875" cy="258762"/>
          </a:xfrm>
          <a:custGeom>
            <a:avLst/>
            <a:gdLst>
              <a:gd name="T0" fmla="*/ 2147483646 w 90"/>
              <a:gd name="T1" fmla="*/ 2147483646 h 163"/>
              <a:gd name="T2" fmla="*/ 2147483646 w 90"/>
              <a:gd name="T3" fmla="*/ 0 h 163"/>
              <a:gd name="T4" fmla="*/ 0 w 90"/>
              <a:gd name="T5" fmla="*/ 2147483646 h 163"/>
              <a:gd name="T6" fmla="*/ 0 w 90"/>
              <a:gd name="T7" fmla="*/ 2147483646 h 163"/>
              <a:gd name="T8" fmla="*/ 2147483646 w 90"/>
              <a:gd name="T9" fmla="*/ 2147483646 h 163"/>
              <a:gd name="T10" fmla="*/ 2147483646 w 90"/>
              <a:gd name="T11" fmla="*/ 2147483646 h 163"/>
              <a:gd name="T12" fmla="*/ 2147483646 w 90"/>
              <a:gd name="T13" fmla="*/ 2147483646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90"/>
              <a:gd name="T22" fmla="*/ 0 h 163"/>
              <a:gd name="T23" fmla="*/ 90 w 90"/>
              <a:gd name="T24" fmla="*/ 163 h 16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90" h="163">
                <a:moveTo>
                  <a:pt x="90" y="8"/>
                </a:moveTo>
                <a:lnTo>
                  <a:pt x="72" y="0"/>
                </a:lnTo>
                <a:lnTo>
                  <a:pt x="0" y="155"/>
                </a:lnTo>
                <a:lnTo>
                  <a:pt x="18" y="163"/>
                </a:lnTo>
                <a:lnTo>
                  <a:pt x="9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73" name="Freeform 106">
            <a:extLst>
              <a:ext uri="{FF2B5EF4-FFF2-40B4-BE49-F238E27FC236}">
                <a16:creationId xmlns:a16="http://schemas.microsoft.com/office/drawing/2014/main" id="{947ED514-D8F1-18C1-2385-0273E9976C21}"/>
              </a:ext>
            </a:extLst>
          </p:cNvPr>
          <p:cNvSpPr>
            <a:spLocks/>
          </p:cNvSpPr>
          <p:nvPr/>
        </p:nvSpPr>
        <p:spPr bwMode="auto">
          <a:xfrm>
            <a:off x="5505451" y="3448051"/>
            <a:ext cx="100013" cy="258763"/>
          </a:xfrm>
          <a:custGeom>
            <a:avLst/>
            <a:gdLst>
              <a:gd name="T0" fmla="*/ 2147483646 w 63"/>
              <a:gd name="T1" fmla="*/ 2147483646 h 163"/>
              <a:gd name="T2" fmla="*/ 2147483646 w 63"/>
              <a:gd name="T3" fmla="*/ 0 h 163"/>
              <a:gd name="T4" fmla="*/ 0 w 63"/>
              <a:gd name="T5" fmla="*/ 2147483646 h 163"/>
              <a:gd name="T6" fmla="*/ 0 w 63"/>
              <a:gd name="T7" fmla="*/ 2147483646 h 163"/>
              <a:gd name="T8" fmla="*/ 2147483646 w 63"/>
              <a:gd name="T9" fmla="*/ 2147483646 h 163"/>
              <a:gd name="T10" fmla="*/ 2147483646 w 63"/>
              <a:gd name="T11" fmla="*/ 2147483646 h 163"/>
              <a:gd name="T12" fmla="*/ 2147483646 w 63"/>
              <a:gd name="T13" fmla="*/ 2147483646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3"/>
              <a:gd name="T22" fmla="*/ 0 h 163"/>
              <a:gd name="T23" fmla="*/ 63 w 63"/>
              <a:gd name="T24" fmla="*/ 163 h 16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3" h="163">
                <a:moveTo>
                  <a:pt x="63" y="8"/>
                </a:moveTo>
                <a:lnTo>
                  <a:pt x="45" y="0"/>
                </a:lnTo>
                <a:lnTo>
                  <a:pt x="0" y="155"/>
                </a:lnTo>
                <a:lnTo>
                  <a:pt x="18" y="155"/>
                </a:lnTo>
                <a:lnTo>
                  <a:pt x="18" y="163"/>
                </a:lnTo>
                <a:lnTo>
                  <a:pt x="63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74" name="Freeform 107">
            <a:extLst>
              <a:ext uri="{FF2B5EF4-FFF2-40B4-BE49-F238E27FC236}">
                <a16:creationId xmlns:a16="http://schemas.microsoft.com/office/drawing/2014/main" id="{C061C69D-FBF3-A13A-7FC2-7E4FF7842639}"/>
              </a:ext>
            </a:extLst>
          </p:cNvPr>
          <p:cNvSpPr>
            <a:spLocks/>
          </p:cNvSpPr>
          <p:nvPr/>
        </p:nvSpPr>
        <p:spPr bwMode="auto">
          <a:xfrm>
            <a:off x="5462589" y="3694113"/>
            <a:ext cx="71437" cy="246062"/>
          </a:xfrm>
          <a:custGeom>
            <a:avLst/>
            <a:gdLst>
              <a:gd name="T0" fmla="*/ 2147483646 w 45"/>
              <a:gd name="T1" fmla="*/ 0 h 155"/>
              <a:gd name="T2" fmla="*/ 2147483646 w 45"/>
              <a:gd name="T3" fmla="*/ 0 h 155"/>
              <a:gd name="T4" fmla="*/ 0 w 45"/>
              <a:gd name="T5" fmla="*/ 2147483646 h 155"/>
              <a:gd name="T6" fmla="*/ 0 w 45"/>
              <a:gd name="T7" fmla="*/ 2147483646 h 155"/>
              <a:gd name="T8" fmla="*/ 2147483646 w 45"/>
              <a:gd name="T9" fmla="*/ 2147483646 h 155"/>
              <a:gd name="T10" fmla="*/ 2147483646 w 45"/>
              <a:gd name="T11" fmla="*/ 2147483646 h 155"/>
              <a:gd name="T12" fmla="*/ 2147483646 w 45"/>
              <a:gd name="T13" fmla="*/ 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5"/>
              <a:gd name="T22" fmla="*/ 0 h 155"/>
              <a:gd name="T23" fmla="*/ 45 w 45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5" h="155">
                <a:moveTo>
                  <a:pt x="45" y="0"/>
                </a:moveTo>
                <a:lnTo>
                  <a:pt x="27" y="0"/>
                </a:lnTo>
                <a:lnTo>
                  <a:pt x="0" y="155"/>
                </a:lnTo>
                <a:lnTo>
                  <a:pt x="18" y="155"/>
                </a:lnTo>
                <a:lnTo>
                  <a:pt x="4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75" name="Rectangle 108">
            <a:extLst>
              <a:ext uri="{FF2B5EF4-FFF2-40B4-BE49-F238E27FC236}">
                <a16:creationId xmlns:a16="http://schemas.microsoft.com/office/drawing/2014/main" id="{DAAE7221-5C88-FCE1-63CB-BF4B064573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2589" y="3940176"/>
            <a:ext cx="28575" cy="246063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2876" name="Freeform 109">
            <a:extLst>
              <a:ext uri="{FF2B5EF4-FFF2-40B4-BE49-F238E27FC236}">
                <a16:creationId xmlns:a16="http://schemas.microsoft.com/office/drawing/2014/main" id="{05894181-9B36-5280-53D8-D7B58031CB4A}"/>
              </a:ext>
            </a:extLst>
          </p:cNvPr>
          <p:cNvSpPr>
            <a:spLocks/>
          </p:cNvSpPr>
          <p:nvPr/>
        </p:nvSpPr>
        <p:spPr bwMode="auto">
          <a:xfrm>
            <a:off x="3548064" y="3641725"/>
            <a:ext cx="28575" cy="26988"/>
          </a:xfrm>
          <a:custGeom>
            <a:avLst/>
            <a:gdLst>
              <a:gd name="T0" fmla="*/ 0 w 18"/>
              <a:gd name="T1" fmla="*/ 2147483646 h 17"/>
              <a:gd name="T2" fmla="*/ 0 w 18"/>
              <a:gd name="T3" fmla="*/ 2147483646 h 17"/>
              <a:gd name="T4" fmla="*/ 2147483646 w 18"/>
              <a:gd name="T5" fmla="*/ 2147483646 h 17"/>
              <a:gd name="T6" fmla="*/ 2147483646 w 18"/>
              <a:gd name="T7" fmla="*/ 2147483646 h 17"/>
              <a:gd name="T8" fmla="*/ 2147483646 w 18"/>
              <a:gd name="T9" fmla="*/ 2147483646 h 17"/>
              <a:gd name="T10" fmla="*/ 2147483646 w 18"/>
              <a:gd name="T11" fmla="*/ 2147483646 h 17"/>
              <a:gd name="T12" fmla="*/ 2147483646 w 18"/>
              <a:gd name="T13" fmla="*/ 0 h 17"/>
              <a:gd name="T14" fmla="*/ 0 w 18"/>
              <a:gd name="T15" fmla="*/ 0 h 17"/>
              <a:gd name="T16" fmla="*/ 0 w 18"/>
              <a:gd name="T17" fmla="*/ 2147483646 h 17"/>
              <a:gd name="T18" fmla="*/ 0 w 18"/>
              <a:gd name="T19" fmla="*/ 2147483646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7"/>
              <a:gd name="T32" fmla="*/ 18 w 18"/>
              <a:gd name="T33" fmla="*/ 17 h 17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7">
                <a:moveTo>
                  <a:pt x="0" y="9"/>
                </a:moveTo>
                <a:lnTo>
                  <a:pt x="0" y="17"/>
                </a:lnTo>
                <a:lnTo>
                  <a:pt x="9" y="17"/>
                </a:lnTo>
                <a:lnTo>
                  <a:pt x="18" y="17"/>
                </a:lnTo>
                <a:lnTo>
                  <a:pt x="18" y="9"/>
                </a:lnTo>
                <a:lnTo>
                  <a:pt x="9" y="0"/>
                </a:lnTo>
                <a:lnTo>
                  <a:pt x="0" y="0"/>
                </a:lnTo>
                <a:lnTo>
                  <a:pt x="0" y="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77" name="Freeform 110">
            <a:extLst>
              <a:ext uri="{FF2B5EF4-FFF2-40B4-BE49-F238E27FC236}">
                <a16:creationId xmlns:a16="http://schemas.microsoft.com/office/drawing/2014/main" id="{FAD67244-B33A-A2E9-75BD-822F5180F72D}"/>
              </a:ext>
            </a:extLst>
          </p:cNvPr>
          <p:cNvSpPr>
            <a:spLocks/>
          </p:cNvSpPr>
          <p:nvPr/>
        </p:nvSpPr>
        <p:spPr bwMode="auto">
          <a:xfrm>
            <a:off x="3348038" y="3603625"/>
            <a:ext cx="228600" cy="103188"/>
          </a:xfrm>
          <a:custGeom>
            <a:avLst/>
            <a:gdLst>
              <a:gd name="T0" fmla="*/ 2147483646 w 144"/>
              <a:gd name="T1" fmla="*/ 2147483646 h 65"/>
              <a:gd name="T2" fmla="*/ 2147483646 w 144"/>
              <a:gd name="T3" fmla="*/ 2147483646 h 65"/>
              <a:gd name="T4" fmla="*/ 0 w 144"/>
              <a:gd name="T5" fmla="*/ 0 h 65"/>
              <a:gd name="T6" fmla="*/ 2147483646 w 144"/>
              <a:gd name="T7" fmla="*/ 0 h 65"/>
              <a:gd name="T8" fmla="*/ 2147483646 w 144"/>
              <a:gd name="T9" fmla="*/ 2147483646 h 6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65"/>
              <a:gd name="T17" fmla="*/ 144 w 144"/>
              <a:gd name="T18" fmla="*/ 65 h 6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65">
                <a:moveTo>
                  <a:pt x="126" y="33"/>
                </a:moveTo>
                <a:lnTo>
                  <a:pt x="117" y="65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78" name="Freeform 111">
            <a:extLst>
              <a:ext uri="{FF2B5EF4-FFF2-40B4-BE49-F238E27FC236}">
                <a16:creationId xmlns:a16="http://schemas.microsoft.com/office/drawing/2014/main" id="{27E9CF66-E798-DA10-DE88-CB7795B866F5}"/>
              </a:ext>
            </a:extLst>
          </p:cNvPr>
          <p:cNvSpPr>
            <a:spLocks/>
          </p:cNvSpPr>
          <p:nvPr/>
        </p:nvSpPr>
        <p:spPr bwMode="auto">
          <a:xfrm>
            <a:off x="3348038" y="3603625"/>
            <a:ext cx="228600" cy="103188"/>
          </a:xfrm>
          <a:custGeom>
            <a:avLst/>
            <a:gdLst>
              <a:gd name="T0" fmla="*/ 2147483646 w 144"/>
              <a:gd name="T1" fmla="*/ 2147483646 h 65"/>
              <a:gd name="T2" fmla="*/ 2147483646 w 144"/>
              <a:gd name="T3" fmla="*/ 2147483646 h 65"/>
              <a:gd name="T4" fmla="*/ 0 w 144"/>
              <a:gd name="T5" fmla="*/ 0 h 65"/>
              <a:gd name="T6" fmla="*/ 2147483646 w 144"/>
              <a:gd name="T7" fmla="*/ 0 h 65"/>
              <a:gd name="T8" fmla="*/ 2147483646 w 144"/>
              <a:gd name="T9" fmla="*/ 2147483646 h 6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65"/>
              <a:gd name="T17" fmla="*/ 144 w 144"/>
              <a:gd name="T18" fmla="*/ 65 h 6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65">
                <a:moveTo>
                  <a:pt x="126" y="33"/>
                </a:moveTo>
                <a:lnTo>
                  <a:pt x="117" y="65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79" name="Freeform 112">
            <a:extLst>
              <a:ext uri="{FF2B5EF4-FFF2-40B4-BE49-F238E27FC236}">
                <a16:creationId xmlns:a16="http://schemas.microsoft.com/office/drawing/2014/main" id="{9C4D2867-6251-4366-7C6B-25A70EF37B66}"/>
              </a:ext>
            </a:extLst>
          </p:cNvPr>
          <p:cNvSpPr>
            <a:spLocks/>
          </p:cNvSpPr>
          <p:nvPr/>
        </p:nvSpPr>
        <p:spPr bwMode="auto">
          <a:xfrm>
            <a:off x="5062539" y="4303714"/>
            <a:ext cx="471487" cy="363537"/>
          </a:xfrm>
          <a:custGeom>
            <a:avLst/>
            <a:gdLst>
              <a:gd name="T0" fmla="*/ 2147483646 w 297"/>
              <a:gd name="T1" fmla="*/ 2147483646 h 229"/>
              <a:gd name="T2" fmla="*/ 2147483646 w 297"/>
              <a:gd name="T3" fmla="*/ 2147483646 h 229"/>
              <a:gd name="T4" fmla="*/ 2147483646 w 297"/>
              <a:gd name="T5" fmla="*/ 0 h 229"/>
              <a:gd name="T6" fmla="*/ 2147483646 w 297"/>
              <a:gd name="T7" fmla="*/ 0 h 229"/>
              <a:gd name="T8" fmla="*/ 0 w 297"/>
              <a:gd name="T9" fmla="*/ 2147483646 h 229"/>
              <a:gd name="T10" fmla="*/ 0 w 297"/>
              <a:gd name="T11" fmla="*/ 2147483646 h 229"/>
              <a:gd name="T12" fmla="*/ 2147483646 w 297"/>
              <a:gd name="T13" fmla="*/ 2147483646 h 2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97"/>
              <a:gd name="T22" fmla="*/ 0 h 229"/>
              <a:gd name="T23" fmla="*/ 297 w 297"/>
              <a:gd name="T24" fmla="*/ 229 h 22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97" h="229">
                <a:moveTo>
                  <a:pt x="288" y="229"/>
                </a:moveTo>
                <a:lnTo>
                  <a:pt x="297" y="212"/>
                </a:lnTo>
                <a:lnTo>
                  <a:pt x="9" y="0"/>
                </a:lnTo>
                <a:lnTo>
                  <a:pt x="0" y="16"/>
                </a:lnTo>
                <a:lnTo>
                  <a:pt x="288" y="22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80" name="Freeform 113">
            <a:extLst>
              <a:ext uri="{FF2B5EF4-FFF2-40B4-BE49-F238E27FC236}">
                <a16:creationId xmlns:a16="http://schemas.microsoft.com/office/drawing/2014/main" id="{44B07EED-D33C-77D6-AEBF-0A388E938DB8}"/>
              </a:ext>
            </a:extLst>
          </p:cNvPr>
          <p:cNvSpPr>
            <a:spLocks/>
          </p:cNvSpPr>
          <p:nvPr/>
        </p:nvSpPr>
        <p:spPr bwMode="auto">
          <a:xfrm>
            <a:off x="4591051" y="4030663"/>
            <a:ext cx="485775" cy="298450"/>
          </a:xfrm>
          <a:custGeom>
            <a:avLst/>
            <a:gdLst>
              <a:gd name="T0" fmla="*/ 2147483646 w 306"/>
              <a:gd name="T1" fmla="*/ 2147483646 h 188"/>
              <a:gd name="T2" fmla="*/ 2147483646 w 306"/>
              <a:gd name="T3" fmla="*/ 2147483646 h 188"/>
              <a:gd name="T4" fmla="*/ 2147483646 w 306"/>
              <a:gd name="T5" fmla="*/ 0 h 188"/>
              <a:gd name="T6" fmla="*/ 2147483646 w 306"/>
              <a:gd name="T7" fmla="*/ 0 h 188"/>
              <a:gd name="T8" fmla="*/ 0 w 306"/>
              <a:gd name="T9" fmla="*/ 2147483646 h 188"/>
              <a:gd name="T10" fmla="*/ 0 w 306"/>
              <a:gd name="T11" fmla="*/ 2147483646 h 188"/>
              <a:gd name="T12" fmla="*/ 2147483646 w 306"/>
              <a:gd name="T13" fmla="*/ 2147483646 h 1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06"/>
              <a:gd name="T22" fmla="*/ 0 h 188"/>
              <a:gd name="T23" fmla="*/ 306 w 306"/>
              <a:gd name="T24" fmla="*/ 188 h 1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06" h="188">
                <a:moveTo>
                  <a:pt x="297" y="188"/>
                </a:moveTo>
                <a:lnTo>
                  <a:pt x="306" y="172"/>
                </a:lnTo>
                <a:lnTo>
                  <a:pt x="9" y="0"/>
                </a:lnTo>
                <a:lnTo>
                  <a:pt x="0" y="17"/>
                </a:lnTo>
                <a:lnTo>
                  <a:pt x="297" y="18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81" name="Freeform 114">
            <a:extLst>
              <a:ext uri="{FF2B5EF4-FFF2-40B4-BE49-F238E27FC236}">
                <a16:creationId xmlns:a16="http://schemas.microsoft.com/office/drawing/2014/main" id="{5BB88FC8-5360-9F89-5A46-C2BF2319FDA1}"/>
              </a:ext>
            </a:extLst>
          </p:cNvPr>
          <p:cNvSpPr>
            <a:spLocks/>
          </p:cNvSpPr>
          <p:nvPr/>
        </p:nvSpPr>
        <p:spPr bwMode="auto">
          <a:xfrm>
            <a:off x="4076700" y="3811588"/>
            <a:ext cx="528638" cy="246062"/>
          </a:xfrm>
          <a:custGeom>
            <a:avLst/>
            <a:gdLst>
              <a:gd name="T0" fmla="*/ 2147483646 w 333"/>
              <a:gd name="T1" fmla="*/ 2147483646 h 155"/>
              <a:gd name="T2" fmla="*/ 2147483646 w 333"/>
              <a:gd name="T3" fmla="*/ 2147483646 h 155"/>
              <a:gd name="T4" fmla="*/ 2147483646 w 333"/>
              <a:gd name="T5" fmla="*/ 0 h 155"/>
              <a:gd name="T6" fmla="*/ 2147483646 w 333"/>
              <a:gd name="T7" fmla="*/ 0 h 155"/>
              <a:gd name="T8" fmla="*/ 0 w 333"/>
              <a:gd name="T9" fmla="*/ 2147483646 h 155"/>
              <a:gd name="T10" fmla="*/ 0 w 333"/>
              <a:gd name="T11" fmla="*/ 2147483646 h 155"/>
              <a:gd name="T12" fmla="*/ 2147483646 w 333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33"/>
              <a:gd name="T22" fmla="*/ 0 h 155"/>
              <a:gd name="T23" fmla="*/ 333 w 333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33" h="155">
                <a:moveTo>
                  <a:pt x="324" y="155"/>
                </a:moveTo>
                <a:lnTo>
                  <a:pt x="333" y="138"/>
                </a:lnTo>
                <a:lnTo>
                  <a:pt x="9" y="0"/>
                </a:lnTo>
                <a:lnTo>
                  <a:pt x="0" y="16"/>
                </a:lnTo>
                <a:lnTo>
                  <a:pt x="324" y="15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82" name="Freeform 115">
            <a:extLst>
              <a:ext uri="{FF2B5EF4-FFF2-40B4-BE49-F238E27FC236}">
                <a16:creationId xmlns:a16="http://schemas.microsoft.com/office/drawing/2014/main" id="{23831D92-9281-F867-9F90-0B7778328CA1}"/>
              </a:ext>
            </a:extLst>
          </p:cNvPr>
          <p:cNvSpPr>
            <a:spLocks/>
          </p:cNvSpPr>
          <p:nvPr/>
        </p:nvSpPr>
        <p:spPr bwMode="auto">
          <a:xfrm>
            <a:off x="3562350" y="3641726"/>
            <a:ext cx="528638" cy="195263"/>
          </a:xfrm>
          <a:custGeom>
            <a:avLst/>
            <a:gdLst>
              <a:gd name="T0" fmla="*/ 2147483646 w 333"/>
              <a:gd name="T1" fmla="*/ 2147483646 h 123"/>
              <a:gd name="T2" fmla="*/ 2147483646 w 333"/>
              <a:gd name="T3" fmla="*/ 2147483646 h 123"/>
              <a:gd name="T4" fmla="*/ 2147483646 w 333"/>
              <a:gd name="T5" fmla="*/ 0 h 123"/>
              <a:gd name="T6" fmla="*/ 0 w 333"/>
              <a:gd name="T7" fmla="*/ 2147483646 h 123"/>
              <a:gd name="T8" fmla="*/ 2147483646 w 333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33"/>
              <a:gd name="T16" fmla="*/ 0 h 123"/>
              <a:gd name="T17" fmla="*/ 333 w 333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33" h="123">
                <a:moveTo>
                  <a:pt x="324" y="123"/>
                </a:moveTo>
                <a:lnTo>
                  <a:pt x="333" y="107"/>
                </a:lnTo>
                <a:lnTo>
                  <a:pt x="9" y="0"/>
                </a:lnTo>
                <a:lnTo>
                  <a:pt x="0" y="17"/>
                </a:lnTo>
                <a:lnTo>
                  <a:pt x="324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83" name="Freeform 116">
            <a:extLst>
              <a:ext uri="{FF2B5EF4-FFF2-40B4-BE49-F238E27FC236}">
                <a16:creationId xmlns:a16="http://schemas.microsoft.com/office/drawing/2014/main" id="{8A590154-EBB3-9C26-27B9-AB7B85B121C4}"/>
              </a:ext>
            </a:extLst>
          </p:cNvPr>
          <p:cNvSpPr>
            <a:spLocks/>
          </p:cNvSpPr>
          <p:nvPr/>
        </p:nvSpPr>
        <p:spPr bwMode="auto">
          <a:xfrm>
            <a:off x="6477001" y="2747963"/>
            <a:ext cx="28575" cy="25400"/>
          </a:xfrm>
          <a:custGeom>
            <a:avLst/>
            <a:gdLst>
              <a:gd name="T0" fmla="*/ 2147483646 w 18"/>
              <a:gd name="T1" fmla="*/ 0 h 16"/>
              <a:gd name="T2" fmla="*/ 0 w 18"/>
              <a:gd name="T3" fmla="*/ 0 h 16"/>
              <a:gd name="T4" fmla="*/ 0 w 18"/>
              <a:gd name="T5" fmla="*/ 2147483646 h 16"/>
              <a:gd name="T6" fmla="*/ 0 w 18"/>
              <a:gd name="T7" fmla="*/ 2147483646 h 16"/>
              <a:gd name="T8" fmla="*/ 2147483646 w 18"/>
              <a:gd name="T9" fmla="*/ 2147483646 h 16"/>
              <a:gd name="T10" fmla="*/ 2147483646 w 18"/>
              <a:gd name="T11" fmla="*/ 2147483646 h 16"/>
              <a:gd name="T12" fmla="*/ 2147483646 w 18"/>
              <a:gd name="T13" fmla="*/ 0 h 16"/>
              <a:gd name="T14" fmla="*/ 2147483646 w 18"/>
              <a:gd name="T15" fmla="*/ 0 h 16"/>
              <a:gd name="T16" fmla="*/ 2147483646 w 18"/>
              <a:gd name="T17" fmla="*/ 0 h 16"/>
              <a:gd name="T18" fmla="*/ 2147483646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9" y="0"/>
                </a:moveTo>
                <a:lnTo>
                  <a:pt x="0" y="0"/>
                </a:lnTo>
                <a:lnTo>
                  <a:pt x="0" y="8"/>
                </a:lnTo>
                <a:lnTo>
                  <a:pt x="9" y="16"/>
                </a:lnTo>
                <a:lnTo>
                  <a:pt x="9" y="8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84" name="Freeform 117">
            <a:extLst>
              <a:ext uri="{FF2B5EF4-FFF2-40B4-BE49-F238E27FC236}">
                <a16:creationId xmlns:a16="http://schemas.microsoft.com/office/drawing/2014/main" id="{A90F5AE6-D15C-E079-0802-ED2B35B56359}"/>
              </a:ext>
            </a:extLst>
          </p:cNvPr>
          <p:cNvSpPr>
            <a:spLocks/>
          </p:cNvSpPr>
          <p:nvPr/>
        </p:nvSpPr>
        <p:spPr bwMode="auto">
          <a:xfrm>
            <a:off x="6419850" y="2552701"/>
            <a:ext cx="128588" cy="195263"/>
          </a:xfrm>
          <a:custGeom>
            <a:avLst/>
            <a:gdLst>
              <a:gd name="T0" fmla="*/ 2147483646 w 81"/>
              <a:gd name="T1" fmla="*/ 2147483646 h 123"/>
              <a:gd name="T2" fmla="*/ 0 w 81"/>
              <a:gd name="T3" fmla="*/ 2147483646 h 123"/>
              <a:gd name="T4" fmla="*/ 2147483646 w 81"/>
              <a:gd name="T5" fmla="*/ 0 h 123"/>
              <a:gd name="T6" fmla="*/ 2147483646 w 81"/>
              <a:gd name="T7" fmla="*/ 2147483646 h 123"/>
              <a:gd name="T8" fmla="*/ 2147483646 w 81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45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45" y="12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85" name="Freeform 118">
            <a:extLst>
              <a:ext uri="{FF2B5EF4-FFF2-40B4-BE49-F238E27FC236}">
                <a16:creationId xmlns:a16="http://schemas.microsoft.com/office/drawing/2014/main" id="{11B77497-8993-C1A6-AA06-EEC98D6B5BEA}"/>
              </a:ext>
            </a:extLst>
          </p:cNvPr>
          <p:cNvSpPr>
            <a:spLocks/>
          </p:cNvSpPr>
          <p:nvPr/>
        </p:nvSpPr>
        <p:spPr bwMode="auto">
          <a:xfrm>
            <a:off x="6419850" y="2552701"/>
            <a:ext cx="128588" cy="195263"/>
          </a:xfrm>
          <a:custGeom>
            <a:avLst/>
            <a:gdLst>
              <a:gd name="T0" fmla="*/ 2147483646 w 81"/>
              <a:gd name="T1" fmla="*/ 2147483646 h 123"/>
              <a:gd name="T2" fmla="*/ 0 w 81"/>
              <a:gd name="T3" fmla="*/ 2147483646 h 123"/>
              <a:gd name="T4" fmla="*/ 2147483646 w 81"/>
              <a:gd name="T5" fmla="*/ 0 h 123"/>
              <a:gd name="T6" fmla="*/ 2147483646 w 81"/>
              <a:gd name="T7" fmla="*/ 2147483646 h 123"/>
              <a:gd name="T8" fmla="*/ 2147483646 w 81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45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45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86" name="Freeform 119">
            <a:extLst>
              <a:ext uri="{FF2B5EF4-FFF2-40B4-BE49-F238E27FC236}">
                <a16:creationId xmlns:a16="http://schemas.microsoft.com/office/drawing/2014/main" id="{CE276556-C60E-9DDF-B768-35294B587AD2}"/>
              </a:ext>
            </a:extLst>
          </p:cNvPr>
          <p:cNvSpPr>
            <a:spLocks/>
          </p:cNvSpPr>
          <p:nvPr/>
        </p:nvSpPr>
        <p:spPr bwMode="auto">
          <a:xfrm>
            <a:off x="5505451" y="4419601"/>
            <a:ext cx="257175" cy="233363"/>
          </a:xfrm>
          <a:custGeom>
            <a:avLst/>
            <a:gdLst>
              <a:gd name="T0" fmla="*/ 0 w 162"/>
              <a:gd name="T1" fmla="*/ 2147483646 h 147"/>
              <a:gd name="T2" fmla="*/ 2147483646 w 162"/>
              <a:gd name="T3" fmla="*/ 2147483646 h 147"/>
              <a:gd name="T4" fmla="*/ 2147483646 w 162"/>
              <a:gd name="T5" fmla="*/ 2147483646 h 147"/>
              <a:gd name="T6" fmla="*/ 2147483646 w 162"/>
              <a:gd name="T7" fmla="*/ 2147483646 h 147"/>
              <a:gd name="T8" fmla="*/ 2147483646 w 162"/>
              <a:gd name="T9" fmla="*/ 0 h 147"/>
              <a:gd name="T10" fmla="*/ 2147483646 w 162"/>
              <a:gd name="T11" fmla="*/ 0 h 147"/>
              <a:gd name="T12" fmla="*/ 0 w 162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2"/>
              <a:gd name="T22" fmla="*/ 0 h 147"/>
              <a:gd name="T23" fmla="*/ 162 w 162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2" h="147">
                <a:moveTo>
                  <a:pt x="0" y="139"/>
                </a:moveTo>
                <a:lnTo>
                  <a:pt x="18" y="147"/>
                </a:lnTo>
                <a:lnTo>
                  <a:pt x="162" y="9"/>
                </a:lnTo>
                <a:lnTo>
                  <a:pt x="144" y="0"/>
                </a:lnTo>
                <a:lnTo>
                  <a:pt x="0" y="13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87" name="Freeform 120">
            <a:extLst>
              <a:ext uri="{FF2B5EF4-FFF2-40B4-BE49-F238E27FC236}">
                <a16:creationId xmlns:a16="http://schemas.microsoft.com/office/drawing/2014/main" id="{C0A9EAD5-B71E-75D7-0F3E-D7268B31BBCD}"/>
              </a:ext>
            </a:extLst>
          </p:cNvPr>
          <p:cNvSpPr>
            <a:spLocks/>
          </p:cNvSpPr>
          <p:nvPr/>
        </p:nvSpPr>
        <p:spPr bwMode="auto">
          <a:xfrm>
            <a:off x="5734050" y="4200526"/>
            <a:ext cx="228600" cy="233363"/>
          </a:xfrm>
          <a:custGeom>
            <a:avLst/>
            <a:gdLst>
              <a:gd name="T0" fmla="*/ 0 w 144"/>
              <a:gd name="T1" fmla="*/ 2147483646 h 147"/>
              <a:gd name="T2" fmla="*/ 2147483646 w 144"/>
              <a:gd name="T3" fmla="*/ 2147483646 h 147"/>
              <a:gd name="T4" fmla="*/ 2147483646 w 144"/>
              <a:gd name="T5" fmla="*/ 2147483646 h 147"/>
              <a:gd name="T6" fmla="*/ 2147483646 w 144"/>
              <a:gd name="T7" fmla="*/ 2147483646 h 147"/>
              <a:gd name="T8" fmla="*/ 2147483646 w 144"/>
              <a:gd name="T9" fmla="*/ 0 h 147"/>
              <a:gd name="T10" fmla="*/ 2147483646 w 144"/>
              <a:gd name="T11" fmla="*/ 0 h 147"/>
              <a:gd name="T12" fmla="*/ 0 w 144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44"/>
              <a:gd name="T22" fmla="*/ 0 h 147"/>
              <a:gd name="T23" fmla="*/ 144 w 144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44" h="147">
                <a:moveTo>
                  <a:pt x="0" y="138"/>
                </a:moveTo>
                <a:lnTo>
                  <a:pt x="18" y="147"/>
                </a:lnTo>
                <a:lnTo>
                  <a:pt x="144" y="8"/>
                </a:lnTo>
                <a:lnTo>
                  <a:pt x="126" y="0"/>
                </a:lnTo>
                <a:lnTo>
                  <a:pt x="0" y="13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88" name="Freeform 121">
            <a:extLst>
              <a:ext uri="{FF2B5EF4-FFF2-40B4-BE49-F238E27FC236}">
                <a16:creationId xmlns:a16="http://schemas.microsoft.com/office/drawing/2014/main" id="{5A7AD9A3-6F3F-9677-F738-4764BE54342E}"/>
              </a:ext>
            </a:extLst>
          </p:cNvPr>
          <p:cNvSpPr>
            <a:spLocks/>
          </p:cNvSpPr>
          <p:nvPr/>
        </p:nvSpPr>
        <p:spPr bwMode="auto">
          <a:xfrm>
            <a:off x="5934076" y="3967163"/>
            <a:ext cx="200025" cy="246062"/>
          </a:xfrm>
          <a:custGeom>
            <a:avLst/>
            <a:gdLst>
              <a:gd name="T0" fmla="*/ 0 w 126"/>
              <a:gd name="T1" fmla="*/ 2147483646 h 155"/>
              <a:gd name="T2" fmla="*/ 2147483646 w 126"/>
              <a:gd name="T3" fmla="*/ 2147483646 h 155"/>
              <a:gd name="T4" fmla="*/ 2147483646 w 126"/>
              <a:gd name="T5" fmla="*/ 2147483646 h 155"/>
              <a:gd name="T6" fmla="*/ 2147483646 w 126"/>
              <a:gd name="T7" fmla="*/ 2147483646 h 155"/>
              <a:gd name="T8" fmla="*/ 2147483646 w 126"/>
              <a:gd name="T9" fmla="*/ 0 h 155"/>
              <a:gd name="T10" fmla="*/ 2147483646 w 126"/>
              <a:gd name="T11" fmla="*/ 0 h 155"/>
              <a:gd name="T12" fmla="*/ 0 w 126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26"/>
              <a:gd name="T22" fmla="*/ 0 h 155"/>
              <a:gd name="T23" fmla="*/ 126 w 126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26" h="155">
                <a:moveTo>
                  <a:pt x="0" y="147"/>
                </a:moveTo>
                <a:lnTo>
                  <a:pt x="18" y="155"/>
                </a:lnTo>
                <a:lnTo>
                  <a:pt x="126" y="8"/>
                </a:lnTo>
                <a:lnTo>
                  <a:pt x="108" y="0"/>
                </a:lnTo>
                <a:lnTo>
                  <a:pt x="0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89" name="Freeform 122">
            <a:extLst>
              <a:ext uri="{FF2B5EF4-FFF2-40B4-BE49-F238E27FC236}">
                <a16:creationId xmlns:a16="http://schemas.microsoft.com/office/drawing/2014/main" id="{2BFBCE7D-1A10-FE9F-6DA5-126267C134A0}"/>
              </a:ext>
            </a:extLst>
          </p:cNvPr>
          <p:cNvSpPr>
            <a:spLocks/>
          </p:cNvSpPr>
          <p:nvPr/>
        </p:nvSpPr>
        <p:spPr bwMode="auto">
          <a:xfrm>
            <a:off x="6105525" y="3733801"/>
            <a:ext cx="171450" cy="246063"/>
          </a:xfrm>
          <a:custGeom>
            <a:avLst/>
            <a:gdLst>
              <a:gd name="T0" fmla="*/ 0 w 108"/>
              <a:gd name="T1" fmla="*/ 2147483646 h 155"/>
              <a:gd name="T2" fmla="*/ 2147483646 w 108"/>
              <a:gd name="T3" fmla="*/ 2147483646 h 155"/>
              <a:gd name="T4" fmla="*/ 2147483646 w 108"/>
              <a:gd name="T5" fmla="*/ 2147483646 h 155"/>
              <a:gd name="T6" fmla="*/ 2147483646 w 108"/>
              <a:gd name="T7" fmla="*/ 2147483646 h 155"/>
              <a:gd name="T8" fmla="*/ 2147483646 w 108"/>
              <a:gd name="T9" fmla="*/ 0 h 155"/>
              <a:gd name="T10" fmla="*/ 2147483646 w 108"/>
              <a:gd name="T11" fmla="*/ 0 h 155"/>
              <a:gd name="T12" fmla="*/ 0 w 108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08"/>
              <a:gd name="T22" fmla="*/ 0 h 155"/>
              <a:gd name="T23" fmla="*/ 108 w 108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08" h="155">
                <a:moveTo>
                  <a:pt x="0" y="147"/>
                </a:moveTo>
                <a:lnTo>
                  <a:pt x="18" y="155"/>
                </a:lnTo>
                <a:lnTo>
                  <a:pt x="108" y="8"/>
                </a:lnTo>
                <a:lnTo>
                  <a:pt x="90" y="0"/>
                </a:lnTo>
                <a:lnTo>
                  <a:pt x="0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90" name="Freeform 123">
            <a:extLst>
              <a:ext uri="{FF2B5EF4-FFF2-40B4-BE49-F238E27FC236}">
                <a16:creationId xmlns:a16="http://schemas.microsoft.com/office/drawing/2014/main" id="{ECE5F77D-EC49-CF58-E8F8-12B31B75F76E}"/>
              </a:ext>
            </a:extLst>
          </p:cNvPr>
          <p:cNvSpPr>
            <a:spLocks/>
          </p:cNvSpPr>
          <p:nvPr/>
        </p:nvSpPr>
        <p:spPr bwMode="auto">
          <a:xfrm>
            <a:off x="6248400" y="3500438"/>
            <a:ext cx="128588" cy="246062"/>
          </a:xfrm>
          <a:custGeom>
            <a:avLst/>
            <a:gdLst>
              <a:gd name="T0" fmla="*/ 0 w 81"/>
              <a:gd name="T1" fmla="*/ 2147483646 h 155"/>
              <a:gd name="T2" fmla="*/ 2147483646 w 81"/>
              <a:gd name="T3" fmla="*/ 2147483646 h 155"/>
              <a:gd name="T4" fmla="*/ 2147483646 w 81"/>
              <a:gd name="T5" fmla="*/ 2147483646 h 155"/>
              <a:gd name="T6" fmla="*/ 2147483646 w 81"/>
              <a:gd name="T7" fmla="*/ 2147483646 h 155"/>
              <a:gd name="T8" fmla="*/ 2147483646 w 81"/>
              <a:gd name="T9" fmla="*/ 0 h 155"/>
              <a:gd name="T10" fmla="*/ 2147483646 w 81"/>
              <a:gd name="T11" fmla="*/ 0 h 155"/>
              <a:gd name="T12" fmla="*/ 0 w 81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1"/>
              <a:gd name="T22" fmla="*/ 0 h 155"/>
              <a:gd name="T23" fmla="*/ 81 w 81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1" h="155">
                <a:moveTo>
                  <a:pt x="0" y="147"/>
                </a:moveTo>
                <a:lnTo>
                  <a:pt x="18" y="155"/>
                </a:lnTo>
                <a:lnTo>
                  <a:pt x="81" y="8"/>
                </a:lnTo>
                <a:lnTo>
                  <a:pt x="63" y="0"/>
                </a:lnTo>
                <a:lnTo>
                  <a:pt x="0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91" name="Freeform 124">
            <a:extLst>
              <a:ext uri="{FF2B5EF4-FFF2-40B4-BE49-F238E27FC236}">
                <a16:creationId xmlns:a16="http://schemas.microsoft.com/office/drawing/2014/main" id="{15EE44E6-03F7-72CE-334D-1DEDB835B642}"/>
              </a:ext>
            </a:extLst>
          </p:cNvPr>
          <p:cNvSpPr>
            <a:spLocks/>
          </p:cNvSpPr>
          <p:nvPr/>
        </p:nvSpPr>
        <p:spPr bwMode="auto">
          <a:xfrm>
            <a:off x="6348413" y="3252788"/>
            <a:ext cx="100012" cy="260350"/>
          </a:xfrm>
          <a:custGeom>
            <a:avLst/>
            <a:gdLst>
              <a:gd name="T0" fmla="*/ 0 w 63"/>
              <a:gd name="T1" fmla="*/ 2147483646 h 164"/>
              <a:gd name="T2" fmla="*/ 2147483646 w 63"/>
              <a:gd name="T3" fmla="*/ 2147483646 h 164"/>
              <a:gd name="T4" fmla="*/ 2147483646 w 63"/>
              <a:gd name="T5" fmla="*/ 2147483646 h 164"/>
              <a:gd name="T6" fmla="*/ 2147483646 w 63"/>
              <a:gd name="T7" fmla="*/ 0 h 164"/>
              <a:gd name="T8" fmla="*/ 2147483646 w 63"/>
              <a:gd name="T9" fmla="*/ 0 h 164"/>
              <a:gd name="T10" fmla="*/ 2147483646 w 63"/>
              <a:gd name="T11" fmla="*/ 0 h 164"/>
              <a:gd name="T12" fmla="*/ 0 w 63"/>
              <a:gd name="T13" fmla="*/ 2147483646 h 16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3"/>
              <a:gd name="T22" fmla="*/ 0 h 164"/>
              <a:gd name="T23" fmla="*/ 63 w 63"/>
              <a:gd name="T24" fmla="*/ 164 h 16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3" h="164">
                <a:moveTo>
                  <a:pt x="0" y="156"/>
                </a:moveTo>
                <a:lnTo>
                  <a:pt x="18" y="164"/>
                </a:lnTo>
                <a:lnTo>
                  <a:pt x="63" y="9"/>
                </a:lnTo>
                <a:lnTo>
                  <a:pt x="63" y="0"/>
                </a:lnTo>
                <a:lnTo>
                  <a:pt x="45" y="0"/>
                </a:lnTo>
                <a:lnTo>
                  <a:pt x="0" y="15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92" name="Freeform 125">
            <a:extLst>
              <a:ext uri="{FF2B5EF4-FFF2-40B4-BE49-F238E27FC236}">
                <a16:creationId xmlns:a16="http://schemas.microsoft.com/office/drawing/2014/main" id="{CD2F800A-481F-B908-D8F8-AA7A8C15305F}"/>
              </a:ext>
            </a:extLst>
          </p:cNvPr>
          <p:cNvSpPr>
            <a:spLocks/>
          </p:cNvSpPr>
          <p:nvPr/>
        </p:nvSpPr>
        <p:spPr bwMode="auto">
          <a:xfrm>
            <a:off x="6419850" y="3006726"/>
            <a:ext cx="71438" cy="246063"/>
          </a:xfrm>
          <a:custGeom>
            <a:avLst/>
            <a:gdLst>
              <a:gd name="T0" fmla="*/ 0 w 45"/>
              <a:gd name="T1" fmla="*/ 2147483646 h 155"/>
              <a:gd name="T2" fmla="*/ 2147483646 w 45"/>
              <a:gd name="T3" fmla="*/ 2147483646 h 155"/>
              <a:gd name="T4" fmla="*/ 2147483646 w 45"/>
              <a:gd name="T5" fmla="*/ 0 h 155"/>
              <a:gd name="T6" fmla="*/ 2147483646 w 45"/>
              <a:gd name="T7" fmla="*/ 0 h 155"/>
              <a:gd name="T8" fmla="*/ 2147483646 w 45"/>
              <a:gd name="T9" fmla="*/ 0 h 155"/>
              <a:gd name="T10" fmla="*/ 2147483646 w 45"/>
              <a:gd name="T11" fmla="*/ 0 h 155"/>
              <a:gd name="T12" fmla="*/ 0 w 45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5"/>
              <a:gd name="T22" fmla="*/ 0 h 155"/>
              <a:gd name="T23" fmla="*/ 45 w 45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5" h="155">
                <a:moveTo>
                  <a:pt x="0" y="155"/>
                </a:moveTo>
                <a:lnTo>
                  <a:pt x="18" y="155"/>
                </a:lnTo>
                <a:lnTo>
                  <a:pt x="45" y="0"/>
                </a:lnTo>
                <a:lnTo>
                  <a:pt x="27" y="0"/>
                </a:lnTo>
                <a:lnTo>
                  <a:pt x="0" y="15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93" name="Rectangle 126">
            <a:extLst>
              <a:ext uri="{FF2B5EF4-FFF2-40B4-BE49-F238E27FC236}">
                <a16:creationId xmlns:a16="http://schemas.microsoft.com/office/drawing/2014/main" id="{DE9C7F0F-7C2B-ADDE-70DB-36D2B87B75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2714" y="2747963"/>
            <a:ext cx="28575" cy="25876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2894" name="Freeform 127">
            <a:extLst>
              <a:ext uri="{FF2B5EF4-FFF2-40B4-BE49-F238E27FC236}">
                <a16:creationId xmlns:a16="http://schemas.microsoft.com/office/drawing/2014/main" id="{5B1693E3-AFD5-B217-E6F0-4C61C69494F1}"/>
              </a:ext>
            </a:extLst>
          </p:cNvPr>
          <p:cNvSpPr>
            <a:spLocks/>
          </p:cNvSpPr>
          <p:nvPr/>
        </p:nvSpPr>
        <p:spPr bwMode="auto">
          <a:xfrm>
            <a:off x="8462964" y="5199063"/>
            <a:ext cx="14287" cy="12700"/>
          </a:xfrm>
          <a:custGeom>
            <a:avLst/>
            <a:gdLst>
              <a:gd name="T0" fmla="*/ 0 w 9"/>
              <a:gd name="T1" fmla="*/ 2147483646 h 8"/>
              <a:gd name="T2" fmla="*/ 2147483646 w 9"/>
              <a:gd name="T3" fmla="*/ 2147483646 h 8"/>
              <a:gd name="T4" fmla="*/ 2147483646 w 9"/>
              <a:gd name="T5" fmla="*/ 2147483646 h 8"/>
              <a:gd name="T6" fmla="*/ 2147483646 w 9"/>
              <a:gd name="T7" fmla="*/ 0 h 8"/>
              <a:gd name="T8" fmla="*/ 2147483646 w 9"/>
              <a:gd name="T9" fmla="*/ 0 h 8"/>
              <a:gd name="T10" fmla="*/ 0 w 9"/>
              <a:gd name="T11" fmla="*/ 0 h 8"/>
              <a:gd name="T12" fmla="*/ 0 w 9"/>
              <a:gd name="T13" fmla="*/ 0 h 8"/>
              <a:gd name="T14" fmla="*/ 0 w 9"/>
              <a:gd name="T15" fmla="*/ 2147483646 h 8"/>
              <a:gd name="T16" fmla="*/ 0 w 9"/>
              <a:gd name="T17" fmla="*/ 2147483646 h 8"/>
              <a:gd name="T18" fmla="*/ 0 w 9"/>
              <a:gd name="T19" fmla="*/ 2147483646 h 8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9"/>
              <a:gd name="T31" fmla="*/ 0 h 8"/>
              <a:gd name="T32" fmla="*/ 9 w 9"/>
              <a:gd name="T33" fmla="*/ 8 h 8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9" h="8">
                <a:moveTo>
                  <a:pt x="0" y="8"/>
                </a:moveTo>
                <a:lnTo>
                  <a:pt x="9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95" name="Freeform 128">
            <a:extLst>
              <a:ext uri="{FF2B5EF4-FFF2-40B4-BE49-F238E27FC236}">
                <a16:creationId xmlns:a16="http://schemas.microsoft.com/office/drawing/2014/main" id="{AD4F7B20-028F-01FC-EDD5-745F5BCE4C51}"/>
              </a:ext>
            </a:extLst>
          </p:cNvPr>
          <p:cNvSpPr>
            <a:spLocks/>
          </p:cNvSpPr>
          <p:nvPr/>
        </p:nvSpPr>
        <p:spPr bwMode="auto">
          <a:xfrm>
            <a:off x="8405813" y="5199064"/>
            <a:ext cx="114300" cy="193675"/>
          </a:xfrm>
          <a:custGeom>
            <a:avLst/>
            <a:gdLst>
              <a:gd name="T0" fmla="*/ 2147483646 w 72"/>
              <a:gd name="T1" fmla="*/ 2147483646 h 122"/>
              <a:gd name="T2" fmla="*/ 2147483646 w 72"/>
              <a:gd name="T3" fmla="*/ 2147483646 h 122"/>
              <a:gd name="T4" fmla="*/ 0 w 72"/>
              <a:gd name="T5" fmla="*/ 2147483646 h 122"/>
              <a:gd name="T6" fmla="*/ 0 w 72"/>
              <a:gd name="T7" fmla="*/ 0 h 122"/>
              <a:gd name="T8" fmla="*/ 2147483646 w 72"/>
              <a:gd name="T9" fmla="*/ 2147483646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2"/>
              <a:gd name="T16" fmla="*/ 0 h 122"/>
              <a:gd name="T17" fmla="*/ 72 w 72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2" h="122">
                <a:moveTo>
                  <a:pt x="36" y="8"/>
                </a:moveTo>
                <a:lnTo>
                  <a:pt x="72" y="16"/>
                </a:lnTo>
                <a:lnTo>
                  <a:pt x="0" y="122"/>
                </a:lnTo>
                <a:lnTo>
                  <a:pt x="0" y="0"/>
                </a:lnTo>
                <a:lnTo>
                  <a:pt x="36" y="8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96" name="Freeform 129">
            <a:extLst>
              <a:ext uri="{FF2B5EF4-FFF2-40B4-BE49-F238E27FC236}">
                <a16:creationId xmlns:a16="http://schemas.microsoft.com/office/drawing/2014/main" id="{A37A09BC-90E9-6BC3-7B12-1DEA12B963E8}"/>
              </a:ext>
            </a:extLst>
          </p:cNvPr>
          <p:cNvSpPr>
            <a:spLocks/>
          </p:cNvSpPr>
          <p:nvPr/>
        </p:nvSpPr>
        <p:spPr bwMode="auto">
          <a:xfrm>
            <a:off x="8405813" y="5199064"/>
            <a:ext cx="114300" cy="193675"/>
          </a:xfrm>
          <a:custGeom>
            <a:avLst/>
            <a:gdLst>
              <a:gd name="T0" fmla="*/ 2147483646 w 72"/>
              <a:gd name="T1" fmla="*/ 2147483646 h 122"/>
              <a:gd name="T2" fmla="*/ 2147483646 w 72"/>
              <a:gd name="T3" fmla="*/ 2147483646 h 122"/>
              <a:gd name="T4" fmla="*/ 0 w 72"/>
              <a:gd name="T5" fmla="*/ 2147483646 h 122"/>
              <a:gd name="T6" fmla="*/ 0 w 72"/>
              <a:gd name="T7" fmla="*/ 0 h 122"/>
              <a:gd name="T8" fmla="*/ 2147483646 w 72"/>
              <a:gd name="T9" fmla="*/ 2147483646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2"/>
              <a:gd name="T16" fmla="*/ 0 h 122"/>
              <a:gd name="T17" fmla="*/ 72 w 72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2" h="122">
                <a:moveTo>
                  <a:pt x="36" y="8"/>
                </a:moveTo>
                <a:lnTo>
                  <a:pt x="72" y="16"/>
                </a:lnTo>
                <a:lnTo>
                  <a:pt x="0" y="122"/>
                </a:lnTo>
                <a:lnTo>
                  <a:pt x="0" y="0"/>
                </a:lnTo>
                <a:lnTo>
                  <a:pt x="36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97" name="Freeform 130">
            <a:extLst>
              <a:ext uri="{FF2B5EF4-FFF2-40B4-BE49-F238E27FC236}">
                <a16:creationId xmlns:a16="http://schemas.microsoft.com/office/drawing/2014/main" id="{E2A16BF7-F217-22B4-9672-CE259BE40872}"/>
              </a:ext>
            </a:extLst>
          </p:cNvPr>
          <p:cNvSpPr>
            <a:spLocks/>
          </p:cNvSpPr>
          <p:nvPr/>
        </p:nvSpPr>
        <p:spPr bwMode="auto">
          <a:xfrm>
            <a:off x="8534400" y="2825750"/>
            <a:ext cx="114300" cy="311150"/>
          </a:xfrm>
          <a:custGeom>
            <a:avLst/>
            <a:gdLst>
              <a:gd name="T0" fmla="*/ 2147483646 w 72"/>
              <a:gd name="T1" fmla="*/ 0 h 196"/>
              <a:gd name="T2" fmla="*/ 0 w 72"/>
              <a:gd name="T3" fmla="*/ 2147483646 h 196"/>
              <a:gd name="T4" fmla="*/ 2147483646 w 72"/>
              <a:gd name="T5" fmla="*/ 2147483646 h 196"/>
              <a:gd name="T6" fmla="*/ 2147483646 w 72"/>
              <a:gd name="T7" fmla="*/ 2147483646 h 196"/>
              <a:gd name="T8" fmla="*/ 2147483646 w 72"/>
              <a:gd name="T9" fmla="*/ 2147483646 h 196"/>
              <a:gd name="T10" fmla="*/ 2147483646 w 72"/>
              <a:gd name="T11" fmla="*/ 2147483646 h 196"/>
              <a:gd name="T12" fmla="*/ 2147483646 w 72"/>
              <a:gd name="T13" fmla="*/ 0 h 19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2"/>
              <a:gd name="T22" fmla="*/ 0 h 196"/>
              <a:gd name="T23" fmla="*/ 72 w 72"/>
              <a:gd name="T24" fmla="*/ 196 h 19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2" h="196">
                <a:moveTo>
                  <a:pt x="18" y="0"/>
                </a:moveTo>
                <a:lnTo>
                  <a:pt x="0" y="8"/>
                </a:lnTo>
                <a:lnTo>
                  <a:pt x="54" y="196"/>
                </a:lnTo>
                <a:lnTo>
                  <a:pt x="54" y="188"/>
                </a:lnTo>
                <a:lnTo>
                  <a:pt x="72" y="188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98" name="Freeform 131">
            <a:extLst>
              <a:ext uri="{FF2B5EF4-FFF2-40B4-BE49-F238E27FC236}">
                <a16:creationId xmlns:a16="http://schemas.microsoft.com/office/drawing/2014/main" id="{0BA068FB-9803-3668-96EC-1FC540CAAF15}"/>
              </a:ext>
            </a:extLst>
          </p:cNvPr>
          <p:cNvSpPr>
            <a:spLocks/>
          </p:cNvSpPr>
          <p:nvPr/>
        </p:nvSpPr>
        <p:spPr bwMode="auto">
          <a:xfrm>
            <a:off x="8620126" y="3124200"/>
            <a:ext cx="85725" cy="298450"/>
          </a:xfrm>
          <a:custGeom>
            <a:avLst/>
            <a:gdLst>
              <a:gd name="T0" fmla="*/ 2147483646 w 54"/>
              <a:gd name="T1" fmla="*/ 0 h 188"/>
              <a:gd name="T2" fmla="*/ 0 w 54"/>
              <a:gd name="T3" fmla="*/ 0 h 188"/>
              <a:gd name="T4" fmla="*/ 2147483646 w 54"/>
              <a:gd name="T5" fmla="*/ 2147483646 h 188"/>
              <a:gd name="T6" fmla="*/ 2147483646 w 54"/>
              <a:gd name="T7" fmla="*/ 2147483646 h 188"/>
              <a:gd name="T8" fmla="*/ 2147483646 w 54"/>
              <a:gd name="T9" fmla="*/ 2147483646 h 188"/>
              <a:gd name="T10" fmla="*/ 2147483646 w 54"/>
              <a:gd name="T11" fmla="*/ 2147483646 h 188"/>
              <a:gd name="T12" fmla="*/ 2147483646 w 54"/>
              <a:gd name="T13" fmla="*/ 0 h 1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54"/>
              <a:gd name="T22" fmla="*/ 0 h 188"/>
              <a:gd name="T23" fmla="*/ 54 w 54"/>
              <a:gd name="T24" fmla="*/ 188 h 1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54" h="188">
                <a:moveTo>
                  <a:pt x="18" y="0"/>
                </a:moveTo>
                <a:lnTo>
                  <a:pt x="0" y="0"/>
                </a:lnTo>
                <a:lnTo>
                  <a:pt x="36" y="188"/>
                </a:lnTo>
                <a:lnTo>
                  <a:pt x="54" y="188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99" name="Freeform 132">
            <a:extLst>
              <a:ext uri="{FF2B5EF4-FFF2-40B4-BE49-F238E27FC236}">
                <a16:creationId xmlns:a16="http://schemas.microsoft.com/office/drawing/2014/main" id="{FF9E5600-C972-272C-19C9-472262A2C0BB}"/>
              </a:ext>
            </a:extLst>
          </p:cNvPr>
          <p:cNvSpPr>
            <a:spLocks/>
          </p:cNvSpPr>
          <p:nvPr/>
        </p:nvSpPr>
        <p:spPr bwMode="auto">
          <a:xfrm>
            <a:off x="8677276" y="3422651"/>
            <a:ext cx="42863" cy="595313"/>
          </a:xfrm>
          <a:custGeom>
            <a:avLst/>
            <a:gdLst>
              <a:gd name="T0" fmla="*/ 2147483646 w 27"/>
              <a:gd name="T1" fmla="*/ 0 h 375"/>
              <a:gd name="T2" fmla="*/ 0 w 27"/>
              <a:gd name="T3" fmla="*/ 0 h 375"/>
              <a:gd name="T4" fmla="*/ 2147483646 w 27"/>
              <a:gd name="T5" fmla="*/ 2147483646 h 375"/>
              <a:gd name="T6" fmla="*/ 2147483646 w 27"/>
              <a:gd name="T7" fmla="*/ 2147483646 h 375"/>
              <a:gd name="T8" fmla="*/ 2147483646 w 27"/>
              <a:gd name="T9" fmla="*/ 2147483646 h 375"/>
              <a:gd name="T10" fmla="*/ 2147483646 w 27"/>
              <a:gd name="T11" fmla="*/ 2147483646 h 375"/>
              <a:gd name="T12" fmla="*/ 2147483646 w 27"/>
              <a:gd name="T13" fmla="*/ 0 h 37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7"/>
              <a:gd name="T22" fmla="*/ 0 h 375"/>
              <a:gd name="T23" fmla="*/ 27 w 27"/>
              <a:gd name="T24" fmla="*/ 375 h 37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7" h="375">
                <a:moveTo>
                  <a:pt x="18" y="0"/>
                </a:moveTo>
                <a:lnTo>
                  <a:pt x="0" y="0"/>
                </a:lnTo>
                <a:lnTo>
                  <a:pt x="9" y="375"/>
                </a:lnTo>
                <a:lnTo>
                  <a:pt x="27" y="375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900" name="Freeform 133">
            <a:extLst>
              <a:ext uri="{FF2B5EF4-FFF2-40B4-BE49-F238E27FC236}">
                <a16:creationId xmlns:a16="http://schemas.microsoft.com/office/drawing/2014/main" id="{F1A7F218-61A4-A3A8-3DBA-B35798D97AEB}"/>
              </a:ext>
            </a:extLst>
          </p:cNvPr>
          <p:cNvSpPr>
            <a:spLocks/>
          </p:cNvSpPr>
          <p:nvPr/>
        </p:nvSpPr>
        <p:spPr bwMode="auto">
          <a:xfrm>
            <a:off x="8620126" y="4017963"/>
            <a:ext cx="100013" cy="609600"/>
          </a:xfrm>
          <a:custGeom>
            <a:avLst/>
            <a:gdLst>
              <a:gd name="T0" fmla="*/ 2147483646 w 63"/>
              <a:gd name="T1" fmla="*/ 0 h 384"/>
              <a:gd name="T2" fmla="*/ 2147483646 w 63"/>
              <a:gd name="T3" fmla="*/ 0 h 384"/>
              <a:gd name="T4" fmla="*/ 0 w 63"/>
              <a:gd name="T5" fmla="*/ 2147483646 h 384"/>
              <a:gd name="T6" fmla="*/ 0 w 63"/>
              <a:gd name="T7" fmla="*/ 2147483646 h 384"/>
              <a:gd name="T8" fmla="*/ 2147483646 w 63"/>
              <a:gd name="T9" fmla="*/ 2147483646 h 384"/>
              <a:gd name="T10" fmla="*/ 2147483646 w 63"/>
              <a:gd name="T11" fmla="*/ 2147483646 h 384"/>
              <a:gd name="T12" fmla="*/ 2147483646 w 63"/>
              <a:gd name="T13" fmla="*/ 0 h 38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3"/>
              <a:gd name="T22" fmla="*/ 0 h 384"/>
              <a:gd name="T23" fmla="*/ 63 w 63"/>
              <a:gd name="T24" fmla="*/ 384 h 38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3" h="384">
                <a:moveTo>
                  <a:pt x="63" y="0"/>
                </a:moveTo>
                <a:lnTo>
                  <a:pt x="45" y="0"/>
                </a:lnTo>
                <a:lnTo>
                  <a:pt x="0" y="376"/>
                </a:lnTo>
                <a:lnTo>
                  <a:pt x="18" y="384"/>
                </a:lnTo>
                <a:lnTo>
                  <a:pt x="18" y="376"/>
                </a:lnTo>
                <a:lnTo>
                  <a:pt x="6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901" name="Freeform 134">
            <a:extLst>
              <a:ext uri="{FF2B5EF4-FFF2-40B4-BE49-F238E27FC236}">
                <a16:creationId xmlns:a16="http://schemas.microsoft.com/office/drawing/2014/main" id="{D1FE9A19-9C08-B3AF-3487-683C257F2C3A}"/>
              </a:ext>
            </a:extLst>
          </p:cNvPr>
          <p:cNvSpPr>
            <a:spLocks/>
          </p:cNvSpPr>
          <p:nvPr/>
        </p:nvSpPr>
        <p:spPr bwMode="auto">
          <a:xfrm>
            <a:off x="8448676" y="4614863"/>
            <a:ext cx="200025" cy="596900"/>
          </a:xfrm>
          <a:custGeom>
            <a:avLst/>
            <a:gdLst>
              <a:gd name="T0" fmla="*/ 2147483646 w 126"/>
              <a:gd name="T1" fmla="*/ 2147483646 h 376"/>
              <a:gd name="T2" fmla="*/ 2147483646 w 126"/>
              <a:gd name="T3" fmla="*/ 0 h 376"/>
              <a:gd name="T4" fmla="*/ 0 w 126"/>
              <a:gd name="T5" fmla="*/ 2147483646 h 376"/>
              <a:gd name="T6" fmla="*/ 2147483646 w 126"/>
              <a:gd name="T7" fmla="*/ 2147483646 h 376"/>
              <a:gd name="T8" fmla="*/ 2147483646 w 126"/>
              <a:gd name="T9" fmla="*/ 2147483646 h 37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6"/>
              <a:gd name="T16" fmla="*/ 0 h 376"/>
              <a:gd name="T17" fmla="*/ 126 w 126"/>
              <a:gd name="T18" fmla="*/ 376 h 37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6" h="376">
                <a:moveTo>
                  <a:pt x="126" y="8"/>
                </a:moveTo>
                <a:lnTo>
                  <a:pt x="108" y="0"/>
                </a:lnTo>
                <a:lnTo>
                  <a:pt x="0" y="368"/>
                </a:lnTo>
                <a:lnTo>
                  <a:pt x="18" y="376"/>
                </a:lnTo>
                <a:lnTo>
                  <a:pt x="126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902" name="Oval 135">
            <a:extLst>
              <a:ext uri="{FF2B5EF4-FFF2-40B4-BE49-F238E27FC236}">
                <a16:creationId xmlns:a16="http://schemas.microsoft.com/office/drawing/2014/main" id="{49C896C0-E280-3BF3-5B97-F41705CA68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8638" y="2592389"/>
            <a:ext cx="800100" cy="43973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2903" name="Oval 136">
            <a:extLst>
              <a:ext uri="{FF2B5EF4-FFF2-40B4-BE49-F238E27FC236}">
                <a16:creationId xmlns:a16="http://schemas.microsoft.com/office/drawing/2014/main" id="{53589440-71C9-DA15-EDAC-9C3F9D830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8638" y="2593976"/>
            <a:ext cx="800100" cy="436563"/>
          </a:xfrm>
          <a:prstGeom prst="ellips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2904" name="Rectangle 137">
            <a:extLst>
              <a:ext uri="{FF2B5EF4-FFF2-40B4-BE49-F238E27FC236}">
                <a16:creationId xmlns:a16="http://schemas.microsoft.com/office/drawing/2014/main" id="{E76AB6E0-13B2-88A7-40E7-067D5063F9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0089" y="2708275"/>
            <a:ext cx="407163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00">
                <a:solidFill>
                  <a:srgbClr val="0000FF"/>
                </a:solidFill>
                <a:latin typeface="Times New Roman" panose="02020603050405020304" pitchFamily="18" charset="0"/>
              </a:rPr>
              <a:t>JFK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2905" name="Freeform 138">
            <a:extLst>
              <a:ext uri="{FF2B5EF4-FFF2-40B4-BE49-F238E27FC236}">
                <a16:creationId xmlns:a16="http://schemas.microsoft.com/office/drawing/2014/main" id="{FC37487F-8898-C0E2-FE7B-BF0FBC57CF61}"/>
              </a:ext>
            </a:extLst>
          </p:cNvPr>
          <p:cNvSpPr>
            <a:spLocks/>
          </p:cNvSpPr>
          <p:nvPr/>
        </p:nvSpPr>
        <p:spPr bwMode="auto">
          <a:xfrm>
            <a:off x="5948364" y="4964114"/>
            <a:ext cx="28575" cy="26987"/>
          </a:xfrm>
          <a:custGeom>
            <a:avLst/>
            <a:gdLst>
              <a:gd name="T0" fmla="*/ 2147483646 w 18"/>
              <a:gd name="T1" fmla="*/ 0 h 17"/>
              <a:gd name="T2" fmla="*/ 0 w 18"/>
              <a:gd name="T3" fmla="*/ 2147483646 h 17"/>
              <a:gd name="T4" fmla="*/ 2147483646 w 18"/>
              <a:gd name="T5" fmla="*/ 2147483646 h 17"/>
              <a:gd name="T6" fmla="*/ 2147483646 w 18"/>
              <a:gd name="T7" fmla="*/ 2147483646 h 17"/>
              <a:gd name="T8" fmla="*/ 2147483646 w 18"/>
              <a:gd name="T9" fmla="*/ 2147483646 h 17"/>
              <a:gd name="T10" fmla="*/ 2147483646 w 18"/>
              <a:gd name="T11" fmla="*/ 2147483646 h 17"/>
              <a:gd name="T12" fmla="*/ 2147483646 w 18"/>
              <a:gd name="T13" fmla="*/ 0 h 17"/>
              <a:gd name="T14" fmla="*/ 2147483646 w 18"/>
              <a:gd name="T15" fmla="*/ 0 h 17"/>
              <a:gd name="T16" fmla="*/ 2147483646 w 18"/>
              <a:gd name="T17" fmla="*/ 0 h 17"/>
              <a:gd name="T18" fmla="*/ 2147483646 w 18"/>
              <a:gd name="T19" fmla="*/ 0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7"/>
              <a:gd name="T32" fmla="*/ 18 w 18"/>
              <a:gd name="T33" fmla="*/ 17 h 17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7">
                <a:moveTo>
                  <a:pt x="9" y="0"/>
                </a:moveTo>
                <a:lnTo>
                  <a:pt x="0" y="9"/>
                </a:lnTo>
                <a:lnTo>
                  <a:pt x="9" y="9"/>
                </a:lnTo>
                <a:lnTo>
                  <a:pt x="9" y="17"/>
                </a:lnTo>
                <a:lnTo>
                  <a:pt x="18" y="9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906" name="Freeform 139">
            <a:extLst>
              <a:ext uri="{FF2B5EF4-FFF2-40B4-BE49-F238E27FC236}">
                <a16:creationId xmlns:a16="http://schemas.microsoft.com/office/drawing/2014/main" id="{B8CEBAFE-AD41-8158-E12E-92967DEAFEE8}"/>
              </a:ext>
            </a:extLst>
          </p:cNvPr>
          <p:cNvSpPr>
            <a:spLocks/>
          </p:cNvSpPr>
          <p:nvPr/>
        </p:nvSpPr>
        <p:spPr bwMode="auto">
          <a:xfrm>
            <a:off x="5819775" y="4822826"/>
            <a:ext cx="185738" cy="180975"/>
          </a:xfrm>
          <a:custGeom>
            <a:avLst/>
            <a:gdLst>
              <a:gd name="T0" fmla="*/ 2147483646 w 117"/>
              <a:gd name="T1" fmla="*/ 2147483646 h 114"/>
              <a:gd name="T2" fmla="*/ 2147483646 w 117"/>
              <a:gd name="T3" fmla="*/ 2147483646 h 114"/>
              <a:gd name="T4" fmla="*/ 0 w 117"/>
              <a:gd name="T5" fmla="*/ 0 h 114"/>
              <a:gd name="T6" fmla="*/ 2147483646 w 117"/>
              <a:gd name="T7" fmla="*/ 2147483646 h 114"/>
              <a:gd name="T8" fmla="*/ 2147483646 w 117"/>
              <a:gd name="T9" fmla="*/ 2147483646 h 11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"/>
              <a:gd name="T16" fmla="*/ 0 h 114"/>
              <a:gd name="T17" fmla="*/ 117 w 117"/>
              <a:gd name="T18" fmla="*/ 114 h 11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" h="114">
                <a:moveTo>
                  <a:pt x="90" y="89"/>
                </a:moveTo>
                <a:lnTo>
                  <a:pt x="63" y="114"/>
                </a:lnTo>
                <a:lnTo>
                  <a:pt x="0" y="0"/>
                </a:lnTo>
                <a:lnTo>
                  <a:pt x="117" y="73"/>
                </a:lnTo>
                <a:lnTo>
                  <a:pt x="90" y="89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907" name="Freeform 140">
            <a:extLst>
              <a:ext uri="{FF2B5EF4-FFF2-40B4-BE49-F238E27FC236}">
                <a16:creationId xmlns:a16="http://schemas.microsoft.com/office/drawing/2014/main" id="{F02CCCAB-F6F3-B1E7-1E65-04ED74D5562D}"/>
              </a:ext>
            </a:extLst>
          </p:cNvPr>
          <p:cNvSpPr>
            <a:spLocks/>
          </p:cNvSpPr>
          <p:nvPr/>
        </p:nvSpPr>
        <p:spPr bwMode="auto">
          <a:xfrm>
            <a:off x="5819775" y="4822826"/>
            <a:ext cx="185738" cy="180975"/>
          </a:xfrm>
          <a:custGeom>
            <a:avLst/>
            <a:gdLst>
              <a:gd name="T0" fmla="*/ 2147483646 w 117"/>
              <a:gd name="T1" fmla="*/ 2147483646 h 114"/>
              <a:gd name="T2" fmla="*/ 2147483646 w 117"/>
              <a:gd name="T3" fmla="*/ 2147483646 h 114"/>
              <a:gd name="T4" fmla="*/ 0 w 117"/>
              <a:gd name="T5" fmla="*/ 0 h 114"/>
              <a:gd name="T6" fmla="*/ 2147483646 w 117"/>
              <a:gd name="T7" fmla="*/ 2147483646 h 114"/>
              <a:gd name="T8" fmla="*/ 2147483646 w 117"/>
              <a:gd name="T9" fmla="*/ 2147483646 h 11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"/>
              <a:gd name="T16" fmla="*/ 0 h 114"/>
              <a:gd name="T17" fmla="*/ 117 w 117"/>
              <a:gd name="T18" fmla="*/ 114 h 11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" h="114">
                <a:moveTo>
                  <a:pt x="90" y="89"/>
                </a:moveTo>
                <a:lnTo>
                  <a:pt x="63" y="114"/>
                </a:lnTo>
                <a:lnTo>
                  <a:pt x="0" y="0"/>
                </a:lnTo>
                <a:lnTo>
                  <a:pt x="117" y="73"/>
                </a:lnTo>
                <a:lnTo>
                  <a:pt x="90" y="8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908" name="Freeform 141">
            <a:extLst>
              <a:ext uri="{FF2B5EF4-FFF2-40B4-BE49-F238E27FC236}">
                <a16:creationId xmlns:a16="http://schemas.microsoft.com/office/drawing/2014/main" id="{0A873002-BC38-C1C7-BE5D-E1394FC0390A}"/>
              </a:ext>
            </a:extLst>
          </p:cNvPr>
          <p:cNvSpPr>
            <a:spLocks/>
          </p:cNvSpPr>
          <p:nvPr/>
        </p:nvSpPr>
        <p:spPr bwMode="auto">
          <a:xfrm>
            <a:off x="8034339" y="5626100"/>
            <a:ext cx="357187" cy="65088"/>
          </a:xfrm>
          <a:custGeom>
            <a:avLst/>
            <a:gdLst>
              <a:gd name="T0" fmla="*/ 2147483646 w 225"/>
              <a:gd name="T1" fmla="*/ 2147483646 h 41"/>
              <a:gd name="T2" fmla="*/ 2147483646 w 225"/>
              <a:gd name="T3" fmla="*/ 0 h 41"/>
              <a:gd name="T4" fmla="*/ 0 w 225"/>
              <a:gd name="T5" fmla="*/ 2147483646 h 41"/>
              <a:gd name="T6" fmla="*/ 0 w 225"/>
              <a:gd name="T7" fmla="*/ 2147483646 h 41"/>
              <a:gd name="T8" fmla="*/ 0 w 225"/>
              <a:gd name="T9" fmla="*/ 2147483646 h 41"/>
              <a:gd name="T10" fmla="*/ 0 w 225"/>
              <a:gd name="T11" fmla="*/ 2147483646 h 41"/>
              <a:gd name="T12" fmla="*/ 2147483646 w 225"/>
              <a:gd name="T13" fmla="*/ 2147483646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41"/>
              <a:gd name="T23" fmla="*/ 225 w 225"/>
              <a:gd name="T24" fmla="*/ 41 h 4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41">
                <a:moveTo>
                  <a:pt x="225" y="16"/>
                </a:moveTo>
                <a:lnTo>
                  <a:pt x="225" y="0"/>
                </a:lnTo>
                <a:lnTo>
                  <a:pt x="0" y="25"/>
                </a:lnTo>
                <a:lnTo>
                  <a:pt x="0" y="41"/>
                </a:lnTo>
                <a:lnTo>
                  <a:pt x="22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909" name="Freeform 142">
            <a:extLst>
              <a:ext uri="{FF2B5EF4-FFF2-40B4-BE49-F238E27FC236}">
                <a16:creationId xmlns:a16="http://schemas.microsoft.com/office/drawing/2014/main" id="{36D5885A-5E12-0F93-FE3F-248C57AB2BBF}"/>
              </a:ext>
            </a:extLst>
          </p:cNvPr>
          <p:cNvSpPr>
            <a:spLocks/>
          </p:cNvSpPr>
          <p:nvPr/>
        </p:nvSpPr>
        <p:spPr bwMode="auto">
          <a:xfrm>
            <a:off x="7677150" y="5665788"/>
            <a:ext cx="357188" cy="25400"/>
          </a:xfrm>
          <a:custGeom>
            <a:avLst/>
            <a:gdLst>
              <a:gd name="T0" fmla="*/ 2147483646 w 225"/>
              <a:gd name="T1" fmla="*/ 2147483646 h 16"/>
              <a:gd name="T2" fmla="*/ 2147483646 w 225"/>
              <a:gd name="T3" fmla="*/ 0 h 16"/>
              <a:gd name="T4" fmla="*/ 0 w 225"/>
              <a:gd name="T5" fmla="*/ 0 h 16"/>
              <a:gd name="T6" fmla="*/ 0 w 225"/>
              <a:gd name="T7" fmla="*/ 0 h 16"/>
              <a:gd name="T8" fmla="*/ 0 w 225"/>
              <a:gd name="T9" fmla="*/ 2147483646 h 16"/>
              <a:gd name="T10" fmla="*/ 0 w 225"/>
              <a:gd name="T11" fmla="*/ 2147483646 h 16"/>
              <a:gd name="T12" fmla="*/ 2147483646 w 225"/>
              <a:gd name="T13" fmla="*/ 2147483646 h 1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16"/>
              <a:gd name="T23" fmla="*/ 225 w 225"/>
              <a:gd name="T24" fmla="*/ 16 h 1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16">
                <a:moveTo>
                  <a:pt x="225" y="16"/>
                </a:moveTo>
                <a:lnTo>
                  <a:pt x="225" y="0"/>
                </a:lnTo>
                <a:lnTo>
                  <a:pt x="0" y="0"/>
                </a:lnTo>
                <a:lnTo>
                  <a:pt x="0" y="16"/>
                </a:lnTo>
                <a:lnTo>
                  <a:pt x="22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910" name="Freeform 143">
            <a:extLst>
              <a:ext uri="{FF2B5EF4-FFF2-40B4-BE49-F238E27FC236}">
                <a16:creationId xmlns:a16="http://schemas.microsoft.com/office/drawing/2014/main" id="{89DD126A-C014-8B5D-E2EA-06DB0002DFE6}"/>
              </a:ext>
            </a:extLst>
          </p:cNvPr>
          <p:cNvSpPr>
            <a:spLocks/>
          </p:cNvSpPr>
          <p:nvPr/>
        </p:nvSpPr>
        <p:spPr bwMode="auto">
          <a:xfrm>
            <a:off x="7334250" y="5626100"/>
            <a:ext cx="342900" cy="65088"/>
          </a:xfrm>
          <a:custGeom>
            <a:avLst/>
            <a:gdLst>
              <a:gd name="T0" fmla="*/ 2147483646 w 216"/>
              <a:gd name="T1" fmla="*/ 2147483646 h 41"/>
              <a:gd name="T2" fmla="*/ 2147483646 w 216"/>
              <a:gd name="T3" fmla="*/ 2147483646 h 41"/>
              <a:gd name="T4" fmla="*/ 0 w 216"/>
              <a:gd name="T5" fmla="*/ 0 h 41"/>
              <a:gd name="T6" fmla="*/ 0 w 216"/>
              <a:gd name="T7" fmla="*/ 0 h 41"/>
              <a:gd name="T8" fmla="*/ 0 w 216"/>
              <a:gd name="T9" fmla="*/ 2147483646 h 41"/>
              <a:gd name="T10" fmla="*/ 0 w 216"/>
              <a:gd name="T11" fmla="*/ 2147483646 h 41"/>
              <a:gd name="T12" fmla="*/ 2147483646 w 216"/>
              <a:gd name="T13" fmla="*/ 2147483646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41"/>
              <a:gd name="T23" fmla="*/ 216 w 216"/>
              <a:gd name="T24" fmla="*/ 41 h 4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41">
                <a:moveTo>
                  <a:pt x="216" y="41"/>
                </a:moveTo>
                <a:lnTo>
                  <a:pt x="216" y="25"/>
                </a:lnTo>
                <a:lnTo>
                  <a:pt x="0" y="0"/>
                </a:lnTo>
                <a:lnTo>
                  <a:pt x="0" y="16"/>
                </a:lnTo>
                <a:lnTo>
                  <a:pt x="216" y="4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911" name="Freeform 144">
            <a:extLst>
              <a:ext uri="{FF2B5EF4-FFF2-40B4-BE49-F238E27FC236}">
                <a16:creationId xmlns:a16="http://schemas.microsoft.com/office/drawing/2014/main" id="{C9FC14AD-A125-DC9B-B0AB-F09858B0A8FC}"/>
              </a:ext>
            </a:extLst>
          </p:cNvPr>
          <p:cNvSpPr>
            <a:spLocks/>
          </p:cNvSpPr>
          <p:nvPr/>
        </p:nvSpPr>
        <p:spPr bwMode="auto">
          <a:xfrm>
            <a:off x="7005638" y="5561014"/>
            <a:ext cx="328612" cy="90487"/>
          </a:xfrm>
          <a:custGeom>
            <a:avLst/>
            <a:gdLst>
              <a:gd name="T0" fmla="*/ 2147483646 w 207"/>
              <a:gd name="T1" fmla="*/ 2147483646 h 57"/>
              <a:gd name="T2" fmla="*/ 2147483646 w 207"/>
              <a:gd name="T3" fmla="*/ 2147483646 h 57"/>
              <a:gd name="T4" fmla="*/ 0 w 207"/>
              <a:gd name="T5" fmla="*/ 0 h 57"/>
              <a:gd name="T6" fmla="*/ 2147483646 w 207"/>
              <a:gd name="T7" fmla="*/ 0 h 57"/>
              <a:gd name="T8" fmla="*/ 0 w 207"/>
              <a:gd name="T9" fmla="*/ 2147483646 h 57"/>
              <a:gd name="T10" fmla="*/ 0 w 207"/>
              <a:gd name="T11" fmla="*/ 2147483646 h 57"/>
              <a:gd name="T12" fmla="*/ 2147483646 w 207"/>
              <a:gd name="T13" fmla="*/ 2147483646 h 5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07"/>
              <a:gd name="T22" fmla="*/ 0 h 57"/>
              <a:gd name="T23" fmla="*/ 207 w 207"/>
              <a:gd name="T24" fmla="*/ 57 h 5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07" h="57">
                <a:moveTo>
                  <a:pt x="207" y="57"/>
                </a:moveTo>
                <a:lnTo>
                  <a:pt x="207" y="41"/>
                </a:lnTo>
                <a:lnTo>
                  <a:pt x="0" y="0"/>
                </a:lnTo>
                <a:lnTo>
                  <a:pt x="9" y="0"/>
                </a:lnTo>
                <a:lnTo>
                  <a:pt x="0" y="17"/>
                </a:lnTo>
                <a:lnTo>
                  <a:pt x="207" y="5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912" name="Freeform 145">
            <a:extLst>
              <a:ext uri="{FF2B5EF4-FFF2-40B4-BE49-F238E27FC236}">
                <a16:creationId xmlns:a16="http://schemas.microsoft.com/office/drawing/2014/main" id="{BD6FA3F1-81AE-D4B4-5E69-E0A675C6EAEB}"/>
              </a:ext>
            </a:extLst>
          </p:cNvPr>
          <p:cNvSpPr>
            <a:spLocks/>
          </p:cNvSpPr>
          <p:nvPr/>
        </p:nvSpPr>
        <p:spPr bwMode="auto">
          <a:xfrm>
            <a:off x="6705601" y="5457826"/>
            <a:ext cx="314325" cy="130175"/>
          </a:xfrm>
          <a:custGeom>
            <a:avLst/>
            <a:gdLst>
              <a:gd name="T0" fmla="*/ 2147483646 w 198"/>
              <a:gd name="T1" fmla="*/ 2147483646 h 82"/>
              <a:gd name="T2" fmla="*/ 2147483646 w 198"/>
              <a:gd name="T3" fmla="*/ 2147483646 h 82"/>
              <a:gd name="T4" fmla="*/ 2147483646 w 198"/>
              <a:gd name="T5" fmla="*/ 0 h 82"/>
              <a:gd name="T6" fmla="*/ 2147483646 w 198"/>
              <a:gd name="T7" fmla="*/ 0 h 82"/>
              <a:gd name="T8" fmla="*/ 0 w 198"/>
              <a:gd name="T9" fmla="*/ 2147483646 h 82"/>
              <a:gd name="T10" fmla="*/ 0 w 198"/>
              <a:gd name="T11" fmla="*/ 2147483646 h 82"/>
              <a:gd name="T12" fmla="*/ 2147483646 w 198"/>
              <a:gd name="T13" fmla="*/ 2147483646 h 8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98"/>
              <a:gd name="T22" fmla="*/ 0 h 82"/>
              <a:gd name="T23" fmla="*/ 198 w 198"/>
              <a:gd name="T24" fmla="*/ 82 h 8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98" h="82">
                <a:moveTo>
                  <a:pt x="189" y="82"/>
                </a:moveTo>
                <a:lnTo>
                  <a:pt x="198" y="65"/>
                </a:lnTo>
                <a:lnTo>
                  <a:pt x="9" y="0"/>
                </a:lnTo>
                <a:lnTo>
                  <a:pt x="0" y="16"/>
                </a:lnTo>
                <a:lnTo>
                  <a:pt x="189" y="8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913" name="Freeform 146">
            <a:extLst>
              <a:ext uri="{FF2B5EF4-FFF2-40B4-BE49-F238E27FC236}">
                <a16:creationId xmlns:a16="http://schemas.microsoft.com/office/drawing/2014/main" id="{61181896-A0D0-3EC6-6708-2D7367E4F004}"/>
              </a:ext>
            </a:extLst>
          </p:cNvPr>
          <p:cNvSpPr>
            <a:spLocks/>
          </p:cNvSpPr>
          <p:nvPr/>
        </p:nvSpPr>
        <p:spPr bwMode="auto">
          <a:xfrm>
            <a:off x="6419850" y="5327651"/>
            <a:ext cx="300038" cy="155575"/>
          </a:xfrm>
          <a:custGeom>
            <a:avLst/>
            <a:gdLst>
              <a:gd name="T0" fmla="*/ 2147483646 w 189"/>
              <a:gd name="T1" fmla="*/ 2147483646 h 98"/>
              <a:gd name="T2" fmla="*/ 2147483646 w 189"/>
              <a:gd name="T3" fmla="*/ 2147483646 h 98"/>
              <a:gd name="T4" fmla="*/ 2147483646 w 189"/>
              <a:gd name="T5" fmla="*/ 0 h 98"/>
              <a:gd name="T6" fmla="*/ 2147483646 w 189"/>
              <a:gd name="T7" fmla="*/ 0 h 98"/>
              <a:gd name="T8" fmla="*/ 0 w 189"/>
              <a:gd name="T9" fmla="*/ 2147483646 h 98"/>
              <a:gd name="T10" fmla="*/ 0 w 189"/>
              <a:gd name="T11" fmla="*/ 2147483646 h 98"/>
              <a:gd name="T12" fmla="*/ 2147483646 w 189"/>
              <a:gd name="T13" fmla="*/ 2147483646 h 9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98"/>
              <a:gd name="T23" fmla="*/ 189 w 189"/>
              <a:gd name="T24" fmla="*/ 98 h 9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98">
                <a:moveTo>
                  <a:pt x="180" y="98"/>
                </a:moveTo>
                <a:lnTo>
                  <a:pt x="189" y="82"/>
                </a:lnTo>
                <a:lnTo>
                  <a:pt x="9" y="0"/>
                </a:lnTo>
                <a:lnTo>
                  <a:pt x="0" y="17"/>
                </a:lnTo>
                <a:lnTo>
                  <a:pt x="180" y="9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914" name="Freeform 147">
            <a:extLst>
              <a:ext uri="{FF2B5EF4-FFF2-40B4-BE49-F238E27FC236}">
                <a16:creationId xmlns:a16="http://schemas.microsoft.com/office/drawing/2014/main" id="{49262C5C-3982-C5CB-CBBB-869B8B8018D1}"/>
              </a:ext>
            </a:extLst>
          </p:cNvPr>
          <p:cNvSpPr>
            <a:spLocks/>
          </p:cNvSpPr>
          <p:nvPr/>
        </p:nvSpPr>
        <p:spPr bwMode="auto">
          <a:xfrm>
            <a:off x="6162676" y="5159376"/>
            <a:ext cx="271463" cy="195263"/>
          </a:xfrm>
          <a:custGeom>
            <a:avLst/>
            <a:gdLst>
              <a:gd name="T0" fmla="*/ 2147483646 w 171"/>
              <a:gd name="T1" fmla="*/ 2147483646 h 123"/>
              <a:gd name="T2" fmla="*/ 2147483646 w 171"/>
              <a:gd name="T3" fmla="*/ 2147483646 h 123"/>
              <a:gd name="T4" fmla="*/ 2147483646 w 171"/>
              <a:gd name="T5" fmla="*/ 0 h 123"/>
              <a:gd name="T6" fmla="*/ 2147483646 w 171"/>
              <a:gd name="T7" fmla="*/ 2147483646 h 123"/>
              <a:gd name="T8" fmla="*/ 0 w 171"/>
              <a:gd name="T9" fmla="*/ 2147483646 h 123"/>
              <a:gd name="T10" fmla="*/ 2147483646 w 171"/>
              <a:gd name="T11" fmla="*/ 2147483646 h 123"/>
              <a:gd name="T12" fmla="*/ 2147483646 w 171"/>
              <a:gd name="T13" fmla="*/ 2147483646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71"/>
              <a:gd name="T22" fmla="*/ 0 h 123"/>
              <a:gd name="T23" fmla="*/ 171 w 171"/>
              <a:gd name="T24" fmla="*/ 123 h 12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71" h="123">
                <a:moveTo>
                  <a:pt x="162" y="123"/>
                </a:moveTo>
                <a:lnTo>
                  <a:pt x="171" y="106"/>
                </a:lnTo>
                <a:lnTo>
                  <a:pt x="18" y="0"/>
                </a:lnTo>
                <a:lnTo>
                  <a:pt x="18" y="8"/>
                </a:lnTo>
                <a:lnTo>
                  <a:pt x="0" y="16"/>
                </a:lnTo>
                <a:lnTo>
                  <a:pt x="9" y="16"/>
                </a:lnTo>
                <a:lnTo>
                  <a:pt x="162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915" name="Freeform 148">
            <a:extLst>
              <a:ext uri="{FF2B5EF4-FFF2-40B4-BE49-F238E27FC236}">
                <a16:creationId xmlns:a16="http://schemas.microsoft.com/office/drawing/2014/main" id="{EB0E5343-A32C-5004-ED2F-173713E42B13}"/>
              </a:ext>
            </a:extLst>
          </p:cNvPr>
          <p:cNvSpPr>
            <a:spLocks/>
          </p:cNvSpPr>
          <p:nvPr/>
        </p:nvSpPr>
        <p:spPr bwMode="auto">
          <a:xfrm>
            <a:off x="5948364" y="4964113"/>
            <a:ext cx="242887" cy="220662"/>
          </a:xfrm>
          <a:custGeom>
            <a:avLst/>
            <a:gdLst>
              <a:gd name="T0" fmla="*/ 2147483646 w 153"/>
              <a:gd name="T1" fmla="*/ 2147483646 h 139"/>
              <a:gd name="T2" fmla="*/ 2147483646 w 153"/>
              <a:gd name="T3" fmla="*/ 2147483646 h 139"/>
              <a:gd name="T4" fmla="*/ 2147483646 w 153"/>
              <a:gd name="T5" fmla="*/ 0 h 139"/>
              <a:gd name="T6" fmla="*/ 0 w 153"/>
              <a:gd name="T7" fmla="*/ 2147483646 h 139"/>
              <a:gd name="T8" fmla="*/ 2147483646 w 153"/>
              <a:gd name="T9" fmla="*/ 2147483646 h 13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"/>
              <a:gd name="T16" fmla="*/ 0 h 139"/>
              <a:gd name="T17" fmla="*/ 153 w 153"/>
              <a:gd name="T18" fmla="*/ 139 h 13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" h="139">
                <a:moveTo>
                  <a:pt x="135" y="139"/>
                </a:moveTo>
                <a:lnTo>
                  <a:pt x="153" y="131"/>
                </a:lnTo>
                <a:lnTo>
                  <a:pt x="18" y="0"/>
                </a:lnTo>
                <a:lnTo>
                  <a:pt x="0" y="9"/>
                </a:lnTo>
                <a:lnTo>
                  <a:pt x="135" y="13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916" name="Oval 149">
            <a:extLst>
              <a:ext uri="{FF2B5EF4-FFF2-40B4-BE49-F238E27FC236}">
                <a16:creationId xmlns:a16="http://schemas.microsoft.com/office/drawing/2014/main" id="{98DAE4FD-10A8-F9D4-5719-7B8E8DCDBD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4425" y="1503364"/>
            <a:ext cx="800100" cy="43973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2917" name="Oval 150">
            <a:extLst>
              <a:ext uri="{FF2B5EF4-FFF2-40B4-BE49-F238E27FC236}">
                <a16:creationId xmlns:a16="http://schemas.microsoft.com/office/drawing/2014/main" id="{5CADE531-1479-A2BD-2A12-3609628820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4425" y="1504951"/>
            <a:ext cx="800100" cy="436563"/>
          </a:xfrm>
          <a:prstGeom prst="ellips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2918" name="Rectangle 151">
            <a:extLst>
              <a:ext uri="{FF2B5EF4-FFF2-40B4-BE49-F238E27FC236}">
                <a16:creationId xmlns:a16="http://schemas.microsoft.com/office/drawing/2014/main" id="{24FC4B39-8D0A-02A4-57C1-BE476154CF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7301" y="1619250"/>
            <a:ext cx="474489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00">
                <a:solidFill>
                  <a:srgbClr val="0000FF"/>
                </a:solidFill>
                <a:latin typeface="Times New Roman" panose="02020603050405020304" pitchFamily="18" charset="0"/>
              </a:rPr>
              <a:t>BOS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2919" name="Oval 152">
            <a:extLst>
              <a:ext uri="{FF2B5EF4-FFF2-40B4-BE49-F238E27FC236}">
                <a16:creationId xmlns:a16="http://schemas.microsoft.com/office/drawing/2014/main" id="{DF8E24E8-34FA-2DE4-D325-E8902E2528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1475" y="5418139"/>
            <a:ext cx="800100" cy="4413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2920" name="Oval 153">
            <a:extLst>
              <a:ext uri="{FF2B5EF4-FFF2-40B4-BE49-F238E27FC236}">
                <a16:creationId xmlns:a16="http://schemas.microsoft.com/office/drawing/2014/main" id="{10DCCC2C-0CED-68BC-E1E2-31957578E9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1475" y="5421314"/>
            <a:ext cx="800100" cy="434975"/>
          </a:xfrm>
          <a:prstGeom prst="ellips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2921" name="Rectangle 154">
            <a:extLst>
              <a:ext uri="{FF2B5EF4-FFF2-40B4-BE49-F238E27FC236}">
                <a16:creationId xmlns:a16="http://schemas.microsoft.com/office/drawing/2014/main" id="{F5B50042-0BB5-025B-6C1C-F0502B7DEE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34351" y="5521325"/>
            <a:ext cx="474489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00">
                <a:solidFill>
                  <a:srgbClr val="0000FF"/>
                </a:solidFill>
                <a:latin typeface="Times New Roman" panose="02020603050405020304" pitchFamily="18" charset="0"/>
              </a:rPr>
              <a:t>MIA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2922" name="Oval 155">
            <a:extLst>
              <a:ext uri="{FF2B5EF4-FFF2-40B4-BE49-F238E27FC236}">
                <a16:creationId xmlns:a16="http://schemas.microsoft.com/office/drawing/2014/main" id="{C23821B3-17E9-3DA5-4F42-353C3246F4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6950" y="2085976"/>
            <a:ext cx="800100" cy="4413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2923" name="Oval 156">
            <a:extLst>
              <a:ext uri="{FF2B5EF4-FFF2-40B4-BE49-F238E27FC236}">
                <a16:creationId xmlns:a16="http://schemas.microsoft.com/office/drawing/2014/main" id="{311B58AE-9A94-3CCF-C0A4-BFC33F1E11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6950" y="2089151"/>
            <a:ext cx="800100" cy="434975"/>
          </a:xfrm>
          <a:prstGeom prst="ellipse">
            <a:avLst/>
          </a:prstGeom>
          <a:noFill/>
          <a:ln w="57150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2924" name="Rectangle 157">
            <a:extLst>
              <a:ext uri="{FF2B5EF4-FFF2-40B4-BE49-F238E27FC236}">
                <a16:creationId xmlns:a16="http://schemas.microsoft.com/office/drawing/2014/main" id="{D560A8DD-2082-65CE-8725-A2B9629964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1250" y="2201863"/>
            <a:ext cx="514564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00">
                <a:solidFill>
                  <a:srgbClr val="0000FF"/>
                </a:solidFill>
                <a:latin typeface="Times New Roman" panose="02020603050405020304" pitchFamily="18" charset="0"/>
              </a:rPr>
              <a:t>ORD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2925" name="Oval 158">
            <a:extLst>
              <a:ext uri="{FF2B5EF4-FFF2-40B4-BE49-F238E27FC236}">
                <a16:creationId xmlns:a16="http://schemas.microsoft.com/office/drawing/2014/main" id="{5C9179FE-E730-E4D4-2426-229DDFE852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7950" y="4667250"/>
            <a:ext cx="800100" cy="439738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2926" name="Oval 159">
            <a:extLst>
              <a:ext uri="{FF2B5EF4-FFF2-40B4-BE49-F238E27FC236}">
                <a16:creationId xmlns:a16="http://schemas.microsoft.com/office/drawing/2014/main" id="{EC3D52BF-7F60-D146-AE4F-AB4EFAFBDB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7950" y="4668838"/>
            <a:ext cx="800100" cy="436562"/>
          </a:xfrm>
          <a:prstGeom prst="ellipse">
            <a:avLst/>
          </a:prstGeom>
          <a:noFill/>
          <a:ln w="571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2927" name="Rectangle 160">
            <a:extLst>
              <a:ext uri="{FF2B5EF4-FFF2-40B4-BE49-F238E27FC236}">
                <a16:creationId xmlns:a16="http://schemas.microsoft.com/office/drawing/2014/main" id="{73800A36-8453-16D2-37D4-F6987106D3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6538" y="4783138"/>
            <a:ext cx="50174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00">
                <a:solidFill>
                  <a:srgbClr val="0000FF"/>
                </a:solidFill>
                <a:latin typeface="Times New Roman" panose="02020603050405020304" pitchFamily="18" charset="0"/>
              </a:rPr>
              <a:t>LAX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2928" name="Oval 161">
            <a:extLst>
              <a:ext uri="{FF2B5EF4-FFF2-40B4-BE49-F238E27FC236}">
                <a16:creationId xmlns:a16="http://schemas.microsoft.com/office/drawing/2014/main" id="{6CFAF763-6B63-20E1-6FD7-5C4A686A63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9689" y="4419601"/>
            <a:ext cx="814387" cy="4413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2929" name="Oval 162">
            <a:extLst>
              <a:ext uri="{FF2B5EF4-FFF2-40B4-BE49-F238E27FC236}">
                <a16:creationId xmlns:a16="http://schemas.microsoft.com/office/drawing/2014/main" id="{F393DA17-0D5D-6345-A177-ACD521346C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9689" y="4422776"/>
            <a:ext cx="814387" cy="434975"/>
          </a:xfrm>
          <a:prstGeom prst="ellipse">
            <a:avLst/>
          </a:prstGeom>
          <a:noFill/>
          <a:ln w="571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2930" name="Rectangle 163">
            <a:extLst>
              <a:ext uri="{FF2B5EF4-FFF2-40B4-BE49-F238E27FC236}">
                <a16:creationId xmlns:a16="http://schemas.microsoft.com/office/drawing/2014/main" id="{4252416A-ED2C-74FE-8157-1F54DAF1D2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3989" y="4537075"/>
            <a:ext cx="541815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00">
                <a:solidFill>
                  <a:srgbClr val="0000FF"/>
                </a:solidFill>
                <a:latin typeface="Times New Roman" panose="02020603050405020304" pitchFamily="18" charset="0"/>
              </a:rPr>
              <a:t>DFW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2931" name="Oval 164">
            <a:extLst>
              <a:ext uri="{FF2B5EF4-FFF2-40B4-BE49-F238E27FC236}">
                <a16:creationId xmlns:a16="http://schemas.microsoft.com/office/drawing/2014/main" id="{53519BD9-82DF-DE13-53D6-0E8D66B8BF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2213" y="3370264"/>
            <a:ext cx="800100" cy="4413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2932" name="Oval 165">
            <a:extLst>
              <a:ext uri="{FF2B5EF4-FFF2-40B4-BE49-F238E27FC236}">
                <a16:creationId xmlns:a16="http://schemas.microsoft.com/office/drawing/2014/main" id="{FBB1B1C9-3418-0B8A-6FA4-788C92C5B3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2213" y="3373439"/>
            <a:ext cx="800100" cy="434975"/>
          </a:xfrm>
          <a:prstGeom prst="ellipse">
            <a:avLst/>
          </a:prstGeom>
          <a:noFill/>
          <a:ln w="571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2933" name="Rectangle 166">
            <a:extLst>
              <a:ext uri="{FF2B5EF4-FFF2-40B4-BE49-F238E27FC236}">
                <a16:creationId xmlns:a16="http://schemas.microsoft.com/office/drawing/2014/main" id="{59E50366-1E7D-1534-B22E-E6060CB072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5089" y="3486150"/>
            <a:ext cx="448841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00">
                <a:solidFill>
                  <a:srgbClr val="0000FF"/>
                </a:solidFill>
                <a:latin typeface="Times New Roman" panose="02020603050405020304" pitchFamily="18" charset="0"/>
              </a:rPr>
              <a:t>SFO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2934" name="Rectangle 167">
            <a:extLst>
              <a:ext uri="{FF2B5EF4-FFF2-40B4-BE49-F238E27FC236}">
                <a16:creationId xmlns:a16="http://schemas.microsoft.com/office/drawing/2014/main" id="{E162C6E3-0C8C-6123-0032-D9E016AA0C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0775" y="2890838"/>
            <a:ext cx="400050" cy="34925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2935" name="Rectangle 168">
            <a:extLst>
              <a:ext uri="{FF2B5EF4-FFF2-40B4-BE49-F238E27FC236}">
                <a16:creationId xmlns:a16="http://schemas.microsoft.com/office/drawing/2014/main" id="{572023CF-0DCC-051D-84EC-38F08D2123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1" y="2916239"/>
            <a:ext cx="385763" cy="3508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2936" name="Rectangle 169">
            <a:extLst>
              <a:ext uri="{FF2B5EF4-FFF2-40B4-BE49-F238E27FC236}">
                <a16:creationId xmlns:a16="http://schemas.microsoft.com/office/drawing/2014/main" id="{CD50E09D-0A28-6129-E1D2-2B6A47204B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1" y="2917826"/>
            <a:ext cx="385763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2937" name="Rectangle 170">
            <a:extLst>
              <a:ext uri="{FF2B5EF4-FFF2-40B4-BE49-F238E27FC236}">
                <a16:creationId xmlns:a16="http://schemas.microsoft.com/office/drawing/2014/main" id="{BA87E5B0-25F9-986E-0087-1592FDC216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3638" y="2878139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2938" name="Rectangle 171">
            <a:extLst>
              <a:ext uri="{FF2B5EF4-FFF2-40B4-BE49-F238E27FC236}">
                <a16:creationId xmlns:a16="http://schemas.microsoft.com/office/drawing/2014/main" id="{88BEA9E0-EB10-0C46-02F2-4DD81C94B6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6513" y="3033713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2939" name="Rectangle 172">
            <a:extLst>
              <a:ext uri="{FF2B5EF4-FFF2-40B4-BE49-F238E27FC236}">
                <a16:creationId xmlns:a16="http://schemas.microsoft.com/office/drawing/2014/main" id="{968F0CF2-F36A-BBC5-3AD4-3F9E1D7779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5063" y="5199063"/>
            <a:ext cx="400050" cy="34925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2940" name="Rectangle 173">
            <a:extLst>
              <a:ext uri="{FF2B5EF4-FFF2-40B4-BE49-F238E27FC236}">
                <a16:creationId xmlns:a16="http://schemas.microsoft.com/office/drawing/2014/main" id="{8EAB294F-E778-0A01-9667-4236DB756F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6488" y="5224463"/>
            <a:ext cx="385762" cy="3492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2941" name="Rectangle 174">
            <a:extLst>
              <a:ext uri="{FF2B5EF4-FFF2-40B4-BE49-F238E27FC236}">
                <a16:creationId xmlns:a16="http://schemas.microsoft.com/office/drawing/2014/main" id="{686F2B65-7072-AF4C-16CE-3B4AE7627B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6488" y="5226051"/>
            <a:ext cx="385762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2942" name="Rectangle 175">
            <a:extLst>
              <a:ext uri="{FF2B5EF4-FFF2-40B4-BE49-F238E27FC236}">
                <a16:creationId xmlns:a16="http://schemas.microsoft.com/office/drawing/2014/main" id="{E3E6C439-D3F1-6220-875F-08151F6990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7925" y="5186364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2943" name="Rectangle 176">
            <a:extLst>
              <a:ext uri="{FF2B5EF4-FFF2-40B4-BE49-F238E27FC236}">
                <a16:creationId xmlns:a16="http://schemas.microsoft.com/office/drawing/2014/main" id="{2DDB5200-CC42-6682-B574-4524AADAD9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5341938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2944" name="Rectangle 177">
            <a:extLst>
              <a:ext uri="{FF2B5EF4-FFF2-40B4-BE49-F238E27FC236}">
                <a16:creationId xmlns:a16="http://schemas.microsoft.com/office/drawing/2014/main" id="{BC1B73B6-2282-15D3-8C51-4D2676A71E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6838" y="4978400"/>
            <a:ext cx="400050" cy="36195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2945" name="Rectangle 178">
            <a:extLst>
              <a:ext uri="{FF2B5EF4-FFF2-40B4-BE49-F238E27FC236}">
                <a16:creationId xmlns:a16="http://schemas.microsoft.com/office/drawing/2014/main" id="{ED83CA63-B3AE-A7B4-D719-F8923BD233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3975" y="5003800"/>
            <a:ext cx="400050" cy="3635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2946" name="Rectangle 179">
            <a:extLst>
              <a:ext uri="{FF2B5EF4-FFF2-40B4-BE49-F238E27FC236}">
                <a16:creationId xmlns:a16="http://schemas.microsoft.com/office/drawing/2014/main" id="{B4781871-4B90-64CF-0981-F2D32621CB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3975" y="5005388"/>
            <a:ext cx="400050" cy="360362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2947" name="Rectangle 180">
            <a:extLst>
              <a:ext uri="{FF2B5EF4-FFF2-40B4-BE49-F238E27FC236}">
                <a16:creationId xmlns:a16="http://schemas.microsoft.com/office/drawing/2014/main" id="{6D008826-06F4-4262-EC26-319333E129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00" y="4978401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2948" name="Rectangle 181">
            <a:extLst>
              <a:ext uri="{FF2B5EF4-FFF2-40B4-BE49-F238E27FC236}">
                <a16:creationId xmlns:a16="http://schemas.microsoft.com/office/drawing/2014/main" id="{CAA98F31-4D07-D59E-01A3-A69B2139C8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2575" y="5121275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2949" name="Rectangle 182">
            <a:extLst>
              <a:ext uri="{FF2B5EF4-FFF2-40B4-BE49-F238E27FC236}">
                <a16:creationId xmlns:a16="http://schemas.microsoft.com/office/drawing/2014/main" id="{6DE45DE9-C6A3-36C9-F5F6-0E4E111E60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4213" y="2112963"/>
            <a:ext cx="385762" cy="34925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2950" name="Rectangle 183">
            <a:extLst>
              <a:ext uri="{FF2B5EF4-FFF2-40B4-BE49-F238E27FC236}">
                <a16:creationId xmlns:a16="http://schemas.microsoft.com/office/drawing/2014/main" id="{F6AD6DB5-8BF6-D897-ACEF-C264B5B0B7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1351" y="2138364"/>
            <a:ext cx="385763" cy="3635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2951" name="Rectangle 184">
            <a:extLst>
              <a:ext uri="{FF2B5EF4-FFF2-40B4-BE49-F238E27FC236}">
                <a16:creationId xmlns:a16="http://schemas.microsoft.com/office/drawing/2014/main" id="{757463F5-88AB-588C-18D6-D831F12B7F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1351" y="2139951"/>
            <a:ext cx="385763" cy="3603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2952" name="Rectangle 185">
            <a:extLst>
              <a:ext uri="{FF2B5EF4-FFF2-40B4-BE49-F238E27FC236}">
                <a16:creationId xmlns:a16="http://schemas.microsoft.com/office/drawing/2014/main" id="{F1327CB9-82D3-87B5-9D0C-462B2AE6A9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2788" y="2100264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2953" name="Rectangle 186">
            <a:extLst>
              <a:ext uri="{FF2B5EF4-FFF2-40B4-BE49-F238E27FC236}">
                <a16:creationId xmlns:a16="http://schemas.microsoft.com/office/drawing/2014/main" id="{6A8F61B7-4B0D-DD46-85BD-6AAC4574CC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5663" y="2255838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2954" name="Rectangle 187">
            <a:extLst>
              <a:ext uri="{FF2B5EF4-FFF2-40B4-BE49-F238E27FC236}">
                <a16:creationId xmlns:a16="http://schemas.microsoft.com/office/drawing/2014/main" id="{7A33F433-A748-F0C5-7265-CE4E735B36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0038" y="5962650"/>
            <a:ext cx="400050" cy="363538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2955" name="Rectangle 188">
            <a:extLst>
              <a:ext uri="{FF2B5EF4-FFF2-40B4-BE49-F238E27FC236}">
                <a16:creationId xmlns:a16="http://schemas.microsoft.com/office/drawing/2014/main" id="{08706E2C-F3C9-415F-B47E-3A677177A4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7175" y="6002338"/>
            <a:ext cx="400050" cy="3492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2956" name="Rectangle 189">
            <a:extLst>
              <a:ext uri="{FF2B5EF4-FFF2-40B4-BE49-F238E27FC236}">
                <a16:creationId xmlns:a16="http://schemas.microsoft.com/office/drawing/2014/main" id="{59DA5FDB-CEAF-A133-52A2-AFFC299622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7175" y="6003926"/>
            <a:ext cx="400050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2957" name="Rectangle 190">
            <a:extLst>
              <a:ext uri="{FF2B5EF4-FFF2-40B4-BE49-F238E27FC236}">
                <a16:creationId xmlns:a16="http://schemas.microsoft.com/office/drawing/2014/main" id="{EAB597F0-D4DF-25D8-1D5F-44ABDC46FF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48613" y="5964239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2958" name="Rectangle 191">
            <a:extLst>
              <a:ext uri="{FF2B5EF4-FFF2-40B4-BE49-F238E27FC236}">
                <a16:creationId xmlns:a16="http://schemas.microsoft.com/office/drawing/2014/main" id="{87153EB8-5BAA-FDB0-2402-A796A3ED72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5775" y="6105525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t>5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2959" name="Rectangle 192">
            <a:extLst>
              <a:ext uri="{FF2B5EF4-FFF2-40B4-BE49-F238E27FC236}">
                <a16:creationId xmlns:a16="http://schemas.microsoft.com/office/drawing/2014/main" id="{2E4784D2-620A-FC7F-BE13-F8B2FC2E15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3026" y="3019425"/>
            <a:ext cx="385763" cy="363538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2960" name="Rectangle 193">
            <a:extLst>
              <a:ext uri="{FF2B5EF4-FFF2-40B4-BE49-F238E27FC236}">
                <a16:creationId xmlns:a16="http://schemas.microsoft.com/office/drawing/2014/main" id="{09A0CEFC-1658-BF9F-9FD7-344B1B94D7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0163" y="3059113"/>
            <a:ext cx="385762" cy="3492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2961" name="Rectangle 194">
            <a:extLst>
              <a:ext uri="{FF2B5EF4-FFF2-40B4-BE49-F238E27FC236}">
                <a16:creationId xmlns:a16="http://schemas.microsoft.com/office/drawing/2014/main" id="{27123A92-2EF3-87F6-4EF6-FE6D8DF5E5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0163" y="3060701"/>
            <a:ext cx="385762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2962" name="Rectangle 195">
            <a:extLst>
              <a:ext uri="{FF2B5EF4-FFF2-40B4-BE49-F238E27FC236}">
                <a16:creationId xmlns:a16="http://schemas.microsoft.com/office/drawing/2014/main" id="{785C2C2A-EC1F-2A85-192C-64310B5ED6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1600" y="3021014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2963" name="Rectangle 196">
            <a:extLst>
              <a:ext uri="{FF2B5EF4-FFF2-40B4-BE49-F238E27FC236}">
                <a16:creationId xmlns:a16="http://schemas.microsoft.com/office/drawing/2014/main" id="{A6F8CAC5-46B4-FD8F-ADB1-20F23F3FF8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34475" y="3162300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t>6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pic>
        <p:nvPicPr>
          <p:cNvPr id="32964" name="Picture 197">
            <a:extLst>
              <a:ext uri="{FF2B5EF4-FFF2-40B4-BE49-F238E27FC236}">
                <a16:creationId xmlns:a16="http://schemas.microsoft.com/office/drawing/2014/main" id="{E71DBC87-0C80-432F-177A-C490D999FF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6913" y="1219200"/>
            <a:ext cx="419100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2965" name="AutoShape 198">
            <a:extLst>
              <a:ext uri="{FF2B5EF4-FFF2-40B4-BE49-F238E27FC236}">
                <a16:creationId xmlns:a16="http://schemas.microsoft.com/office/drawing/2014/main" id="{583B39F2-419B-21D0-FB09-62A194FB8BC8}"/>
              </a:ext>
            </a:extLst>
          </p:cNvPr>
          <p:cNvCxnSpPr>
            <a:cxnSpLocks noChangeShapeType="1"/>
            <a:stCxn id="32920" idx="1"/>
          </p:cNvCxnSpPr>
          <p:nvPr/>
        </p:nvCxnSpPr>
        <p:spPr bwMode="auto">
          <a:xfrm rot="5400000" flipH="1">
            <a:off x="5876925" y="3224213"/>
            <a:ext cx="2903538" cy="1560512"/>
          </a:xfrm>
          <a:prstGeom prst="curvedConnector3">
            <a:avLst>
              <a:gd name="adj1" fmla="val 50574"/>
            </a:avLst>
          </a:prstGeom>
          <a:noFill/>
          <a:ln w="38100">
            <a:solidFill>
              <a:srgbClr val="00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966" name="AutoShape 199">
            <a:extLst>
              <a:ext uri="{FF2B5EF4-FFF2-40B4-BE49-F238E27FC236}">
                <a16:creationId xmlns:a16="http://schemas.microsoft.com/office/drawing/2014/main" id="{CDB0BF42-25AF-277A-8D10-11E81176873A}"/>
              </a:ext>
            </a:extLst>
          </p:cNvPr>
          <p:cNvCxnSpPr>
            <a:cxnSpLocks noChangeShapeType="1"/>
            <a:stCxn id="32920" idx="3"/>
            <a:endCxn id="32932" idx="2"/>
          </p:cNvCxnSpPr>
          <p:nvPr/>
        </p:nvCxnSpPr>
        <p:spPr bwMode="auto">
          <a:xfrm rot="16200000" flipV="1">
            <a:off x="4156075" y="1868488"/>
            <a:ext cx="2230438" cy="5675312"/>
          </a:xfrm>
          <a:prstGeom prst="curvedConnector4">
            <a:avLst>
              <a:gd name="adj1" fmla="val -25125"/>
              <a:gd name="adj2" fmla="val 108838"/>
            </a:avLst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967" name="AutoShape 200">
            <a:extLst>
              <a:ext uri="{FF2B5EF4-FFF2-40B4-BE49-F238E27FC236}">
                <a16:creationId xmlns:a16="http://schemas.microsoft.com/office/drawing/2014/main" id="{E9BC456E-7484-1987-4F63-9008554EBB36}"/>
              </a:ext>
            </a:extLst>
          </p:cNvPr>
          <p:cNvCxnSpPr>
            <a:cxnSpLocks noChangeShapeType="1"/>
            <a:stCxn id="32903" idx="3"/>
            <a:endCxn id="32926" idx="7"/>
          </p:cNvCxnSpPr>
          <p:nvPr/>
        </p:nvCxnSpPr>
        <p:spPr bwMode="auto">
          <a:xfrm rot="5400000">
            <a:off x="4944269" y="1381919"/>
            <a:ext cx="1708150" cy="4935538"/>
          </a:xfrm>
          <a:prstGeom prst="curvedConnector3">
            <a:avLst>
              <a:gd name="adj1" fmla="val 50000"/>
            </a:avLst>
          </a:prstGeom>
          <a:noFill/>
          <a:ln w="38100">
            <a:solidFill>
              <a:srgbClr val="00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968" name="AutoShape 201">
            <a:extLst>
              <a:ext uri="{FF2B5EF4-FFF2-40B4-BE49-F238E27FC236}">
                <a16:creationId xmlns:a16="http://schemas.microsoft.com/office/drawing/2014/main" id="{1338441E-C945-803C-5826-059F1226CBFD}"/>
              </a:ext>
            </a:extLst>
          </p:cNvPr>
          <p:cNvCxnSpPr>
            <a:cxnSpLocks noChangeShapeType="1"/>
            <a:stCxn id="32903" idx="2"/>
            <a:endCxn id="32923" idx="5"/>
          </p:cNvCxnSpPr>
          <p:nvPr/>
        </p:nvCxnSpPr>
        <p:spPr bwMode="auto">
          <a:xfrm rot="10800000">
            <a:off x="6759575" y="2489200"/>
            <a:ext cx="1360488" cy="323850"/>
          </a:xfrm>
          <a:prstGeom prst="curvedConnector2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9754" name="AutoShape 202">
            <a:extLst>
              <a:ext uri="{FF2B5EF4-FFF2-40B4-BE49-F238E27FC236}">
                <a16:creationId xmlns:a16="http://schemas.microsoft.com/office/drawing/2014/main" id="{09F86135-249E-50D0-D339-9AE4DC238E8C}"/>
              </a:ext>
            </a:extLst>
          </p:cNvPr>
          <p:cNvCxnSpPr>
            <a:cxnSpLocks noChangeShapeType="1"/>
            <a:stCxn id="32926" idx="7"/>
            <a:endCxn id="32929" idx="2"/>
          </p:cNvCxnSpPr>
          <p:nvPr/>
        </p:nvCxnSpPr>
        <p:spPr bwMode="auto">
          <a:xfrm rot="16200000">
            <a:off x="4179094" y="3791744"/>
            <a:ext cx="63500" cy="1760538"/>
          </a:xfrm>
          <a:prstGeom prst="curvedConnector2">
            <a:avLst/>
          </a:prstGeom>
          <a:noFill/>
          <a:ln w="57150">
            <a:solidFill>
              <a:schemeClr val="tx2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970" name="AutoShape 203">
            <a:extLst>
              <a:ext uri="{FF2B5EF4-FFF2-40B4-BE49-F238E27FC236}">
                <a16:creationId xmlns:a16="http://schemas.microsoft.com/office/drawing/2014/main" id="{D36E94CD-D88F-F607-EB4F-3784B958D790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H="1" flipV="1">
            <a:off x="3917950" y="1068388"/>
            <a:ext cx="1220788" cy="3332162"/>
          </a:xfrm>
          <a:prstGeom prst="curvedConnector3">
            <a:avLst>
              <a:gd name="adj1" fmla="val -21588"/>
            </a:avLst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9756" name="AutoShape 204">
            <a:extLst>
              <a:ext uri="{FF2B5EF4-FFF2-40B4-BE49-F238E27FC236}">
                <a16:creationId xmlns:a16="http://schemas.microsoft.com/office/drawing/2014/main" id="{B3B81B82-99ED-16ED-42AE-B1656755BA9A}"/>
              </a:ext>
            </a:extLst>
          </p:cNvPr>
          <p:cNvCxnSpPr>
            <a:cxnSpLocks noChangeShapeType="1"/>
            <a:stCxn id="32926" idx="0"/>
            <a:endCxn id="32932" idx="4"/>
          </p:cNvCxnSpPr>
          <p:nvPr/>
        </p:nvCxnSpPr>
        <p:spPr bwMode="auto">
          <a:xfrm flipH="1" flipV="1">
            <a:off x="2862264" y="3836989"/>
            <a:ext cx="185737" cy="803275"/>
          </a:xfrm>
          <a:prstGeom prst="straightConnector1">
            <a:avLst/>
          </a:prstGeom>
          <a:noFill/>
          <a:ln w="57150">
            <a:solidFill>
              <a:schemeClr val="tx2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972" name="AutoShape 205">
            <a:extLst>
              <a:ext uri="{FF2B5EF4-FFF2-40B4-BE49-F238E27FC236}">
                <a16:creationId xmlns:a16="http://schemas.microsoft.com/office/drawing/2014/main" id="{DF5BD18B-9F91-4940-A9A4-18D79DCFEBC7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 flipV="1">
            <a:off x="3124200" y="2228851"/>
            <a:ext cx="2971800" cy="2411413"/>
          </a:xfrm>
          <a:prstGeom prst="curvedConnector2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79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9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Oval 150">
            <a:extLst>
              <a:ext uri="{FF2B5EF4-FFF2-40B4-BE49-F238E27FC236}">
                <a16:creationId xmlns:a16="http://schemas.microsoft.com/office/drawing/2014/main" id="{25092FBC-5F0C-183D-5437-764D608F48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4425" y="1504951"/>
            <a:ext cx="800100" cy="436563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hlink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3794" name="Rectangle 2">
            <a:extLst>
              <a:ext uri="{FF2B5EF4-FFF2-40B4-BE49-F238E27FC236}">
                <a16:creationId xmlns:a16="http://schemas.microsoft.com/office/drawing/2014/main" id="{47619F15-C2DD-EEA9-571E-EDD2ED2468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57400" y="381000"/>
            <a:ext cx="7772400" cy="838200"/>
          </a:xfrm>
        </p:spPr>
        <p:txBody>
          <a:bodyPr/>
          <a:lstStyle/>
          <a:p>
            <a:r>
              <a:rPr lang="en-US" altLang="en-US"/>
              <a:t>Floyd-Warshall, Iteration 5</a:t>
            </a:r>
          </a:p>
        </p:txBody>
      </p:sp>
      <p:sp>
        <p:nvSpPr>
          <p:cNvPr id="33795" name="Freeform 3">
            <a:extLst>
              <a:ext uri="{FF2B5EF4-FFF2-40B4-BE49-F238E27FC236}">
                <a16:creationId xmlns:a16="http://schemas.microsoft.com/office/drawing/2014/main" id="{E11A8097-A6C4-BD57-5DE9-3FF6626E0F2B}"/>
              </a:ext>
            </a:extLst>
          </p:cNvPr>
          <p:cNvSpPr>
            <a:spLocks/>
          </p:cNvSpPr>
          <p:nvPr/>
        </p:nvSpPr>
        <p:spPr bwMode="auto">
          <a:xfrm>
            <a:off x="5834064" y="2384425"/>
            <a:ext cx="28575" cy="25400"/>
          </a:xfrm>
          <a:custGeom>
            <a:avLst/>
            <a:gdLst>
              <a:gd name="T0" fmla="*/ 2147483646 w 18"/>
              <a:gd name="T1" fmla="*/ 0 h 16"/>
              <a:gd name="T2" fmla="*/ 2147483646 w 18"/>
              <a:gd name="T3" fmla="*/ 0 h 16"/>
              <a:gd name="T4" fmla="*/ 0 w 18"/>
              <a:gd name="T5" fmla="*/ 0 h 16"/>
              <a:gd name="T6" fmla="*/ 0 w 18"/>
              <a:gd name="T7" fmla="*/ 0 h 16"/>
              <a:gd name="T8" fmla="*/ 0 w 18"/>
              <a:gd name="T9" fmla="*/ 2147483646 h 16"/>
              <a:gd name="T10" fmla="*/ 0 w 18"/>
              <a:gd name="T11" fmla="*/ 2147483646 h 16"/>
              <a:gd name="T12" fmla="*/ 2147483646 w 18"/>
              <a:gd name="T13" fmla="*/ 2147483646 h 16"/>
              <a:gd name="T14" fmla="*/ 2147483646 w 18"/>
              <a:gd name="T15" fmla="*/ 2147483646 h 16"/>
              <a:gd name="T16" fmla="*/ 2147483646 w 18"/>
              <a:gd name="T17" fmla="*/ 0 h 16"/>
              <a:gd name="T18" fmla="*/ 2147483646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18" y="0"/>
                </a:move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lnTo>
                  <a:pt x="0" y="16"/>
                </a:lnTo>
                <a:lnTo>
                  <a:pt x="9" y="16"/>
                </a:lnTo>
                <a:lnTo>
                  <a:pt x="18" y="8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796" name="Freeform 4">
            <a:extLst>
              <a:ext uri="{FF2B5EF4-FFF2-40B4-BE49-F238E27FC236}">
                <a16:creationId xmlns:a16="http://schemas.microsoft.com/office/drawing/2014/main" id="{D95602C6-DF54-037D-079D-3D5F7F6124DE}"/>
              </a:ext>
            </a:extLst>
          </p:cNvPr>
          <p:cNvSpPr>
            <a:spLocks/>
          </p:cNvSpPr>
          <p:nvPr/>
        </p:nvSpPr>
        <p:spPr bwMode="auto">
          <a:xfrm>
            <a:off x="5834063" y="2319339"/>
            <a:ext cx="214312" cy="130175"/>
          </a:xfrm>
          <a:custGeom>
            <a:avLst/>
            <a:gdLst>
              <a:gd name="T0" fmla="*/ 2147483646 w 135"/>
              <a:gd name="T1" fmla="*/ 2147483646 h 82"/>
              <a:gd name="T2" fmla="*/ 0 w 135"/>
              <a:gd name="T3" fmla="*/ 2147483646 h 82"/>
              <a:gd name="T4" fmla="*/ 2147483646 w 135"/>
              <a:gd name="T5" fmla="*/ 0 h 82"/>
              <a:gd name="T6" fmla="*/ 2147483646 w 135"/>
              <a:gd name="T7" fmla="*/ 2147483646 h 82"/>
              <a:gd name="T8" fmla="*/ 2147483646 w 135"/>
              <a:gd name="T9" fmla="*/ 2147483646 h 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5"/>
              <a:gd name="T16" fmla="*/ 0 h 82"/>
              <a:gd name="T17" fmla="*/ 135 w 135"/>
              <a:gd name="T18" fmla="*/ 82 h 8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5" h="82">
                <a:moveTo>
                  <a:pt x="9" y="49"/>
                </a:moveTo>
                <a:lnTo>
                  <a:pt x="0" y="17"/>
                </a:lnTo>
                <a:lnTo>
                  <a:pt x="135" y="0"/>
                </a:lnTo>
                <a:lnTo>
                  <a:pt x="27" y="82"/>
                </a:lnTo>
                <a:lnTo>
                  <a:pt x="9" y="49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797" name="Freeform 5">
            <a:extLst>
              <a:ext uri="{FF2B5EF4-FFF2-40B4-BE49-F238E27FC236}">
                <a16:creationId xmlns:a16="http://schemas.microsoft.com/office/drawing/2014/main" id="{D5C38205-D0E0-BD0F-38C7-279BDCD84955}"/>
              </a:ext>
            </a:extLst>
          </p:cNvPr>
          <p:cNvSpPr>
            <a:spLocks/>
          </p:cNvSpPr>
          <p:nvPr/>
        </p:nvSpPr>
        <p:spPr bwMode="auto">
          <a:xfrm>
            <a:off x="5834063" y="2319339"/>
            <a:ext cx="214312" cy="130175"/>
          </a:xfrm>
          <a:custGeom>
            <a:avLst/>
            <a:gdLst>
              <a:gd name="T0" fmla="*/ 2147483646 w 135"/>
              <a:gd name="T1" fmla="*/ 2147483646 h 82"/>
              <a:gd name="T2" fmla="*/ 0 w 135"/>
              <a:gd name="T3" fmla="*/ 2147483646 h 82"/>
              <a:gd name="T4" fmla="*/ 2147483646 w 135"/>
              <a:gd name="T5" fmla="*/ 0 h 82"/>
              <a:gd name="T6" fmla="*/ 2147483646 w 135"/>
              <a:gd name="T7" fmla="*/ 2147483646 h 82"/>
              <a:gd name="T8" fmla="*/ 2147483646 w 135"/>
              <a:gd name="T9" fmla="*/ 2147483646 h 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5"/>
              <a:gd name="T16" fmla="*/ 0 h 82"/>
              <a:gd name="T17" fmla="*/ 135 w 135"/>
              <a:gd name="T18" fmla="*/ 82 h 8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5" h="82">
                <a:moveTo>
                  <a:pt x="9" y="49"/>
                </a:moveTo>
                <a:lnTo>
                  <a:pt x="0" y="17"/>
                </a:lnTo>
                <a:lnTo>
                  <a:pt x="135" y="0"/>
                </a:lnTo>
                <a:lnTo>
                  <a:pt x="27" y="82"/>
                </a:lnTo>
                <a:lnTo>
                  <a:pt x="9" y="4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798" name="Freeform 6">
            <a:extLst>
              <a:ext uri="{FF2B5EF4-FFF2-40B4-BE49-F238E27FC236}">
                <a16:creationId xmlns:a16="http://schemas.microsoft.com/office/drawing/2014/main" id="{FD5C952D-F77A-328E-714C-FF77F793DB96}"/>
              </a:ext>
            </a:extLst>
          </p:cNvPr>
          <p:cNvSpPr>
            <a:spLocks/>
          </p:cNvSpPr>
          <p:nvPr/>
        </p:nvSpPr>
        <p:spPr bwMode="auto">
          <a:xfrm>
            <a:off x="3033714" y="4549775"/>
            <a:ext cx="242887" cy="363538"/>
          </a:xfrm>
          <a:custGeom>
            <a:avLst/>
            <a:gdLst>
              <a:gd name="T0" fmla="*/ 0 w 153"/>
              <a:gd name="T1" fmla="*/ 2147483646 h 229"/>
              <a:gd name="T2" fmla="*/ 2147483646 w 153"/>
              <a:gd name="T3" fmla="*/ 2147483646 h 229"/>
              <a:gd name="T4" fmla="*/ 2147483646 w 153"/>
              <a:gd name="T5" fmla="*/ 2147483646 h 229"/>
              <a:gd name="T6" fmla="*/ 2147483646 w 153"/>
              <a:gd name="T7" fmla="*/ 2147483646 h 229"/>
              <a:gd name="T8" fmla="*/ 2147483646 w 153"/>
              <a:gd name="T9" fmla="*/ 0 h 229"/>
              <a:gd name="T10" fmla="*/ 2147483646 w 153"/>
              <a:gd name="T11" fmla="*/ 0 h 229"/>
              <a:gd name="T12" fmla="*/ 0 w 153"/>
              <a:gd name="T13" fmla="*/ 2147483646 h 2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53"/>
              <a:gd name="T22" fmla="*/ 0 h 229"/>
              <a:gd name="T23" fmla="*/ 153 w 153"/>
              <a:gd name="T24" fmla="*/ 229 h 22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53" h="229">
                <a:moveTo>
                  <a:pt x="0" y="221"/>
                </a:moveTo>
                <a:lnTo>
                  <a:pt x="18" y="229"/>
                </a:lnTo>
                <a:lnTo>
                  <a:pt x="153" y="8"/>
                </a:lnTo>
                <a:lnTo>
                  <a:pt x="135" y="0"/>
                </a:lnTo>
                <a:lnTo>
                  <a:pt x="0" y="22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799" name="Freeform 7">
            <a:extLst>
              <a:ext uri="{FF2B5EF4-FFF2-40B4-BE49-F238E27FC236}">
                <a16:creationId xmlns:a16="http://schemas.microsoft.com/office/drawing/2014/main" id="{1C018356-9FD6-DE05-0D35-33982C4AB886}"/>
              </a:ext>
            </a:extLst>
          </p:cNvPr>
          <p:cNvSpPr>
            <a:spLocks/>
          </p:cNvSpPr>
          <p:nvPr/>
        </p:nvSpPr>
        <p:spPr bwMode="auto">
          <a:xfrm>
            <a:off x="3248025" y="4186239"/>
            <a:ext cx="285750" cy="376237"/>
          </a:xfrm>
          <a:custGeom>
            <a:avLst/>
            <a:gdLst>
              <a:gd name="T0" fmla="*/ 0 w 180"/>
              <a:gd name="T1" fmla="*/ 2147483646 h 237"/>
              <a:gd name="T2" fmla="*/ 2147483646 w 180"/>
              <a:gd name="T3" fmla="*/ 2147483646 h 237"/>
              <a:gd name="T4" fmla="*/ 2147483646 w 180"/>
              <a:gd name="T5" fmla="*/ 2147483646 h 237"/>
              <a:gd name="T6" fmla="*/ 2147483646 w 180"/>
              <a:gd name="T7" fmla="*/ 2147483646 h 237"/>
              <a:gd name="T8" fmla="*/ 2147483646 w 180"/>
              <a:gd name="T9" fmla="*/ 0 h 237"/>
              <a:gd name="T10" fmla="*/ 2147483646 w 180"/>
              <a:gd name="T11" fmla="*/ 0 h 237"/>
              <a:gd name="T12" fmla="*/ 0 w 180"/>
              <a:gd name="T13" fmla="*/ 2147483646 h 23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0"/>
              <a:gd name="T22" fmla="*/ 0 h 237"/>
              <a:gd name="T23" fmla="*/ 180 w 180"/>
              <a:gd name="T24" fmla="*/ 237 h 23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0" h="237">
                <a:moveTo>
                  <a:pt x="0" y="229"/>
                </a:moveTo>
                <a:lnTo>
                  <a:pt x="18" y="237"/>
                </a:lnTo>
                <a:lnTo>
                  <a:pt x="180" y="9"/>
                </a:lnTo>
                <a:lnTo>
                  <a:pt x="162" y="0"/>
                </a:lnTo>
                <a:lnTo>
                  <a:pt x="0" y="22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0" name="Freeform 8">
            <a:extLst>
              <a:ext uri="{FF2B5EF4-FFF2-40B4-BE49-F238E27FC236}">
                <a16:creationId xmlns:a16="http://schemas.microsoft.com/office/drawing/2014/main" id="{C153FC40-7D95-0E1C-574E-AF70C772D382}"/>
              </a:ext>
            </a:extLst>
          </p:cNvPr>
          <p:cNvSpPr>
            <a:spLocks/>
          </p:cNvSpPr>
          <p:nvPr/>
        </p:nvSpPr>
        <p:spPr bwMode="auto">
          <a:xfrm>
            <a:off x="3505200" y="3824289"/>
            <a:ext cx="342900" cy="376237"/>
          </a:xfrm>
          <a:custGeom>
            <a:avLst/>
            <a:gdLst>
              <a:gd name="T0" fmla="*/ 0 w 216"/>
              <a:gd name="T1" fmla="*/ 2147483646 h 237"/>
              <a:gd name="T2" fmla="*/ 2147483646 w 216"/>
              <a:gd name="T3" fmla="*/ 2147483646 h 237"/>
              <a:gd name="T4" fmla="*/ 2147483646 w 216"/>
              <a:gd name="T5" fmla="*/ 2147483646 h 237"/>
              <a:gd name="T6" fmla="*/ 2147483646 w 216"/>
              <a:gd name="T7" fmla="*/ 2147483646 h 237"/>
              <a:gd name="T8" fmla="*/ 2147483646 w 216"/>
              <a:gd name="T9" fmla="*/ 0 h 237"/>
              <a:gd name="T10" fmla="*/ 2147483646 w 216"/>
              <a:gd name="T11" fmla="*/ 0 h 237"/>
              <a:gd name="T12" fmla="*/ 0 w 216"/>
              <a:gd name="T13" fmla="*/ 2147483646 h 23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237"/>
              <a:gd name="T23" fmla="*/ 216 w 216"/>
              <a:gd name="T24" fmla="*/ 237 h 23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237">
                <a:moveTo>
                  <a:pt x="0" y="228"/>
                </a:moveTo>
                <a:lnTo>
                  <a:pt x="18" y="237"/>
                </a:lnTo>
                <a:lnTo>
                  <a:pt x="216" y="8"/>
                </a:lnTo>
                <a:lnTo>
                  <a:pt x="198" y="0"/>
                </a:lnTo>
                <a:lnTo>
                  <a:pt x="0" y="22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1" name="Freeform 9">
            <a:extLst>
              <a:ext uri="{FF2B5EF4-FFF2-40B4-BE49-F238E27FC236}">
                <a16:creationId xmlns:a16="http://schemas.microsoft.com/office/drawing/2014/main" id="{0FFA073C-FB4E-778F-F429-05D04284753A}"/>
              </a:ext>
            </a:extLst>
          </p:cNvPr>
          <p:cNvSpPr>
            <a:spLocks/>
          </p:cNvSpPr>
          <p:nvPr/>
        </p:nvSpPr>
        <p:spPr bwMode="auto">
          <a:xfrm>
            <a:off x="3819526" y="3448050"/>
            <a:ext cx="385763" cy="388938"/>
          </a:xfrm>
          <a:custGeom>
            <a:avLst/>
            <a:gdLst>
              <a:gd name="T0" fmla="*/ 0 w 243"/>
              <a:gd name="T1" fmla="*/ 2147483646 h 245"/>
              <a:gd name="T2" fmla="*/ 2147483646 w 243"/>
              <a:gd name="T3" fmla="*/ 2147483646 h 245"/>
              <a:gd name="T4" fmla="*/ 2147483646 w 243"/>
              <a:gd name="T5" fmla="*/ 2147483646 h 245"/>
              <a:gd name="T6" fmla="*/ 2147483646 w 243"/>
              <a:gd name="T7" fmla="*/ 2147483646 h 245"/>
              <a:gd name="T8" fmla="*/ 2147483646 w 243"/>
              <a:gd name="T9" fmla="*/ 0 h 245"/>
              <a:gd name="T10" fmla="*/ 2147483646 w 243"/>
              <a:gd name="T11" fmla="*/ 2147483646 h 245"/>
              <a:gd name="T12" fmla="*/ 0 w 243"/>
              <a:gd name="T13" fmla="*/ 2147483646 h 24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3"/>
              <a:gd name="T22" fmla="*/ 0 h 245"/>
              <a:gd name="T23" fmla="*/ 243 w 243"/>
              <a:gd name="T24" fmla="*/ 245 h 24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3" h="245">
                <a:moveTo>
                  <a:pt x="0" y="237"/>
                </a:moveTo>
                <a:lnTo>
                  <a:pt x="18" y="245"/>
                </a:lnTo>
                <a:lnTo>
                  <a:pt x="243" y="16"/>
                </a:lnTo>
                <a:lnTo>
                  <a:pt x="234" y="0"/>
                </a:lnTo>
                <a:lnTo>
                  <a:pt x="225" y="8"/>
                </a:lnTo>
                <a:lnTo>
                  <a:pt x="0" y="23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2" name="Freeform 10">
            <a:extLst>
              <a:ext uri="{FF2B5EF4-FFF2-40B4-BE49-F238E27FC236}">
                <a16:creationId xmlns:a16="http://schemas.microsoft.com/office/drawing/2014/main" id="{BE977CCE-1A35-B4BE-0248-6721F607A27C}"/>
              </a:ext>
            </a:extLst>
          </p:cNvPr>
          <p:cNvSpPr>
            <a:spLocks/>
          </p:cNvSpPr>
          <p:nvPr/>
        </p:nvSpPr>
        <p:spPr bwMode="auto">
          <a:xfrm>
            <a:off x="4191001" y="3124200"/>
            <a:ext cx="385763" cy="349250"/>
          </a:xfrm>
          <a:custGeom>
            <a:avLst/>
            <a:gdLst>
              <a:gd name="T0" fmla="*/ 0 w 243"/>
              <a:gd name="T1" fmla="*/ 2147483646 h 220"/>
              <a:gd name="T2" fmla="*/ 2147483646 w 243"/>
              <a:gd name="T3" fmla="*/ 2147483646 h 220"/>
              <a:gd name="T4" fmla="*/ 2147483646 w 243"/>
              <a:gd name="T5" fmla="*/ 2147483646 h 220"/>
              <a:gd name="T6" fmla="*/ 2147483646 w 243"/>
              <a:gd name="T7" fmla="*/ 2147483646 h 220"/>
              <a:gd name="T8" fmla="*/ 2147483646 w 243"/>
              <a:gd name="T9" fmla="*/ 0 h 220"/>
              <a:gd name="T10" fmla="*/ 2147483646 w 243"/>
              <a:gd name="T11" fmla="*/ 0 h 220"/>
              <a:gd name="T12" fmla="*/ 0 w 243"/>
              <a:gd name="T13" fmla="*/ 2147483646 h 22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3"/>
              <a:gd name="T22" fmla="*/ 0 h 220"/>
              <a:gd name="T23" fmla="*/ 243 w 243"/>
              <a:gd name="T24" fmla="*/ 220 h 22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3" h="220">
                <a:moveTo>
                  <a:pt x="0" y="204"/>
                </a:moveTo>
                <a:lnTo>
                  <a:pt x="9" y="220"/>
                </a:lnTo>
                <a:lnTo>
                  <a:pt x="243" y="16"/>
                </a:lnTo>
                <a:lnTo>
                  <a:pt x="234" y="0"/>
                </a:lnTo>
                <a:lnTo>
                  <a:pt x="0" y="20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3" name="Freeform 11">
            <a:extLst>
              <a:ext uri="{FF2B5EF4-FFF2-40B4-BE49-F238E27FC236}">
                <a16:creationId xmlns:a16="http://schemas.microsoft.com/office/drawing/2014/main" id="{BF179718-B285-9A1A-0D8D-A4A69C061831}"/>
              </a:ext>
            </a:extLst>
          </p:cNvPr>
          <p:cNvSpPr>
            <a:spLocks/>
          </p:cNvSpPr>
          <p:nvPr/>
        </p:nvSpPr>
        <p:spPr bwMode="auto">
          <a:xfrm>
            <a:off x="4562476" y="2825750"/>
            <a:ext cx="428625" cy="323850"/>
          </a:xfrm>
          <a:custGeom>
            <a:avLst/>
            <a:gdLst>
              <a:gd name="T0" fmla="*/ 0 w 270"/>
              <a:gd name="T1" fmla="*/ 2147483646 h 204"/>
              <a:gd name="T2" fmla="*/ 2147483646 w 270"/>
              <a:gd name="T3" fmla="*/ 2147483646 h 204"/>
              <a:gd name="T4" fmla="*/ 2147483646 w 270"/>
              <a:gd name="T5" fmla="*/ 2147483646 h 204"/>
              <a:gd name="T6" fmla="*/ 2147483646 w 270"/>
              <a:gd name="T7" fmla="*/ 2147483646 h 204"/>
              <a:gd name="T8" fmla="*/ 2147483646 w 270"/>
              <a:gd name="T9" fmla="*/ 0 h 204"/>
              <a:gd name="T10" fmla="*/ 2147483646 w 270"/>
              <a:gd name="T11" fmla="*/ 0 h 204"/>
              <a:gd name="T12" fmla="*/ 0 w 270"/>
              <a:gd name="T13" fmla="*/ 2147483646 h 20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70"/>
              <a:gd name="T22" fmla="*/ 0 h 204"/>
              <a:gd name="T23" fmla="*/ 270 w 270"/>
              <a:gd name="T24" fmla="*/ 204 h 20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70" h="204">
                <a:moveTo>
                  <a:pt x="0" y="188"/>
                </a:moveTo>
                <a:lnTo>
                  <a:pt x="9" y="204"/>
                </a:lnTo>
                <a:lnTo>
                  <a:pt x="270" y="16"/>
                </a:lnTo>
                <a:lnTo>
                  <a:pt x="261" y="0"/>
                </a:lnTo>
                <a:lnTo>
                  <a:pt x="0" y="18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4" name="Freeform 12">
            <a:extLst>
              <a:ext uri="{FF2B5EF4-FFF2-40B4-BE49-F238E27FC236}">
                <a16:creationId xmlns:a16="http://schemas.microsoft.com/office/drawing/2014/main" id="{D0B7938C-0BC9-F958-4D7C-4EFCF5B24964}"/>
              </a:ext>
            </a:extLst>
          </p:cNvPr>
          <p:cNvSpPr>
            <a:spLocks/>
          </p:cNvSpPr>
          <p:nvPr/>
        </p:nvSpPr>
        <p:spPr bwMode="auto">
          <a:xfrm>
            <a:off x="4976813" y="2579688"/>
            <a:ext cx="442912" cy="271462"/>
          </a:xfrm>
          <a:custGeom>
            <a:avLst/>
            <a:gdLst>
              <a:gd name="T0" fmla="*/ 0 w 279"/>
              <a:gd name="T1" fmla="*/ 2147483646 h 171"/>
              <a:gd name="T2" fmla="*/ 2147483646 w 279"/>
              <a:gd name="T3" fmla="*/ 2147483646 h 171"/>
              <a:gd name="T4" fmla="*/ 2147483646 w 279"/>
              <a:gd name="T5" fmla="*/ 2147483646 h 171"/>
              <a:gd name="T6" fmla="*/ 2147483646 w 279"/>
              <a:gd name="T7" fmla="*/ 2147483646 h 171"/>
              <a:gd name="T8" fmla="*/ 2147483646 w 279"/>
              <a:gd name="T9" fmla="*/ 0 h 171"/>
              <a:gd name="T10" fmla="*/ 2147483646 w 279"/>
              <a:gd name="T11" fmla="*/ 0 h 171"/>
              <a:gd name="T12" fmla="*/ 0 w 279"/>
              <a:gd name="T13" fmla="*/ 2147483646 h 17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79"/>
              <a:gd name="T22" fmla="*/ 0 h 171"/>
              <a:gd name="T23" fmla="*/ 279 w 279"/>
              <a:gd name="T24" fmla="*/ 171 h 17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79" h="171">
                <a:moveTo>
                  <a:pt x="0" y="155"/>
                </a:moveTo>
                <a:lnTo>
                  <a:pt x="9" y="171"/>
                </a:lnTo>
                <a:lnTo>
                  <a:pt x="279" y="16"/>
                </a:lnTo>
                <a:lnTo>
                  <a:pt x="270" y="0"/>
                </a:lnTo>
                <a:lnTo>
                  <a:pt x="0" y="15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5" name="Freeform 13">
            <a:extLst>
              <a:ext uri="{FF2B5EF4-FFF2-40B4-BE49-F238E27FC236}">
                <a16:creationId xmlns:a16="http://schemas.microsoft.com/office/drawing/2014/main" id="{72947459-5BA1-6F26-CE3B-B8D9F504743E}"/>
              </a:ext>
            </a:extLst>
          </p:cNvPr>
          <p:cNvSpPr>
            <a:spLocks/>
          </p:cNvSpPr>
          <p:nvPr/>
        </p:nvSpPr>
        <p:spPr bwMode="auto">
          <a:xfrm>
            <a:off x="5405438" y="2371726"/>
            <a:ext cx="457200" cy="233363"/>
          </a:xfrm>
          <a:custGeom>
            <a:avLst/>
            <a:gdLst>
              <a:gd name="T0" fmla="*/ 0 w 288"/>
              <a:gd name="T1" fmla="*/ 2147483646 h 147"/>
              <a:gd name="T2" fmla="*/ 2147483646 w 288"/>
              <a:gd name="T3" fmla="*/ 2147483646 h 147"/>
              <a:gd name="T4" fmla="*/ 2147483646 w 288"/>
              <a:gd name="T5" fmla="*/ 2147483646 h 147"/>
              <a:gd name="T6" fmla="*/ 2147483646 w 288"/>
              <a:gd name="T7" fmla="*/ 0 h 147"/>
              <a:gd name="T8" fmla="*/ 0 w 288"/>
              <a:gd name="T9" fmla="*/ 2147483646 h 14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88"/>
              <a:gd name="T16" fmla="*/ 0 h 147"/>
              <a:gd name="T17" fmla="*/ 288 w 288"/>
              <a:gd name="T18" fmla="*/ 147 h 14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88" h="147">
                <a:moveTo>
                  <a:pt x="0" y="131"/>
                </a:moveTo>
                <a:lnTo>
                  <a:pt x="9" y="147"/>
                </a:lnTo>
                <a:lnTo>
                  <a:pt x="288" y="16"/>
                </a:lnTo>
                <a:lnTo>
                  <a:pt x="279" y="0"/>
                </a:lnTo>
                <a:lnTo>
                  <a:pt x="0" y="13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6" name="Freeform 14">
            <a:extLst>
              <a:ext uri="{FF2B5EF4-FFF2-40B4-BE49-F238E27FC236}">
                <a16:creationId xmlns:a16="http://schemas.microsoft.com/office/drawing/2014/main" id="{29017AF4-DD33-126D-F6CD-BC44A18FC459}"/>
              </a:ext>
            </a:extLst>
          </p:cNvPr>
          <p:cNvSpPr>
            <a:spLocks/>
          </p:cNvSpPr>
          <p:nvPr/>
        </p:nvSpPr>
        <p:spPr bwMode="auto">
          <a:xfrm>
            <a:off x="3162301" y="5289550"/>
            <a:ext cx="28575" cy="25400"/>
          </a:xfrm>
          <a:custGeom>
            <a:avLst/>
            <a:gdLst>
              <a:gd name="T0" fmla="*/ 2147483646 w 18"/>
              <a:gd name="T1" fmla="*/ 0 h 16"/>
              <a:gd name="T2" fmla="*/ 0 w 18"/>
              <a:gd name="T3" fmla="*/ 2147483646 h 16"/>
              <a:gd name="T4" fmla="*/ 2147483646 w 18"/>
              <a:gd name="T5" fmla="*/ 2147483646 h 16"/>
              <a:gd name="T6" fmla="*/ 2147483646 w 18"/>
              <a:gd name="T7" fmla="*/ 2147483646 h 16"/>
              <a:gd name="T8" fmla="*/ 2147483646 w 18"/>
              <a:gd name="T9" fmla="*/ 2147483646 h 16"/>
              <a:gd name="T10" fmla="*/ 2147483646 w 18"/>
              <a:gd name="T11" fmla="*/ 2147483646 h 16"/>
              <a:gd name="T12" fmla="*/ 2147483646 w 18"/>
              <a:gd name="T13" fmla="*/ 0 h 16"/>
              <a:gd name="T14" fmla="*/ 2147483646 w 18"/>
              <a:gd name="T15" fmla="*/ 0 h 16"/>
              <a:gd name="T16" fmla="*/ 2147483646 w 18"/>
              <a:gd name="T17" fmla="*/ 0 h 16"/>
              <a:gd name="T18" fmla="*/ 2147483646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9" y="0"/>
                </a:moveTo>
                <a:lnTo>
                  <a:pt x="0" y="8"/>
                </a:lnTo>
                <a:lnTo>
                  <a:pt x="9" y="8"/>
                </a:lnTo>
                <a:lnTo>
                  <a:pt x="9" y="16"/>
                </a:lnTo>
                <a:lnTo>
                  <a:pt x="18" y="16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7" name="Freeform 15">
            <a:extLst>
              <a:ext uri="{FF2B5EF4-FFF2-40B4-BE49-F238E27FC236}">
                <a16:creationId xmlns:a16="http://schemas.microsoft.com/office/drawing/2014/main" id="{C6889104-1433-D8A1-3C69-E0991218436B}"/>
              </a:ext>
            </a:extLst>
          </p:cNvPr>
          <p:cNvSpPr>
            <a:spLocks/>
          </p:cNvSpPr>
          <p:nvPr/>
        </p:nvSpPr>
        <p:spPr bwMode="auto">
          <a:xfrm>
            <a:off x="3062288" y="5133976"/>
            <a:ext cx="171450" cy="193675"/>
          </a:xfrm>
          <a:custGeom>
            <a:avLst/>
            <a:gdLst>
              <a:gd name="T0" fmla="*/ 2147483646 w 108"/>
              <a:gd name="T1" fmla="*/ 2147483646 h 122"/>
              <a:gd name="T2" fmla="*/ 2147483646 w 108"/>
              <a:gd name="T3" fmla="*/ 2147483646 h 122"/>
              <a:gd name="T4" fmla="*/ 0 w 108"/>
              <a:gd name="T5" fmla="*/ 0 h 122"/>
              <a:gd name="T6" fmla="*/ 2147483646 w 108"/>
              <a:gd name="T7" fmla="*/ 2147483646 h 122"/>
              <a:gd name="T8" fmla="*/ 2147483646 w 108"/>
              <a:gd name="T9" fmla="*/ 2147483646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8"/>
              <a:gd name="T16" fmla="*/ 0 h 122"/>
              <a:gd name="T17" fmla="*/ 108 w 108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8" h="122">
                <a:moveTo>
                  <a:pt x="72" y="98"/>
                </a:moveTo>
                <a:lnTo>
                  <a:pt x="36" y="122"/>
                </a:lnTo>
                <a:lnTo>
                  <a:pt x="0" y="0"/>
                </a:lnTo>
                <a:lnTo>
                  <a:pt x="108" y="81"/>
                </a:lnTo>
                <a:lnTo>
                  <a:pt x="72" y="98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8" name="Freeform 16">
            <a:extLst>
              <a:ext uri="{FF2B5EF4-FFF2-40B4-BE49-F238E27FC236}">
                <a16:creationId xmlns:a16="http://schemas.microsoft.com/office/drawing/2014/main" id="{51484357-F869-3A5E-F353-093C766DD0B7}"/>
              </a:ext>
            </a:extLst>
          </p:cNvPr>
          <p:cNvSpPr>
            <a:spLocks/>
          </p:cNvSpPr>
          <p:nvPr/>
        </p:nvSpPr>
        <p:spPr bwMode="auto">
          <a:xfrm>
            <a:off x="3062288" y="5133976"/>
            <a:ext cx="171450" cy="193675"/>
          </a:xfrm>
          <a:custGeom>
            <a:avLst/>
            <a:gdLst>
              <a:gd name="T0" fmla="*/ 2147483646 w 108"/>
              <a:gd name="T1" fmla="*/ 2147483646 h 122"/>
              <a:gd name="T2" fmla="*/ 2147483646 w 108"/>
              <a:gd name="T3" fmla="*/ 2147483646 h 122"/>
              <a:gd name="T4" fmla="*/ 0 w 108"/>
              <a:gd name="T5" fmla="*/ 0 h 122"/>
              <a:gd name="T6" fmla="*/ 2147483646 w 108"/>
              <a:gd name="T7" fmla="*/ 2147483646 h 122"/>
              <a:gd name="T8" fmla="*/ 2147483646 w 108"/>
              <a:gd name="T9" fmla="*/ 2147483646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8"/>
              <a:gd name="T16" fmla="*/ 0 h 122"/>
              <a:gd name="T17" fmla="*/ 108 w 108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8" h="122">
                <a:moveTo>
                  <a:pt x="72" y="98"/>
                </a:moveTo>
                <a:lnTo>
                  <a:pt x="36" y="122"/>
                </a:lnTo>
                <a:lnTo>
                  <a:pt x="0" y="0"/>
                </a:lnTo>
                <a:lnTo>
                  <a:pt x="108" y="81"/>
                </a:lnTo>
                <a:lnTo>
                  <a:pt x="72" y="9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9" name="Freeform 17">
            <a:extLst>
              <a:ext uri="{FF2B5EF4-FFF2-40B4-BE49-F238E27FC236}">
                <a16:creationId xmlns:a16="http://schemas.microsoft.com/office/drawing/2014/main" id="{29FF0877-E22A-AEB7-0855-00C8861B2DEC}"/>
              </a:ext>
            </a:extLst>
          </p:cNvPr>
          <p:cNvSpPr>
            <a:spLocks/>
          </p:cNvSpPr>
          <p:nvPr/>
        </p:nvSpPr>
        <p:spPr bwMode="auto">
          <a:xfrm>
            <a:off x="8105775" y="5626101"/>
            <a:ext cx="300038" cy="180975"/>
          </a:xfrm>
          <a:custGeom>
            <a:avLst/>
            <a:gdLst>
              <a:gd name="T0" fmla="*/ 2147483646 w 189"/>
              <a:gd name="T1" fmla="*/ 2147483646 h 114"/>
              <a:gd name="T2" fmla="*/ 2147483646 w 189"/>
              <a:gd name="T3" fmla="*/ 0 h 114"/>
              <a:gd name="T4" fmla="*/ 0 w 189"/>
              <a:gd name="T5" fmla="*/ 2147483646 h 114"/>
              <a:gd name="T6" fmla="*/ 0 w 189"/>
              <a:gd name="T7" fmla="*/ 2147483646 h 114"/>
              <a:gd name="T8" fmla="*/ 2147483646 w 189"/>
              <a:gd name="T9" fmla="*/ 2147483646 h 114"/>
              <a:gd name="T10" fmla="*/ 2147483646 w 189"/>
              <a:gd name="T11" fmla="*/ 2147483646 h 114"/>
              <a:gd name="T12" fmla="*/ 2147483646 w 189"/>
              <a:gd name="T13" fmla="*/ 2147483646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114"/>
              <a:gd name="T23" fmla="*/ 189 w 189"/>
              <a:gd name="T24" fmla="*/ 114 h 11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114">
                <a:moveTo>
                  <a:pt x="189" y="16"/>
                </a:moveTo>
                <a:lnTo>
                  <a:pt x="180" y="0"/>
                </a:lnTo>
                <a:lnTo>
                  <a:pt x="0" y="98"/>
                </a:lnTo>
                <a:lnTo>
                  <a:pt x="9" y="114"/>
                </a:lnTo>
                <a:lnTo>
                  <a:pt x="18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10" name="Freeform 18">
            <a:extLst>
              <a:ext uri="{FF2B5EF4-FFF2-40B4-BE49-F238E27FC236}">
                <a16:creationId xmlns:a16="http://schemas.microsoft.com/office/drawing/2014/main" id="{0570E347-4E4F-855D-3DDE-BFD9731CEAAF}"/>
              </a:ext>
            </a:extLst>
          </p:cNvPr>
          <p:cNvSpPr>
            <a:spLocks/>
          </p:cNvSpPr>
          <p:nvPr/>
        </p:nvSpPr>
        <p:spPr bwMode="auto">
          <a:xfrm>
            <a:off x="7777163" y="5781676"/>
            <a:ext cx="342900" cy="155575"/>
          </a:xfrm>
          <a:custGeom>
            <a:avLst/>
            <a:gdLst>
              <a:gd name="T0" fmla="*/ 2147483646 w 216"/>
              <a:gd name="T1" fmla="*/ 2147483646 h 98"/>
              <a:gd name="T2" fmla="*/ 2147483646 w 216"/>
              <a:gd name="T3" fmla="*/ 0 h 98"/>
              <a:gd name="T4" fmla="*/ 0 w 216"/>
              <a:gd name="T5" fmla="*/ 2147483646 h 98"/>
              <a:gd name="T6" fmla="*/ 0 w 216"/>
              <a:gd name="T7" fmla="*/ 2147483646 h 98"/>
              <a:gd name="T8" fmla="*/ 2147483646 w 216"/>
              <a:gd name="T9" fmla="*/ 2147483646 h 98"/>
              <a:gd name="T10" fmla="*/ 2147483646 w 216"/>
              <a:gd name="T11" fmla="*/ 2147483646 h 98"/>
              <a:gd name="T12" fmla="*/ 2147483646 w 216"/>
              <a:gd name="T13" fmla="*/ 2147483646 h 9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98"/>
              <a:gd name="T23" fmla="*/ 216 w 216"/>
              <a:gd name="T24" fmla="*/ 98 h 9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98">
                <a:moveTo>
                  <a:pt x="216" y="16"/>
                </a:moveTo>
                <a:lnTo>
                  <a:pt x="207" y="0"/>
                </a:lnTo>
                <a:lnTo>
                  <a:pt x="0" y="82"/>
                </a:lnTo>
                <a:lnTo>
                  <a:pt x="9" y="98"/>
                </a:lnTo>
                <a:lnTo>
                  <a:pt x="216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11" name="Freeform 19">
            <a:extLst>
              <a:ext uri="{FF2B5EF4-FFF2-40B4-BE49-F238E27FC236}">
                <a16:creationId xmlns:a16="http://schemas.microsoft.com/office/drawing/2014/main" id="{42BCDFCE-9002-FC40-DC4E-936DC0FF3954}"/>
              </a:ext>
            </a:extLst>
          </p:cNvPr>
          <p:cNvSpPr>
            <a:spLocks/>
          </p:cNvSpPr>
          <p:nvPr/>
        </p:nvSpPr>
        <p:spPr bwMode="auto">
          <a:xfrm>
            <a:off x="7434264" y="5911850"/>
            <a:ext cx="357187" cy="128588"/>
          </a:xfrm>
          <a:custGeom>
            <a:avLst/>
            <a:gdLst>
              <a:gd name="T0" fmla="*/ 2147483646 w 225"/>
              <a:gd name="T1" fmla="*/ 2147483646 h 81"/>
              <a:gd name="T2" fmla="*/ 2147483646 w 225"/>
              <a:gd name="T3" fmla="*/ 0 h 81"/>
              <a:gd name="T4" fmla="*/ 0 w 225"/>
              <a:gd name="T5" fmla="*/ 2147483646 h 81"/>
              <a:gd name="T6" fmla="*/ 0 w 225"/>
              <a:gd name="T7" fmla="*/ 2147483646 h 81"/>
              <a:gd name="T8" fmla="*/ 0 w 225"/>
              <a:gd name="T9" fmla="*/ 2147483646 h 81"/>
              <a:gd name="T10" fmla="*/ 2147483646 w 225"/>
              <a:gd name="T11" fmla="*/ 2147483646 h 81"/>
              <a:gd name="T12" fmla="*/ 2147483646 w 225"/>
              <a:gd name="T13" fmla="*/ 2147483646 h 8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81"/>
              <a:gd name="T23" fmla="*/ 225 w 225"/>
              <a:gd name="T24" fmla="*/ 81 h 8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81">
                <a:moveTo>
                  <a:pt x="225" y="16"/>
                </a:moveTo>
                <a:lnTo>
                  <a:pt x="216" y="0"/>
                </a:lnTo>
                <a:lnTo>
                  <a:pt x="0" y="65"/>
                </a:lnTo>
                <a:lnTo>
                  <a:pt x="0" y="81"/>
                </a:lnTo>
                <a:lnTo>
                  <a:pt x="9" y="81"/>
                </a:lnTo>
                <a:lnTo>
                  <a:pt x="22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12" name="Freeform 20">
            <a:extLst>
              <a:ext uri="{FF2B5EF4-FFF2-40B4-BE49-F238E27FC236}">
                <a16:creationId xmlns:a16="http://schemas.microsoft.com/office/drawing/2014/main" id="{F96686C5-398C-6DD4-47DD-CE0AAC84993C}"/>
              </a:ext>
            </a:extLst>
          </p:cNvPr>
          <p:cNvSpPr>
            <a:spLocks/>
          </p:cNvSpPr>
          <p:nvPr/>
        </p:nvSpPr>
        <p:spPr bwMode="auto">
          <a:xfrm>
            <a:off x="7062789" y="6015039"/>
            <a:ext cx="371475" cy="103187"/>
          </a:xfrm>
          <a:custGeom>
            <a:avLst/>
            <a:gdLst>
              <a:gd name="T0" fmla="*/ 2147483646 w 234"/>
              <a:gd name="T1" fmla="*/ 2147483646 h 65"/>
              <a:gd name="T2" fmla="*/ 2147483646 w 234"/>
              <a:gd name="T3" fmla="*/ 0 h 65"/>
              <a:gd name="T4" fmla="*/ 0 w 234"/>
              <a:gd name="T5" fmla="*/ 2147483646 h 65"/>
              <a:gd name="T6" fmla="*/ 0 w 234"/>
              <a:gd name="T7" fmla="*/ 2147483646 h 65"/>
              <a:gd name="T8" fmla="*/ 0 w 234"/>
              <a:gd name="T9" fmla="*/ 2147483646 h 65"/>
              <a:gd name="T10" fmla="*/ 0 w 234"/>
              <a:gd name="T11" fmla="*/ 2147483646 h 65"/>
              <a:gd name="T12" fmla="*/ 2147483646 w 234"/>
              <a:gd name="T13" fmla="*/ 2147483646 h 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34"/>
              <a:gd name="T22" fmla="*/ 0 h 65"/>
              <a:gd name="T23" fmla="*/ 234 w 234"/>
              <a:gd name="T24" fmla="*/ 65 h 6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34" h="65">
                <a:moveTo>
                  <a:pt x="234" y="16"/>
                </a:moveTo>
                <a:lnTo>
                  <a:pt x="234" y="0"/>
                </a:lnTo>
                <a:lnTo>
                  <a:pt x="0" y="49"/>
                </a:lnTo>
                <a:lnTo>
                  <a:pt x="0" y="65"/>
                </a:lnTo>
                <a:lnTo>
                  <a:pt x="234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13" name="Freeform 21">
            <a:extLst>
              <a:ext uri="{FF2B5EF4-FFF2-40B4-BE49-F238E27FC236}">
                <a16:creationId xmlns:a16="http://schemas.microsoft.com/office/drawing/2014/main" id="{81D878DA-2E1E-3BA5-CB36-417FE233D71D}"/>
              </a:ext>
            </a:extLst>
          </p:cNvPr>
          <p:cNvSpPr>
            <a:spLocks/>
          </p:cNvSpPr>
          <p:nvPr/>
        </p:nvSpPr>
        <p:spPr bwMode="auto">
          <a:xfrm>
            <a:off x="6276976" y="6092825"/>
            <a:ext cx="785813" cy="90488"/>
          </a:xfrm>
          <a:custGeom>
            <a:avLst/>
            <a:gdLst>
              <a:gd name="T0" fmla="*/ 2147483646 w 495"/>
              <a:gd name="T1" fmla="*/ 2147483646 h 57"/>
              <a:gd name="T2" fmla="*/ 2147483646 w 495"/>
              <a:gd name="T3" fmla="*/ 0 h 57"/>
              <a:gd name="T4" fmla="*/ 0 w 495"/>
              <a:gd name="T5" fmla="*/ 2147483646 h 57"/>
              <a:gd name="T6" fmla="*/ 0 w 495"/>
              <a:gd name="T7" fmla="*/ 2147483646 h 57"/>
              <a:gd name="T8" fmla="*/ 0 w 495"/>
              <a:gd name="T9" fmla="*/ 2147483646 h 57"/>
              <a:gd name="T10" fmla="*/ 0 w 495"/>
              <a:gd name="T11" fmla="*/ 2147483646 h 57"/>
              <a:gd name="T12" fmla="*/ 2147483646 w 495"/>
              <a:gd name="T13" fmla="*/ 2147483646 h 5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95"/>
              <a:gd name="T22" fmla="*/ 0 h 57"/>
              <a:gd name="T23" fmla="*/ 495 w 495"/>
              <a:gd name="T24" fmla="*/ 57 h 5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95" h="57">
                <a:moveTo>
                  <a:pt x="495" y="16"/>
                </a:moveTo>
                <a:lnTo>
                  <a:pt x="495" y="0"/>
                </a:lnTo>
                <a:lnTo>
                  <a:pt x="0" y="41"/>
                </a:lnTo>
                <a:lnTo>
                  <a:pt x="0" y="57"/>
                </a:lnTo>
                <a:lnTo>
                  <a:pt x="49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14" name="Freeform 22">
            <a:extLst>
              <a:ext uri="{FF2B5EF4-FFF2-40B4-BE49-F238E27FC236}">
                <a16:creationId xmlns:a16="http://schemas.microsoft.com/office/drawing/2014/main" id="{DC6A7F65-3B18-4F35-6430-6066FD0B6F37}"/>
              </a:ext>
            </a:extLst>
          </p:cNvPr>
          <p:cNvSpPr>
            <a:spLocks/>
          </p:cNvSpPr>
          <p:nvPr/>
        </p:nvSpPr>
        <p:spPr bwMode="auto">
          <a:xfrm>
            <a:off x="5491163" y="6145213"/>
            <a:ext cx="785812" cy="38100"/>
          </a:xfrm>
          <a:custGeom>
            <a:avLst/>
            <a:gdLst>
              <a:gd name="T0" fmla="*/ 2147483646 w 495"/>
              <a:gd name="T1" fmla="*/ 2147483646 h 24"/>
              <a:gd name="T2" fmla="*/ 2147483646 w 495"/>
              <a:gd name="T3" fmla="*/ 2147483646 h 24"/>
              <a:gd name="T4" fmla="*/ 0 w 495"/>
              <a:gd name="T5" fmla="*/ 0 h 24"/>
              <a:gd name="T6" fmla="*/ 0 w 495"/>
              <a:gd name="T7" fmla="*/ 0 h 24"/>
              <a:gd name="T8" fmla="*/ 0 w 495"/>
              <a:gd name="T9" fmla="*/ 2147483646 h 24"/>
              <a:gd name="T10" fmla="*/ 0 w 495"/>
              <a:gd name="T11" fmla="*/ 2147483646 h 24"/>
              <a:gd name="T12" fmla="*/ 2147483646 w 495"/>
              <a:gd name="T13" fmla="*/ 2147483646 h 2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95"/>
              <a:gd name="T22" fmla="*/ 0 h 24"/>
              <a:gd name="T23" fmla="*/ 495 w 495"/>
              <a:gd name="T24" fmla="*/ 24 h 2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95" h="24">
                <a:moveTo>
                  <a:pt x="495" y="24"/>
                </a:moveTo>
                <a:lnTo>
                  <a:pt x="495" y="8"/>
                </a:lnTo>
                <a:lnTo>
                  <a:pt x="0" y="0"/>
                </a:lnTo>
                <a:lnTo>
                  <a:pt x="0" y="16"/>
                </a:lnTo>
                <a:lnTo>
                  <a:pt x="495" y="2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15" name="Freeform 23">
            <a:extLst>
              <a:ext uri="{FF2B5EF4-FFF2-40B4-BE49-F238E27FC236}">
                <a16:creationId xmlns:a16="http://schemas.microsoft.com/office/drawing/2014/main" id="{0F7E9D5A-2487-4536-904F-8AC47EB16A17}"/>
              </a:ext>
            </a:extLst>
          </p:cNvPr>
          <p:cNvSpPr>
            <a:spLocks/>
          </p:cNvSpPr>
          <p:nvPr/>
        </p:nvSpPr>
        <p:spPr bwMode="auto">
          <a:xfrm>
            <a:off x="4733925" y="6027739"/>
            <a:ext cx="757238" cy="142875"/>
          </a:xfrm>
          <a:custGeom>
            <a:avLst/>
            <a:gdLst>
              <a:gd name="T0" fmla="*/ 2147483646 w 477"/>
              <a:gd name="T1" fmla="*/ 2147483646 h 90"/>
              <a:gd name="T2" fmla="*/ 2147483646 w 477"/>
              <a:gd name="T3" fmla="*/ 2147483646 h 90"/>
              <a:gd name="T4" fmla="*/ 0 w 477"/>
              <a:gd name="T5" fmla="*/ 0 h 90"/>
              <a:gd name="T6" fmla="*/ 0 w 477"/>
              <a:gd name="T7" fmla="*/ 0 h 90"/>
              <a:gd name="T8" fmla="*/ 0 w 477"/>
              <a:gd name="T9" fmla="*/ 2147483646 h 90"/>
              <a:gd name="T10" fmla="*/ 0 w 477"/>
              <a:gd name="T11" fmla="*/ 2147483646 h 90"/>
              <a:gd name="T12" fmla="*/ 2147483646 w 477"/>
              <a:gd name="T13" fmla="*/ 2147483646 h 9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77"/>
              <a:gd name="T22" fmla="*/ 0 h 90"/>
              <a:gd name="T23" fmla="*/ 477 w 477"/>
              <a:gd name="T24" fmla="*/ 90 h 9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77" h="90">
                <a:moveTo>
                  <a:pt x="477" y="90"/>
                </a:moveTo>
                <a:lnTo>
                  <a:pt x="477" y="74"/>
                </a:lnTo>
                <a:lnTo>
                  <a:pt x="0" y="0"/>
                </a:lnTo>
                <a:lnTo>
                  <a:pt x="0" y="17"/>
                </a:lnTo>
                <a:lnTo>
                  <a:pt x="477" y="9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16" name="Freeform 24">
            <a:extLst>
              <a:ext uri="{FF2B5EF4-FFF2-40B4-BE49-F238E27FC236}">
                <a16:creationId xmlns:a16="http://schemas.microsoft.com/office/drawing/2014/main" id="{C3039B56-55BD-0210-96C5-C3AC9AAADB94}"/>
              </a:ext>
            </a:extLst>
          </p:cNvPr>
          <p:cNvSpPr>
            <a:spLocks/>
          </p:cNvSpPr>
          <p:nvPr/>
        </p:nvSpPr>
        <p:spPr bwMode="auto">
          <a:xfrm>
            <a:off x="4376739" y="5949951"/>
            <a:ext cx="357187" cy="104775"/>
          </a:xfrm>
          <a:custGeom>
            <a:avLst/>
            <a:gdLst>
              <a:gd name="T0" fmla="*/ 2147483646 w 225"/>
              <a:gd name="T1" fmla="*/ 2147483646 h 66"/>
              <a:gd name="T2" fmla="*/ 2147483646 w 225"/>
              <a:gd name="T3" fmla="*/ 2147483646 h 66"/>
              <a:gd name="T4" fmla="*/ 0 w 225"/>
              <a:gd name="T5" fmla="*/ 0 h 66"/>
              <a:gd name="T6" fmla="*/ 2147483646 w 225"/>
              <a:gd name="T7" fmla="*/ 0 h 66"/>
              <a:gd name="T8" fmla="*/ 0 w 225"/>
              <a:gd name="T9" fmla="*/ 2147483646 h 66"/>
              <a:gd name="T10" fmla="*/ 0 w 225"/>
              <a:gd name="T11" fmla="*/ 2147483646 h 66"/>
              <a:gd name="T12" fmla="*/ 2147483646 w 225"/>
              <a:gd name="T13" fmla="*/ 2147483646 h 6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66"/>
              <a:gd name="T23" fmla="*/ 225 w 225"/>
              <a:gd name="T24" fmla="*/ 66 h 6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66">
                <a:moveTo>
                  <a:pt x="225" y="66"/>
                </a:moveTo>
                <a:lnTo>
                  <a:pt x="225" y="49"/>
                </a:lnTo>
                <a:lnTo>
                  <a:pt x="0" y="0"/>
                </a:lnTo>
                <a:lnTo>
                  <a:pt x="9" y="0"/>
                </a:lnTo>
                <a:lnTo>
                  <a:pt x="0" y="17"/>
                </a:lnTo>
                <a:lnTo>
                  <a:pt x="225" y="6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17" name="Freeform 25">
            <a:extLst>
              <a:ext uri="{FF2B5EF4-FFF2-40B4-BE49-F238E27FC236}">
                <a16:creationId xmlns:a16="http://schemas.microsoft.com/office/drawing/2014/main" id="{A2637C6F-27A3-24CF-70B6-575FAF1C6D17}"/>
              </a:ext>
            </a:extLst>
          </p:cNvPr>
          <p:cNvSpPr>
            <a:spLocks/>
          </p:cNvSpPr>
          <p:nvPr/>
        </p:nvSpPr>
        <p:spPr bwMode="auto">
          <a:xfrm>
            <a:off x="4062413" y="5846764"/>
            <a:ext cx="328612" cy="130175"/>
          </a:xfrm>
          <a:custGeom>
            <a:avLst/>
            <a:gdLst>
              <a:gd name="T0" fmla="*/ 2147483646 w 207"/>
              <a:gd name="T1" fmla="*/ 2147483646 h 82"/>
              <a:gd name="T2" fmla="*/ 2147483646 w 207"/>
              <a:gd name="T3" fmla="*/ 2147483646 h 82"/>
              <a:gd name="T4" fmla="*/ 2147483646 w 207"/>
              <a:gd name="T5" fmla="*/ 0 h 82"/>
              <a:gd name="T6" fmla="*/ 2147483646 w 207"/>
              <a:gd name="T7" fmla="*/ 0 h 82"/>
              <a:gd name="T8" fmla="*/ 0 w 207"/>
              <a:gd name="T9" fmla="*/ 2147483646 h 82"/>
              <a:gd name="T10" fmla="*/ 0 w 207"/>
              <a:gd name="T11" fmla="*/ 2147483646 h 82"/>
              <a:gd name="T12" fmla="*/ 2147483646 w 207"/>
              <a:gd name="T13" fmla="*/ 2147483646 h 8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07"/>
              <a:gd name="T22" fmla="*/ 0 h 82"/>
              <a:gd name="T23" fmla="*/ 207 w 207"/>
              <a:gd name="T24" fmla="*/ 82 h 8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07" h="82">
                <a:moveTo>
                  <a:pt x="198" y="82"/>
                </a:moveTo>
                <a:lnTo>
                  <a:pt x="207" y="65"/>
                </a:lnTo>
                <a:lnTo>
                  <a:pt x="9" y="0"/>
                </a:lnTo>
                <a:lnTo>
                  <a:pt x="0" y="16"/>
                </a:lnTo>
                <a:lnTo>
                  <a:pt x="198" y="8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18" name="Freeform 26">
            <a:extLst>
              <a:ext uri="{FF2B5EF4-FFF2-40B4-BE49-F238E27FC236}">
                <a16:creationId xmlns:a16="http://schemas.microsoft.com/office/drawing/2014/main" id="{CDA0B8F5-9830-7063-3342-373BBD810FE0}"/>
              </a:ext>
            </a:extLst>
          </p:cNvPr>
          <p:cNvSpPr>
            <a:spLocks/>
          </p:cNvSpPr>
          <p:nvPr/>
        </p:nvSpPr>
        <p:spPr bwMode="auto">
          <a:xfrm>
            <a:off x="3776664" y="5729289"/>
            <a:ext cx="300037" cy="142875"/>
          </a:xfrm>
          <a:custGeom>
            <a:avLst/>
            <a:gdLst>
              <a:gd name="T0" fmla="*/ 2147483646 w 189"/>
              <a:gd name="T1" fmla="*/ 2147483646 h 90"/>
              <a:gd name="T2" fmla="*/ 2147483646 w 189"/>
              <a:gd name="T3" fmla="*/ 2147483646 h 90"/>
              <a:gd name="T4" fmla="*/ 2147483646 w 189"/>
              <a:gd name="T5" fmla="*/ 0 h 90"/>
              <a:gd name="T6" fmla="*/ 2147483646 w 189"/>
              <a:gd name="T7" fmla="*/ 0 h 90"/>
              <a:gd name="T8" fmla="*/ 0 w 189"/>
              <a:gd name="T9" fmla="*/ 2147483646 h 90"/>
              <a:gd name="T10" fmla="*/ 0 w 189"/>
              <a:gd name="T11" fmla="*/ 2147483646 h 90"/>
              <a:gd name="T12" fmla="*/ 2147483646 w 189"/>
              <a:gd name="T13" fmla="*/ 2147483646 h 9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90"/>
              <a:gd name="T23" fmla="*/ 189 w 189"/>
              <a:gd name="T24" fmla="*/ 90 h 9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90">
                <a:moveTo>
                  <a:pt x="180" y="90"/>
                </a:moveTo>
                <a:lnTo>
                  <a:pt x="189" y="74"/>
                </a:lnTo>
                <a:lnTo>
                  <a:pt x="9" y="0"/>
                </a:lnTo>
                <a:lnTo>
                  <a:pt x="0" y="17"/>
                </a:lnTo>
                <a:lnTo>
                  <a:pt x="180" y="9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19" name="Freeform 27">
            <a:extLst>
              <a:ext uri="{FF2B5EF4-FFF2-40B4-BE49-F238E27FC236}">
                <a16:creationId xmlns:a16="http://schemas.microsoft.com/office/drawing/2014/main" id="{4D65FF18-09A9-4517-8544-06FD7888914B}"/>
              </a:ext>
            </a:extLst>
          </p:cNvPr>
          <p:cNvSpPr>
            <a:spLocks/>
          </p:cNvSpPr>
          <p:nvPr/>
        </p:nvSpPr>
        <p:spPr bwMode="auto">
          <a:xfrm>
            <a:off x="3519488" y="5600701"/>
            <a:ext cx="271462" cy="155575"/>
          </a:xfrm>
          <a:custGeom>
            <a:avLst/>
            <a:gdLst>
              <a:gd name="T0" fmla="*/ 2147483646 w 171"/>
              <a:gd name="T1" fmla="*/ 2147483646 h 98"/>
              <a:gd name="T2" fmla="*/ 2147483646 w 171"/>
              <a:gd name="T3" fmla="*/ 2147483646 h 98"/>
              <a:gd name="T4" fmla="*/ 2147483646 w 171"/>
              <a:gd name="T5" fmla="*/ 0 h 98"/>
              <a:gd name="T6" fmla="*/ 2147483646 w 171"/>
              <a:gd name="T7" fmla="*/ 0 h 98"/>
              <a:gd name="T8" fmla="*/ 0 w 171"/>
              <a:gd name="T9" fmla="*/ 2147483646 h 98"/>
              <a:gd name="T10" fmla="*/ 0 w 171"/>
              <a:gd name="T11" fmla="*/ 2147483646 h 98"/>
              <a:gd name="T12" fmla="*/ 2147483646 w 171"/>
              <a:gd name="T13" fmla="*/ 2147483646 h 9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71"/>
              <a:gd name="T22" fmla="*/ 0 h 98"/>
              <a:gd name="T23" fmla="*/ 171 w 171"/>
              <a:gd name="T24" fmla="*/ 98 h 9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71" h="98">
                <a:moveTo>
                  <a:pt x="162" y="98"/>
                </a:moveTo>
                <a:lnTo>
                  <a:pt x="171" y="81"/>
                </a:lnTo>
                <a:lnTo>
                  <a:pt x="9" y="0"/>
                </a:lnTo>
                <a:lnTo>
                  <a:pt x="0" y="16"/>
                </a:lnTo>
                <a:lnTo>
                  <a:pt x="162" y="9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20" name="Freeform 28">
            <a:extLst>
              <a:ext uri="{FF2B5EF4-FFF2-40B4-BE49-F238E27FC236}">
                <a16:creationId xmlns:a16="http://schemas.microsoft.com/office/drawing/2014/main" id="{2DE5179C-CA2B-CD7A-9FE9-7ADCE14A6FFB}"/>
              </a:ext>
            </a:extLst>
          </p:cNvPr>
          <p:cNvSpPr>
            <a:spLocks/>
          </p:cNvSpPr>
          <p:nvPr/>
        </p:nvSpPr>
        <p:spPr bwMode="auto">
          <a:xfrm>
            <a:off x="3319463" y="5445126"/>
            <a:ext cx="214312" cy="180975"/>
          </a:xfrm>
          <a:custGeom>
            <a:avLst/>
            <a:gdLst>
              <a:gd name="T0" fmla="*/ 2147483646 w 135"/>
              <a:gd name="T1" fmla="*/ 2147483646 h 114"/>
              <a:gd name="T2" fmla="*/ 2147483646 w 135"/>
              <a:gd name="T3" fmla="*/ 2147483646 h 114"/>
              <a:gd name="T4" fmla="*/ 2147483646 w 135"/>
              <a:gd name="T5" fmla="*/ 0 h 114"/>
              <a:gd name="T6" fmla="*/ 2147483646 w 135"/>
              <a:gd name="T7" fmla="*/ 2147483646 h 114"/>
              <a:gd name="T8" fmla="*/ 0 w 135"/>
              <a:gd name="T9" fmla="*/ 2147483646 h 114"/>
              <a:gd name="T10" fmla="*/ 2147483646 w 135"/>
              <a:gd name="T11" fmla="*/ 2147483646 h 114"/>
              <a:gd name="T12" fmla="*/ 2147483646 w 135"/>
              <a:gd name="T13" fmla="*/ 2147483646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35"/>
              <a:gd name="T22" fmla="*/ 0 h 114"/>
              <a:gd name="T23" fmla="*/ 135 w 135"/>
              <a:gd name="T24" fmla="*/ 114 h 11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35" h="114">
                <a:moveTo>
                  <a:pt x="126" y="114"/>
                </a:moveTo>
                <a:lnTo>
                  <a:pt x="135" y="98"/>
                </a:lnTo>
                <a:lnTo>
                  <a:pt x="18" y="0"/>
                </a:lnTo>
                <a:lnTo>
                  <a:pt x="18" y="8"/>
                </a:lnTo>
                <a:lnTo>
                  <a:pt x="0" y="16"/>
                </a:lnTo>
                <a:lnTo>
                  <a:pt x="9" y="16"/>
                </a:lnTo>
                <a:lnTo>
                  <a:pt x="126" y="1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21" name="Freeform 29">
            <a:extLst>
              <a:ext uri="{FF2B5EF4-FFF2-40B4-BE49-F238E27FC236}">
                <a16:creationId xmlns:a16="http://schemas.microsoft.com/office/drawing/2014/main" id="{E532082D-3916-A238-0619-C3A9BEAFC263}"/>
              </a:ext>
            </a:extLst>
          </p:cNvPr>
          <p:cNvSpPr>
            <a:spLocks/>
          </p:cNvSpPr>
          <p:nvPr/>
        </p:nvSpPr>
        <p:spPr bwMode="auto">
          <a:xfrm>
            <a:off x="3162300" y="5302251"/>
            <a:ext cx="185738" cy="168275"/>
          </a:xfrm>
          <a:custGeom>
            <a:avLst/>
            <a:gdLst>
              <a:gd name="T0" fmla="*/ 2147483646 w 117"/>
              <a:gd name="T1" fmla="*/ 2147483646 h 106"/>
              <a:gd name="T2" fmla="*/ 2147483646 w 117"/>
              <a:gd name="T3" fmla="*/ 2147483646 h 106"/>
              <a:gd name="T4" fmla="*/ 2147483646 w 117"/>
              <a:gd name="T5" fmla="*/ 0 h 106"/>
              <a:gd name="T6" fmla="*/ 0 w 117"/>
              <a:gd name="T7" fmla="*/ 2147483646 h 106"/>
              <a:gd name="T8" fmla="*/ 2147483646 w 117"/>
              <a:gd name="T9" fmla="*/ 2147483646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"/>
              <a:gd name="T16" fmla="*/ 0 h 106"/>
              <a:gd name="T17" fmla="*/ 117 w 117"/>
              <a:gd name="T18" fmla="*/ 106 h 1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" h="106">
                <a:moveTo>
                  <a:pt x="99" y="106"/>
                </a:moveTo>
                <a:lnTo>
                  <a:pt x="117" y="98"/>
                </a:lnTo>
                <a:lnTo>
                  <a:pt x="18" y="0"/>
                </a:lnTo>
                <a:lnTo>
                  <a:pt x="0" y="8"/>
                </a:lnTo>
                <a:lnTo>
                  <a:pt x="99" y="10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22" name="Freeform 30">
            <a:extLst>
              <a:ext uri="{FF2B5EF4-FFF2-40B4-BE49-F238E27FC236}">
                <a16:creationId xmlns:a16="http://schemas.microsoft.com/office/drawing/2014/main" id="{3DD76804-3590-2F27-1C60-8240EEF756D7}"/>
              </a:ext>
            </a:extLst>
          </p:cNvPr>
          <p:cNvSpPr>
            <a:spLocks/>
          </p:cNvSpPr>
          <p:nvPr/>
        </p:nvSpPr>
        <p:spPr bwMode="auto">
          <a:xfrm>
            <a:off x="8834439" y="5302250"/>
            <a:ext cx="28575" cy="25400"/>
          </a:xfrm>
          <a:custGeom>
            <a:avLst/>
            <a:gdLst>
              <a:gd name="T0" fmla="*/ 0 w 18"/>
              <a:gd name="T1" fmla="*/ 2147483646 h 16"/>
              <a:gd name="T2" fmla="*/ 2147483646 w 18"/>
              <a:gd name="T3" fmla="*/ 2147483646 h 16"/>
              <a:gd name="T4" fmla="*/ 2147483646 w 18"/>
              <a:gd name="T5" fmla="*/ 2147483646 h 16"/>
              <a:gd name="T6" fmla="*/ 2147483646 w 18"/>
              <a:gd name="T7" fmla="*/ 2147483646 h 16"/>
              <a:gd name="T8" fmla="*/ 2147483646 w 18"/>
              <a:gd name="T9" fmla="*/ 0 h 16"/>
              <a:gd name="T10" fmla="*/ 2147483646 w 18"/>
              <a:gd name="T11" fmla="*/ 0 h 16"/>
              <a:gd name="T12" fmla="*/ 0 w 18"/>
              <a:gd name="T13" fmla="*/ 0 h 16"/>
              <a:gd name="T14" fmla="*/ 0 w 18"/>
              <a:gd name="T15" fmla="*/ 2147483646 h 16"/>
              <a:gd name="T16" fmla="*/ 0 w 18"/>
              <a:gd name="T17" fmla="*/ 2147483646 h 16"/>
              <a:gd name="T18" fmla="*/ 0 w 18"/>
              <a:gd name="T19" fmla="*/ 2147483646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0" y="16"/>
                </a:moveTo>
                <a:lnTo>
                  <a:pt x="9" y="16"/>
                </a:lnTo>
                <a:lnTo>
                  <a:pt x="18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lnTo>
                  <a:pt x="0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23" name="Freeform 31">
            <a:extLst>
              <a:ext uri="{FF2B5EF4-FFF2-40B4-BE49-F238E27FC236}">
                <a16:creationId xmlns:a16="http://schemas.microsoft.com/office/drawing/2014/main" id="{D8CCA4B6-113D-601C-A1B1-B25A23A0A3AE}"/>
              </a:ext>
            </a:extLst>
          </p:cNvPr>
          <p:cNvSpPr>
            <a:spLocks/>
          </p:cNvSpPr>
          <p:nvPr/>
        </p:nvSpPr>
        <p:spPr bwMode="auto">
          <a:xfrm>
            <a:off x="8691564" y="5289551"/>
            <a:ext cx="200025" cy="168275"/>
          </a:xfrm>
          <a:custGeom>
            <a:avLst/>
            <a:gdLst>
              <a:gd name="T0" fmla="*/ 2147483646 w 126"/>
              <a:gd name="T1" fmla="*/ 2147483646 h 106"/>
              <a:gd name="T2" fmla="*/ 2147483646 w 126"/>
              <a:gd name="T3" fmla="*/ 2147483646 h 106"/>
              <a:gd name="T4" fmla="*/ 0 w 126"/>
              <a:gd name="T5" fmla="*/ 2147483646 h 106"/>
              <a:gd name="T6" fmla="*/ 2147483646 w 126"/>
              <a:gd name="T7" fmla="*/ 0 h 106"/>
              <a:gd name="T8" fmla="*/ 2147483646 w 126"/>
              <a:gd name="T9" fmla="*/ 2147483646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6"/>
              <a:gd name="T16" fmla="*/ 0 h 106"/>
              <a:gd name="T17" fmla="*/ 126 w 126"/>
              <a:gd name="T18" fmla="*/ 106 h 1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6" h="106">
                <a:moveTo>
                  <a:pt x="90" y="24"/>
                </a:moveTo>
                <a:lnTo>
                  <a:pt x="126" y="41"/>
                </a:lnTo>
                <a:lnTo>
                  <a:pt x="0" y="106"/>
                </a:lnTo>
                <a:lnTo>
                  <a:pt x="63" y="0"/>
                </a:lnTo>
                <a:lnTo>
                  <a:pt x="90" y="24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24" name="Freeform 32">
            <a:extLst>
              <a:ext uri="{FF2B5EF4-FFF2-40B4-BE49-F238E27FC236}">
                <a16:creationId xmlns:a16="http://schemas.microsoft.com/office/drawing/2014/main" id="{9146716E-B471-1036-48B7-C55862F1EEC7}"/>
              </a:ext>
            </a:extLst>
          </p:cNvPr>
          <p:cNvSpPr>
            <a:spLocks/>
          </p:cNvSpPr>
          <p:nvPr/>
        </p:nvSpPr>
        <p:spPr bwMode="auto">
          <a:xfrm>
            <a:off x="8691564" y="5289551"/>
            <a:ext cx="200025" cy="168275"/>
          </a:xfrm>
          <a:custGeom>
            <a:avLst/>
            <a:gdLst>
              <a:gd name="T0" fmla="*/ 2147483646 w 126"/>
              <a:gd name="T1" fmla="*/ 2147483646 h 106"/>
              <a:gd name="T2" fmla="*/ 2147483646 w 126"/>
              <a:gd name="T3" fmla="*/ 2147483646 h 106"/>
              <a:gd name="T4" fmla="*/ 0 w 126"/>
              <a:gd name="T5" fmla="*/ 2147483646 h 106"/>
              <a:gd name="T6" fmla="*/ 2147483646 w 126"/>
              <a:gd name="T7" fmla="*/ 0 h 106"/>
              <a:gd name="T8" fmla="*/ 2147483646 w 126"/>
              <a:gd name="T9" fmla="*/ 2147483646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6"/>
              <a:gd name="T16" fmla="*/ 0 h 106"/>
              <a:gd name="T17" fmla="*/ 126 w 126"/>
              <a:gd name="T18" fmla="*/ 106 h 1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6" h="106">
                <a:moveTo>
                  <a:pt x="90" y="24"/>
                </a:moveTo>
                <a:lnTo>
                  <a:pt x="126" y="41"/>
                </a:lnTo>
                <a:lnTo>
                  <a:pt x="0" y="106"/>
                </a:lnTo>
                <a:lnTo>
                  <a:pt x="63" y="0"/>
                </a:lnTo>
                <a:lnTo>
                  <a:pt x="90" y="2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25" name="Freeform 33">
            <a:extLst>
              <a:ext uri="{FF2B5EF4-FFF2-40B4-BE49-F238E27FC236}">
                <a16:creationId xmlns:a16="http://schemas.microsoft.com/office/drawing/2014/main" id="{EEAAAE29-0D59-C73F-8CF1-1C087CA10E82}"/>
              </a:ext>
            </a:extLst>
          </p:cNvPr>
          <p:cNvSpPr>
            <a:spLocks/>
          </p:cNvSpPr>
          <p:nvPr/>
        </p:nvSpPr>
        <p:spPr bwMode="auto">
          <a:xfrm>
            <a:off x="9120188" y="1697038"/>
            <a:ext cx="228600" cy="246062"/>
          </a:xfrm>
          <a:custGeom>
            <a:avLst/>
            <a:gdLst>
              <a:gd name="T0" fmla="*/ 2147483646 w 144"/>
              <a:gd name="T1" fmla="*/ 0 h 155"/>
              <a:gd name="T2" fmla="*/ 0 w 144"/>
              <a:gd name="T3" fmla="*/ 2147483646 h 155"/>
              <a:gd name="T4" fmla="*/ 2147483646 w 144"/>
              <a:gd name="T5" fmla="*/ 2147483646 h 155"/>
              <a:gd name="T6" fmla="*/ 2147483646 w 144"/>
              <a:gd name="T7" fmla="*/ 2147483646 h 155"/>
              <a:gd name="T8" fmla="*/ 2147483646 w 144"/>
              <a:gd name="T9" fmla="*/ 2147483646 h 155"/>
              <a:gd name="T10" fmla="*/ 2147483646 w 144"/>
              <a:gd name="T11" fmla="*/ 2147483646 h 155"/>
              <a:gd name="T12" fmla="*/ 2147483646 w 144"/>
              <a:gd name="T13" fmla="*/ 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44"/>
              <a:gd name="T22" fmla="*/ 0 h 155"/>
              <a:gd name="T23" fmla="*/ 144 w 144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44" h="155">
                <a:moveTo>
                  <a:pt x="18" y="0"/>
                </a:moveTo>
                <a:lnTo>
                  <a:pt x="0" y="8"/>
                </a:lnTo>
                <a:lnTo>
                  <a:pt x="126" y="155"/>
                </a:lnTo>
                <a:lnTo>
                  <a:pt x="144" y="147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26" name="Freeform 34">
            <a:extLst>
              <a:ext uri="{FF2B5EF4-FFF2-40B4-BE49-F238E27FC236}">
                <a16:creationId xmlns:a16="http://schemas.microsoft.com/office/drawing/2014/main" id="{C5CE78AF-A17F-DA3A-B45F-38053A465ECA}"/>
              </a:ext>
            </a:extLst>
          </p:cNvPr>
          <p:cNvSpPr>
            <a:spLocks/>
          </p:cNvSpPr>
          <p:nvPr/>
        </p:nvSpPr>
        <p:spPr bwMode="auto">
          <a:xfrm>
            <a:off x="9320214" y="1930400"/>
            <a:ext cx="185737" cy="260350"/>
          </a:xfrm>
          <a:custGeom>
            <a:avLst/>
            <a:gdLst>
              <a:gd name="T0" fmla="*/ 2147483646 w 117"/>
              <a:gd name="T1" fmla="*/ 0 h 164"/>
              <a:gd name="T2" fmla="*/ 0 w 117"/>
              <a:gd name="T3" fmla="*/ 2147483646 h 164"/>
              <a:gd name="T4" fmla="*/ 2147483646 w 117"/>
              <a:gd name="T5" fmla="*/ 2147483646 h 164"/>
              <a:gd name="T6" fmla="*/ 2147483646 w 117"/>
              <a:gd name="T7" fmla="*/ 2147483646 h 164"/>
              <a:gd name="T8" fmla="*/ 2147483646 w 117"/>
              <a:gd name="T9" fmla="*/ 2147483646 h 164"/>
              <a:gd name="T10" fmla="*/ 2147483646 w 117"/>
              <a:gd name="T11" fmla="*/ 2147483646 h 164"/>
              <a:gd name="T12" fmla="*/ 2147483646 w 117"/>
              <a:gd name="T13" fmla="*/ 0 h 16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17"/>
              <a:gd name="T22" fmla="*/ 0 h 164"/>
              <a:gd name="T23" fmla="*/ 117 w 117"/>
              <a:gd name="T24" fmla="*/ 164 h 16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17" h="164">
                <a:moveTo>
                  <a:pt x="18" y="0"/>
                </a:moveTo>
                <a:lnTo>
                  <a:pt x="0" y="8"/>
                </a:lnTo>
                <a:lnTo>
                  <a:pt x="99" y="164"/>
                </a:lnTo>
                <a:lnTo>
                  <a:pt x="117" y="155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27" name="Freeform 35">
            <a:extLst>
              <a:ext uri="{FF2B5EF4-FFF2-40B4-BE49-F238E27FC236}">
                <a16:creationId xmlns:a16="http://schemas.microsoft.com/office/drawing/2014/main" id="{364E0318-1BA0-E23D-2B57-F4BEEB865372}"/>
              </a:ext>
            </a:extLst>
          </p:cNvPr>
          <p:cNvSpPr>
            <a:spLocks/>
          </p:cNvSpPr>
          <p:nvPr/>
        </p:nvSpPr>
        <p:spPr bwMode="auto">
          <a:xfrm>
            <a:off x="9477376" y="2176463"/>
            <a:ext cx="142875" cy="247650"/>
          </a:xfrm>
          <a:custGeom>
            <a:avLst/>
            <a:gdLst>
              <a:gd name="T0" fmla="*/ 2147483646 w 90"/>
              <a:gd name="T1" fmla="*/ 0 h 156"/>
              <a:gd name="T2" fmla="*/ 0 w 90"/>
              <a:gd name="T3" fmla="*/ 2147483646 h 156"/>
              <a:gd name="T4" fmla="*/ 2147483646 w 90"/>
              <a:gd name="T5" fmla="*/ 2147483646 h 156"/>
              <a:gd name="T6" fmla="*/ 2147483646 w 90"/>
              <a:gd name="T7" fmla="*/ 2147483646 h 156"/>
              <a:gd name="T8" fmla="*/ 2147483646 w 90"/>
              <a:gd name="T9" fmla="*/ 2147483646 h 156"/>
              <a:gd name="T10" fmla="*/ 2147483646 w 90"/>
              <a:gd name="T11" fmla="*/ 2147483646 h 156"/>
              <a:gd name="T12" fmla="*/ 2147483646 w 90"/>
              <a:gd name="T13" fmla="*/ 0 h 15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90"/>
              <a:gd name="T22" fmla="*/ 0 h 156"/>
              <a:gd name="T23" fmla="*/ 90 w 90"/>
              <a:gd name="T24" fmla="*/ 156 h 15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90" h="156">
                <a:moveTo>
                  <a:pt x="18" y="0"/>
                </a:moveTo>
                <a:lnTo>
                  <a:pt x="0" y="9"/>
                </a:lnTo>
                <a:lnTo>
                  <a:pt x="72" y="156"/>
                </a:lnTo>
                <a:lnTo>
                  <a:pt x="90" y="147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28" name="Freeform 36">
            <a:extLst>
              <a:ext uri="{FF2B5EF4-FFF2-40B4-BE49-F238E27FC236}">
                <a16:creationId xmlns:a16="http://schemas.microsoft.com/office/drawing/2014/main" id="{FAF79BE4-5CFF-9956-B48D-354050951D6B}"/>
              </a:ext>
            </a:extLst>
          </p:cNvPr>
          <p:cNvSpPr>
            <a:spLocks/>
          </p:cNvSpPr>
          <p:nvPr/>
        </p:nvSpPr>
        <p:spPr bwMode="auto">
          <a:xfrm>
            <a:off x="9591675" y="2409825"/>
            <a:ext cx="114300" cy="260350"/>
          </a:xfrm>
          <a:custGeom>
            <a:avLst/>
            <a:gdLst>
              <a:gd name="T0" fmla="*/ 2147483646 w 72"/>
              <a:gd name="T1" fmla="*/ 0 h 164"/>
              <a:gd name="T2" fmla="*/ 0 w 72"/>
              <a:gd name="T3" fmla="*/ 2147483646 h 164"/>
              <a:gd name="T4" fmla="*/ 2147483646 w 72"/>
              <a:gd name="T5" fmla="*/ 2147483646 h 164"/>
              <a:gd name="T6" fmla="*/ 2147483646 w 72"/>
              <a:gd name="T7" fmla="*/ 2147483646 h 164"/>
              <a:gd name="T8" fmla="*/ 2147483646 w 72"/>
              <a:gd name="T9" fmla="*/ 2147483646 h 164"/>
              <a:gd name="T10" fmla="*/ 2147483646 w 72"/>
              <a:gd name="T11" fmla="*/ 2147483646 h 164"/>
              <a:gd name="T12" fmla="*/ 2147483646 w 72"/>
              <a:gd name="T13" fmla="*/ 0 h 16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2"/>
              <a:gd name="T22" fmla="*/ 0 h 164"/>
              <a:gd name="T23" fmla="*/ 72 w 72"/>
              <a:gd name="T24" fmla="*/ 164 h 16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2" h="164">
                <a:moveTo>
                  <a:pt x="18" y="0"/>
                </a:moveTo>
                <a:lnTo>
                  <a:pt x="0" y="9"/>
                </a:lnTo>
                <a:lnTo>
                  <a:pt x="54" y="164"/>
                </a:lnTo>
                <a:lnTo>
                  <a:pt x="54" y="156"/>
                </a:lnTo>
                <a:lnTo>
                  <a:pt x="72" y="156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29" name="Freeform 37">
            <a:extLst>
              <a:ext uri="{FF2B5EF4-FFF2-40B4-BE49-F238E27FC236}">
                <a16:creationId xmlns:a16="http://schemas.microsoft.com/office/drawing/2014/main" id="{C6F82713-77CE-B72B-0999-423BBDE1FEAC}"/>
              </a:ext>
            </a:extLst>
          </p:cNvPr>
          <p:cNvSpPr>
            <a:spLocks/>
          </p:cNvSpPr>
          <p:nvPr/>
        </p:nvSpPr>
        <p:spPr bwMode="auto">
          <a:xfrm>
            <a:off x="9677401" y="2657476"/>
            <a:ext cx="85725" cy="233363"/>
          </a:xfrm>
          <a:custGeom>
            <a:avLst/>
            <a:gdLst>
              <a:gd name="T0" fmla="*/ 2147483646 w 54"/>
              <a:gd name="T1" fmla="*/ 0 h 147"/>
              <a:gd name="T2" fmla="*/ 0 w 54"/>
              <a:gd name="T3" fmla="*/ 0 h 147"/>
              <a:gd name="T4" fmla="*/ 2147483646 w 54"/>
              <a:gd name="T5" fmla="*/ 2147483646 h 147"/>
              <a:gd name="T6" fmla="*/ 2147483646 w 54"/>
              <a:gd name="T7" fmla="*/ 2147483646 h 147"/>
              <a:gd name="T8" fmla="*/ 2147483646 w 54"/>
              <a:gd name="T9" fmla="*/ 2147483646 h 147"/>
              <a:gd name="T10" fmla="*/ 2147483646 w 54"/>
              <a:gd name="T11" fmla="*/ 2147483646 h 147"/>
              <a:gd name="T12" fmla="*/ 2147483646 w 54"/>
              <a:gd name="T13" fmla="*/ 0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54"/>
              <a:gd name="T22" fmla="*/ 0 h 147"/>
              <a:gd name="T23" fmla="*/ 54 w 54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54" h="147">
                <a:moveTo>
                  <a:pt x="18" y="0"/>
                </a:moveTo>
                <a:lnTo>
                  <a:pt x="0" y="0"/>
                </a:lnTo>
                <a:lnTo>
                  <a:pt x="36" y="147"/>
                </a:lnTo>
                <a:lnTo>
                  <a:pt x="54" y="147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30" name="Freeform 38">
            <a:extLst>
              <a:ext uri="{FF2B5EF4-FFF2-40B4-BE49-F238E27FC236}">
                <a16:creationId xmlns:a16="http://schemas.microsoft.com/office/drawing/2014/main" id="{76FECBDE-508A-7AA4-8D0E-F9000A9AF8AF}"/>
              </a:ext>
            </a:extLst>
          </p:cNvPr>
          <p:cNvSpPr>
            <a:spLocks/>
          </p:cNvSpPr>
          <p:nvPr/>
        </p:nvSpPr>
        <p:spPr bwMode="auto">
          <a:xfrm>
            <a:off x="9734550" y="2890838"/>
            <a:ext cx="57150" cy="246062"/>
          </a:xfrm>
          <a:custGeom>
            <a:avLst/>
            <a:gdLst>
              <a:gd name="T0" fmla="*/ 2147483646 w 36"/>
              <a:gd name="T1" fmla="*/ 0 h 155"/>
              <a:gd name="T2" fmla="*/ 0 w 36"/>
              <a:gd name="T3" fmla="*/ 0 h 155"/>
              <a:gd name="T4" fmla="*/ 2147483646 w 36"/>
              <a:gd name="T5" fmla="*/ 2147483646 h 155"/>
              <a:gd name="T6" fmla="*/ 2147483646 w 36"/>
              <a:gd name="T7" fmla="*/ 2147483646 h 155"/>
              <a:gd name="T8" fmla="*/ 2147483646 w 36"/>
              <a:gd name="T9" fmla="*/ 2147483646 h 155"/>
              <a:gd name="T10" fmla="*/ 2147483646 w 36"/>
              <a:gd name="T11" fmla="*/ 2147483646 h 155"/>
              <a:gd name="T12" fmla="*/ 2147483646 w 36"/>
              <a:gd name="T13" fmla="*/ 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6"/>
              <a:gd name="T22" fmla="*/ 0 h 155"/>
              <a:gd name="T23" fmla="*/ 36 w 36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6" h="155">
                <a:moveTo>
                  <a:pt x="18" y="0"/>
                </a:moveTo>
                <a:lnTo>
                  <a:pt x="0" y="0"/>
                </a:lnTo>
                <a:lnTo>
                  <a:pt x="18" y="155"/>
                </a:lnTo>
                <a:lnTo>
                  <a:pt x="36" y="155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31" name="Freeform 39">
            <a:extLst>
              <a:ext uri="{FF2B5EF4-FFF2-40B4-BE49-F238E27FC236}">
                <a16:creationId xmlns:a16="http://schemas.microsoft.com/office/drawing/2014/main" id="{B539BD29-A356-80A7-BCC8-32A02D6D1499}"/>
              </a:ext>
            </a:extLst>
          </p:cNvPr>
          <p:cNvSpPr>
            <a:spLocks/>
          </p:cNvSpPr>
          <p:nvPr/>
        </p:nvSpPr>
        <p:spPr bwMode="auto">
          <a:xfrm>
            <a:off x="9720264" y="3136901"/>
            <a:ext cx="71437" cy="479425"/>
          </a:xfrm>
          <a:custGeom>
            <a:avLst/>
            <a:gdLst>
              <a:gd name="T0" fmla="*/ 2147483646 w 45"/>
              <a:gd name="T1" fmla="*/ 0 h 302"/>
              <a:gd name="T2" fmla="*/ 2147483646 w 45"/>
              <a:gd name="T3" fmla="*/ 0 h 302"/>
              <a:gd name="T4" fmla="*/ 0 w 45"/>
              <a:gd name="T5" fmla="*/ 2147483646 h 302"/>
              <a:gd name="T6" fmla="*/ 0 w 45"/>
              <a:gd name="T7" fmla="*/ 2147483646 h 302"/>
              <a:gd name="T8" fmla="*/ 2147483646 w 45"/>
              <a:gd name="T9" fmla="*/ 2147483646 h 302"/>
              <a:gd name="T10" fmla="*/ 2147483646 w 45"/>
              <a:gd name="T11" fmla="*/ 2147483646 h 302"/>
              <a:gd name="T12" fmla="*/ 2147483646 w 45"/>
              <a:gd name="T13" fmla="*/ 0 h 30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5"/>
              <a:gd name="T22" fmla="*/ 0 h 302"/>
              <a:gd name="T23" fmla="*/ 45 w 45"/>
              <a:gd name="T24" fmla="*/ 302 h 30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5" h="302">
                <a:moveTo>
                  <a:pt x="45" y="0"/>
                </a:moveTo>
                <a:lnTo>
                  <a:pt x="27" y="0"/>
                </a:lnTo>
                <a:lnTo>
                  <a:pt x="0" y="294"/>
                </a:lnTo>
                <a:lnTo>
                  <a:pt x="18" y="302"/>
                </a:lnTo>
                <a:lnTo>
                  <a:pt x="18" y="294"/>
                </a:lnTo>
                <a:lnTo>
                  <a:pt x="4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32" name="Freeform 40">
            <a:extLst>
              <a:ext uri="{FF2B5EF4-FFF2-40B4-BE49-F238E27FC236}">
                <a16:creationId xmlns:a16="http://schemas.microsoft.com/office/drawing/2014/main" id="{E7611DEF-871D-77F1-08C5-CCD152F588E4}"/>
              </a:ext>
            </a:extLst>
          </p:cNvPr>
          <p:cNvSpPr>
            <a:spLocks/>
          </p:cNvSpPr>
          <p:nvPr/>
        </p:nvSpPr>
        <p:spPr bwMode="auto">
          <a:xfrm>
            <a:off x="9605964" y="3603625"/>
            <a:ext cx="142875" cy="427038"/>
          </a:xfrm>
          <a:custGeom>
            <a:avLst/>
            <a:gdLst>
              <a:gd name="T0" fmla="*/ 2147483646 w 90"/>
              <a:gd name="T1" fmla="*/ 2147483646 h 269"/>
              <a:gd name="T2" fmla="*/ 2147483646 w 90"/>
              <a:gd name="T3" fmla="*/ 0 h 269"/>
              <a:gd name="T4" fmla="*/ 0 w 90"/>
              <a:gd name="T5" fmla="*/ 2147483646 h 269"/>
              <a:gd name="T6" fmla="*/ 0 w 90"/>
              <a:gd name="T7" fmla="*/ 2147483646 h 269"/>
              <a:gd name="T8" fmla="*/ 2147483646 w 90"/>
              <a:gd name="T9" fmla="*/ 2147483646 h 269"/>
              <a:gd name="T10" fmla="*/ 2147483646 w 90"/>
              <a:gd name="T11" fmla="*/ 2147483646 h 269"/>
              <a:gd name="T12" fmla="*/ 2147483646 w 90"/>
              <a:gd name="T13" fmla="*/ 2147483646 h 26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90"/>
              <a:gd name="T22" fmla="*/ 0 h 269"/>
              <a:gd name="T23" fmla="*/ 90 w 90"/>
              <a:gd name="T24" fmla="*/ 269 h 26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90" h="269">
                <a:moveTo>
                  <a:pt x="90" y="8"/>
                </a:moveTo>
                <a:lnTo>
                  <a:pt x="72" y="0"/>
                </a:lnTo>
                <a:lnTo>
                  <a:pt x="0" y="261"/>
                </a:lnTo>
                <a:lnTo>
                  <a:pt x="18" y="269"/>
                </a:lnTo>
                <a:lnTo>
                  <a:pt x="9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33" name="Freeform 41">
            <a:extLst>
              <a:ext uri="{FF2B5EF4-FFF2-40B4-BE49-F238E27FC236}">
                <a16:creationId xmlns:a16="http://schemas.microsoft.com/office/drawing/2014/main" id="{54017E57-FF57-89B0-3DA7-BCB00CCA2D5D}"/>
              </a:ext>
            </a:extLst>
          </p:cNvPr>
          <p:cNvSpPr>
            <a:spLocks/>
          </p:cNvSpPr>
          <p:nvPr/>
        </p:nvSpPr>
        <p:spPr bwMode="auto">
          <a:xfrm>
            <a:off x="9420226" y="4017964"/>
            <a:ext cx="214313" cy="466725"/>
          </a:xfrm>
          <a:custGeom>
            <a:avLst/>
            <a:gdLst>
              <a:gd name="T0" fmla="*/ 2147483646 w 135"/>
              <a:gd name="T1" fmla="*/ 2147483646 h 294"/>
              <a:gd name="T2" fmla="*/ 2147483646 w 135"/>
              <a:gd name="T3" fmla="*/ 0 h 294"/>
              <a:gd name="T4" fmla="*/ 0 w 135"/>
              <a:gd name="T5" fmla="*/ 2147483646 h 294"/>
              <a:gd name="T6" fmla="*/ 0 w 135"/>
              <a:gd name="T7" fmla="*/ 2147483646 h 294"/>
              <a:gd name="T8" fmla="*/ 2147483646 w 135"/>
              <a:gd name="T9" fmla="*/ 2147483646 h 294"/>
              <a:gd name="T10" fmla="*/ 2147483646 w 135"/>
              <a:gd name="T11" fmla="*/ 2147483646 h 294"/>
              <a:gd name="T12" fmla="*/ 2147483646 w 135"/>
              <a:gd name="T13" fmla="*/ 2147483646 h 29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35"/>
              <a:gd name="T22" fmla="*/ 0 h 294"/>
              <a:gd name="T23" fmla="*/ 135 w 135"/>
              <a:gd name="T24" fmla="*/ 294 h 29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35" h="294">
                <a:moveTo>
                  <a:pt x="135" y="8"/>
                </a:moveTo>
                <a:lnTo>
                  <a:pt x="117" y="0"/>
                </a:lnTo>
                <a:lnTo>
                  <a:pt x="0" y="286"/>
                </a:lnTo>
                <a:lnTo>
                  <a:pt x="18" y="294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34" name="Freeform 42">
            <a:extLst>
              <a:ext uri="{FF2B5EF4-FFF2-40B4-BE49-F238E27FC236}">
                <a16:creationId xmlns:a16="http://schemas.microsoft.com/office/drawing/2014/main" id="{1A78A05B-2988-B100-A9B1-65846684A79E}"/>
              </a:ext>
            </a:extLst>
          </p:cNvPr>
          <p:cNvSpPr>
            <a:spLocks/>
          </p:cNvSpPr>
          <p:nvPr/>
        </p:nvSpPr>
        <p:spPr bwMode="auto">
          <a:xfrm>
            <a:off x="9163050" y="4471989"/>
            <a:ext cx="285750" cy="454025"/>
          </a:xfrm>
          <a:custGeom>
            <a:avLst/>
            <a:gdLst>
              <a:gd name="T0" fmla="*/ 2147483646 w 180"/>
              <a:gd name="T1" fmla="*/ 2147483646 h 286"/>
              <a:gd name="T2" fmla="*/ 2147483646 w 180"/>
              <a:gd name="T3" fmla="*/ 0 h 286"/>
              <a:gd name="T4" fmla="*/ 0 w 180"/>
              <a:gd name="T5" fmla="*/ 2147483646 h 286"/>
              <a:gd name="T6" fmla="*/ 0 w 180"/>
              <a:gd name="T7" fmla="*/ 2147483646 h 286"/>
              <a:gd name="T8" fmla="*/ 2147483646 w 180"/>
              <a:gd name="T9" fmla="*/ 2147483646 h 286"/>
              <a:gd name="T10" fmla="*/ 2147483646 w 180"/>
              <a:gd name="T11" fmla="*/ 2147483646 h 286"/>
              <a:gd name="T12" fmla="*/ 2147483646 w 180"/>
              <a:gd name="T13" fmla="*/ 2147483646 h 28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0"/>
              <a:gd name="T22" fmla="*/ 0 h 286"/>
              <a:gd name="T23" fmla="*/ 180 w 180"/>
              <a:gd name="T24" fmla="*/ 286 h 28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0" h="286">
                <a:moveTo>
                  <a:pt x="180" y="8"/>
                </a:moveTo>
                <a:lnTo>
                  <a:pt x="162" y="0"/>
                </a:lnTo>
                <a:lnTo>
                  <a:pt x="0" y="278"/>
                </a:lnTo>
                <a:lnTo>
                  <a:pt x="18" y="286"/>
                </a:lnTo>
                <a:lnTo>
                  <a:pt x="18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35" name="Freeform 43">
            <a:extLst>
              <a:ext uri="{FF2B5EF4-FFF2-40B4-BE49-F238E27FC236}">
                <a16:creationId xmlns:a16="http://schemas.microsoft.com/office/drawing/2014/main" id="{0EB45EB4-3F0A-6DC4-B14C-FC577EC3B1DB}"/>
              </a:ext>
            </a:extLst>
          </p:cNvPr>
          <p:cNvSpPr>
            <a:spLocks/>
          </p:cNvSpPr>
          <p:nvPr/>
        </p:nvSpPr>
        <p:spPr bwMode="auto">
          <a:xfrm>
            <a:off x="9005889" y="4913313"/>
            <a:ext cx="185737" cy="220662"/>
          </a:xfrm>
          <a:custGeom>
            <a:avLst/>
            <a:gdLst>
              <a:gd name="T0" fmla="*/ 2147483646 w 117"/>
              <a:gd name="T1" fmla="*/ 2147483646 h 139"/>
              <a:gd name="T2" fmla="*/ 2147483646 w 117"/>
              <a:gd name="T3" fmla="*/ 0 h 139"/>
              <a:gd name="T4" fmla="*/ 0 w 117"/>
              <a:gd name="T5" fmla="*/ 2147483646 h 139"/>
              <a:gd name="T6" fmla="*/ 0 w 117"/>
              <a:gd name="T7" fmla="*/ 2147483646 h 139"/>
              <a:gd name="T8" fmla="*/ 2147483646 w 117"/>
              <a:gd name="T9" fmla="*/ 2147483646 h 139"/>
              <a:gd name="T10" fmla="*/ 2147483646 w 117"/>
              <a:gd name="T11" fmla="*/ 2147483646 h 139"/>
              <a:gd name="T12" fmla="*/ 2147483646 w 117"/>
              <a:gd name="T13" fmla="*/ 2147483646 h 13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17"/>
              <a:gd name="T22" fmla="*/ 0 h 139"/>
              <a:gd name="T23" fmla="*/ 117 w 117"/>
              <a:gd name="T24" fmla="*/ 139 h 13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17" h="139">
                <a:moveTo>
                  <a:pt x="117" y="8"/>
                </a:moveTo>
                <a:lnTo>
                  <a:pt x="99" y="0"/>
                </a:lnTo>
                <a:lnTo>
                  <a:pt x="0" y="131"/>
                </a:lnTo>
                <a:lnTo>
                  <a:pt x="18" y="139"/>
                </a:lnTo>
                <a:lnTo>
                  <a:pt x="117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36" name="Freeform 44">
            <a:extLst>
              <a:ext uri="{FF2B5EF4-FFF2-40B4-BE49-F238E27FC236}">
                <a16:creationId xmlns:a16="http://schemas.microsoft.com/office/drawing/2014/main" id="{FFA4757A-D725-B507-BE9C-DBFEFCE7F909}"/>
              </a:ext>
            </a:extLst>
          </p:cNvPr>
          <p:cNvSpPr>
            <a:spLocks/>
          </p:cNvSpPr>
          <p:nvPr/>
        </p:nvSpPr>
        <p:spPr bwMode="auto">
          <a:xfrm>
            <a:off x="8820151" y="5121276"/>
            <a:ext cx="214313" cy="206375"/>
          </a:xfrm>
          <a:custGeom>
            <a:avLst/>
            <a:gdLst>
              <a:gd name="T0" fmla="*/ 2147483646 w 135"/>
              <a:gd name="T1" fmla="*/ 2147483646 h 130"/>
              <a:gd name="T2" fmla="*/ 2147483646 w 135"/>
              <a:gd name="T3" fmla="*/ 0 h 130"/>
              <a:gd name="T4" fmla="*/ 0 w 135"/>
              <a:gd name="T5" fmla="*/ 2147483646 h 130"/>
              <a:gd name="T6" fmla="*/ 2147483646 w 135"/>
              <a:gd name="T7" fmla="*/ 2147483646 h 130"/>
              <a:gd name="T8" fmla="*/ 2147483646 w 135"/>
              <a:gd name="T9" fmla="*/ 2147483646 h 13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5"/>
              <a:gd name="T16" fmla="*/ 0 h 130"/>
              <a:gd name="T17" fmla="*/ 135 w 135"/>
              <a:gd name="T18" fmla="*/ 130 h 13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5" h="130">
                <a:moveTo>
                  <a:pt x="135" y="8"/>
                </a:moveTo>
                <a:lnTo>
                  <a:pt x="117" y="0"/>
                </a:lnTo>
                <a:lnTo>
                  <a:pt x="0" y="122"/>
                </a:lnTo>
                <a:lnTo>
                  <a:pt x="18" y="130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37" name="Freeform 45">
            <a:extLst>
              <a:ext uri="{FF2B5EF4-FFF2-40B4-BE49-F238E27FC236}">
                <a16:creationId xmlns:a16="http://schemas.microsoft.com/office/drawing/2014/main" id="{B8D7387B-A936-A9F7-F364-43AC98B6FD4C}"/>
              </a:ext>
            </a:extLst>
          </p:cNvPr>
          <p:cNvSpPr>
            <a:spLocks/>
          </p:cNvSpPr>
          <p:nvPr/>
        </p:nvSpPr>
        <p:spPr bwMode="auto">
          <a:xfrm>
            <a:off x="3033714" y="3162300"/>
            <a:ext cx="28575" cy="26988"/>
          </a:xfrm>
          <a:custGeom>
            <a:avLst/>
            <a:gdLst>
              <a:gd name="T0" fmla="*/ 2147483646 w 18"/>
              <a:gd name="T1" fmla="*/ 2147483646 h 17"/>
              <a:gd name="T2" fmla="*/ 2147483646 w 18"/>
              <a:gd name="T3" fmla="*/ 2147483646 h 17"/>
              <a:gd name="T4" fmla="*/ 2147483646 w 18"/>
              <a:gd name="T5" fmla="*/ 2147483646 h 17"/>
              <a:gd name="T6" fmla="*/ 2147483646 w 18"/>
              <a:gd name="T7" fmla="*/ 2147483646 h 17"/>
              <a:gd name="T8" fmla="*/ 2147483646 w 18"/>
              <a:gd name="T9" fmla="*/ 0 h 17"/>
              <a:gd name="T10" fmla="*/ 2147483646 w 18"/>
              <a:gd name="T11" fmla="*/ 0 h 17"/>
              <a:gd name="T12" fmla="*/ 0 w 18"/>
              <a:gd name="T13" fmla="*/ 2147483646 h 17"/>
              <a:gd name="T14" fmla="*/ 0 w 18"/>
              <a:gd name="T15" fmla="*/ 2147483646 h 17"/>
              <a:gd name="T16" fmla="*/ 2147483646 w 18"/>
              <a:gd name="T17" fmla="*/ 2147483646 h 17"/>
              <a:gd name="T18" fmla="*/ 2147483646 w 18"/>
              <a:gd name="T19" fmla="*/ 2147483646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7"/>
              <a:gd name="T32" fmla="*/ 18 w 18"/>
              <a:gd name="T33" fmla="*/ 17 h 17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7">
                <a:moveTo>
                  <a:pt x="9" y="17"/>
                </a:moveTo>
                <a:lnTo>
                  <a:pt x="9" y="17"/>
                </a:lnTo>
                <a:lnTo>
                  <a:pt x="18" y="17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lnTo>
                  <a:pt x="0" y="8"/>
                </a:lnTo>
                <a:lnTo>
                  <a:pt x="0" y="17"/>
                </a:lnTo>
                <a:lnTo>
                  <a:pt x="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38" name="Freeform 46">
            <a:extLst>
              <a:ext uri="{FF2B5EF4-FFF2-40B4-BE49-F238E27FC236}">
                <a16:creationId xmlns:a16="http://schemas.microsoft.com/office/drawing/2014/main" id="{00B9746A-88E9-8193-36EA-D4CB5DE5D081}"/>
              </a:ext>
            </a:extLst>
          </p:cNvPr>
          <p:cNvSpPr>
            <a:spLocks/>
          </p:cNvSpPr>
          <p:nvPr/>
        </p:nvSpPr>
        <p:spPr bwMode="auto">
          <a:xfrm>
            <a:off x="2933700" y="3162301"/>
            <a:ext cx="171450" cy="195263"/>
          </a:xfrm>
          <a:custGeom>
            <a:avLst/>
            <a:gdLst>
              <a:gd name="T0" fmla="*/ 2147483646 w 108"/>
              <a:gd name="T1" fmla="*/ 2147483646 h 123"/>
              <a:gd name="T2" fmla="*/ 2147483646 w 108"/>
              <a:gd name="T3" fmla="*/ 2147483646 h 123"/>
              <a:gd name="T4" fmla="*/ 0 w 108"/>
              <a:gd name="T5" fmla="*/ 2147483646 h 123"/>
              <a:gd name="T6" fmla="*/ 2147483646 w 108"/>
              <a:gd name="T7" fmla="*/ 0 h 123"/>
              <a:gd name="T8" fmla="*/ 2147483646 w 108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8"/>
              <a:gd name="T16" fmla="*/ 0 h 123"/>
              <a:gd name="T17" fmla="*/ 108 w 108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8" h="123">
                <a:moveTo>
                  <a:pt x="72" y="17"/>
                </a:moveTo>
                <a:lnTo>
                  <a:pt x="108" y="33"/>
                </a:lnTo>
                <a:lnTo>
                  <a:pt x="0" y="123"/>
                </a:lnTo>
                <a:lnTo>
                  <a:pt x="36" y="0"/>
                </a:lnTo>
                <a:lnTo>
                  <a:pt x="72" y="17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39" name="Freeform 47">
            <a:extLst>
              <a:ext uri="{FF2B5EF4-FFF2-40B4-BE49-F238E27FC236}">
                <a16:creationId xmlns:a16="http://schemas.microsoft.com/office/drawing/2014/main" id="{A61C3599-8543-8A5B-F291-B0BFCFAD4825}"/>
              </a:ext>
            </a:extLst>
          </p:cNvPr>
          <p:cNvSpPr>
            <a:spLocks/>
          </p:cNvSpPr>
          <p:nvPr/>
        </p:nvSpPr>
        <p:spPr bwMode="auto">
          <a:xfrm>
            <a:off x="2933700" y="3162301"/>
            <a:ext cx="171450" cy="195263"/>
          </a:xfrm>
          <a:custGeom>
            <a:avLst/>
            <a:gdLst>
              <a:gd name="T0" fmla="*/ 2147483646 w 108"/>
              <a:gd name="T1" fmla="*/ 2147483646 h 123"/>
              <a:gd name="T2" fmla="*/ 2147483646 w 108"/>
              <a:gd name="T3" fmla="*/ 2147483646 h 123"/>
              <a:gd name="T4" fmla="*/ 0 w 108"/>
              <a:gd name="T5" fmla="*/ 2147483646 h 123"/>
              <a:gd name="T6" fmla="*/ 2147483646 w 108"/>
              <a:gd name="T7" fmla="*/ 0 h 123"/>
              <a:gd name="T8" fmla="*/ 2147483646 w 108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8"/>
              <a:gd name="T16" fmla="*/ 0 h 123"/>
              <a:gd name="T17" fmla="*/ 108 w 108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8" h="123">
                <a:moveTo>
                  <a:pt x="72" y="17"/>
                </a:moveTo>
                <a:lnTo>
                  <a:pt x="108" y="33"/>
                </a:lnTo>
                <a:lnTo>
                  <a:pt x="0" y="123"/>
                </a:lnTo>
                <a:lnTo>
                  <a:pt x="36" y="0"/>
                </a:lnTo>
                <a:lnTo>
                  <a:pt x="72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40" name="Freeform 48">
            <a:extLst>
              <a:ext uri="{FF2B5EF4-FFF2-40B4-BE49-F238E27FC236}">
                <a16:creationId xmlns:a16="http://schemas.microsoft.com/office/drawing/2014/main" id="{BA7D2323-FD12-0706-4417-9950C8404639}"/>
              </a:ext>
            </a:extLst>
          </p:cNvPr>
          <p:cNvSpPr>
            <a:spLocks/>
          </p:cNvSpPr>
          <p:nvPr/>
        </p:nvSpPr>
        <p:spPr bwMode="auto">
          <a:xfrm>
            <a:off x="8277225" y="2514600"/>
            <a:ext cx="285750" cy="311150"/>
          </a:xfrm>
          <a:custGeom>
            <a:avLst/>
            <a:gdLst>
              <a:gd name="T0" fmla="*/ 2147483646 w 180"/>
              <a:gd name="T1" fmla="*/ 2147483646 h 196"/>
              <a:gd name="T2" fmla="*/ 2147483646 w 180"/>
              <a:gd name="T3" fmla="*/ 2147483646 h 196"/>
              <a:gd name="T4" fmla="*/ 2147483646 w 180"/>
              <a:gd name="T5" fmla="*/ 0 h 196"/>
              <a:gd name="T6" fmla="*/ 2147483646 w 180"/>
              <a:gd name="T7" fmla="*/ 0 h 196"/>
              <a:gd name="T8" fmla="*/ 0 w 180"/>
              <a:gd name="T9" fmla="*/ 2147483646 h 196"/>
              <a:gd name="T10" fmla="*/ 0 w 180"/>
              <a:gd name="T11" fmla="*/ 2147483646 h 196"/>
              <a:gd name="T12" fmla="*/ 2147483646 w 180"/>
              <a:gd name="T13" fmla="*/ 2147483646 h 19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0"/>
              <a:gd name="T22" fmla="*/ 0 h 196"/>
              <a:gd name="T23" fmla="*/ 180 w 180"/>
              <a:gd name="T24" fmla="*/ 196 h 19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0" h="196">
                <a:moveTo>
                  <a:pt x="162" y="196"/>
                </a:moveTo>
                <a:lnTo>
                  <a:pt x="180" y="188"/>
                </a:lnTo>
                <a:lnTo>
                  <a:pt x="18" y="0"/>
                </a:lnTo>
                <a:lnTo>
                  <a:pt x="0" y="8"/>
                </a:lnTo>
                <a:lnTo>
                  <a:pt x="162" y="19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41" name="Freeform 49">
            <a:extLst>
              <a:ext uri="{FF2B5EF4-FFF2-40B4-BE49-F238E27FC236}">
                <a16:creationId xmlns:a16="http://schemas.microsoft.com/office/drawing/2014/main" id="{71E1F02E-3D96-B08E-AF40-749D2B1EFA35}"/>
              </a:ext>
            </a:extLst>
          </p:cNvPr>
          <p:cNvSpPr>
            <a:spLocks/>
          </p:cNvSpPr>
          <p:nvPr/>
        </p:nvSpPr>
        <p:spPr bwMode="auto">
          <a:xfrm>
            <a:off x="7991476" y="2228850"/>
            <a:ext cx="314325" cy="298450"/>
          </a:xfrm>
          <a:custGeom>
            <a:avLst/>
            <a:gdLst>
              <a:gd name="T0" fmla="*/ 2147483646 w 198"/>
              <a:gd name="T1" fmla="*/ 2147483646 h 188"/>
              <a:gd name="T2" fmla="*/ 2147483646 w 198"/>
              <a:gd name="T3" fmla="*/ 2147483646 h 188"/>
              <a:gd name="T4" fmla="*/ 2147483646 w 198"/>
              <a:gd name="T5" fmla="*/ 2147483646 h 188"/>
              <a:gd name="T6" fmla="*/ 2147483646 w 198"/>
              <a:gd name="T7" fmla="*/ 0 h 188"/>
              <a:gd name="T8" fmla="*/ 2147483646 w 198"/>
              <a:gd name="T9" fmla="*/ 2147483646 h 188"/>
              <a:gd name="T10" fmla="*/ 0 w 198"/>
              <a:gd name="T11" fmla="*/ 2147483646 h 188"/>
              <a:gd name="T12" fmla="*/ 2147483646 w 198"/>
              <a:gd name="T13" fmla="*/ 2147483646 h 1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98"/>
              <a:gd name="T22" fmla="*/ 0 h 188"/>
              <a:gd name="T23" fmla="*/ 198 w 198"/>
              <a:gd name="T24" fmla="*/ 188 h 1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98" h="188">
                <a:moveTo>
                  <a:pt x="180" y="188"/>
                </a:moveTo>
                <a:lnTo>
                  <a:pt x="198" y="180"/>
                </a:lnTo>
                <a:lnTo>
                  <a:pt x="18" y="8"/>
                </a:lnTo>
                <a:lnTo>
                  <a:pt x="18" y="0"/>
                </a:lnTo>
                <a:lnTo>
                  <a:pt x="9" y="16"/>
                </a:lnTo>
                <a:lnTo>
                  <a:pt x="0" y="16"/>
                </a:lnTo>
                <a:lnTo>
                  <a:pt x="180" y="18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42" name="Freeform 50">
            <a:extLst>
              <a:ext uri="{FF2B5EF4-FFF2-40B4-BE49-F238E27FC236}">
                <a16:creationId xmlns:a16="http://schemas.microsoft.com/office/drawing/2014/main" id="{561A061B-81D9-218C-0D98-49915B3BFC4A}"/>
              </a:ext>
            </a:extLst>
          </p:cNvPr>
          <p:cNvSpPr>
            <a:spLocks/>
          </p:cNvSpPr>
          <p:nvPr/>
        </p:nvSpPr>
        <p:spPr bwMode="auto">
          <a:xfrm>
            <a:off x="7677150" y="2020888"/>
            <a:ext cx="342900" cy="233362"/>
          </a:xfrm>
          <a:custGeom>
            <a:avLst/>
            <a:gdLst>
              <a:gd name="T0" fmla="*/ 2147483646 w 216"/>
              <a:gd name="T1" fmla="*/ 2147483646 h 147"/>
              <a:gd name="T2" fmla="*/ 2147483646 w 216"/>
              <a:gd name="T3" fmla="*/ 2147483646 h 147"/>
              <a:gd name="T4" fmla="*/ 2147483646 w 216"/>
              <a:gd name="T5" fmla="*/ 0 h 147"/>
              <a:gd name="T6" fmla="*/ 2147483646 w 216"/>
              <a:gd name="T7" fmla="*/ 0 h 147"/>
              <a:gd name="T8" fmla="*/ 0 w 216"/>
              <a:gd name="T9" fmla="*/ 2147483646 h 147"/>
              <a:gd name="T10" fmla="*/ 0 w 216"/>
              <a:gd name="T11" fmla="*/ 2147483646 h 147"/>
              <a:gd name="T12" fmla="*/ 2147483646 w 216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147"/>
              <a:gd name="T23" fmla="*/ 216 w 216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147">
                <a:moveTo>
                  <a:pt x="207" y="147"/>
                </a:moveTo>
                <a:lnTo>
                  <a:pt x="216" y="131"/>
                </a:lnTo>
                <a:lnTo>
                  <a:pt x="9" y="0"/>
                </a:lnTo>
                <a:lnTo>
                  <a:pt x="0" y="17"/>
                </a:lnTo>
                <a:lnTo>
                  <a:pt x="207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43" name="Freeform 51">
            <a:extLst>
              <a:ext uri="{FF2B5EF4-FFF2-40B4-BE49-F238E27FC236}">
                <a16:creationId xmlns:a16="http://schemas.microsoft.com/office/drawing/2014/main" id="{0461774D-820F-C580-384E-683AD39CD64C}"/>
              </a:ext>
            </a:extLst>
          </p:cNvPr>
          <p:cNvSpPr>
            <a:spLocks/>
          </p:cNvSpPr>
          <p:nvPr/>
        </p:nvSpPr>
        <p:spPr bwMode="auto">
          <a:xfrm>
            <a:off x="7334250" y="1839913"/>
            <a:ext cx="357188" cy="207962"/>
          </a:xfrm>
          <a:custGeom>
            <a:avLst/>
            <a:gdLst>
              <a:gd name="T0" fmla="*/ 2147483646 w 225"/>
              <a:gd name="T1" fmla="*/ 2147483646 h 131"/>
              <a:gd name="T2" fmla="*/ 2147483646 w 225"/>
              <a:gd name="T3" fmla="*/ 2147483646 h 131"/>
              <a:gd name="T4" fmla="*/ 2147483646 w 225"/>
              <a:gd name="T5" fmla="*/ 0 h 131"/>
              <a:gd name="T6" fmla="*/ 2147483646 w 225"/>
              <a:gd name="T7" fmla="*/ 0 h 131"/>
              <a:gd name="T8" fmla="*/ 0 w 225"/>
              <a:gd name="T9" fmla="*/ 2147483646 h 131"/>
              <a:gd name="T10" fmla="*/ 0 w 225"/>
              <a:gd name="T11" fmla="*/ 2147483646 h 131"/>
              <a:gd name="T12" fmla="*/ 2147483646 w 225"/>
              <a:gd name="T13" fmla="*/ 2147483646 h 13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131"/>
              <a:gd name="T23" fmla="*/ 225 w 225"/>
              <a:gd name="T24" fmla="*/ 131 h 13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131">
                <a:moveTo>
                  <a:pt x="216" y="131"/>
                </a:moveTo>
                <a:lnTo>
                  <a:pt x="225" y="114"/>
                </a:lnTo>
                <a:lnTo>
                  <a:pt x="9" y="0"/>
                </a:lnTo>
                <a:lnTo>
                  <a:pt x="0" y="16"/>
                </a:lnTo>
                <a:lnTo>
                  <a:pt x="216" y="13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44" name="Freeform 52">
            <a:extLst>
              <a:ext uri="{FF2B5EF4-FFF2-40B4-BE49-F238E27FC236}">
                <a16:creationId xmlns:a16="http://schemas.microsoft.com/office/drawing/2014/main" id="{DBDDBC85-70B5-AECD-D8E5-00A8F2020AE2}"/>
              </a:ext>
            </a:extLst>
          </p:cNvPr>
          <p:cNvSpPr>
            <a:spLocks/>
          </p:cNvSpPr>
          <p:nvPr/>
        </p:nvSpPr>
        <p:spPr bwMode="auto">
          <a:xfrm>
            <a:off x="6948488" y="1724025"/>
            <a:ext cx="400050" cy="141288"/>
          </a:xfrm>
          <a:custGeom>
            <a:avLst/>
            <a:gdLst>
              <a:gd name="T0" fmla="*/ 2147483646 w 252"/>
              <a:gd name="T1" fmla="*/ 2147483646 h 89"/>
              <a:gd name="T2" fmla="*/ 2147483646 w 252"/>
              <a:gd name="T3" fmla="*/ 2147483646 h 89"/>
              <a:gd name="T4" fmla="*/ 2147483646 w 252"/>
              <a:gd name="T5" fmla="*/ 0 h 89"/>
              <a:gd name="T6" fmla="*/ 0 w 252"/>
              <a:gd name="T7" fmla="*/ 0 h 89"/>
              <a:gd name="T8" fmla="*/ 0 w 252"/>
              <a:gd name="T9" fmla="*/ 2147483646 h 89"/>
              <a:gd name="T10" fmla="*/ 0 w 252"/>
              <a:gd name="T11" fmla="*/ 2147483646 h 89"/>
              <a:gd name="T12" fmla="*/ 2147483646 w 252"/>
              <a:gd name="T13" fmla="*/ 2147483646 h 8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52"/>
              <a:gd name="T22" fmla="*/ 0 h 89"/>
              <a:gd name="T23" fmla="*/ 252 w 252"/>
              <a:gd name="T24" fmla="*/ 89 h 8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52" h="89">
                <a:moveTo>
                  <a:pt x="243" y="89"/>
                </a:moveTo>
                <a:lnTo>
                  <a:pt x="252" y="73"/>
                </a:lnTo>
                <a:lnTo>
                  <a:pt x="9" y="0"/>
                </a:lnTo>
                <a:lnTo>
                  <a:pt x="0" y="0"/>
                </a:lnTo>
                <a:lnTo>
                  <a:pt x="0" y="16"/>
                </a:lnTo>
                <a:lnTo>
                  <a:pt x="243" y="8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45" name="Freeform 53">
            <a:extLst>
              <a:ext uri="{FF2B5EF4-FFF2-40B4-BE49-F238E27FC236}">
                <a16:creationId xmlns:a16="http://schemas.microsoft.com/office/drawing/2014/main" id="{23948CB3-6F5A-455D-C3E8-2DE85152D6B6}"/>
              </a:ext>
            </a:extLst>
          </p:cNvPr>
          <p:cNvSpPr>
            <a:spLocks/>
          </p:cNvSpPr>
          <p:nvPr/>
        </p:nvSpPr>
        <p:spPr bwMode="auto">
          <a:xfrm>
            <a:off x="6534150" y="1646239"/>
            <a:ext cx="414338" cy="103187"/>
          </a:xfrm>
          <a:custGeom>
            <a:avLst/>
            <a:gdLst>
              <a:gd name="T0" fmla="*/ 2147483646 w 261"/>
              <a:gd name="T1" fmla="*/ 2147483646 h 65"/>
              <a:gd name="T2" fmla="*/ 2147483646 w 261"/>
              <a:gd name="T3" fmla="*/ 2147483646 h 65"/>
              <a:gd name="T4" fmla="*/ 0 w 261"/>
              <a:gd name="T5" fmla="*/ 0 h 65"/>
              <a:gd name="T6" fmla="*/ 0 w 261"/>
              <a:gd name="T7" fmla="*/ 0 h 65"/>
              <a:gd name="T8" fmla="*/ 0 w 261"/>
              <a:gd name="T9" fmla="*/ 2147483646 h 65"/>
              <a:gd name="T10" fmla="*/ 0 w 261"/>
              <a:gd name="T11" fmla="*/ 2147483646 h 65"/>
              <a:gd name="T12" fmla="*/ 2147483646 w 261"/>
              <a:gd name="T13" fmla="*/ 2147483646 h 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1"/>
              <a:gd name="T22" fmla="*/ 0 h 65"/>
              <a:gd name="T23" fmla="*/ 261 w 261"/>
              <a:gd name="T24" fmla="*/ 65 h 6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1" h="65">
                <a:moveTo>
                  <a:pt x="261" y="65"/>
                </a:moveTo>
                <a:lnTo>
                  <a:pt x="261" y="49"/>
                </a:lnTo>
                <a:lnTo>
                  <a:pt x="0" y="0"/>
                </a:lnTo>
                <a:lnTo>
                  <a:pt x="0" y="16"/>
                </a:lnTo>
                <a:lnTo>
                  <a:pt x="261" y="6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46" name="Freeform 54">
            <a:extLst>
              <a:ext uri="{FF2B5EF4-FFF2-40B4-BE49-F238E27FC236}">
                <a16:creationId xmlns:a16="http://schemas.microsoft.com/office/drawing/2014/main" id="{7D9FCF5A-AA8F-DCEC-81E1-BFB2F55A6B03}"/>
              </a:ext>
            </a:extLst>
          </p:cNvPr>
          <p:cNvSpPr>
            <a:spLocks/>
          </p:cNvSpPr>
          <p:nvPr/>
        </p:nvSpPr>
        <p:spPr bwMode="auto">
          <a:xfrm>
            <a:off x="6091238" y="1631950"/>
            <a:ext cx="442912" cy="39688"/>
          </a:xfrm>
          <a:custGeom>
            <a:avLst/>
            <a:gdLst>
              <a:gd name="T0" fmla="*/ 2147483646 w 279"/>
              <a:gd name="T1" fmla="*/ 2147483646 h 25"/>
              <a:gd name="T2" fmla="*/ 2147483646 w 279"/>
              <a:gd name="T3" fmla="*/ 2147483646 h 25"/>
              <a:gd name="T4" fmla="*/ 0 w 279"/>
              <a:gd name="T5" fmla="*/ 0 h 25"/>
              <a:gd name="T6" fmla="*/ 0 w 279"/>
              <a:gd name="T7" fmla="*/ 0 h 25"/>
              <a:gd name="T8" fmla="*/ 0 w 279"/>
              <a:gd name="T9" fmla="*/ 2147483646 h 25"/>
              <a:gd name="T10" fmla="*/ 0 w 279"/>
              <a:gd name="T11" fmla="*/ 2147483646 h 25"/>
              <a:gd name="T12" fmla="*/ 2147483646 w 279"/>
              <a:gd name="T13" fmla="*/ 2147483646 h 2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79"/>
              <a:gd name="T22" fmla="*/ 0 h 25"/>
              <a:gd name="T23" fmla="*/ 279 w 279"/>
              <a:gd name="T24" fmla="*/ 25 h 2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79" h="25">
                <a:moveTo>
                  <a:pt x="279" y="25"/>
                </a:moveTo>
                <a:lnTo>
                  <a:pt x="279" y="9"/>
                </a:lnTo>
                <a:lnTo>
                  <a:pt x="0" y="0"/>
                </a:lnTo>
                <a:lnTo>
                  <a:pt x="0" y="17"/>
                </a:lnTo>
                <a:lnTo>
                  <a:pt x="279" y="2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47" name="Freeform 55">
            <a:extLst>
              <a:ext uri="{FF2B5EF4-FFF2-40B4-BE49-F238E27FC236}">
                <a16:creationId xmlns:a16="http://schemas.microsoft.com/office/drawing/2014/main" id="{A67C447C-99AA-F493-B860-4495545F784B}"/>
              </a:ext>
            </a:extLst>
          </p:cNvPr>
          <p:cNvSpPr>
            <a:spLocks/>
          </p:cNvSpPr>
          <p:nvPr/>
        </p:nvSpPr>
        <p:spPr bwMode="auto">
          <a:xfrm>
            <a:off x="5634038" y="1631950"/>
            <a:ext cx="457200" cy="65088"/>
          </a:xfrm>
          <a:custGeom>
            <a:avLst/>
            <a:gdLst>
              <a:gd name="T0" fmla="*/ 2147483646 w 288"/>
              <a:gd name="T1" fmla="*/ 2147483646 h 41"/>
              <a:gd name="T2" fmla="*/ 2147483646 w 288"/>
              <a:gd name="T3" fmla="*/ 0 h 41"/>
              <a:gd name="T4" fmla="*/ 0 w 288"/>
              <a:gd name="T5" fmla="*/ 2147483646 h 41"/>
              <a:gd name="T6" fmla="*/ 0 w 288"/>
              <a:gd name="T7" fmla="*/ 2147483646 h 41"/>
              <a:gd name="T8" fmla="*/ 0 w 288"/>
              <a:gd name="T9" fmla="*/ 2147483646 h 41"/>
              <a:gd name="T10" fmla="*/ 0 w 288"/>
              <a:gd name="T11" fmla="*/ 2147483646 h 41"/>
              <a:gd name="T12" fmla="*/ 2147483646 w 288"/>
              <a:gd name="T13" fmla="*/ 2147483646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88"/>
              <a:gd name="T22" fmla="*/ 0 h 41"/>
              <a:gd name="T23" fmla="*/ 288 w 288"/>
              <a:gd name="T24" fmla="*/ 41 h 4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88" h="41">
                <a:moveTo>
                  <a:pt x="288" y="17"/>
                </a:moveTo>
                <a:lnTo>
                  <a:pt x="288" y="0"/>
                </a:lnTo>
                <a:lnTo>
                  <a:pt x="0" y="25"/>
                </a:lnTo>
                <a:lnTo>
                  <a:pt x="0" y="41"/>
                </a:lnTo>
                <a:lnTo>
                  <a:pt x="288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48" name="Freeform 56">
            <a:extLst>
              <a:ext uri="{FF2B5EF4-FFF2-40B4-BE49-F238E27FC236}">
                <a16:creationId xmlns:a16="http://schemas.microsoft.com/office/drawing/2014/main" id="{0B840EC3-9CB9-FD19-0916-46776C52BC89}"/>
              </a:ext>
            </a:extLst>
          </p:cNvPr>
          <p:cNvSpPr>
            <a:spLocks/>
          </p:cNvSpPr>
          <p:nvPr/>
        </p:nvSpPr>
        <p:spPr bwMode="auto">
          <a:xfrm>
            <a:off x="5162550" y="1671639"/>
            <a:ext cx="471488" cy="103187"/>
          </a:xfrm>
          <a:custGeom>
            <a:avLst/>
            <a:gdLst>
              <a:gd name="T0" fmla="*/ 2147483646 w 297"/>
              <a:gd name="T1" fmla="*/ 2147483646 h 65"/>
              <a:gd name="T2" fmla="*/ 2147483646 w 297"/>
              <a:gd name="T3" fmla="*/ 0 h 65"/>
              <a:gd name="T4" fmla="*/ 0 w 297"/>
              <a:gd name="T5" fmla="*/ 2147483646 h 65"/>
              <a:gd name="T6" fmla="*/ 0 w 297"/>
              <a:gd name="T7" fmla="*/ 2147483646 h 65"/>
              <a:gd name="T8" fmla="*/ 2147483646 w 297"/>
              <a:gd name="T9" fmla="*/ 2147483646 h 65"/>
              <a:gd name="T10" fmla="*/ 0 w 297"/>
              <a:gd name="T11" fmla="*/ 2147483646 h 65"/>
              <a:gd name="T12" fmla="*/ 2147483646 w 297"/>
              <a:gd name="T13" fmla="*/ 2147483646 h 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97"/>
              <a:gd name="T22" fmla="*/ 0 h 65"/>
              <a:gd name="T23" fmla="*/ 297 w 297"/>
              <a:gd name="T24" fmla="*/ 65 h 6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97" h="65">
                <a:moveTo>
                  <a:pt x="297" y="16"/>
                </a:moveTo>
                <a:lnTo>
                  <a:pt x="297" y="0"/>
                </a:lnTo>
                <a:lnTo>
                  <a:pt x="0" y="49"/>
                </a:lnTo>
                <a:lnTo>
                  <a:pt x="9" y="65"/>
                </a:lnTo>
                <a:lnTo>
                  <a:pt x="0" y="65"/>
                </a:lnTo>
                <a:lnTo>
                  <a:pt x="297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49" name="Freeform 57">
            <a:extLst>
              <a:ext uri="{FF2B5EF4-FFF2-40B4-BE49-F238E27FC236}">
                <a16:creationId xmlns:a16="http://schemas.microsoft.com/office/drawing/2014/main" id="{CDFA99DF-48B6-246D-2E7A-B98717CF0849}"/>
              </a:ext>
            </a:extLst>
          </p:cNvPr>
          <p:cNvSpPr>
            <a:spLocks/>
          </p:cNvSpPr>
          <p:nvPr/>
        </p:nvSpPr>
        <p:spPr bwMode="auto">
          <a:xfrm>
            <a:off x="4748214" y="1749426"/>
            <a:ext cx="428625" cy="130175"/>
          </a:xfrm>
          <a:custGeom>
            <a:avLst/>
            <a:gdLst>
              <a:gd name="T0" fmla="*/ 2147483646 w 270"/>
              <a:gd name="T1" fmla="*/ 2147483646 h 82"/>
              <a:gd name="T2" fmla="*/ 2147483646 w 270"/>
              <a:gd name="T3" fmla="*/ 0 h 82"/>
              <a:gd name="T4" fmla="*/ 0 w 270"/>
              <a:gd name="T5" fmla="*/ 2147483646 h 82"/>
              <a:gd name="T6" fmla="*/ 0 w 270"/>
              <a:gd name="T7" fmla="*/ 2147483646 h 82"/>
              <a:gd name="T8" fmla="*/ 2147483646 w 270"/>
              <a:gd name="T9" fmla="*/ 2147483646 h 82"/>
              <a:gd name="T10" fmla="*/ 2147483646 w 270"/>
              <a:gd name="T11" fmla="*/ 2147483646 h 82"/>
              <a:gd name="T12" fmla="*/ 2147483646 w 270"/>
              <a:gd name="T13" fmla="*/ 2147483646 h 8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70"/>
              <a:gd name="T22" fmla="*/ 0 h 82"/>
              <a:gd name="T23" fmla="*/ 270 w 270"/>
              <a:gd name="T24" fmla="*/ 82 h 8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70" h="82">
                <a:moveTo>
                  <a:pt x="270" y="16"/>
                </a:moveTo>
                <a:lnTo>
                  <a:pt x="261" y="0"/>
                </a:lnTo>
                <a:lnTo>
                  <a:pt x="0" y="65"/>
                </a:lnTo>
                <a:lnTo>
                  <a:pt x="9" y="82"/>
                </a:lnTo>
                <a:lnTo>
                  <a:pt x="270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50" name="Freeform 58">
            <a:extLst>
              <a:ext uri="{FF2B5EF4-FFF2-40B4-BE49-F238E27FC236}">
                <a16:creationId xmlns:a16="http://schemas.microsoft.com/office/drawing/2014/main" id="{9566E92A-7C95-7998-ADFC-8487AACBA716}"/>
              </a:ext>
            </a:extLst>
          </p:cNvPr>
          <p:cNvSpPr>
            <a:spLocks/>
          </p:cNvSpPr>
          <p:nvPr/>
        </p:nvSpPr>
        <p:spPr bwMode="auto">
          <a:xfrm>
            <a:off x="4376738" y="1852614"/>
            <a:ext cx="385762" cy="168275"/>
          </a:xfrm>
          <a:custGeom>
            <a:avLst/>
            <a:gdLst>
              <a:gd name="T0" fmla="*/ 2147483646 w 243"/>
              <a:gd name="T1" fmla="*/ 2147483646 h 106"/>
              <a:gd name="T2" fmla="*/ 2147483646 w 243"/>
              <a:gd name="T3" fmla="*/ 0 h 106"/>
              <a:gd name="T4" fmla="*/ 0 w 243"/>
              <a:gd name="T5" fmla="*/ 2147483646 h 106"/>
              <a:gd name="T6" fmla="*/ 0 w 243"/>
              <a:gd name="T7" fmla="*/ 2147483646 h 106"/>
              <a:gd name="T8" fmla="*/ 2147483646 w 243"/>
              <a:gd name="T9" fmla="*/ 2147483646 h 106"/>
              <a:gd name="T10" fmla="*/ 2147483646 w 243"/>
              <a:gd name="T11" fmla="*/ 2147483646 h 106"/>
              <a:gd name="T12" fmla="*/ 2147483646 w 243"/>
              <a:gd name="T13" fmla="*/ 2147483646 h 10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3"/>
              <a:gd name="T22" fmla="*/ 0 h 106"/>
              <a:gd name="T23" fmla="*/ 243 w 243"/>
              <a:gd name="T24" fmla="*/ 106 h 10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3" h="106">
                <a:moveTo>
                  <a:pt x="243" y="17"/>
                </a:moveTo>
                <a:lnTo>
                  <a:pt x="234" y="0"/>
                </a:lnTo>
                <a:lnTo>
                  <a:pt x="0" y="90"/>
                </a:lnTo>
                <a:lnTo>
                  <a:pt x="9" y="106"/>
                </a:lnTo>
                <a:lnTo>
                  <a:pt x="243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51" name="Freeform 59">
            <a:extLst>
              <a:ext uri="{FF2B5EF4-FFF2-40B4-BE49-F238E27FC236}">
                <a16:creationId xmlns:a16="http://schemas.microsoft.com/office/drawing/2014/main" id="{17BE7005-03CB-BCFA-E534-9DA8A6E1BDBE}"/>
              </a:ext>
            </a:extLst>
          </p:cNvPr>
          <p:cNvSpPr>
            <a:spLocks/>
          </p:cNvSpPr>
          <p:nvPr/>
        </p:nvSpPr>
        <p:spPr bwMode="auto">
          <a:xfrm>
            <a:off x="4048125" y="1995488"/>
            <a:ext cx="342900" cy="195262"/>
          </a:xfrm>
          <a:custGeom>
            <a:avLst/>
            <a:gdLst>
              <a:gd name="T0" fmla="*/ 2147483646 w 216"/>
              <a:gd name="T1" fmla="*/ 2147483646 h 123"/>
              <a:gd name="T2" fmla="*/ 2147483646 w 216"/>
              <a:gd name="T3" fmla="*/ 0 h 123"/>
              <a:gd name="T4" fmla="*/ 0 w 216"/>
              <a:gd name="T5" fmla="*/ 2147483646 h 123"/>
              <a:gd name="T6" fmla="*/ 0 w 216"/>
              <a:gd name="T7" fmla="*/ 2147483646 h 123"/>
              <a:gd name="T8" fmla="*/ 2147483646 w 216"/>
              <a:gd name="T9" fmla="*/ 2147483646 h 123"/>
              <a:gd name="T10" fmla="*/ 2147483646 w 216"/>
              <a:gd name="T11" fmla="*/ 2147483646 h 123"/>
              <a:gd name="T12" fmla="*/ 2147483646 w 216"/>
              <a:gd name="T13" fmla="*/ 2147483646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123"/>
              <a:gd name="T23" fmla="*/ 216 w 216"/>
              <a:gd name="T24" fmla="*/ 123 h 12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123">
                <a:moveTo>
                  <a:pt x="216" y="16"/>
                </a:moveTo>
                <a:lnTo>
                  <a:pt x="207" y="0"/>
                </a:lnTo>
                <a:lnTo>
                  <a:pt x="0" y="106"/>
                </a:lnTo>
                <a:lnTo>
                  <a:pt x="9" y="123"/>
                </a:lnTo>
                <a:lnTo>
                  <a:pt x="216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52" name="Freeform 60">
            <a:extLst>
              <a:ext uri="{FF2B5EF4-FFF2-40B4-BE49-F238E27FC236}">
                <a16:creationId xmlns:a16="http://schemas.microsoft.com/office/drawing/2014/main" id="{E0218BC7-AB93-9967-A1F7-53219C463549}"/>
              </a:ext>
            </a:extLst>
          </p:cNvPr>
          <p:cNvSpPr>
            <a:spLocks/>
          </p:cNvSpPr>
          <p:nvPr/>
        </p:nvSpPr>
        <p:spPr bwMode="auto">
          <a:xfrm>
            <a:off x="3762375" y="2163763"/>
            <a:ext cx="300038" cy="233362"/>
          </a:xfrm>
          <a:custGeom>
            <a:avLst/>
            <a:gdLst>
              <a:gd name="T0" fmla="*/ 2147483646 w 189"/>
              <a:gd name="T1" fmla="*/ 2147483646 h 147"/>
              <a:gd name="T2" fmla="*/ 2147483646 w 189"/>
              <a:gd name="T3" fmla="*/ 0 h 147"/>
              <a:gd name="T4" fmla="*/ 0 w 189"/>
              <a:gd name="T5" fmla="*/ 2147483646 h 147"/>
              <a:gd name="T6" fmla="*/ 0 w 189"/>
              <a:gd name="T7" fmla="*/ 2147483646 h 147"/>
              <a:gd name="T8" fmla="*/ 2147483646 w 189"/>
              <a:gd name="T9" fmla="*/ 2147483646 h 147"/>
              <a:gd name="T10" fmla="*/ 2147483646 w 189"/>
              <a:gd name="T11" fmla="*/ 2147483646 h 147"/>
              <a:gd name="T12" fmla="*/ 2147483646 w 189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147"/>
              <a:gd name="T23" fmla="*/ 189 w 189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147">
                <a:moveTo>
                  <a:pt x="189" y="17"/>
                </a:moveTo>
                <a:lnTo>
                  <a:pt x="180" y="0"/>
                </a:lnTo>
                <a:lnTo>
                  <a:pt x="0" y="131"/>
                </a:lnTo>
                <a:lnTo>
                  <a:pt x="9" y="147"/>
                </a:lnTo>
                <a:lnTo>
                  <a:pt x="18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53" name="Freeform 61">
            <a:extLst>
              <a:ext uri="{FF2B5EF4-FFF2-40B4-BE49-F238E27FC236}">
                <a16:creationId xmlns:a16="http://schemas.microsoft.com/office/drawing/2014/main" id="{764535A8-EDB2-2A82-F518-10D5A1750770}"/>
              </a:ext>
            </a:extLst>
          </p:cNvPr>
          <p:cNvSpPr>
            <a:spLocks/>
          </p:cNvSpPr>
          <p:nvPr/>
        </p:nvSpPr>
        <p:spPr bwMode="auto">
          <a:xfrm>
            <a:off x="3476625" y="2371726"/>
            <a:ext cx="300038" cy="258763"/>
          </a:xfrm>
          <a:custGeom>
            <a:avLst/>
            <a:gdLst>
              <a:gd name="T0" fmla="*/ 2147483646 w 189"/>
              <a:gd name="T1" fmla="*/ 2147483646 h 163"/>
              <a:gd name="T2" fmla="*/ 2147483646 w 189"/>
              <a:gd name="T3" fmla="*/ 0 h 163"/>
              <a:gd name="T4" fmla="*/ 2147483646 w 189"/>
              <a:gd name="T5" fmla="*/ 2147483646 h 163"/>
              <a:gd name="T6" fmla="*/ 0 w 189"/>
              <a:gd name="T7" fmla="*/ 2147483646 h 163"/>
              <a:gd name="T8" fmla="*/ 2147483646 w 189"/>
              <a:gd name="T9" fmla="*/ 2147483646 h 163"/>
              <a:gd name="T10" fmla="*/ 2147483646 w 189"/>
              <a:gd name="T11" fmla="*/ 2147483646 h 163"/>
              <a:gd name="T12" fmla="*/ 2147483646 w 189"/>
              <a:gd name="T13" fmla="*/ 2147483646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163"/>
              <a:gd name="T23" fmla="*/ 189 w 189"/>
              <a:gd name="T24" fmla="*/ 163 h 16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163">
                <a:moveTo>
                  <a:pt x="189" y="16"/>
                </a:moveTo>
                <a:lnTo>
                  <a:pt x="180" y="0"/>
                </a:lnTo>
                <a:lnTo>
                  <a:pt x="9" y="147"/>
                </a:lnTo>
                <a:lnTo>
                  <a:pt x="0" y="155"/>
                </a:lnTo>
                <a:lnTo>
                  <a:pt x="18" y="163"/>
                </a:lnTo>
                <a:lnTo>
                  <a:pt x="18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54" name="Freeform 62">
            <a:extLst>
              <a:ext uri="{FF2B5EF4-FFF2-40B4-BE49-F238E27FC236}">
                <a16:creationId xmlns:a16="http://schemas.microsoft.com/office/drawing/2014/main" id="{63209CA8-9370-BAB4-8BF5-B5F4AFE912C6}"/>
              </a:ext>
            </a:extLst>
          </p:cNvPr>
          <p:cNvSpPr>
            <a:spLocks/>
          </p:cNvSpPr>
          <p:nvPr/>
        </p:nvSpPr>
        <p:spPr bwMode="auto">
          <a:xfrm>
            <a:off x="3248026" y="2617788"/>
            <a:ext cx="257175" cy="273050"/>
          </a:xfrm>
          <a:custGeom>
            <a:avLst/>
            <a:gdLst>
              <a:gd name="T0" fmla="*/ 2147483646 w 162"/>
              <a:gd name="T1" fmla="*/ 2147483646 h 172"/>
              <a:gd name="T2" fmla="*/ 2147483646 w 162"/>
              <a:gd name="T3" fmla="*/ 0 h 172"/>
              <a:gd name="T4" fmla="*/ 0 w 162"/>
              <a:gd name="T5" fmla="*/ 2147483646 h 172"/>
              <a:gd name="T6" fmla="*/ 0 w 162"/>
              <a:gd name="T7" fmla="*/ 2147483646 h 172"/>
              <a:gd name="T8" fmla="*/ 2147483646 w 162"/>
              <a:gd name="T9" fmla="*/ 2147483646 h 172"/>
              <a:gd name="T10" fmla="*/ 2147483646 w 162"/>
              <a:gd name="T11" fmla="*/ 2147483646 h 172"/>
              <a:gd name="T12" fmla="*/ 2147483646 w 162"/>
              <a:gd name="T13" fmla="*/ 2147483646 h 1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2"/>
              <a:gd name="T22" fmla="*/ 0 h 172"/>
              <a:gd name="T23" fmla="*/ 162 w 162"/>
              <a:gd name="T24" fmla="*/ 172 h 17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2" h="172">
                <a:moveTo>
                  <a:pt x="162" y="8"/>
                </a:moveTo>
                <a:lnTo>
                  <a:pt x="144" y="0"/>
                </a:lnTo>
                <a:lnTo>
                  <a:pt x="0" y="163"/>
                </a:lnTo>
                <a:lnTo>
                  <a:pt x="18" y="172"/>
                </a:lnTo>
                <a:lnTo>
                  <a:pt x="16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55" name="Freeform 63">
            <a:extLst>
              <a:ext uri="{FF2B5EF4-FFF2-40B4-BE49-F238E27FC236}">
                <a16:creationId xmlns:a16="http://schemas.microsoft.com/office/drawing/2014/main" id="{ECBF3337-3EE9-374A-B6F7-1A2180FAD35B}"/>
              </a:ext>
            </a:extLst>
          </p:cNvPr>
          <p:cNvSpPr>
            <a:spLocks/>
          </p:cNvSpPr>
          <p:nvPr/>
        </p:nvSpPr>
        <p:spPr bwMode="auto">
          <a:xfrm>
            <a:off x="3033714" y="2876550"/>
            <a:ext cx="242887" cy="312738"/>
          </a:xfrm>
          <a:custGeom>
            <a:avLst/>
            <a:gdLst>
              <a:gd name="T0" fmla="*/ 2147483646 w 153"/>
              <a:gd name="T1" fmla="*/ 2147483646 h 197"/>
              <a:gd name="T2" fmla="*/ 2147483646 w 153"/>
              <a:gd name="T3" fmla="*/ 0 h 197"/>
              <a:gd name="T4" fmla="*/ 0 w 153"/>
              <a:gd name="T5" fmla="*/ 2147483646 h 197"/>
              <a:gd name="T6" fmla="*/ 2147483646 w 153"/>
              <a:gd name="T7" fmla="*/ 2147483646 h 197"/>
              <a:gd name="T8" fmla="*/ 2147483646 w 153"/>
              <a:gd name="T9" fmla="*/ 2147483646 h 19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"/>
              <a:gd name="T16" fmla="*/ 0 h 197"/>
              <a:gd name="T17" fmla="*/ 153 w 153"/>
              <a:gd name="T18" fmla="*/ 197 h 19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" h="197">
                <a:moveTo>
                  <a:pt x="153" y="9"/>
                </a:moveTo>
                <a:lnTo>
                  <a:pt x="135" y="0"/>
                </a:lnTo>
                <a:lnTo>
                  <a:pt x="0" y="188"/>
                </a:lnTo>
                <a:lnTo>
                  <a:pt x="18" y="197"/>
                </a:lnTo>
                <a:lnTo>
                  <a:pt x="153" y="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56" name="Freeform 64">
            <a:extLst>
              <a:ext uri="{FF2B5EF4-FFF2-40B4-BE49-F238E27FC236}">
                <a16:creationId xmlns:a16="http://schemas.microsoft.com/office/drawing/2014/main" id="{7D6E4E23-78CF-00FC-1AFD-8C4A9E58DF86}"/>
              </a:ext>
            </a:extLst>
          </p:cNvPr>
          <p:cNvSpPr>
            <a:spLocks/>
          </p:cNvSpPr>
          <p:nvPr/>
        </p:nvSpPr>
        <p:spPr bwMode="auto">
          <a:xfrm>
            <a:off x="9063039" y="2138363"/>
            <a:ext cx="28575" cy="25400"/>
          </a:xfrm>
          <a:custGeom>
            <a:avLst/>
            <a:gdLst>
              <a:gd name="T0" fmla="*/ 2147483646 w 18"/>
              <a:gd name="T1" fmla="*/ 0 h 16"/>
              <a:gd name="T2" fmla="*/ 2147483646 w 18"/>
              <a:gd name="T3" fmla="*/ 0 h 16"/>
              <a:gd name="T4" fmla="*/ 0 w 18"/>
              <a:gd name="T5" fmla="*/ 2147483646 h 16"/>
              <a:gd name="T6" fmla="*/ 2147483646 w 18"/>
              <a:gd name="T7" fmla="*/ 2147483646 h 16"/>
              <a:gd name="T8" fmla="*/ 2147483646 w 18"/>
              <a:gd name="T9" fmla="*/ 2147483646 h 16"/>
              <a:gd name="T10" fmla="*/ 2147483646 w 18"/>
              <a:gd name="T11" fmla="*/ 2147483646 h 16"/>
              <a:gd name="T12" fmla="*/ 2147483646 w 18"/>
              <a:gd name="T13" fmla="*/ 2147483646 h 16"/>
              <a:gd name="T14" fmla="*/ 2147483646 w 18"/>
              <a:gd name="T15" fmla="*/ 0 h 16"/>
              <a:gd name="T16" fmla="*/ 2147483646 w 18"/>
              <a:gd name="T17" fmla="*/ 0 h 16"/>
              <a:gd name="T18" fmla="*/ 2147483646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9" y="0"/>
                </a:moveTo>
                <a:lnTo>
                  <a:pt x="9" y="0"/>
                </a:lnTo>
                <a:lnTo>
                  <a:pt x="0" y="8"/>
                </a:lnTo>
                <a:lnTo>
                  <a:pt x="9" y="8"/>
                </a:lnTo>
                <a:lnTo>
                  <a:pt x="9" y="16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57" name="Freeform 65">
            <a:extLst>
              <a:ext uri="{FF2B5EF4-FFF2-40B4-BE49-F238E27FC236}">
                <a16:creationId xmlns:a16="http://schemas.microsoft.com/office/drawing/2014/main" id="{60249B10-17BA-5973-20DF-D6784D101733}"/>
              </a:ext>
            </a:extLst>
          </p:cNvPr>
          <p:cNvSpPr>
            <a:spLocks/>
          </p:cNvSpPr>
          <p:nvPr/>
        </p:nvSpPr>
        <p:spPr bwMode="auto">
          <a:xfrm>
            <a:off x="9020175" y="1943101"/>
            <a:ext cx="128588" cy="195263"/>
          </a:xfrm>
          <a:custGeom>
            <a:avLst/>
            <a:gdLst>
              <a:gd name="T0" fmla="*/ 2147483646 w 81"/>
              <a:gd name="T1" fmla="*/ 2147483646 h 123"/>
              <a:gd name="T2" fmla="*/ 0 w 81"/>
              <a:gd name="T3" fmla="*/ 2147483646 h 123"/>
              <a:gd name="T4" fmla="*/ 2147483646 w 81"/>
              <a:gd name="T5" fmla="*/ 0 h 123"/>
              <a:gd name="T6" fmla="*/ 2147483646 w 81"/>
              <a:gd name="T7" fmla="*/ 2147483646 h 123"/>
              <a:gd name="T8" fmla="*/ 2147483646 w 81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36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36" y="12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58" name="Freeform 66">
            <a:extLst>
              <a:ext uri="{FF2B5EF4-FFF2-40B4-BE49-F238E27FC236}">
                <a16:creationId xmlns:a16="http://schemas.microsoft.com/office/drawing/2014/main" id="{6D969D90-4C2E-FBAA-6CAF-F7AEC0A23002}"/>
              </a:ext>
            </a:extLst>
          </p:cNvPr>
          <p:cNvSpPr>
            <a:spLocks/>
          </p:cNvSpPr>
          <p:nvPr/>
        </p:nvSpPr>
        <p:spPr bwMode="auto">
          <a:xfrm>
            <a:off x="9020175" y="1943101"/>
            <a:ext cx="128588" cy="195263"/>
          </a:xfrm>
          <a:custGeom>
            <a:avLst/>
            <a:gdLst>
              <a:gd name="T0" fmla="*/ 2147483646 w 81"/>
              <a:gd name="T1" fmla="*/ 2147483646 h 123"/>
              <a:gd name="T2" fmla="*/ 0 w 81"/>
              <a:gd name="T3" fmla="*/ 2147483646 h 123"/>
              <a:gd name="T4" fmla="*/ 2147483646 w 81"/>
              <a:gd name="T5" fmla="*/ 0 h 123"/>
              <a:gd name="T6" fmla="*/ 2147483646 w 81"/>
              <a:gd name="T7" fmla="*/ 2147483646 h 123"/>
              <a:gd name="T8" fmla="*/ 2147483646 w 81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36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36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59" name="Freeform 67">
            <a:extLst>
              <a:ext uri="{FF2B5EF4-FFF2-40B4-BE49-F238E27FC236}">
                <a16:creationId xmlns:a16="http://schemas.microsoft.com/office/drawing/2014/main" id="{6B9A4358-CD24-1761-998C-39DA1A5A7787}"/>
              </a:ext>
            </a:extLst>
          </p:cNvPr>
          <p:cNvSpPr>
            <a:spLocks/>
          </p:cNvSpPr>
          <p:nvPr/>
        </p:nvSpPr>
        <p:spPr bwMode="auto">
          <a:xfrm>
            <a:off x="8620126" y="2695576"/>
            <a:ext cx="200025" cy="180975"/>
          </a:xfrm>
          <a:custGeom>
            <a:avLst/>
            <a:gdLst>
              <a:gd name="T0" fmla="*/ 0 w 126"/>
              <a:gd name="T1" fmla="*/ 2147483646 h 114"/>
              <a:gd name="T2" fmla="*/ 2147483646 w 126"/>
              <a:gd name="T3" fmla="*/ 2147483646 h 114"/>
              <a:gd name="T4" fmla="*/ 2147483646 w 126"/>
              <a:gd name="T5" fmla="*/ 2147483646 h 114"/>
              <a:gd name="T6" fmla="*/ 2147483646 w 126"/>
              <a:gd name="T7" fmla="*/ 2147483646 h 114"/>
              <a:gd name="T8" fmla="*/ 2147483646 w 126"/>
              <a:gd name="T9" fmla="*/ 0 h 114"/>
              <a:gd name="T10" fmla="*/ 2147483646 w 126"/>
              <a:gd name="T11" fmla="*/ 0 h 114"/>
              <a:gd name="T12" fmla="*/ 0 w 126"/>
              <a:gd name="T13" fmla="*/ 2147483646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26"/>
              <a:gd name="T22" fmla="*/ 0 h 114"/>
              <a:gd name="T23" fmla="*/ 126 w 126"/>
              <a:gd name="T24" fmla="*/ 114 h 11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26" h="114">
                <a:moveTo>
                  <a:pt x="0" y="106"/>
                </a:moveTo>
                <a:lnTo>
                  <a:pt x="18" y="114"/>
                </a:lnTo>
                <a:lnTo>
                  <a:pt x="126" y="8"/>
                </a:lnTo>
                <a:lnTo>
                  <a:pt x="10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60" name="Freeform 68">
            <a:extLst>
              <a:ext uri="{FF2B5EF4-FFF2-40B4-BE49-F238E27FC236}">
                <a16:creationId xmlns:a16="http://schemas.microsoft.com/office/drawing/2014/main" id="{A8D2E79B-456B-26F3-3080-BEF4F2194485}"/>
              </a:ext>
            </a:extLst>
          </p:cNvPr>
          <p:cNvSpPr>
            <a:spLocks/>
          </p:cNvSpPr>
          <p:nvPr/>
        </p:nvSpPr>
        <p:spPr bwMode="auto">
          <a:xfrm>
            <a:off x="8791575" y="2514601"/>
            <a:ext cx="171450" cy="193675"/>
          </a:xfrm>
          <a:custGeom>
            <a:avLst/>
            <a:gdLst>
              <a:gd name="T0" fmla="*/ 0 w 108"/>
              <a:gd name="T1" fmla="*/ 2147483646 h 122"/>
              <a:gd name="T2" fmla="*/ 2147483646 w 108"/>
              <a:gd name="T3" fmla="*/ 2147483646 h 122"/>
              <a:gd name="T4" fmla="*/ 2147483646 w 108"/>
              <a:gd name="T5" fmla="*/ 2147483646 h 122"/>
              <a:gd name="T6" fmla="*/ 2147483646 w 108"/>
              <a:gd name="T7" fmla="*/ 2147483646 h 122"/>
              <a:gd name="T8" fmla="*/ 2147483646 w 108"/>
              <a:gd name="T9" fmla="*/ 0 h 122"/>
              <a:gd name="T10" fmla="*/ 2147483646 w 108"/>
              <a:gd name="T11" fmla="*/ 0 h 122"/>
              <a:gd name="T12" fmla="*/ 0 w 108"/>
              <a:gd name="T13" fmla="*/ 2147483646 h 12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08"/>
              <a:gd name="T22" fmla="*/ 0 h 122"/>
              <a:gd name="T23" fmla="*/ 108 w 108"/>
              <a:gd name="T24" fmla="*/ 122 h 12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08" h="122">
                <a:moveTo>
                  <a:pt x="0" y="114"/>
                </a:moveTo>
                <a:lnTo>
                  <a:pt x="18" y="122"/>
                </a:lnTo>
                <a:lnTo>
                  <a:pt x="108" y="8"/>
                </a:lnTo>
                <a:lnTo>
                  <a:pt x="9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61" name="Freeform 69">
            <a:extLst>
              <a:ext uri="{FF2B5EF4-FFF2-40B4-BE49-F238E27FC236}">
                <a16:creationId xmlns:a16="http://schemas.microsoft.com/office/drawing/2014/main" id="{43B922BB-CA4C-ABC0-2830-095CBCF1E460}"/>
              </a:ext>
            </a:extLst>
          </p:cNvPr>
          <p:cNvSpPr>
            <a:spLocks/>
          </p:cNvSpPr>
          <p:nvPr/>
        </p:nvSpPr>
        <p:spPr bwMode="auto">
          <a:xfrm>
            <a:off x="8934450" y="2332038"/>
            <a:ext cx="128588" cy="195262"/>
          </a:xfrm>
          <a:custGeom>
            <a:avLst/>
            <a:gdLst>
              <a:gd name="T0" fmla="*/ 0 w 81"/>
              <a:gd name="T1" fmla="*/ 2147483646 h 123"/>
              <a:gd name="T2" fmla="*/ 2147483646 w 81"/>
              <a:gd name="T3" fmla="*/ 2147483646 h 123"/>
              <a:gd name="T4" fmla="*/ 2147483646 w 81"/>
              <a:gd name="T5" fmla="*/ 2147483646 h 123"/>
              <a:gd name="T6" fmla="*/ 2147483646 w 81"/>
              <a:gd name="T7" fmla="*/ 0 h 123"/>
              <a:gd name="T8" fmla="*/ 2147483646 w 81"/>
              <a:gd name="T9" fmla="*/ 0 h 123"/>
              <a:gd name="T10" fmla="*/ 2147483646 w 81"/>
              <a:gd name="T11" fmla="*/ 0 h 123"/>
              <a:gd name="T12" fmla="*/ 0 w 81"/>
              <a:gd name="T13" fmla="*/ 2147483646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1"/>
              <a:gd name="T22" fmla="*/ 0 h 123"/>
              <a:gd name="T23" fmla="*/ 81 w 81"/>
              <a:gd name="T24" fmla="*/ 123 h 12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1" h="123">
                <a:moveTo>
                  <a:pt x="0" y="115"/>
                </a:moveTo>
                <a:lnTo>
                  <a:pt x="18" y="123"/>
                </a:lnTo>
                <a:lnTo>
                  <a:pt x="81" y="9"/>
                </a:lnTo>
                <a:lnTo>
                  <a:pt x="81" y="0"/>
                </a:lnTo>
                <a:lnTo>
                  <a:pt x="63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62" name="Freeform 70">
            <a:extLst>
              <a:ext uri="{FF2B5EF4-FFF2-40B4-BE49-F238E27FC236}">
                <a16:creationId xmlns:a16="http://schemas.microsoft.com/office/drawing/2014/main" id="{64449CE9-286D-538A-6343-A9075321E632}"/>
              </a:ext>
            </a:extLst>
          </p:cNvPr>
          <p:cNvSpPr>
            <a:spLocks/>
          </p:cNvSpPr>
          <p:nvPr/>
        </p:nvSpPr>
        <p:spPr bwMode="auto">
          <a:xfrm>
            <a:off x="9034463" y="2138364"/>
            <a:ext cx="57150" cy="193675"/>
          </a:xfrm>
          <a:custGeom>
            <a:avLst/>
            <a:gdLst>
              <a:gd name="T0" fmla="*/ 0 w 36"/>
              <a:gd name="T1" fmla="*/ 2147483646 h 122"/>
              <a:gd name="T2" fmla="*/ 2147483646 w 36"/>
              <a:gd name="T3" fmla="*/ 2147483646 h 122"/>
              <a:gd name="T4" fmla="*/ 2147483646 w 36"/>
              <a:gd name="T5" fmla="*/ 0 h 122"/>
              <a:gd name="T6" fmla="*/ 2147483646 w 36"/>
              <a:gd name="T7" fmla="*/ 0 h 122"/>
              <a:gd name="T8" fmla="*/ 0 w 36"/>
              <a:gd name="T9" fmla="*/ 2147483646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6"/>
              <a:gd name="T16" fmla="*/ 0 h 122"/>
              <a:gd name="T17" fmla="*/ 36 w 36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6" h="122">
                <a:moveTo>
                  <a:pt x="0" y="122"/>
                </a:moveTo>
                <a:lnTo>
                  <a:pt x="18" y="122"/>
                </a:lnTo>
                <a:lnTo>
                  <a:pt x="36" y="0"/>
                </a:lnTo>
                <a:lnTo>
                  <a:pt x="18" y="0"/>
                </a:lnTo>
                <a:lnTo>
                  <a:pt x="0" y="12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63" name="Freeform 71">
            <a:extLst>
              <a:ext uri="{FF2B5EF4-FFF2-40B4-BE49-F238E27FC236}">
                <a16:creationId xmlns:a16="http://schemas.microsoft.com/office/drawing/2014/main" id="{3BB1CA0F-EB54-8D20-5ADE-CF9916B0270B}"/>
              </a:ext>
            </a:extLst>
          </p:cNvPr>
          <p:cNvSpPr>
            <a:spLocks/>
          </p:cNvSpPr>
          <p:nvPr/>
        </p:nvSpPr>
        <p:spPr bwMode="auto">
          <a:xfrm>
            <a:off x="8534401" y="2359025"/>
            <a:ext cx="28575" cy="25400"/>
          </a:xfrm>
          <a:custGeom>
            <a:avLst/>
            <a:gdLst>
              <a:gd name="T0" fmla="*/ 2147483646 w 18"/>
              <a:gd name="T1" fmla="*/ 2147483646 h 16"/>
              <a:gd name="T2" fmla="*/ 2147483646 w 18"/>
              <a:gd name="T3" fmla="*/ 2147483646 h 16"/>
              <a:gd name="T4" fmla="*/ 2147483646 w 18"/>
              <a:gd name="T5" fmla="*/ 2147483646 h 16"/>
              <a:gd name="T6" fmla="*/ 2147483646 w 18"/>
              <a:gd name="T7" fmla="*/ 0 h 16"/>
              <a:gd name="T8" fmla="*/ 2147483646 w 18"/>
              <a:gd name="T9" fmla="*/ 0 h 16"/>
              <a:gd name="T10" fmla="*/ 2147483646 w 18"/>
              <a:gd name="T11" fmla="*/ 0 h 16"/>
              <a:gd name="T12" fmla="*/ 0 w 18"/>
              <a:gd name="T13" fmla="*/ 2147483646 h 16"/>
              <a:gd name="T14" fmla="*/ 2147483646 w 18"/>
              <a:gd name="T15" fmla="*/ 2147483646 h 16"/>
              <a:gd name="T16" fmla="*/ 2147483646 w 18"/>
              <a:gd name="T17" fmla="*/ 2147483646 h 16"/>
              <a:gd name="T18" fmla="*/ 2147483646 w 18"/>
              <a:gd name="T19" fmla="*/ 2147483646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9" y="16"/>
                </a:moveTo>
                <a:lnTo>
                  <a:pt x="18" y="16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lnTo>
                  <a:pt x="0" y="8"/>
                </a:lnTo>
                <a:lnTo>
                  <a:pt x="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64" name="Freeform 72">
            <a:extLst>
              <a:ext uri="{FF2B5EF4-FFF2-40B4-BE49-F238E27FC236}">
                <a16:creationId xmlns:a16="http://schemas.microsoft.com/office/drawing/2014/main" id="{EC703673-5C7E-F4F7-8653-C0403FAAAABA}"/>
              </a:ext>
            </a:extLst>
          </p:cNvPr>
          <p:cNvSpPr>
            <a:spLocks/>
          </p:cNvSpPr>
          <p:nvPr/>
        </p:nvSpPr>
        <p:spPr bwMode="auto">
          <a:xfrm>
            <a:off x="8491539" y="2384426"/>
            <a:ext cx="128587" cy="195263"/>
          </a:xfrm>
          <a:custGeom>
            <a:avLst/>
            <a:gdLst>
              <a:gd name="T0" fmla="*/ 2147483646 w 81"/>
              <a:gd name="T1" fmla="*/ 0 h 123"/>
              <a:gd name="T2" fmla="*/ 2147483646 w 81"/>
              <a:gd name="T3" fmla="*/ 0 h 123"/>
              <a:gd name="T4" fmla="*/ 2147483646 w 81"/>
              <a:gd name="T5" fmla="*/ 2147483646 h 123"/>
              <a:gd name="T6" fmla="*/ 0 w 81"/>
              <a:gd name="T7" fmla="*/ 0 h 123"/>
              <a:gd name="T8" fmla="*/ 2147483646 w 81"/>
              <a:gd name="T9" fmla="*/ 0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36" y="0"/>
                </a:moveTo>
                <a:lnTo>
                  <a:pt x="81" y="0"/>
                </a:lnTo>
                <a:lnTo>
                  <a:pt x="36" y="123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65" name="Freeform 73">
            <a:extLst>
              <a:ext uri="{FF2B5EF4-FFF2-40B4-BE49-F238E27FC236}">
                <a16:creationId xmlns:a16="http://schemas.microsoft.com/office/drawing/2014/main" id="{BE513CE7-E195-5CDC-D8F6-EF117E059BCA}"/>
              </a:ext>
            </a:extLst>
          </p:cNvPr>
          <p:cNvSpPr>
            <a:spLocks/>
          </p:cNvSpPr>
          <p:nvPr/>
        </p:nvSpPr>
        <p:spPr bwMode="auto">
          <a:xfrm>
            <a:off x="8491539" y="2384426"/>
            <a:ext cx="128587" cy="195263"/>
          </a:xfrm>
          <a:custGeom>
            <a:avLst/>
            <a:gdLst>
              <a:gd name="T0" fmla="*/ 2147483646 w 81"/>
              <a:gd name="T1" fmla="*/ 0 h 123"/>
              <a:gd name="T2" fmla="*/ 2147483646 w 81"/>
              <a:gd name="T3" fmla="*/ 0 h 123"/>
              <a:gd name="T4" fmla="*/ 2147483646 w 81"/>
              <a:gd name="T5" fmla="*/ 2147483646 h 123"/>
              <a:gd name="T6" fmla="*/ 0 w 81"/>
              <a:gd name="T7" fmla="*/ 0 h 123"/>
              <a:gd name="T8" fmla="*/ 2147483646 w 81"/>
              <a:gd name="T9" fmla="*/ 0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36" y="0"/>
                </a:moveTo>
                <a:lnTo>
                  <a:pt x="81" y="0"/>
                </a:lnTo>
                <a:lnTo>
                  <a:pt x="36" y="123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66" name="Freeform 74">
            <a:extLst>
              <a:ext uri="{FF2B5EF4-FFF2-40B4-BE49-F238E27FC236}">
                <a16:creationId xmlns:a16="http://schemas.microsoft.com/office/drawing/2014/main" id="{081A8FBC-21E6-1727-ECB5-778F9D1E46AA}"/>
              </a:ext>
            </a:extLst>
          </p:cNvPr>
          <p:cNvSpPr>
            <a:spLocks/>
          </p:cNvSpPr>
          <p:nvPr/>
        </p:nvSpPr>
        <p:spPr bwMode="auto">
          <a:xfrm>
            <a:off x="8805863" y="1646239"/>
            <a:ext cx="214312" cy="193675"/>
          </a:xfrm>
          <a:custGeom>
            <a:avLst/>
            <a:gdLst>
              <a:gd name="T0" fmla="*/ 2147483646 w 135"/>
              <a:gd name="T1" fmla="*/ 2147483646 h 122"/>
              <a:gd name="T2" fmla="*/ 2147483646 w 135"/>
              <a:gd name="T3" fmla="*/ 0 h 122"/>
              <a:gd name="T4" fmla="*/ 0 w 135"/>
              <a:gd name="T5" fmla="*/ 2147483646 h 122"/>
              <a:gd name="T6" fmla="*/ 0 w 135"/>
              <a:gd name="T7" fmla="*/ 2147483646 h 122"/>
              <a:gd name="T8" fmla="*/ 2147483646 w 135"/>
              <a:gd name="T9" fmla="*/ 2147483646 h 122"/>
              <a:gd name="T10" fmla="*/ 2147483646 w 135"/>
              <a:gd name="T11" fmla="*/ 2147483646 h 122"/>
              <a:gd name="T12" fmla="*/ 2147483646 w 135"/>
              <a:gd name="T13" fmla="*/ 2147483646 h 12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35"/>
              <a:gd name="T22" fmla="*/ 0 h 122"/>
              <a:gd name="T23" fmla="*/ 135 w 135"/>
              <a:gd name="T24" fmla="*/ 122 h 12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35" h="122">
                <a:moveTo>
                  <a:pt x="135" y="8"/>
                </a:moveTo>
                <a:lnTo>
                  <a:pt x="117" y="0"/>
                </a:lnTo>
                <a:lnTo>
                  <a:pt x="0" y="114"/>
                </a:lnTo>
                <a:lnTo>
                  <a:pt x="18" y="122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67" name="Freeform 75">
            <a:extLst>
              <a:ext uri="{FF2B5EF4-FFF2-40B4-BE49-F238E27FC236}">
                <a16:creationId xmlns:a16="http://schemas.microsoft.com/office/drawing/2014/main" id="{95FF3138-2F99-8551-5653-1E07615B3B35}"/>
              </a:ext>
            </a:extLst>
          </p:cNvPr>
          <p:cNvSpPr>
            <a:spLocks/>
          </p:cNvSpPr>
          <p:nvPr/>
        </p:nvSpPr>
        <p:spPr bwMode="auto">
          <a:xfrm>
            <a:off x="8662988" y="1827214"/>
            <a:ext cx="171450" cy="180975"/>
          </a:xfrm>
          <a:custGeom>
            <a:avLst/>
            <a:gdLst>
              <a:gd name="T0" fmla="*/ 2147483646 w 108"/>
              <a:gd name="T1" fmla="*/ 2147483646 h 114"/>
              <a:gd name="T2" fmla="*/ 2147483646 w 108"/>
              <a:gd name="T3" fmla="*/ 0 h 114"/>
              <a:gd name="T4" fmla="*/ 0 w 108"/>
              <a:gd name="T5" fmla="*/ 2147483646 h 114"/>
              <a:gd name="T6" fmla="*/ 0 w 108"/>
              <a:gd name="T7" fmla="*/ 2147483646 h 114"/>
              <a:gd name="T8" fmla="*/ 2147483646 w 108"/>
              <a:gd name="T9" fmla="*/ 2147483646 h 114"/>
              <a:gd name="T10" fmla="*/ 2147483646 w 108"/>
              <a:gd name="T11" fmla="*/ 2147483646 h 114"/>
              <a:gd name="T12" fmla="*/ 2147483646 w 108"/>
              <a:gd name="T13" fmla="*/ 2147483646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08"/>
              <a:gd name="T22" fmla="*/ 0 h 114"/>
              <a:gd name="T23" fmla="*/ 108 w 108"/>
              <a:gd name="T24" fmla="*/ 114 h 11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08" h="114">
                <a:moveTo>
                  <a:pt x="108" y="8"/>
                </a:moveTo>
                <a:lnTo>
                  <a:pt x="90" y="0"/>
                </a:lnTo>
                <a:lnTo>
                  <a:pt x="0" y="106"/>
                </a:lnTo>
                <a:lnTo>
                  <a:pt x="18" y="114"/>
                </a:lnTo>
                <a:lnTo>
                  <a:pt x="108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68" name="Freeform 76">
            <a:extLst>
              <a:ext uri="{FF2B5EF4-FFF2-40B4-BE49-F238E27FC236}">
                <a16:creationId xmlns:a16="http://schemas.microsoft.com/office/drawing/2014/main" id="{6DBB31E6-EA70-233A-B641-E07E5298C540}"/>
              </a:ext>
            </a:extLst>
          </p:cNvPr>
          <p:cNvSpPr>
            <a:spLocks/>
          </p:cNvSpPr>
          <p:nvPr/>
        </p:nvSpPr>
        <p:spPr bwMode="auto">
          <a:xfrm>
            <a:off x="8577263" y="1995488"/>
            <a:ext cx="114300" cy="195262"/>
          </a:xfrm>
          <a:custGeom>
            <a:avLst/>
            <a:gdLst>
              <a:gd name="T0" fmla="*/ 2147483646 w 72"/>
              <a:gd name="T1" fmla="*/ 2147483646 h 123"/>
              <a:gd name="T2" fmla="*/ 2147483646 w 72"/>
              <a:gd name="T3" fmla="*/ 0 h 123"/>
              <a:gd name="T4" fmla="*/ 0 w 72"/>
              <a:gd name="T5" fmla="*/ 2147483646 h 123"/>
              <a:gd name="T6" fmla="*/ 0 w 72"/>
              <a:gd name="T7" fmla="*/ 2147483646 h 123"/>
              <a:gd name="T8" fmla="*/ 2147483646 w 72"/>
              <a:gd name="T9" fmla="*/ 2147483646 h 123"/>
              <a:gd name="T10" fmla="*/ 2147483646 w 72"/>
              <a:gd name="T11" fmla="*/ 2147483646 h 123"/>
              <a:gd name="T12" fmla="*/ 2147483646 w 72"/>
              <a:gd name="T13" fmla="*/ 2147483646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2"/>
              <a:gd name="T22" fmla="*/ 0 h 123"/>
              <a:gd name="T23" fmla="*/ 72 w 72"/>
              <a:gd name="T24" fmla="*/ 123 h 12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2" h="123">
                <a:moveTo>
                  <a:pt x="72" y="8"/>
                </a:moveTo>
                <a:lnTo>
                  <a:pt x="54" y="0"/>
                </a:lnTo>
                <a:lnTo>
                  <a:pt x="0" y="114"/>
                </a:lnTo>
                <a:lnTo>
                  <a:pt x="18" y="114"/>
                </a:lnTo>
                <a:lnTo>
                  <a:pt x="18" y="123"/>
                </a:lnTo>
                <a:lnTo>
                  <a:pt x="7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69" name="Freeform 77">
            <a:extLst>
              <a:ext uri="{FF2B5EF4-FFF2-40B4-BE49-F238E27FC236}">
                <a16:creationId xmlns:a16="http://schemas.microsoft.com/office/drawing/2014/main" id="{76FC8395-1350-49C3-DB36-FEF7481ED4EB}"/>
              </a:ext>
            </a:extLst>
          </p:cNvPr>
          <p:cNvSpPr>
            <a:spLocks/>
          </p:cNvSpPr>
          <p:nvPr/>
        </p:nvSpPr>
        <p:spPr bwMode="auto">
          <a:xfrm>
            <a:off x="8534400" y="2176463"/>
            <a:ext cx="71438" cy="195262"/>
          </a:xfrm>
          <a:custGeom>
            <a:avLst/>
            <a:gdLst>
              <a:gd name="T0" fmla="*/ 2147483646 w 45"/>
              <a:gd name="T1" fmla="*/ 0 h 123"/>
              <a:gd name="T2" fmla="*/ 2147483646 w 45"/>
              <a:gd name="T3" fmla="*/ 0 h 123"/>
              <a:gd name="T4" fmla="*/ 0 w 45"/>
              <a:gd name="T5" fmla="*/ 2147483646 h 123"/>
              <a:gd name="T6" fmla="*/ 2147483646 w 45"/>
              <a:gd name="T7" fmla="*/ 2147483646 h 123"/>
              <a:gd name="T8" fmla="*/ 2147483646 w 45"/>
              <a:gd name="T9" fmla="*/ 0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5"/>
              <a:gd name="T16" fmla="*/ 0 h 123"/>
              <a:gd name="T17" fmla="*/ 45 w 45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5" h="123">
                <a:moveTo>
                  <a:pt x="45" y="0"/>
                </a:moveTo>
                <a:lnTo>
                  <a:pt x="27" y="0"/>
                </a:lnTo>
                <a:lnTo>
                  <a:pt x="0" y="123"/>
                </a:lnTo>
                <a:lnTo>
                  <a:pt x="18" y="123"/>
                </a:lnTo>
                <a:lnTo>
                  <a:pt x="4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70" name="Freeform 78">
            <a:extLst>
              <a:ext uri="{FF2B5EF4-FFF2-40B4-BE49-F238E27FC236}">
                <a16:creationId xmlns:a16="http://schemas.microsoft.com/office/drawing/2014/main" id="{29D4D3BE-96CD-FBB5-7880-8505A0E7A11F}"/>
              </a:ext>
            </a:extLst>
          </p:cNvPr>
          <p:cNvSpPr>
            <a:spLocks/>
          </p:cNvSpPr>
          <p:nvPr/>
        </p:nvSpPr>
        <p:spPr bwMode="auto">
          <a:xfrm>
            <a:off x="6148389" y="4549775"/>
            <a:ext cx="28575" cy="25400"/>
          </a:xfrm>
          <a:custGeom>
            <a:avLst/>
            <a:gdLst>
              <a:gd name="T0" fmla="*/ 0 w 18"/>
              <a:gd name="T1" fmla="*/ 2147483646 h 16"/>
              <a:gd name="T2" fmla="*/ 0 w 18"/>
              <a:gd name="T3" fmla="*/ 2147483646 h 16"/>
              <a:gd name="T4" fmla="*/ 2147483646 w 18"/>
              <a:gd name="T5" fmla="*/ 2147483646 h 16"/>
              <a:gd name="T6" fmla="*/ 2147483646 w 18"/>
              <a:gd name="T7" fmla="*/ 2147483646 h 16"/>
              <a:gd name="T8" fmla="*/ 2147483646 w 18"/>
              <a:gd name="T9" fmla="*/ 2147483646 h 16"/>
              <a:gd name="T10" fmla="*/ 2147483646 w 18"/>
              <a:gd name="T11" fmla="*/ 0 h 16"/>
              <a:gd name="T12" fmla="*/ 0 w 18"/>
              <a:gd name="T13" fmla="*/ 0 h 16"/>
              <a:gd name="T14" fmla="*/ 0 w 18"/>
              <a:gd name="T15" fmla="*/ 2147483646 h 16"/>
              <a:gd name="T16" fmla="*/ 0 w 18"/>
              <a:gd name="T17" fmla="*/ 2147483646 h 16"/>
              <a:gd name="T18" fmla="*/ 0 w 18"/>
              <a:gd name="T19" fmla="*/ 2147483646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0" y="16"/>
                </a:moveTo>
                <a:lnTo>
                  <a:pt x="0" y="16"/>
                </a:lnTo>
                <a:lnTo>
                  <a:pt x="9" y="16"/>
                </a:lnTo>
                <a:lnTo>
                  <a:pt x="18" y="16"/>
                </a:lnTo>
                <a:lnTo>
                  <a:pt x="18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lnTo>
                  <a:pt x="0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71" name="Freeform 79">
            <a:extLst>
              <a:ext uri="{FF2B5EF4-FFF2-40B4-BE49-F238E27FC236}">
                <a16:creationId xmlns:a16="http://schemas.microsoft.com/office/drawing/2014/main" id="{3B4F4DB4-D9AC-77DC-B5AF-519BA6D609C5}"/>
              </a:ext>
            </a:extLst>
          </p:cNvPr>
          <p:cNvSpPr>
            <a:spLocks/>
          </p:cNvSpPr>
          <p:nvPr/>
        </p:nvSpPr>
        <p:spPr bwMode="auto">
          <a:xfrm>
            <a:off x="5948363" y="4524375"/>
            <a:ext cx="228600" cy="115888"/>
          </a:xfrm>
          <a:custGeom>
            <a:avLst/>
            <a:gdLst>
              <a:gd name="T0" fmla="*/ 2147483646 w 144"/>
              <a:gd name="T1" fmla="*/ 2147483646 h 73"/>
              <a:gd name="T2" fmla="*/ 2147483646 w 144"/>
              <a:gd name="T3" fmla="*/ 2147483646 h 73"/>
              <a:gd name="T4" fmla="*/ 0 w 144"/>
              <a:gd name="T5" fmla="*/ 2147483646 h 73"/>
              <a:gd name="T6" fmla="*/ 2147483646 w 144"/>
              <a:gd name="T7" fmla="*/ 0 h 73"/>
              <a:gd name="T8" fmla="*/ 2147483646 w 144"/>
              <a:gd name="T9" fmla="*/ 2147483646 h 7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73"/>
              <a:gd name="T17" fmla="*/ 144 w 144"/>
              <a:gd name="T18" fmla="*/ 73 h 7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73">
                <a:moveTo>
                  <a:pt x="126" y="32"/>
                </a:moveTo>
                <a:lnTo>
                  <a:pt x="144" y="65"/>
                </a:lnTo>
                <a:lnTo>
                  <a:pt x="0" y="73"/>
                </a:lnTo>
                <a:lnTo>
                  <a:pt x="117" y="0"/>
                </a:lnTo>
                <a:lnTo>
                  <a:pt x="126" y="32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72" name="Freeform 80">
            <a:extLst>
              <a:ext uri="{FF2B5EF4-FFF2-40B4-BE49-F238E27FC236}">
                <a16:creationId xmlns:a16="http://schemas.microsoft.com/office/drawing/2014/main" id="{1B7F71C4-4A16-4141-DFA2-4C2E2BDAAD47}"/>
              </a:ext>
            </a:extLst>
          </p:cNvPr>
          <p:cNvSpPr>
            <a:spLocks/>
          </p:cNvSpPr>
          <p:nvPr/>
        </p:nvSpPr>
        <p:spPr bwMode="auto">
          <a:xfrm>
            <a:off x="5948363" y="4524375"/>
            <a:ext cx="228600" cy="115888"/>
          </a:xfrm>
          <a:custGeom>
            <a:avLst/>
            <a:gdLst>
              <a:gd name="T0" fmla="*/ 2147483646 w 144"/>
              <a:gd name="T1" fmla="*/ 2147483646 h 73"/>
              <a:gd name="T2" fmla="*/ 2147483646 w 144"/>
              <a:gd name="T3" fmla="*/ 2147483646 h 73"/>
              <a:gd name="T4" fmla="*/ 0 w 144"/>
              <a:gd name="T5" fmla="*/ 2147483646 h 73"/>
              <a:gd name="T6" fmla="*/ 2147483646 w 144"/>
              <a:gd name="T7" fmla="*/ 0 h 73"/>
              <a:gd name="T8" fmla="*/ 2147483646 w 144"/>
              <a:gd name="T9" fmla="*/ 2147483646 h 7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73"/>
              <a:gd name="T17" fmla="*/ 144 w 144"/>
              <a:gd name="T18" fmla="*/ 73 h 7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73">
                <a:moveTo>
                  <a:pt x="126" y="32"/>
                </a:moveTo>
                <a:lnTo>
                  <a:pt x="144" y="65"/>
                </a:lnTo>
                <a:lnTo>
                  <a:pt x="0" y="73"/>
                </a:lnTo>
                <a:lnTo>
                  <a:pt x="117" y="0"/>
                </a:lnTo>
                <a:lnTo>
                  <a:pt x="126" y="3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73" name="Freeform 81">
            <a:extLst>
              <a:ext uri="{FF2B5EF4-FFF2-40B4-BE49-F238E27FC236}">
                <a16:creationId xmlns:a16="http://schemas.microsoft.com/office/drawing/2014/main" id="{65E74DE0-3A13-BB59-E772-CAE29EF078EE}"/>
              </a:ext>
            </a:extLst>
          </p:cNvPr>
          <p:cNvSpPr>
            <a:spLocks/>
          </p:cNvSpPr>
          <p:nvPr/>
        </p:nvSpPr>
        <p:spPr bwMode="auto">
          <a:xfrm>
            <a:off x="8348663" y="2825751"/>
            <a:ext cx="214312" cy="271463"/>
          </a:xfrm>
          <a:custGeom>
            <a:avLst/>
            <a:gdLst>
              <a:gd name="T0" fmla="*/ 2147483646 w 135"/>
              <a:gd name="T1" fmla="*/ 2147483646 h 171"/>
              <a:gd name="T2" fmla="*/ 2147483646 w 135"/>
              <a:gd name="T3" fmla="*/ 0 h 171"/>
              <a:gd name="T4" fmla="*/ 0 w 135"/>
              <a:gd name="T5" fmla="*/ 2147483646 h 171"/>
              <a:gd name="T6" fmla="*/ 0 w 135"/>
              <a:gd name="T7" fmla="*/ 2147483646 h 171"/>
              <a:gd name="T8" fmla="*/ 2147483646 w 135"/>
              <a:gd name="T9" fmla="*/ 2147483646 h 171"/>
              <a:gd name="T10" fmla="*/ 2147483646 w 135"/>
              <a:gd name="T11" fmla="*/ 2147483646 h 171"/>
              <a:gd name="T12" fmla="*/ 2147483646 w 135"/>
              <a:gd name="T13" fmla="*/ 2147483646 h 17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35"/>
              <a:gd name="T22" fmla="*/ 0 h 171"/>
              <a:gd name="T23" fmla="*/ 135 w 135"/>
              <a:gd name="T24" fmla="*/ 171 h 17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35" h="171">
                <a:moveTo>
                  <a:pt x="135" y="8"/>
                </a:moveTo>
                <a:lnTo>
                  <a:pt x="117" y="0"/>
                </a:lnTo>
                <a:lnTo>
                  <a:pt x="0" y="163"/>
                </a:lnTo>
                <a:lnTo>
                  <a:pt x="18" y="171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74" name="Freeform 82">
            <a:extLst>
              <a:ext uri="{FF2B5EF4-FFF2-40B4-BE49-F238E27FC236}">
                <a16:creationId xmlns:a16="http://schemas.microsoft.com/office/drawing/2014/main" id="{DD320C69-A8EB-3C77-CA2F-96095D4E3D4C}"/>
              </a:ext>
            </a:extLst>
          </p:cNvPr>
          <p:cNvSpPr>
            <a:spLocks/>
          </p:cNvSpPr>
          <p:nvPr/>
        </p:nvSpPr>
        <p:spPr bwMode="auto">
          <a:xfrm>
            <a:off x="8120064" y="3084513"/>
            <a:ext cx="257175" cy="273050"/>
          </a:xfrm>
          <a:custGeom>
            <a:avLst/>
            <a:gdLst>
              <a:gd name="T0" fmla="*/ 2147483646 w 162"/>
              <a:gd name="T1" fmla="*/ 2147483646 h 172"/>
              <a:gd name="T2" fmla="*/ 2147483646 w 162"/>
              <a:gd name="T3" fmla="*/ 0 h 172"/>
              <a:gd name="T4" fmla="*/ 0 w 162"/>
              <a:gd name="T5" fmla="*/ 2147483646 h 172"/>
              <a:gd name="T6" fmla="*/ 0 w 162"/>
              <a:gd name="T7" fmla="*/ 2147483646 h 172"/>
              <a:gd name="T8" fmla="*/ 2147483646 w 162"/>
              <a:gd name="T9" fmla="*/ 2147483646 h 172"/>
              <a:gd name="T10" fmla="*/ 2147483646 w 162"/>
              <a:gd name="T11" fmla="*/ 2147483646 h 172"/>
              <a:gd name="T12" fmla="*/ 2147483646 w 162"/>
              <a:gd name="T13" fmla="*/ 2147483646 h 1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2"/>
              <a:gd name="T22" fmla="*/ 0 h 172"/>
              <a:gd name="T23" fmla="*/ 162 w 162"/>
              <a:gd name="T24" fmla="*/ 172 h 17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2" h="172">
                <a:moveTo>
                  <a:pt x="162" y="8"/>
                </a:moveTo>
                <a:lnTo>
                  <a:pt x="144" y="0"/>
                </a:lnTo>
                <a:lnTo>
                  <a:pt x="0" y="164"/>
                </a:lnTo>
                <a:lnTo>
                  <a:pt x="0" y="155"/>
                </a:lnTo>
                <a:lnTo>
                  <a:pt x="18" y="172"/>
                </a:lnTo>
                <a:lnTo>
                  <a:pt x="16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75" name="Freeform 83">
            <a:extLst>
              <a:ext uri="{FF2B5EF4-FFF2-40B4-BE49-F238E27FC236}">
                <a16:creationId xmlns:a16="http://schemas.microsoft.com/office/drawing/2014/main" id="{3FE11A54-9ABB-88FA-A2AB-C6E1FB10BF55}"/>
              </a:ext>
            </a:extLst>
          </p:cNvPr>
          <p:cNvSpPr>
            <a:spLocks/>
          </p:cNvSpPr>
          <p:nvPr/>
        </p:nvSpPr>
        <p:spPr bwMode="auto">
          <a:xfrm>
            <a:off x="7848600" y="3330575"/>
            <a:ext cx="300038" cy="273050"/>
          </a:xfrm>
          <a:custGeom>
            <a:avLst/>
            <a:gdLst>
              <a:gd name="T0" fmla="*/ 2147483646 w 189"/>
              <a:gd name="T1" fmla="*/ 2147483646 h 172"/>
              <a:gd name="T2" fmla="*/ 2147483646 w 189"/>
              <a:gd name="T3" fmla="*/ 0 h 172"/>
              <a:gd name="T4" fmla="*/ 0 w 189"/>
              <a:gd name="T5" fmla="*/ 2147483646 h 172"/>
              <a:gd name="T6" fmla="*/ 2147483646 w 189"/>
              <a:gd name="T7" fmla="*/ 2147483646 h 172"/>
              <a:gd name="T8" fmla="*/ 2147483646 w 189"/>
              <a:gd name="T9" fmla="*/ 2147483646 h 172"/>
              <a:gd name="T10" fmla="*/ 2147483646 w 189"/>
              <a:gd name="T11" fmla="*/ 2147483646 h 172"/>
              <a:gd name="T12" fmla="*/ 2147483646 w 189"/>
              <a:gd name="T13" fmla="*/ 2147483646 h 1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172"/>
              <a:gd name="T23" fmla="*/ 189 w 189"/>
              <a:gd name="T24" fmla="*/ 172 h 17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172">
                <a:moveTo>
                  <a:pt x="189" y="17"/>
                </a:moveTo>
                <a:lnTo>
                  <a:pt x="171" y="0"/>
                </a:lnTo>
                <a:lnTo>
                  <a:pt x="0" y="156"/>
                </a:lnTo>
                <a:lnTo>
                  <a:pt x="9" y="156"/>
                </a:lnTo>
                <a:lnTo>
                  <a:pt x="18" y="172"/>
                </a:lnTo>
                <a:lnTo>
                  <a:pt x="18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76" name="Freeform 84">
            <a:extLst>
              <a:ext uri="{FF2B5EF4-FFF2-40B4-BE49-F238E27FC236}">
                <a16:creationId xmlns:a16="http://schemas.microsoft.com/office/drawing/2014/main" id="{F5FEA4C9-E9E0-FB74-D9B5-CE427A6799FF}"/>
              </a:ext>
            </a:extLst>
          </p:cNvPr>
          <p:cNvSpPr>
            <a:spLocks/>
          </p:cNvSpPr>
          <p:nvPr/>
        </p:nvSpPr>
        <p:spPr bwMode="auto">
          <a:xfrm>
            <a:off x="7577139" y="3578226"/>
            <a:ext cx="300037" cy="258763"/>
          </a:xfrm>
          <a:custGeom>
            <a:avLst/>
            <a:gdLst>
              <a:gd name="T0" fmla="*/ 2147483646 w 189"/>
              <a:gd name="T1" fmla="*/ 2147483646 h 163"/>
              <a:gd name="T2" fmla="*/ 2147483646 w 189"/>
              <a:gd name="T3" fmla="*/ 0 h 163"/>
              <a:gd name="T4" fmla="*/ 0 w 189"/>
              <a:gd name="T5" fmla="*/ 2147483646 h 163"/>
              <a:gd name="T6" fmla="*/ 0 w 189"/>
              <a:gd name="T7" fmla="*/ 2147483646 h 163"/>
              <a:gd name="T8" fmla="*/ 2147483646 w 189"/>
              <a:gd name="T9" fmla="*/ 2147483646 h 163"/>
              <a:gd name="T10" fmla="*/ 2147483646 w 189"/>
              <a:gd name="T11" fmla="*/ 2147483646 h 163"/>
              <a:gd name="T12" fmla="*/ 2147483646 w 189"/>
              <a:gd name="T13" fmla="*/ 2147483646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163"/>
              <a:gd name="T23" fmla="*/ 189 w 189"/>
              <a:gd name="T24" fmla="*/ 163 h 16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163">
                <a:moveTo>
                  <a:pt x="189" y="16"/>
                </a:moveTo>
                <a:lnTo>
                  <a:pt x="180" y="0"/>
                </a:lnTo>
                <a:lnTo>
                  <a:pt x="0" y="147"/>
                </a:lnTo>
                <a:lnTo>
                  <a:pt x="9" y="163"/>
                </a:lnTo>
                <a:lnTo>
                  <a:pt x="18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77" name="Freeform 85">
            <a:extLst>
              <a:ext uri="{FF2B5EF4-FFF2-40B4-BE49-F238E27FC236}">
                <a16:creationId xmlns:a16="http://schemas.microsoft.com/office/drawing/2014/main" id="{E6B1C7AF-CCA9-1AAB-D9C3-DAD34A281DA9}"/>
              </a:ext>
            </a:extLst>
          </p:cNvPr>
          <p:cNvSpPr>
            <a:spLocks/>
          </p:cNvSpPr>
          <p:nvPr/>
        </p:nvSpPr>
        <p:spPr bwMode="auto">
          <a:xfrm>
            <a:off x="7248525" y="3811588"/>
            <a:ext cx="342900" cy="246062"/>
          </a:xfrm>
          <a:custGeom>
            <a:avLst/>
            <a:gdLst>
              <a:gd name="T0" fmla="*/ 2147483646 w 216"/>
              <a:gd name="T1" fmla="*/ 2147483646 h 155"/>
              <a:gd name="T2" fmla="*/ 2147483646 w 216"/>
              <a:gd name="T3" fmla="*/ 0 h 155"/>
              <a:gd name="T4" fmla="*/ 0 w 216"/>
              <a:gd name="T5" fmla="*/ 2147483646 h 155"/>
              <a:gd name="T6" fmla="*/ 0 w 216"/>
              <a:gd name="T7" fmla="*/ 2147483646 h 155"/>
              <a:gd name="T8" fmla="*/ 2147483646 w 216"/>
              <a:gd name="T9" fmla="*/ 2147483646 h 155"/>
              <a:gd name="T10" fmla="*/ 2147483646 w 216"/>
              <a:gd name="T11" fmla="*/ 2147483646 h 155"/>
              <a:gd name="T12" fmla="*/ 2147483646 w 216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155"/>
              <a:gd name="T23" fmla="*/ 216 w 216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155">
                <a:moveTo>
                  <a:pt x="216" y="16"/>
                </a:moveTo>
                <a:lnTo>
                  <a:pt x="207" y="0"/>
                </a:lnTo>
                <a:lnTo>
                  <a:pt x="0" y="138"/>
                </a:lnTo>
                <a:lnTo>
                  <a:pt x="9" y="155"/>
                </a:lnTo>
                <a:lnTo>
                  <a:pt x="216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78" name="Freeform 86">
            <a:extLst>
              <a:ext uri="{FF2B5EF4-FFF2-40B4-BE49-F238E27FC236}">
                <a16:creationId xmlns:a16="http://schemas.microsoft.com/office/drawing/2014/main" id="{048D105B-9450-A67F-01E6-75697E9B8A68}"/>
              </a:ext>
            </a:extLst>
          </p:cNvPr>
          <p:cNvSpPr>
            <a:spLocks/>
          </p:cNvSpPr>
          <p:nvPr/>
        </p:nvSpPr>
        <p:spPr bwMode="auto">
          <a:xfrm>
            <a:off x="6905625" y="4030663"/>
            <a:ext cx="357188" cy="220662"/>
          </a:xfrm>
          <a:custGeom>
            <a:avLst/>
            <a:gdLst>
              <a:gd name="T0" fmla="*/ 2147483646 w 225"/>
              <a:gd name="T1" fmla="*/ 2147483646 h 139"/>
              <a:gd name="T2" fmla="*/ 2147483646 w 225"/>
              <a:gd name="T3" fmla="*/ 0 h 139"/>
              <a:gd name="T4" fmla="*/ 0 w 225"/>
              <a:gd name="T5" fmla="*/ 2147483646 h 139"/>
              <a:gd name="T6" fmla="*/ 0 w 225"/>
              <a:gd name="T7" fmla="*/ 2147483646 h 139"/>
              <a:gd name="T8" fmla="*/ 2147483646 w 225"/>
              <a:gd name="T9" fmla="*/ 2147483646 h 139"/>
              <a:gd name="T10" fmla="*/ 2147483646 w 225"/>
              <a:gd name="T11" fmla="*/ 2147483646 h 139"/>
              <a:gd name="T12" fmla="*/ 2147483646 w 225"/>
              <a:gd name="T13" fmla="*/ 2147483646 h 13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139"/>
              <a:gd name="T23" fmla="*/ 225 w 225"/>
              <a:gd name="T24" fmla="*/ 139 h 13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139">
                <a:moveTo>
                  <a:pt x="225" y="17"/>
                </a:moveTo>
                <a:lnTo>
                  <a:pt x="216" y="0"/>
                </a:lnTo>
                <a:lnTo>
                  <a:pt x="0" y="123"/>
                </a:lnTo>
                <a:lnTo>
                  <a:pt x="9" y="139"/>
                </a:lnTo>
                <a:lnTo>
                  <a:pt x="225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79" name="Freeform 87">
            <a:extLst>
              <a:ext uri="{FF2B5EF4-FFF2-40B4-BE49-F238E27FC236}">
                <a16:creationId xmlns:a16="http://schemas.microsoft.com/office/drawing/2014/main" id="{5B801173-4198-152B-279A-10B87C9C15ED}"/>
              </a:ext>
            </a:extLst>
          </p:cNvPr>
          <p:cNvSpPr>
            <a:spLocks/>
          </p:cNvSpPr>
          <p:nvPr/>
        </p:nvSpPr>
        <p:spPr bwMode="auto">
          <a:xfrm>
            <a:off x="6534151" y="4225926"/>
            <a:ext cx="385763" cy="207963"/>
          </a:xfrm>
          <a:custGeom>
            <a:avLst/>
            <a:gdLst>
              <a:gd name="T0" fmla="*/ 2147483646 w 243"/>
              <a:gd name="T1" fmla="*/ 2147483646 h 131"/>
              <a:gd name="T2" fmla="*/ 2147483646 w 243"/>
              <a:gd name="T3" fmla="*/ 0 h 131"/>
              <a:gd name="T4" fmla="*/ 0 w 243"/>
              <a:gd name="T5" fmla="*/ 2147483646 h 131"/>
              <a:gd name="T6" fmla="*/ 0 w 243"/>
              <a:gd name="T7" fmla="*/ 2147483646 h 131"/>
              <a:gd name="T8" fmla="*/ 2147483646 w 243"/>
              <a:gd name="T9" fmla="*/ 2147483646 h 131"/>
              <a:gd name="T10" fmla="*/ 2147483646 w 243"/>
              <a:gd name="T11" fmla="*/ 2147483646 h 131"/>
              <a:gd name="T12" fmla="*/ 2147483646 w 243"/>
              <a:gd name="T13" fmla="*/ 2147483646 h 13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3"/>
              <a:gd name="T22" fmla="*/ 0 h 131"/>
              <a:gd name="T23" fmla="*/ 243 w 243"/>
              <a:gd name="T24" fmla="*/ 131 h 13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3" h="131">
                <a:moveTo>
                  <a:pt x="243" y="16"/>
                </a:moveTo>
                <a:lnTo>
                  <a:pt x="234" y="0"/>
                </a:lnTo>
                <a:lnTo>
                  <a:pt x="0" y="114"/>
                </a:lnTo>
                <a:lnTo>
                  <a:pt x="9" y="131"/>
                </a:lnTo>
                <a:lnTo>
                  <a:pt x="243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80" name="Freeform 88">
            <a:extLst>
              <a:ext uri="{FF2B5EF4-FFF2-40B4-BE49-F238E27FC236}">
                <a16:creationId xmlns:a16="http://schemas.microsoft.com/office/drawing/2014/main" id="{3255430D-1EA1-49AC-4124-5E36FCAFBFB6}"/>
              </a:ext>
            </a:extLst>
          </p:cNvPr>
          <p:cNvSpPr>
            <a:spLocks/>
          </p:cNvSpPr>
          <p:nvPr/>
        </p:nvSpPr>
        <p:spPr bwMode="auto">
          <a:xfrm>
            <a:off x="6148388" y="4406901"/>
            <a:ext cx="400050" cy="168275"/>
          </a:xfrm>
          <a:custGeom>
            <a:avLst/>
            <a:gdLst>
              <a:gd name="T0" fmla="*/ 2147483646 w 252"/>
              <a:gd name="T1" fmla="*/ 2147483646 h 106"/>
              <a:gd name="T2" fmla="*/ 2147483646 w 252"/>
              <a:gd name="T3" fmla="*/ 0 h 106"/>
              <a:gd name="T4" fmla="*/ 0 w 252"/>
              <a:gd name="T5" fmla="*/ 2147483646 h 106"/>
              <a:gd name="T6" fmla="*/ 2147483646 w 252"/>
              <a:gd name="T7" fmla="*/ 2147483646 h 106"/>
              <a:gd name="T8" fmla="*/ 2147483646 w 252"/>
              <a:gd name="T9" fmla="*/ 2147483646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52"/>
              <a:gd name="T16" fmla="*/ 0 h 106"/>
              <a:gd name="T17" fmla="*/ 252 w 252"/>
              <a:gd name="T18" fmla="*/ 106 h 1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52" h="106">
                <a:moveTo>
                  <a:pt x="252" y="17"/>
                </a:moveTo>
                <a:lnTo>
                  <a:pt x="243" y="0"/>
                </a:lnTo>
                <a:lnTo>
                  <a:pt x="0" y="90"/>
                </a:lnTo>
                <a:lnTo>
                  <a:pt x="9" y="106"/>
                </a:lnTo>
                <a:lnTo>
                  <a:pt x="252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81" name="Freeform 89">
            <a:extLst>
              <a:ext uri="{FF2B5EF4-FFF2-40B4-BE49-F238E27FC236}">
                <a16:creationId xmlns:a16="http://schemas.microsoft.com/office/drawing/2014/main" id="{6FE03375-2876-1F9D-9F41-42C9CDEBF9DE}"/>
              </a:ext>
            </a:extLst>
          </p:cNvPr>
          <p:cNvSpPr>
            <a:spLocks/>
          </p:cNvSpPr>
          <p:nvPr/>
        </p:nvSpPr>
        <p:spPr bwMode="auto">
          <a:xfrm>
            <a:off x="3676651" y="4926013"/>
            <a:ext cx="28575" cy="25400"/>
          </a:xfrm>
          <a:custGeom>
            <a:avLst/>
            <a:gdLst>
              <a:gd name="T0" fmla="*/ 0 w 18"/>
              <a:gd name="T1" fmla="*/ 2147483646 h 16"/>
              <a:gd name="T2" fmla="*/ 0 w 18"/>
              <a:gd name="T3" fmla="*/ 2147483646 h 16"/>
              <a:gd name="T4" fmla="*/ 2147483646 w 18"/>
              <a:gd name="T5" fmla="*/ 2147483646 h 16"/>
              <a:gd name="T6" fmla="*/ 2147483646 w 18"/>
              <a:gd name="T7" fmla="*/ 2147483646 h 16"/>
              <a:gd name="T8" fmla="*/ 2147483646 w 18"/>
              <a:gd name="T9" fmla="*/ 2147483646 h 16"/>
              <a:gd name="T10" fmla="*/ 2147483646 w 18"/>
              <a:gd name="T11" fmla="*/ 2147483646 h 16"/>
              <a:gd name="T12" fmla="*/ 2147483646 w 18"/>
              <a:gd name="T13" fmla="*/ 0 h 16"/>
              <a:gd name="T14" fmla="*/ 0 w 18"/>
              <a:gd name="T15" fmla="*/ 0 h 16"/>
              <a:gd name="T16" fmla="*/ 0 w 18"/>
              <a:gd name="T17" fmla="*/ 2147483646 h 16"/>
              <a:gd name="T18" fmla="*/ 0 w 18"/>
              <a:gd name="T19" fmla="*/ 2147483646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0" y="8"/>
                </a:moveTo>
                <a:lnTo>
                  <a:pt x="0" y="16"/>
                </a:lnTo>
                <a:lnTo>
                  <a:pt x="9" y="16"/>
                </a:lnTo>
                <a:lnTo>
                  <a:pt x="18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82" name="Freeform 90">
            <a:extLst>
              <a:ext uri="{FF2B5EF4-FFF2-40B4-BE49-F238E27FC236}">
                <a16:creationId xmlns:a16="http://schemas.microsoft.com/office/drawing/2014/main" id="{EC352C7E-4AFF-F9F0-4D30-0F06C7AACF20}"/>
              </a:ext>
            </a:extLst>
          </p:cNvPr>
          <p:cNvSpPr>
            <a:spLocks/>
          </p:cNvSpPr>
          <p:nvPr/>
        </p:nvSpPr>
        <p:spPr bwMode="auto">
          <a:xfrm>
            <a:off x="3476625" y="4886326"/>
            <a:ext cx="228600" cy="104775"/>
          </a:xfrm>
          <a:custGeom>
            <a:avLst/>
            <a:gdLst>
              <a:gd name="T0" fmla="*/ 2147483646 w 144"/>
              <a:gd name="T1" fmla="*/ 2147483646 h 66"/>
              <a:gd name="T2" fmla="*/ 2147483646 w 144"/>
              <a:gd name="T3" fmla="*/ 2147483646 h 66"/>
              <a:gd name="T4" fmla="*/ 0 w 144"/>
              <a:gd name="T5" fmla="*/ 0 h 66"/>
              <a:gd name="T6" fmla="*/ 2147483646 w 144"/>
              <a:gd name="T7" fmla="*/ 0 h 66"/>
              <a:gd name="T8" fmla="*/ 2147483646 w 144"/>
              <a:gd name="T9" fmla="*/ 2147483646 h 6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66"/>
              <a:gd name="T17" fmla="*/ 144 w 144"/>
              <a:gd name="T18" fmla="*/ 66 h 6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66">
                <a:moveTo>
                  <a:pt x="126" y="33"/>
                </a:moveTo>
                <a:lnTo>
                  <a:pt x="117" y="66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83" name="Freeform 91">
            <a:extLst>
              <a:ext uri="{FF2B5EF4-FFF2-40B4-BE49-F238E27FC236}">
                <a16:creationId xmlns:a16="http://schemas.microsoft.com/office/drawing/2014/main" id="{9AD0698C-FFFE-2C8E-DD69-2B463D876B68}"/>
              </a:ext>
            </a:extLst>
          </p:cNvPr>
          <p:cNvSpPr>
            <a:spLocks/>
          </p:cNvSpPr>
          <p:nvPr/>
        </p:nvSpPr>
        <p:spPr bwMode="auto">
          <a:xfrm>
            <a:off x="3476625" y="4886326"/>
            <a:ext cx="228600" cy="104775"/>
          </a:xfrm>
          <a:custGeom>
            <a:avLst/>
            <a:gdLst>
              <a:gd name="T0" fmla="*/ 2147483646 w 144"/>
              <a:gd name="T1" fmla="*/ 2147483646 h 66"/>
              <a:gd name="T2" fmla="*/ 2147483646 w 144"/>
              <a:gd name="T3" fmla="*/ 2147483646 h 66"/>
              <a:gd name="T4" fmla="*/ 0 w 144"/>
              <a:gd name="T5" fmla="*/ 0 h 66"/>
              <a:gd name="T6" fmla="*/ 2147483646 w 144"/>
              <a:gd name="T7" fmla="*/ 0 h 66"/>
              <a:gd name="T8" fmla="*/ 2147483646 w 144"/>
              <a:gd name="T9" fmla="*/ 2147483646 h 6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66"/>
              <a:gd name="T17" fmla="*/ 144 w 144"/>
              <a:gd name="T18" fmla="*/ 66 h 6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66">
                <a:moveTo>
                  <a:pt x="126" y="33"/>
                </a:moveTo>
                <a:lnTo>
                  <a:pt x="117" y="66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84" name="Freeform 92">
            <a:extLst>
              <a:ext uri="{FF2B5EF4-FFF2-40B4-BE49-F238E27FC236}">
                <a16:creationId xmlns:a16="http://schemas.microsoft.com/office/drawing/2014/main" id="{706D15F8-28C4-33E6-336D-3B4812A4AEC7}"/>
              </a:ext>
            </a:extLst>
          </p:cNvPr>
          <p:cNvSpPr>
            <a:spLocks/>
          </p:cNvSpPr>
          <p:nvPr/>
        </p:nvSpPr>
        <p:spPr bwMode="auto">
          <a:xfrm>
            <a:off x="5362575" y="4627564"/>
            <a:ext cx="171450" cy="142875"/>
          </a:xfrm>
          <a:custGeom>
            <a:avLst/>
            <a:gdLst>
              <a:gd name="T0" fmla="*/ 2147483646 w 108"/>
              <a:gd name="T1" fmla="*/ 2147483646 h 90"/>
              <a:gd name="T2" fmla="*/ 2147483646 w 108"/>
              <a:gd name="T3" fmla="*/ 0 h 90"/>
              <a:gd name="T4" fmla="*/ 0 w 108"/>
              <a:gd name="T5" fmla="*/ 2147483646 h 90"/>
              <a:gd name="T6" fmla="*/ 0 w 108"/>
              <a:gd name="T7" fmla="*/ 2147483646 h 90"/>
              <a:gd name="T8" fmla="*/ 2147483646 w 108"/>
              <a:gd name="T9" fmla="*/ 2147483646 h 90"/>
              <a:gd name="T10" fmla="*/ 2147483646 w 108"/>
              <a:gd name="T11" fmla="*/ 2147483646 h 90"/>
              <a:gd name="T12" fmla="*/ 2147483646 w 108"/>
              <a:gd name="T13" fmla="*/ 2147483646 h 9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08"/>
              <a:gd name="T22" fmla="*/ 0 h 90"/>
              <a:gd name="T23" fmla="*/ 108 w 108"/>
              <a:gd name="T24" fmla="*/ 90 h 9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08" h="90">
                <a:moveTo>
                  <a:pt x="108" y="16"/>
                </a:moveTo>
                <a:lnTo>
                  <a:pt x="99" y="0"/>
                </a:lnTo>
                <a:lnTo>
                  <a:pt x="0" y="74"/>
                </a:lnTo>
                <a:lnTo>
                  <a:pt x="9" y="90"/>
                </a:lnTo>
                <a:lnTo>
                  <a:pt x="108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85" name="Freeform 93">
            <a:extLst>
              <a:ext uri="{FF2B5EF4-FFF2-40B4-BE49-F238E27FC236}">
                <a16:creationId xmlns:a16="http://schemas.microsoft.com/office/drawing/2014/main" id="{2800216E-9658-2D59-AD06-D431EA9876A5}"/>
              </a:ext>
            </a:extLst>
          </p:cNvPr>
          <p:cNvSpPr>
            <a:spLocks/>
          </p:cNvSpPr>
          <p:nvPr/>
        </p:nvSpPr>
        <p:spPr bwMode="auto">
          <a:xfrm>
            <a:off x="5162551" y="4745039"/>
            <a:ext cx="214313" cy="115887"/>
          </a:xfrm>
          <a:custGeom>
            <a:avLst/>
            <a:gdLst>
              <a:gd name="T0" fmla="*/ 2147483646 w 135"/>
              <a:gd name="T1" fmla="*/ 2147483646 h 73"/>
              <a:gd name="T2" fmla="*/ 2147483646 w 135"/>
              <a:gd name="T3" fmla="*/ 0 h 73"/>
              <a:gd name="T4" fmla="*/ 0 w 135"/>
              <a:gd name="T5" fmla="*/ 2147483646 h 73"/>
              <a:gd name="T6" fmla="*/ 0 w 135"/>
              <a:gd name="T7" fmla="*/ 2147483646 h 73"/>
              <a:gd name="T8" fmla="*/ 2147483646 w 135"/>
              <a:gd name="T9" fmla="*/ 2147483646 h 73"/>
              <a:gd name="T10" fmla="*/ 2147483646 w 135"/>
              <a:gd name="T11" fmla="*/ 2147483646 h 73"/>
              <a:gd name="T12" fmla="*/ 2147483646 w 135"/>
              <a:gd name="T13" fmla="*/ 2147483646 h 7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35"/>
              <a:gd name="T22" fmla="*/ 0 h 73"/>
              <a:gd name="T23" fmla="*/ 135 w 135"/>
              <a:gd name="T24" fmla="*/ 73 h 7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35" h="73">
                <a:moveTo>
                  <a:pt x="135" y="16"/>
                </a:moveTo>
                <a:lnTo>
                  <a:pt x="126" y="0"/>
                </a:lnTo>
                <a:lnTo>
                  <a:pt x="0" y="57"/>
                </a:lnTo>
                <a:lnTo>
                  <a:pt x="9" y="73"/>
                </a:lnTo>
                <a:lnTo>
                  <a:pt x="13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86" name="Freeform 94">
            <a:extLst>
              <a:ext uri="{FF2B5EF4-FFF2-40B4-BE49-F238E27FC236}">
                <a16:creationId xmlns:a16="http://schemas.microsoft.com/office/drawing/2014/main" id="{C7EFA2E2-1F12-4A7B-90CB-9AC7F1A25DC4}"/>
              </a:ext>
            </a:extLst>
          </p:cNvPr>
          <p:cNvSpPr>
            <a:spLocks/>
          </p:cNvSpPr>
          <p:nvPr/>
        </p:nvSpPr>
        <p:spPr bwMode="auto">
          <a:xfrm>
            <a:off x="4948238" y="4835525"/>
            <a:ext cx="228600" cy="90488"/>
          </a:xfrm>
          <a:custGeom>
            <a:avLst/>
            <a:gdLst>
              <a:gd name="T0" fmla="*/ 2147483646 w 144"/>
              <a:gd name="T1" fmla="*/ 2147483646 h 57"/>
              <a:gd name="T2" fmla="*/ 2147483646 w 144"/>
              <a:gd name="T3" fmla="*/ 0 h 57"/>
              <a:gd name="T4" fmla="*/ 0 w 144"/>
              <a:gd name="T5" fmla="*/ 2147483646 h 57"/>
              <a:gd name="T6" fmla="*/ 0 w 144"/>
              <a:gd name="T7" fmla="*/ 2147483646 h 57"/>
              <a:gd name="T8" fmla="*/ 0 w 144"/>
              <a:gd name="T9" fmla="*/ 2147483646 h 57"/>
              <a:gd name="T10" fmla="*/ 2147483646 w 144"/>
              <a:gd name="T11" fmla="*/ 2147483646 h 57"/>
              <a:gd name="T12" fmla="*/ 2147483646 w 144"/>
              <a:gd name="T13" fmla="*/ 2147483646 h 5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44"/>
              <a:gd name="T22" fmla="*/ 0 h 57"/>
              <a:gd name="T23" fmla="*/ 144 w 144"/>
              <a:gd name="T24" fmla="*/ 57 h 5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44" h="57">
                <a:moveTo>
                  <a:pt x="144" y="16"/>
                </a:moveTo>
                <a:lnTo>
                  <a:pt x="135" y="0"/>
                </a:lnTo>
                <a:lnTo>
                  <a:pt x="0" y="41"/>
                </a:lnTo>
                <a:lnTo>
                  <a:pt x="0" y="57"/>
                </a:lnTo>
                <a:lnTo>
                  <a:pt x="9" y="57"/>
                </a:lnTo>
                <a:lnTo>
                  <a:pt x="144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87" name="Freeform 95">
            <a:extLst>
              <a:ext uri="{FF2B5EF4-FFF2-40B4-BE49-F238E27FC236}">
                <a16:creationId xmlns:a16="http://schemas.microsoft.com/office/drawing/2014/main" id="{507596A5-7274-0633-3AF8-6EE18222C4FE}"/>
              </a:ext>
            </a:extLst>
          </p:cNvPr>
          <p:cNvSpPr>
            <a:spLocks/>
          </p:cNvSpPr>
          <p:nvPr/>
        </p:nvSpPr>
        <p:spPr bwMode="auto">
          <a:xfrm>
            <a:off x="4705350" y="4900614"/>
            <a:ext cx="242888" cy="77787"/>
          </a:xfrm>
          <a:custGeom>
            <a:avLst/>
            <a:gdLst>
              <a:gd name="T0" fmla="*/ 2147483646 w 153"/>
              <a:gd name="T1" fmla="*/ 2147483646 h 49"/>
              <a:gd name="T2" fmla="*/ 2147483646 w 153"/>
              <a:gd name="T3" fmla="*/ 0 h 49"/>
              <a:gd name="T4" fmla="*/ 0 w 153"/>
              <a:gd name="T5" fmla="*/ 2147483646 h 49"/>
              <a:gd name="T6" fmla="*/ 0 w 153"/>
              <a:gd name="T7" fmla="*/ 2147483646 h 49"/>
              <a:gd name="T8" fmla="*/ 0 w 153"/>
              <a:gd name="T9" fmla="*/ 2147483646 h 49"/>
              <a:gd name="T10" fmla="*/ 0 w 153"/>
              <a:gd name="T11" fmla="*/ 2147483646 h 49"/>
              <a:gd name="T12" fmla="*/ 2147483646 w 153"/>
              <a:gd name="T13" fmla="*/ 2147483646 h 4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53"/>
              <a:gd name="T22" fmla="*/ 0 h 49"/>
              <a:gd name="T23" fmla="*/ 153 w 153"/>
              <a:gd name="T24" fmla="*/ 49 h 4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53" h="49">
                <a:moveTo>
                  <a:pt x="153" y="16"/>
                </a:moveTo>
                <a:lnTo>
                  <a:pt x="153" y="0"/>
                </a:lnTo>
                <a:lnTo>
                  <a:pt x="0" y="32"/>
                </a:lnTo>
                <a:lnTo>
                  <a:pt x="0" y="49"/>
                </a:lnTo>
                <a:lnTo>
                  <a:pt x="153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88" name="Freeform 96">
            <a:extLst>
              <a:ext uri="{FF2B5EF4-FFF2-40B4-BE49-F238E27FC236}">
                <a16:creationId xmlns:a16="http://schemas.microsoft.com/office/drawing/2014/main" id="{16F78399-A329-D443-F69E-6E57E4496F21}"/>
              </a:ext>
            </a:extLst>
          </p:cNvPr>
          <p:cNvSpPr>
            <a:spLocks/>
          </p:cNvSpPr>
          <p:nvPr/>
        </p:nvSpPr>
        <p:spPr bwMode="auto">
          <a:xfrm>
            <a:off x="4205288" y="4951414"/>
            <a:ext cx="500062" cy="65087"/>
          </a:xfrm>
          <a:custGeom>
            <a:avLst/>
            <a:gdLst>
              <a:gd name="T0" fmla="*/ 2147483646 w 315"/>
              <a:gd name="T1" fmla="*/ 2147483646 h 41"/>
              <a:gd name="T2" fmla="*/ 2147483646 w 315"/>
              <a:gd name="T3" fmla="*/ 0 h 41"/>
              <a:gd name="T4" fmla="*/ 0 w 315"/>
              <a:gd name="T5" fmla="*/ 2147483646 h 41"/>
              <a:gd name="T6" fmla="*/ 0 w 315"/>
              <a:gd name="T7" fmla="*/ 2147483646 h 41"/>
              <a:gd name="T8" fmla="*/ 0 w 315"/>
              <a:gd name="T9" fmla="*/ 2147483646 h 41"/>
              <a:gd name="T10" fmla="*/ 0 w 315"/>
              <a:gd name="T11" fmla="*/ 2147483646 h 41"/>
              <a:gd name="T12" fmla="*/ 2147483646 w 315"/>
              <a:gd name="T13" fmla="*/ 2147483646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15"/>
              <a:gd name="T22" fmla="*/ 0 h 41"/>
              <a:gd name="T23" fmla="*/ 315 w 315"/>
              <a:gd name="T24" fmla="*/ 41 h 4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15" h="41">
                <a:moveTo>
                  <a:pt x="315" y="17"/>
                </a:moveTo>
                <a:lnTo>
                  <a:pt x="315" y="0"/>
                </a:lnTo>
                <a:lnTo>
                  <a:pt x="0" y="25"/>
                </a:lnTo>
                <a:lnTo>
                  <a:pt x="0" y="41"/>
                </a:lnTo>
                <a:lnTo>
                  <a:pt x="315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89" name="Freeform 97">
            <a:extLst>
              <a:ext uri="{FF2B5EF4-FFF2-40B4-BE49-F238E27FC236}">
                <a16:creationId xmlns:a16="http://schemas.microsoft.com/office/drawing/2014/main" id="{6E9B0117-5769-6A85-D3E8-9D907EF1B599}"/>
              </a:ext>
            </a:extLst>
          </p:cNvPr>
          <p:cNvSpPr>
            <a:spLocks/>
          </p:cNvSpPr>
          <p:nvPr/>
        </p:nvSpPr>
        <p:spPr bwMode="auto">
          <a:xfrm>
            <a:off x="3690938" y="4926014"/>
            <a:ext cx="514350" cy="90487"/>
          </a:xfrm>
          <a:custGeom>
            <a:avLst/>
            <a:gdLst>
              <a:gd name="T0" fmla="*/ 2147483646 w 324"/>
              <a:gd name="T1" fmla="*/ 2147483646 h 57"/>
              <a:gd name="T2" fmla="*/ 2147483646 w 324"/>
              <a:gd name="T3" fmla="*/ 2147483646 h 57"/>
              <a:gd name="T4" fmla="*/ 0 w 324"/>
              <a:gd name="T5" fmla="*/ 0 h 57"/>
              <a:gd name="T6" fmla="*/ 0 w 324"/>
              <a:gd name="T7" fmla="*/ 2147483646 h 57"/>
              <a:gd name="T8" fmla="*/ 2147483646 w 324"/>
              <a:gd name="T9" fmla="*/ 2147483646 h 5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4"/>
              <a:gd name="T16" fmla="*/ 0 h 57"/>
              <a:gd name="T17" fmla="*/ 324 w 324"/>
              <a:gd name="T18" fmla="*/ 57 h 5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4" h="57">
                <a:moveTo>
                  <a:pt x="324" y="57"/>
                </a:moveTo>
                <a:lnTo>
                  <a:pt x="324" y="41"/>
                </a:lnTo>
                <a:lnTo>
                  <a:pt x="0" y="0"/>
                </a:lnTo>
                <a:lnTo>
                  <a:pt x="0" y="16"/>
                </a:lnTo>
                <a:lnTo>
                  <a:pt x="324" y="5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90" name="Freeform 98">
            <a:extLst>
              <a:ext uri="{FF2B5EF4-FFF2-40B4-BE49-F238E27FC236}">
                <a16:creationId xmlns:a16="http://schemas.microsoft.com/office/drawing/2014/main" id="{3696FCB6-C9A1-19AA-CBF7-234E4138C4C7}"/>
              </a:ext>
            </a:extLst>
          </p:cNvPr>
          <p:cNvSpPr>
            <a:spLocks/>
          </p:cNvSpPr>
          <p:nvPr/>
        </p:nvSpPr>
        <p:spPr bwMode="auto">
          <a:xfrm>
            <a:off x="5462589" y="4186239"/>
            <a:ext cx="28575" cy="26987"/>
          </a:xfrm>
          <a:custGeom>
            <a:avLst/>
            <a:gdLst>
              <a:gd name="T0" fmla="*/ 2147483646 w 18"/>
              <a:gd name="T1" fmla="*/ 2147483646 h 17"/>
              <a:gd name="T2" fmla="*/ 2147483646 w 18"/>
              <a:gd name="T3" fmla="*/ 2147483646 h 17"/>
              <a:gd name="T4" fmla="*/ 2147483646 w 18"/>
              <a:gd name="T5" fmla="*/ 0 h 17"/>
              <a:gd name="T6" fmla="*/ 2147483646 w 18"/>
              <a:gd name="T7" fmla="*/ 0 h 17"/>
              <a:gd name="T8" fmla="*/ 2147483646 w 18"/>
              <a:gd name="T9" fmla="*/ 0 h 17"/>
              <a:gd name="T10" fmla="*/ 2147483646 w 18"/>
              <a:gd name="T11" fmla="*/ 0 h 17"/>
              <a:gd name="T12" fmla="*/ 0 w 18"/>
              <a:gd name="T13" fmla="*/ 2147483646 h 17"/>
              <a:gd name="T14" fmla="*/ 2147483646 w 18"/>
              <a:gd name="T15" fmla="*/ 2147483646 h 17"/>
              <a:gd name="T16" fmla="*/ 2147483646 w 18"/>
              <a:gd name="T17" fmla="*/ 2147483646 h 17"/>
              <a:gd name="T18" fmla="*/ 2147483646 w 18"/>
              <a:gd name="T19" fmla="*/ 2147483646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7"/>
              <a:gd name="T32" fmla="*/ 18 w 18"/>
              <a:gd name="T33" fmla="*/ 17 h 17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7">
                <a:moveTo>
                  <a:pt x="9" y="17"/>
                </a:moveTo>
                <a:lnTo>
                  <a:pt x="18" y="9"/>
                </a:lnTo>
                <a:lnTo>
                  <a:pt x="18" y="0"/>
                </a:lnTo>
                <a:lnTo>
                  <a:pt x="9" y="0"/>
                </a:lnTo>
                <a:lnTo>
                  <a:pt x="0" y="9"/>
                </a:lnTo>
                <a:lnTo>
                  <a:pt x="9" y="9"/>
                </a:lnTo>
                <a:lnTo>
                  <a:pt x="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91" name="Freeform 99">
            <a:extLst>
              <a:ext uri="{FF2B5EF4-FFF2-40B4-BE49-F238E27FC236}">
                <a16:creationId xmlns:a16="http://schemas.microsoft.com/office/drawing/2014/main" id="{AA911447-4441-A808-8FCF-3E7431928F3B}"/>
              </a:ext>
            </a:extLst>
          </p:cNvPr>
          <p:cNvSpPr>
            <a:spLocks/>
          </p:cNvSpPr>
          <p:nvPr/>
        </p:nvSpPr>
        <p:spPr bwMode="auto">
          <a:xfrm>
            <a:off x="5419725" y="4200526"/>
            <a:ext cx="128588" cy="193675"/>
          </a:xfrm>
          <a:custGeom>
            <a:avLst/>
            <a:gdLst>
              <a:gd name="T0" fmla="*/ 2147483646 w 81"/>
              <a:gd name="T1" fmla="*/ 0 h 122"/>
              <a:gd name="T2" fmla="*/ 2147483646 w 81"/>
              <a:gd name="T3" fmla="*/ 0 h 122"/>
              <a:gd name="T4" fmla="*/ 2147483646 w 81"/>
              <a:gd name="T5" fmla="*/ 2147483646 h 122"/>
              <a:gd name="T6" fmla="*/ 0 w 81"/>
              <a:gd name="T7" fmla="*/ 0 h 122"/>
              <a:gd name="T8" fmla="*/ 2147483646 w 81"/>
              <a:gd name="T9" fmla="*/ 0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2"/>
              <a:gd name="T17" fmla="*/ 81 w 81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2">
                <a:moveTo>
                  <a:pt x="36" y="0"/>
                </a:moveTo>
                <a:lnTo>
                  <a:pt x="81" y="0"/>
                </a:lnTo>
                <a:lnTo>
                  <a:pt x="45" y="122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92" name="Freeform 100">
            <a:extLst>
              <a:ext uri="{FF2B5EF4-FFF2-40B4-BE49-F238E27FC236}">
                <a16:creationId xmlns:a16="http://schemas.microsoft.com/office/drawing/2014/main" id="{189E6AB1-22BB-2843-7A17-1E516743E9BA}"/>
              </a:ext>
            </a:extLst>
          </p:cNvPr>
          <p:cNvSpPr>
            <a:spLocks/>
          </p:cNvSpPr>
          <p:nvPr/>
        </p:nvSpPr>
        <p:spPr bwMode="auto">
          <a:xfrm>
            <a:off x="5419725" y="4200526"/>
            <a:ext cx="128588" cy="193675"/>
          </a:xfrm>
          <a:custGeom>
            <a:avLst/>
            <a:gdLst>
              <a:gd name="T0" fmla="*/ 2147483646 w 81"/>
              <a:gd name="T1" fmla="*/ 0 h 122"/>
              <a:gd name="T2" fmla="*/ 2147483646 w 81"/>
              <a:gd name="T3" fmla="*/ 0 h 122"/>
              <a:gd name="T4" fmla="*/ 2147483646 w 81"/>
              <a:gd name="T5" fmla="*/ 2147483646 h 122"/>
              <a:gd name="T6" fmla="*/ 0 w 81"/>
              <a:gd name="T7" fmla="*/ 0 h 122"/>
              <a:gd name="T8" fmla="*/ 2147483646 w 81"/>
              <a:gd name="T9" fmla="*/ 0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2"/>
              <a:gd name="T17" fmla="*/ 81 w 81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2">
                <a:moveTo>
                  <a:pt x="36" y="0"/>
                </a:moveTo>
                <a:lnTo>
                  <a:pt x="81" y="0"/>
                </a:lnTo>
                <a:lnTo>
                  <a:pt x="45" y="122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93" name="Freeform 101">
            <a:extLst>
              <a:ext uri="{FF2B5EF4-FFF2-40B4-BE49-F238E27FC236}">
                <a16:creationId xmlns:a16="http://schemas.microsoft.com/office/drawing/2014/main" id="{83946289-2C61-BBA0-06D9-EAE26BE6D254}"/>
              </a:ext>
            </a:extLst>
          </p:cNvPr>
          <p:cNvSpPr>
            <a:spLocks/>
          </p:cNvSpPr>
          <p:nvPr/>
        </p:nvSpPr>
        <p:spPr bwMode="auto">
          <a:xfrm>
            <a:off x="6191251" y="2293938"/>
            <a:ext cx="257175" cy="233362"/>
          </a:xfrm>
          <a:custGeom>
            <a:avLst/>
            <a:gdLst>
              <a:gd name="T0" fmla="*/ 2147483646 w 162"/>
              <a:gd name="T1" fmla="*/ 2147483646 h 147"/>
              <a:gd name="T2" fmla="*/ 2147483646 w 162"/>
              <a:gd name="T3" fmla="*/ 0 h 147"/>
              <a:gd name="T4" fmla="*/ 0 w 162"/>
              <a:gd name="T5" fmla="*/ 2147483646 h 147"/>
              <a:gd name="T6" fmla="*/ 0 w 162"/>
              <a:gd name="T7" fmla="*/ 2147483646 h 147"/>
              <a:gd name="T8" fmla="*/ 2147483646 w 162"/>
              <a:gd name="T9" fmla="*/ 2147483646 h 147"/>
              <a:gd name="T10" fmla="*/ 2147483646 w 162"/>
              <a:gd name="T11" fmla="*/ 2147483646 h 147"/>
              <a:gd name="T12" fmla="*/ 2147483646 w 162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2"/>
              <a:gd name="T22" fmla="*/ 0 h 147"/>
              <a:gd name="T23" fmla="*/ 162 w 162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2" h="147">
                <a:moveTo>
                  <a:pt x="162" y="8"/>
                </a:moveTo>
                <a:lnTo>
                  <a:pt x="144" y="0"/>
                </a:lnTo>
                <a:lnTo>
                  <a:pt x="0" y="139"/>
                </a:lnTo>
                <a:lnTo>
                  <a:pt x="18" y="147"/>
                </a:lnTo>
                <a:lnTo>
                  <a:pt x="16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94" name="Freeform 102">
            <a:extLst>
              <a:ext uri="{FF2B5EF4-FFF2-40B4-BE49-F238E27FC236}">
                <a16:creationId xmlns:a16="http://schemas.microsoft.com/office/drawing/2014/main" id="{C9940B35-7042-A950-17B4-E9CD39242799}"/>
              </a:ext>
            </a:extLst>
          </p:cNvPr>
          <p:cNvSpPr>
            <a:spLocks/>
          </p:cNvSpPr>
          <p:nvPr/>
        </p:nvSpPr>
        <p:spPr bwMode="auto">
          <a:xfrm>
            <a:off x="5991225" y="2514601"/>
            <a:ext cx="228600" cy="246063"/>
          </a:xfrm>
          <a:custGeom>
            <a:avLst/>
            <a:gdLst>
              <a:gd name="T0" fmla="*/ 2147483646 w 144"/>
              <a:gd name="T1" fmla="*/ 2147483646 h 155"/>
              <a:gd name="T2" fmla="*/ 2147483646 w 144"/>
              <a:gd name="T3" fmla="*/ 0 h 155"/>
              <a:gd name="T4" fmla="*/ 0 w 144"/>
              <a:gd name="T5" fmla="*/ 2147483646 h 155"/>
              <a:gd name="T6" fmla="*/ 0 w 144"/>
              <a:gd name="T7" fmla="*/ 2147483646 h 155"/>
              <a:gd name="T8" fmla="*/ 2147483646 w 144"/>
              <a:gd name="T9" fmla="*/ 2147483646 h 155"/>
              <a:gd name="T10" fmla="*/ 2147483646 w 144"/>
              <a:gd name="T11" fmla="*/ 2147483646 h 155"/>
              <a:gd name="T12" fmla="*/ 2147483646 w 144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44"/>
              <a:gd name="T22" fmla="*/ 0 h 155"/>
              <a:gd name="T23" fmla="*/ 144 w 144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44" h="155">
                <a:moveTo>
                  <a:pt x="144" y="8"/>
                </a:moveTo>
                <a:lnTo>
                  <a:pt x="126" y="0"/>
                </a:lnTo>
                <a:lnTo>
                  <a:pt x="0" y="147"/>
                </a:lnTo>
                <a:lnTo>
                  <a:pt x="18" y="155"/>
                </a:lnTo>
                <a:lnTo>
                  <a:pt x="144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95" name="Freeform 103">
            <a:extLst>
              <a:ext uri="{FF2B5EF4-FFF2-40B4-BE49-F238E27FC236}">
                <a16:creationId xmlns:a16="http://schemas.microsoft.com/office/drawing/2014/main" id="{C37A5721-A136-FF00-FADB-C49528D294C2}"/>
              </a:ext>
            </a:extLst>
          </p:cNvPr>
          <p:cNvSpPr>
            <a:spLocks/>
          </p:cNvSpPr>
          <p:nvPr/>
        </p:nvSpPr>
        <p:spPr bwMode="auto">
          <a:xfrm>
            <a:off x="5819776" y="2747963"/>
            <a:ext cx="200025" cy="233362"/>
          </a:xfrm>
          <a:custGeom>
            <a:avLst/>
            <a:gdLst>
              <a:gd name="T0" fmla="*/ 2147483646 w 126"/>
              <a:gd name="T1" fmla="*/ 2147483646 h 147"/>
              <a:gd name="T2" fmla="*/ 2147483646 w 126"/>
              <a:gd name="T3" fmla="*/ 0 h 147"/>
              <a:gd name="T4" fmla="*/ 0 w 126"/>
              <a:gd name="T5" fmla="*/ 2147483646 h 147"/>
              <a:gd name="T6" fmla="*/ 0 w 126"/>
              <a:gd name="T7" fmla="*/ 2147483646 h 147"/>
              <a:gd name="T8" fmla="*/ 2147483646 w 126"/>
              <a:gd name="T9" fmla="*/ 2147483646 h 147"/>
              <a:gd name="T10" fmla="*/ 2147483646 w 126"/>
              <a:gd name="T11" fmla="*/ 2147483646 h 147"/>
              <a:gd name="T12" fmla="*/ 2147483646 w 126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26"/>
              <a:gd name="T22" fmla="*/ 0 h 147"/>
              <a:gd name="T23" fmla="*/ 126 w 126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26" h="147">
                <a:moveTo>
                  <a:pt x="126" y="8"/>
                </a:moveTo>
                <a:lnTo>
                  <a:pt x="108" y="0"/>
                </a:lnTo>
                <a:lnTo>
                  <a:pt x="0" y="139"/>
                </a:lnTo>
                <a:lnTo>
                  <a:pt x="18" y="147"/>
                </a:lnTo>
                <a:lnTo>
                  <a:pt x="126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96" name="Freeform 104">
            <a:extLst>
              <a:ext uri="{FF2B5EF4-FFF2-40B4-BE49-F238E27FC236}">
                <a16:creationId xmlns:a16="http://schemas.microsoft.com/office/drawing/2014/main" id="{AA7B1AE0-91F8-685B-4781-696D691F284F}"/>
              </a:ext>
            </a:extLst>
          </p:cNvPr>
          <p:cNvSpPr>
            <a:spLocks/>
          </p:cNvSpPr>
          <p:nvPr/>
        </p:nvSpPr>
        <p:spPr bwMode="auto">
          <a:xfrm>
            <a:off x="5691188" y="2968626"/>
            <a:ext cx="157162" cy="246063"/>
          </a:xfrm>
          <a:custGeom>
            <a:avLst/>
            <a:gdLst>
              <a:gd name="T0" fmla="*/ 2147483646 w 99"/>
              <a:gd name="T1" fmla="*/ 2147483646 h 155"/>
              <a:gd name="T2" fmla="*/ 2147483646 w 99"/>
              <a:gd name="T3" fmla="*/ 0 h 155"/>
              <a:gd name="T4" fmla="*/ 0 w 99"/>
              <a:gd name="T5" fmla="*/ 2147483646 h 155"/>
              <a:gd name="T6" fmla="*/ 0 w 99"/>
              <a:gd name="T7" fmla="*/ 2147483646 h 155"/>
              <a:gd name="T8" fmla="*/ 2147483646 w 99"/>
              <a:gd name="T9" fmla="*/ 2147483646 h 155"/>
              <a:gd name="T10" fmla="*/ 2147483646 w 99"/>
              <a:gd name="T11" fmla="*/ 2147483646 h 155"/>
              <a:gd name="T12" fmla="*/ 2147483646 w 99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99"/>
              <a:gd name="T22" fmla="*/ 0 h 155"/>
              <a:gd name="T23" fmla="*/ 99 w 99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99" h="155">
                <a:moveTo>
                  <a:pt x="99" y="8"/>
                </a:moveTo>
                <a:lnTo>
                  <a:pt x="81" y="0"/>
                </a:lnTo>
                <a:lnTo>
                  <a:pt x="0" y="147"/>
                </a:lnTo>
                <a:lnTo>
                  <a:pt x="18" y="155"/>
                </a:lnTo>
                <a:lnTo>
                  <a:pt x="99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97" name="Freeform 105">
            <a:extLst>
              <a:ext uri="{FF2B5EF4-FFF2-40B4-BE49-F238E27FC236}">
                <a16:creationId xmlns:a16="http://schemas.microsoft.com/office/drawing/2014/main" id="{568B4071-0078-3E21-2BB5-CBA48CA5E521}"/>
              </a:ext>
            </a:extLst>
          </p:cNvPr>
          <p:cNvSpPr>
            <a:spLocks/>
          </p:cNvSpPr>
          <p:nvPr/>
        </p:nvSpPr>
        <p:spPr bwMode="auto">
          <a:xfrm>
            <a:off x="5576889" y="3201988"/>
            <a:ext cx="142875" cy="258762"/>
          </a:xfrm>
          <a:custGeom>
            <a:avLst/>
            <a:gdLst>
              <a:gd name="T0" fmla="*/ 2147483646 w 90"/>
              <a:gd name="T1" fmla="*/ 2147483646 h 163"/>
              <a:gd name="T2" fmla="*/ 2147483646 w 90"/>
              <a:gd name="T3" fmla="*/ 0 h 163"/>
              <a:gd name="T4" fmla="*/ 0 w 90"/>
              <a:gd name="T5" fmla="*/ 2147483646 h 163"/>
              <a:gd name="T6" fmla="*/ 0 w 90"/>
              <a:gd name="T7" fmla="*/ 2147483646 h 163"/>
              <a:gd name="T8" fmla="*/ 2147483646 w 90"/>
              <a:gd name="T9" fmla="*/ 2147483646 h 163"/>
              <a:gd name="T10" fmla="*/ 2147483646 w 90"/>
              <a:gd name="T11" fmla="*/ 2147483646 h 163"/>
              <a:gd name="T12" fmla="*/ 2147483646 w 90"/>
              <a:gd name="T13" fmla="*/ 2147483646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90"/>
              <a:gd name="T22" fmla="*/ 0 h 163"/>
              <a:gd name="T23" fmla="*/ 90 w 90"/>
              <a:gd name="T24" fmla="*/ 163 h 16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90" h="163">
                <a:moveTo>
                  <a:pt x="90" y="8"/>
                </a:moveTo>
                <a:lnTo>
                  <a:pt x="72" y="0"/>
                </a:lnTo>
                <a:lnTo>
                  <a:pt x="0" y="155"/>
                </a:lnTo>
                <a:lnTo>
                  <a:pt x="18" y="163"/>
                </a:lnTo>
                <a:lnTo>
                  <a:pt x="9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98" name="Freeform 106">
            <a:extLst>
              <a:ext uri="{FF2B5EF4-FFF2-40B4-BE49-F238E27FC236}">
                <a16:creationId xmlns:a16="http://schemas.microsoft.com/office/drawing/2014/main" id="{2E32CB9F-3890-B39F-CC30-5E201DC9AECF}"/>
              </a:ext>
            </a:extLst>
          </p:cNvPr>
          <p:cNvSpPr>
            <a:spLocks/>
          </p:cNvSpPr>
          <p:nvPr/>
        </p:nvSpPr>
        <p:spPr bwMode="auto">
          <a:xfrm>
            <a:off x="5505451" y="3448051"/>
            <a:ext cx="100013" cy="258763"/>
          </a:xfrm>
          <a:custGeom>
            <a:avLst/>
            <a:gdLst>
              <a:gd name="T0" fmla="*/ 2147483646 w 63"/>
              <a:gd name="T1" fmla="*/ 2147483646 h 163"/>
              <a:gd name="T2" fmla="*/ 2147483646 w 63"/>
              <a:gd name="T3" fmla="*/ 0 h 163"/>
              <a:gd name="T4" fmla="*/ 0 w 63"/>
              <a:gd name="T5" fmla="*/ 2147483646 h 163"/>
              <a:gd name="T6" fmla="*/ 0 w 63"/>
              <a:gd name="T7" fmla="*/ 2147483646 h 163"/>
              <a:gd name="T8" fmla="*/ 2147483646 w 63"/>
              <a:gd name="T9" fmla="*/ 2147483646 h 163"/>
              <a:gd name="T10" fmla="*/ 2147483646 w 63"/>
              <a:gd name="T11" fmla="*/ 2147483646 h 163"/>
              <a:gd name="T12" fmla="*/ 2147483646 w 63"/>
              <a:gd name="T13" fmla="*/ 2147483646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3"/>
              <a:gd name="T22" fmla="*/ 0 h 163"/>
              <a:gd name="T23" fmla="*/ 63 w 63"/>
              <a:gd name="T24" fmla="*/ 163 h 16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3" h="163">
                <a:moveTo>
                  <a:pt x="63" y="8"/>
                </a:moveTo>
                <a:lnTo>
                  <a:pt x="45" y="0"/>
                </a:lnTo>
                <a:lnTo>
                  <a:pt x="0" y="155"/>
                </a:lnTo>
                <a:lnTo>
                  <a:pt x="18" y="155"/>
                </a:lnTo>
                <a:lnTo>
                  <a:pt x="18" y="163"/>
                </a:lnTo>
                <a:lnTo>
                  <a:pt x="63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99" name="Freeform 107">
            <a:extLst>
              <a:ext uri="{FF2B5EF4-FFF2-40B4-BE49-F238E27FC236}">
                <a16:creationId xmlns:a16="http://schemas.microsoft.com/office/drawing/2014/main" id="{D1F5739B-0A3A-9DB8-E963-7A70931D0383}"/>
              </a:ext>
            </a:extLst>
          </p:cNvPr>
          <p:cNvSpPr>
            <a:spLocks/>
          </p:cNvSpPr>
          <p:nvPr/>
        </p:nvSpPr>
        <p:spPr bwMode="auto">
          <a:xfrm>
            <a:off x="5462589" y="3694113"/>
            <a:ext cx="71437" cy="246062"/>
          </a:xfrm>
          <a:custGeom>
            <a:avLst/>
            <a:gdLst>
              <a:gd name="T0" fmla="*/ 2147483646 w 45"/>
              <a:gd name="T1" fmla="*/ 0 h 155"/>
              <a:gd name="T2" fmla="*/ 2147483646 w 45"/>
              <a:gd name="T3" fmla="*/ 0 h 155"/>
              <a:gd name="T4" fmla="*/ 0 w 45"/>
              <a:gd name="T5" fmla="*/ 2147483646 h 155"/>
              <a:gd name="T6" fmla="*/ 0 w 45"/>
              <a:gd name="T7" fmla="*/ 2147483646 h 155"/>
              <a:gd name="T8" fmla="*/ 2147483646 w 45"/>
              <a:gd name="T9" fmla="*/ 2147483646 h 155"/>
              <a:gd name="T10" fmla="*/ 2147483646 w 45"/>
              <a:gd name="T11" fmla="*/ 2147483646 h 155"/>
              <a:gd name="T12" fmla="*/ 2147483646 w 45"/>
              <a:gd name="T13" fmla="*/ 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5"/>
              <a:gd name="T22" fmla="*/ 0 h 155"/>
              <a:gd name="T23" fmla="*/ 45 w 45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5" h="155">
                <a:moveTo>
                  <a:pt x="45" y="0"/>
                </a:moveTo>
                <a:lnTo>
                  <a:pt x="27" y="0"/>
                </a:lnTo>
                <a:lnTo>
                  <a:pt x="0" y="155"/>
                </a:lnTo>
                <a:lnTo>
                  <a:pt x="18" y="155"/>
                </a:lnTo>
                <a:lnTo>
                  <a:pt x="4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00" name="Rectangle 108">
            <a:extLst>
              <a:ext uri="{FF2B5EF4-FFF2-40B4-BE49-F238E27FC236}">
                <a16:creationId xmlns:a16="http://schemas.microsoft.com/office/drawing/2014/main" id="{58B37815-6FFC-B09E-0D5B-41DF9897F5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2589" y="3940176"/>
            <a:ext cx="28575" cy="246063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3901" name="Freeform 109">
            <a:extLst>
              <a:ext uri="{FF2B5EF4-FFF2-40B4-BE49-F238E27FC236}">
                <a16:creationId xmlns:a16="http://schemas.microsoft.com/office/drawing/2014/main" id="{98214E2C-3E96-CAE3-4F5D-FC12C5BACF92}"/>
              </a:ext>
            </a:extLst>
          </p:cNvPr>
          <p:cNvSpPr>
            <a:spLocks/>
          </p:cNvSpPr>
          <p:nvPr/>
        </p:nvSpPr>
        <p:spPr bwMode="auto">
          <a:xfrm>
            <a:off x="3548064" y="3641725"/>
            <a:ext cx="28575" cy="26988"/>
          </a:xfrm>
          <a:custGeom>
            <a:avLst/>
            <a:gdLst>
              <a:gd name="T0" fmla="*/ 0 w 18"/>
              <a:gd name="T1" fmla="*/ 2147483646 h 17"/>
              <a:gd name="T2" fmla="*/ 0 w 18"/>
              <a:gd name="T3" fmla="*/ 2147483646 h 17"/>
              <a:gd name="T4" fmla="*/ 2147483646 w 18"/>
              <a:gd name="T5" fmla="*/ 2147483646 h 17"/>
              <a:gd name="T6" fmla="*/ 2147483646 w 18"/>
              <a:gd name="T7" fmla="*/ 2147483646 h 17"/>
              <a:gd name="T8" fmla="*/ 2147483646 w 18"/>
              <a:gd name="T9" fmla="*/ 2147483646 h 17"/>
              <a:gd name="T10" fmla="*/ 2147483646 w 18"/>
              <a:gd name="T11" fmla="*/ 2147483646 h 17"/>
              <a:gd name="T12" fmla="*/ 2147483646 w 18"/>
              <a:gd name="T13" fmla="*/ 0 h 17"/>
              <a:gd name="T14" fmla="*/ 0 w 18"/>
              <a:gd name="T15" fmla="*/ 0 h 17"/>
              <a:gd name="T16" fmla="*/ 0 w 18"/>
              <a:gd name="T17" fmla="*/ 2147483646 h 17"/>
              <a:gd name="T18" fmla="*/ 0 w 18"/>
              <a:gd name="T19" fmla="*/ 2147483646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7"/>
              <a:gd name="T32" fmla="*/ 18 w 18"/>
              <a:gd name="T33" fmla="*/ 17 h 17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7">
                <a:moveTo>
                  <a:pt x="0" y="9"/>
                </a:moveTo>
                <a:lnTo>
                  <a:pt x="0" y="17"/>
                </a:lnTo>
                <a:lnTo>
                  <a:pt x="9" y="17"/>
                </a:lnTo>
                <a:lnTo>
                  <a:pt x="18" y="17"/>
                </a:lnTo>
                <a:lnTo>
                  <a:pt x="18" y="9"/>
                </a:lnTo>
                <a:lnTo>
                  <a:pt x="9" y="0"/>
                </a:lnTo>
                <a:lnTo>
                  <a:pt x="0" y="0"/>
                </a:lnTo>
                <a:lnTo>
                  <a:pt x="0" y="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02" name="Freeform 110">
            <a:extLst>
              <a:ext uri="{FF2B5EF4-FFF2-40B4-BE49-F238E27FC236}">
                <a16:creationId xmlns:a16="http://schemas.microsoft.com/office/drawing/2014/main" id="{52B32626-470A-1663-5781-2117DD28D8DB}"/>
              </a:ext>
            </a:extLst>
          </p:cNvPr>
          <p:cNvSpPr>
            <a:spLocks/>
          </p:cNvSpPr>
          <p:nvPr/>
        </p:nvSpPr>
        <p:spPr bwMode="auto">
          <a:xfrm>
            <a:off x="3348038" y="3603625"/>
            <a:ext cx="228600" cy="103188"/>
          </a:xfrm>
          <a:custGeom>
            <a:avLst/>
            <a:gdLst>
              <a:gd name="T0" fmla="*/ 2147483646 w 144"/>
              <a:gd name="T1" fmla="*/ 2147483646 h 65"/>
              <a:gd name="T2" fmla="*/ 2147483646 w 144"/>
              <a:gd name="T3" fmla="*/ 2147483646 h 65"/>
              <a:gd name="T4" fmla="*/ 0 w 144"/>
              <a:gd name="T5" fmla="*/ 0 h 65"/>
              <a:gd name="T6" fmla="*/ 2147483646 w 144"/>
              <a:gd name="T7" fmla="*/ 0 h 65"/>
              <a:gd name="T8" fmla="*/ 2147483646 w 144"/>
              <a:gd name="T9" fmla="*/ 2147483646 h 6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65"/>
              <a:gd name="T17" fmla="*/ 144 w 144"/>
              <a:gd name="T18" fmla="*/ 65 h 6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65">
                <a:moveTo>
                  <a:pt x="126" y="33"/>
                </a:moveTo>
                <a:lnTo>
                  <a:pt x="117" y="65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03" name="Freeform 111">
            <a:extLst>
              <a:ext uri="{FF2B5EF4-FFF2-40B4-BE49-F238E27FC236}">
                <a16:creationId xmlns:a16="http://schemas.microsoft.com/office/drawing/2014/main" id="{C3DBFB5D-A1DB-8888-18B5-A1FED7B4FA75}"/>
              </a:ext>
            </a:extLst>
          </p:cNvPr>
          <p:cNvSpPr>
            <a:spLocks/>
          </p:cNvSpPr>
          <p:nvPr/>
        </p:nvSpPr>
        <p:spPr bwMode="auto">
          <a:xfrm>
            <a:off x="3348038" y="3603625"/>
            <a:ext cx="228600" cy="103188"/>
          </a:xfrm>
          <a:custGeom>
            <a:avLst/>
            <a:gdLst>
              <a:gd name="T0" fmla="*/ 2147483646 w 144"/>
              <a:gd name="T1" fmla="*/ 2147483646 h 65"/>
              <a:gd name="T2" fmla="*/ 2147483646 w 144"/>
              <a:gd name="T3" fmla="*/ 2147483646 h 65"/>
              <a:gd name="T4" fmla="*/ 0 w 144"/>
              <a:gd name="T5" fmla="*/ 0 h 65"/>
              <a:gd name="T6" fmla="*/ 2147483646 w 144"/>
              <a:gd name="T7" fmla="*/ 0 h 65"/>
              <a:gd name="T8" fmla="*/ 2147483646 w 144"/>
              <a:gd name="T9" fmla="*/ 2147483646 h 6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65"/>
              <a:gd name="T17" fmla="*/ 144 w 144"/>
              <a:gd name="T18" fmla="*/ 65 h 6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65">
                <a:moveTo>
                  <a:pt x="126" y="33"/>
                </a:moveTo>
                <a:lnTo>
                  <a:pt x="117" y="65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04" name="Freeform 112">
            <a:extLst>
              <a:ext uri="{FF2B5EF4-FFF2-40B4-BE49-F238E27FC236}">
                <a16:creationId xmlns:a16="http://schemas.microsoft.com/office/drawing/2014/main" id="{519C9BF1-DB23-E498-90E5-AB8DB3E183B6}"/>
              </a:ext>
            </a:extLst>
          </p:cNvPr>
          <p:cNvSpPr>
            <a:spLocks/>
          </p:cNvSpPr>
          <p:nvPr/>
        </p:nvSpPr>
        <p:spPr bwMode="auto">
          <a:xfrm>
            <a:off x="5062539" y="4303714"/>
            <a:ext cx="471487" cy="363537"/>
          </a:xfrm>
          <a:custGeom>
            <a:avLst/>
            <a:gdLst>
              <a:gd name="T0" fmla="*/ 2147483646 w 297"/>
              <a:gd name="T1" fmla="*/ 2147483646 h 229"/>
              <a:gd name="T2" fmla="*/ 2147483646 w 297"/>
              <a:gd name="T3" fmla="*/ 2147483646 h 229"/>
              <a:gd name="T4" fmla="*/ 2147483646 w 297"/>
              <a:gd name="T5" fmla="*/ 0 h 229"/>
              <a:gd name="T6" fmla="*/ 2147483646 w 297"/>
              <a:gd name="T7" fmla="*/ 0 h 229"/>
              <a:gd name="T8" fmla="*/ 0 w 297"/>
              <a:gd name="T9" fmla="*/ 2147483646 h 229"/>
              <a:gd name="T10" fmla="*/ 0 w 297"/>
              <a:gd name="T11" fmla="*/ 2147483646 h 229"/>
              <a:gd name="T12" fmla="*/ 2147483646 w 297"/>
              <a:gd name="T13" fmla="*/ 2147483646 h 2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97"/>
              <a:gd name="T22" fmla="*/ 0 h 229"/>
              <a:gd name="T23" fmla="*/ 297 w 297"/>
              <a:gd name="T24" fmla="*/ 229 h 22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97" h="229">
                <a:moveTo>
                  <a:pt x="288" y="229"/>
                </a:moveTo>
                <a:lnTo>
                  <a:pt x="297" y="212"/>
                </a:lnTo>
                <a:lnTo>
                  <a:pt x="9" y="0"/>
                </a:lnTo>
                <a:lnTo>
                  <a:pt x="0" y="16"/>
                </a:lnTo>
                <a:lnTo>
                  <a:pt x="288" y="22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05" name="Freeform 113">
            <a:extLst>
              <a:ext uri="{FF2B5EF4-FFF2-40B4-BE49-F238E27FC236}">
                <a16:creationId xmlns:a16="http://schemas.microsoft.com/office/drawing/2014/main" id="{707E6A94-76A0-4507-99F7-894707664BC2}"/>
              </a:ext>
            </a:extLst>
          </p:cNvPr>
          <p:cNvSpPr>
            <a:spLocks/>
          </p:cNvSpPr>
          <p:nvPr/>
        </p:nvSpPr>
        <p:spPr bwMode="auto">
          <a:xfrm>
            <a:off x="4591051" y="4030663"/>
            <a:ext cx="485775" cy="298450"/>
          </a:xfrm>
          <a:custGeom>
            <a:avLst/>
            <a:gdLst>
              <a:gd name="T0" fmla="*/ 2147483646 w 306"/>
              <a:gd name="T1" fmla="*/ 2147483646 h 188"/>
              <a:gd name="T2" fmla="*/ 2147483646 w 306"/>
              <a:gd name="T3" fmla="*/ 2147483646 h 188"/>
              <a:gd name="T4" fmla="*/ 2147483646 w 306"/>
              <a:gd name="T5" fmla="*/ 0 h 188"/>
              <a:gd name="T6" fmla="*/ 2147483646 w 306"/>
              <a:gd name="T7" fmla="*/ 0 h 188"/>
              <a:gd name="T8" fmla="*/ 0 w 306"/>
              <a:gd name="T9" fmla="*/ 2147483646 h 188"/>
              <a:gd name="T10" fmla="*/ 0 w 306"/>
              <a:gd name="T11" fmla="*/ 2147483646 h 188"/>
              <a:gd name="T12" fmla="*/ 2147483646 w 306"/>
              <a:gd name="T13" fmla="*/ 2147483646 h 1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06"/>
              <a:gd name="T22" fmla="*/ 0 h 188"/>
              <a:gd name="T23" fmla="*/ 306 w 306"/>
              <a:gd name="T24" fmla="*/ 188 h 1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06" h="188">
                <a:moveTo>
                  <a:pt x="297" y="188"/>
                </a:moveTo>
                <a:lnTo>
                  <a:pt x="306" y="172"/>
                </a:lnTo>
                <a:lnTo>
                  <a:pt x="9" y="0"/>
                </a:lnTo>
                <a:lnTo>
                  <a:pt x="0" y="17"/>
                </a:lnTo>
                <a:lnTo>
                  <a:pt x="297" y="18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06" name="Freeform 114">
            <a:extLst>
              <a:ext uri="{FF2B5EF4-FFF2-40B4-BE49-F238E27FC236}">
                <a16:creationId xmlns:a16="http://schemas.microsoft.com/office/drawing/2014/main" id="{076A605B-37FE-9E58-EA43-509B7C4E6BE0}"/>
              </a:ext>
            </a:extLst>
          </p:cNvPr>
          <p:cNvSpPr>
            <a:spLocks/>
          </p:cNvSpPr>
          <p:nvPr/>
        </p:nvSpPr>
        <p:spPr bwMode="auto">
          <a:xfrm>
            <a:off x="4076700" y="3811588"/>
            <a:ext cx="528638" cy="246062"/>
          </a:xfrm>
          <a:custGeom>
            <a:avLst/>
            <a:gdLst>
              <a:gd name="T0" fmla="*/ 2147483646 w 333"/>
              <a:gd name="T1" fmla="*/ 2147483646 h 155"/>
              <a:gd name="T2" fmla="*/ 2147483646 w 333"/>
              <a:gd name="T3" fmla="*/ 2147483646 h 155"/>
              <a:gd name="T4" fmla="*/ 2147483646 w 333"/>
              <a:gd name="T5" fmla="*/ 0 h 155"/>
              <a:gd name="T6" fmla="*/ 2147483646 w 333"/>
              <a:gd name="T7" fmla="*/ 0 h 155"/>
              <a:gd name="T8" fmla="*/ 0 w 333"/>
              <a:gd name="T9" fmla="*/ 2147483646 h 155"/>
              <a:gd name="T10" fmla="*/ 0 w 333"/>
              <a:gd name="T11" fmla="*/ 2147483646 h 155"/>
              <a:gd name="T12" fmla="*/ 2147483646 w 333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33"/>
              <a:gd name="T22" fmla="*/ 0 h 155"/>
              <a:gd name="T23" fmla="*/ 333 w 333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33" h="155">
                <a:moveTo>
                  <a:pt x="324" y="155"/>
                </a:moveTo>
                <a:lnTo>
                  <a:pt x="333" y="138"/>
                </a:lnTo>
                <a:lnTo>
                  <a:pt x="9" y="0"/>
                </a:lnTo>
                <a:lnTo>
                  <a:pt x="0" y="16"/>
                </a:lnTo>
                <a:lnTo>
                  <a:pt x="324" y="15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07" name="Freeform 115">
            <a:extLst>
              <a:ext uri="{FF2B5EF4-FFF2-40B4-BE49-F238E27FC236}">
                <a16:creationId xmlns:a16="http://schemas.microsoft.com/office/drawing/2014/main" id="{60B54977-41F2-F68E-ADB0-26418CAC208C}"/>
              </a:ext>
            </a:extLst>
          </p:cNvPr>
          <p:cNvSpPr>
            <a:spLocks/>
          </p:cNvSpPr>
          <p:nvPr/>
        </p:nvSpPr>
        <p:spPr bwMode="auto">
          <a:xfrm>
            <a:off x="3562350" y="3641726"/>
            <a:ext cx="528638" cy="195263"/>
          </a:xfrm>
          <a:custGeom>
            <a:avLst/>
            <a:gdLst>
              <a:gd name="T0" fmla="*/ 2147483646 w 333"/>
              <a:gd name="T1" fmla="*/ 2147483646 h 123"/>
              <a:gd name="T2" fmla="*/ 2147483646 w 333"/>
              <a:gd name="T3" fmla="*/ 2147483646 h 123"/>
              <a:gd name="T4" fmla="*/ 2147483646 w 333"/>
              <a:gd name="T5" fmla="*/ 0 h 123"/>
              <a:gd name="T6" fmla="*/ 0 w 333"/>
              <a:gd name="T7" fmla="*/ 2147483646 h 123"/>
              <a:gd name="T8" fmla="*/ 2147483646 w 333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33"/>
              <a:gd name="T16" fmla="*/ 0 h 123"/>
              <a:gd name="T17" fmla="*/ 333 w 333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33" h="123">
                <a:moveTo>
                  <a:pt x="324" y="123"/>
                </a:moveTo>
                <a:lnTo>
                  <a:pt x="333" y="107"/>
                </a:lnTo>
                <a:lnTo>
                  <a:pt x="9" y="0"/>
                </a:lnTo>
                <a:lnTo>
                  <a:pt x="0" y="17"/>
                </a:lnTo>
                <a:lnTo>
                  <a:pt x="324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08" name="Freeform 116">
            <a:extLst>
              <a:ext uri="{FF2B5EF4-FFF2-40B4-BE49-F238E27FC236}">
                <a16:creationId xmlns:a16="http://schemas.microsoft.com/office/drawing/2014/main" id="{766BD15F-ADA4-7607-8009-EE64B0651F75}"/>
              </a:ext>
            </a:extLst>
          </p:cNvPr>
          <p:cNvSpPr>
            <a:spLocks/>
          </p:cNvSpPr>
          <p:nvPr/>
        </p:nvSpPr>
        <p:spPr bwMode="auto">
          <a:xfrm>
            <a:off x="6477001" y="2747963"/>
            <a:ext cx="28575" cy="25400"/>
          </a:xfrm>
          <a:custGeom>
            <a:avLst/>
            <a:gdLst>
              <a:gd name="T0" fmla="*/ 2147483646 w 18"/>
              <a:gd name="T1" fmla="*/ 0 h 16"/>
              <a:gd name="T2" fmla="*/ 0 w 18"/>
              <a:gd name="T3" fmla="*/ 0 h 16"/>
              <a:gd name="T4" fmla="*/ 0 w 18"/>
              <a:gd name="T5" fmla="*/ 2147483646 h 16"/>
              <a:gd name="T6" fmla="*/ 0 w 18"/>
              <a:gd name="T7" fmla="*/ 2147483646 h 16"/>
              <a:gd name="T8" fmla="*/ 2147483646 w 18"/>
              <a:gd name="T9" fmla="*/ 2147483646 h 16"/>
              <a:gd name="T10" fmla="*/ 2147483646 w 18"/>
              <a:gd name="T11" fmla="*/ 2147483646 h 16"/>
              <a:gd name="T12" fmla="*/ 2147483646 w 18"/>
              <a:gd name="T13" fmla="*/ 0 h 16"/>
              <a:gd name="T14" fmla="*/ 2147483646 w 18"/>
              <a:gd name="T15" fmla="*/ 0 h 16"/>
              <a:gd name="T16" fmla="*/ 2147483646 w 18"/>
              <a:gd name="T17" fmla="*/ 0 h 16"/>
              <a:gd name="T18" fmla="*/ 2147483646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9" y="0"/>
                </a:moveTo>
                <a:lnTo>
                  <a:pt x="0" y="0"/>
                </a:lnTo>
                <a:lnTo>
                  <a:pt x="0" y="8"/>
                </a:lnTo>
                <a:lnTo>
                  <a:pt x="9" y="16"/>
                </a:lnTo>
                <a:lnTo>
                  <a:pt x="9" y="8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09" name="Freeform 117">
            <a:extLst>
              <a:ext uri="{FF2B5EF4-FFF2-40B4-BE49-F238E27FC236}">
                <a16:creationId xmlns:a16="http://schemas.microsoft.com/office/drawing/2014/main" id="{9110DB33-C9B1-0D4A-1559-E54F4E7C733C}"/>
              </a:ext>
            </a:extLst>
          </p:cNvPr>
          <p:cNvSpPr>
            <a:spLocks/>
          </p:cNvSpPr>
          <p:nvPr/>
        </p:nvSpPr>
        <p:spPr bwMode="auto">
          <a:xfrm>
            <a:off x="6419850" y="2552701"/>
            <a:ext cx="128588" cy="195263"/>
          </a:xfrm>
          <a:custGeom>
            <a:avLst/>
            <a:gdLst>
              <a:gd name="T0" fmla="*/ 2147483646 w 81"/>
              <a:gd name="T1" fmla="*/ 2147483646 h 123"/>
              <a:gd name="T2" fmla="*/ 0 w 81"/>
              <a:gd name="T3" fmla="*/ 2147483646 h 123"/>
              <a:gd name="T4" fmla="*/ 2147483646 w 81"/>
              <a:gd name="T5" fmla="*/ 0 h 123"/>
              <a:gd name="T6" fmla="*/ 2147483646 w 81"/>
              <a:gd name="T7" fmla="*/ 2147483646 h 123"/>
              <a:gd name="T8" fmla="*/ 2147483646 w 81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45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45" y="12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10" name="Freeform 118">
            <a:extLst>
              <a:ext uri="{FF2B5EF4-FFF2-40B4-BE49-F238E27FC236}">
                <a16:creationId xmlns:a16="http://schemas.microsoft.com/office/drawing/2014/main" id="{3434E74A-EEA2-3AA3-E308-62D5F8BC4843}"/>
              </a:ext>
            </a:extLst>
          </p:cNvPr>
          <p:cNvSpPr>
            <a:spLocks/>
          </p:cNvSpPr>
          <p:nvPr/>
        </p:nvSpPr>
        <p:spPr bwMode="auto">
          <a:xfrm>
            <a:off x="6419850" y="2552701"/>
            <a:ext cx="128588" cy="195263"/>
          </a:xfrm>
          <a:custGeom>
            <a:avLst/>
            <a:gdLst>
              <a:gd name="T0" fmla="*/ 2147483646 w 81"/>
              <a:gd name="T1" fmla="*/ 2147483646 h 123"/>
              <a:gd name="T2" fmla="*/ 0 w 81"/>
              <a:gd name="T3" fmla="*/ 2147483646 h 123"/>
              <a:gd name="T4" fmla="*/ 2147483646 w 81"/>
              <a:gd name="T5" fmla="*/ 0 h 123"/>
              <a:gd name="T6" fmla="*/ 2147483646 w 81"/>
              <a:gd name="T7" fmla="*/ 2147483646 h 123"/>
              <a:gd name="T8" fmla="*/ 2147483646 w 81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45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45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11" name="Freeform 119">
            <a:extLst>
              <a:ext uri="{FF2B5EF4-FFF2-40B4-BE49-F238E27FC236}">
                <a16:creationId xmlns:a16="http://schemas.microsoft.com/office/drawing/2014/main" id="{0B4B8D7A-F0BC-BB76-7911-65DEF017D153}"/>
              </a:ext>
            </a:extLst>
          </p:cNvPr>
          <p:cNvSpPr>
            <a:spLocks/>
          </p:cNvSpPr>
          <p:nvPr/>
        </p:nvSpPr>
        <p:spPr bwMode="auto">
          <a:xfrm>
            <a:off x="5505451" y="4419601"/>
            <a:ext cx="257175" cy="233363"/>
          </a:xfrm>
          <a:custGeom>
            <a:avLst/>
            <a:gdLst>
              <a:gd name="T0" fmla="*/ 0 w 162"/>
              <a:gd name="T1" fmla="*/ 2147483646 h 147"/>
              <a:gd name="T2" fmla="*/ 2147483646 w 162"/>
              <a:gd name="T3" fmla="*/ 2147483646 h 147"/>
              <a:gd name="T4" fmla="*/ 2147483646 w 162"/>
              <a:gd name="T5" fmla="*/ 2147483646 h 147"/>
              <a:gd name="T6" fmla="*/ 2147483646 w 162"/>
              <a:gd name="T7" fmla="*/ 2147483646 h 147"/>
              <a:gd name="T8" fmla="*/ 2147483646 w 162"/>
              <a:gd name="T9" fmla="*/ 0 h 147"/>
              <a:gd name="T10" fmla="*/ 2147483646 w 162"/>
              <a:gd name="T11" fmla="*/ 0 h 147"/>
              <a:gd name="T12" fmla="*/ 0 w 162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2"/>
              <a:gd name="T22" fmla="*/ 0 h 147"/>
              <a:gd name="T23" fmla="*/ 162 w 162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2" h="147">
                <a:moveTo>
                  <a:pt x="0" y="139"/>
                </a:moveTo>
                <a:lnTo>
                  <a:pt x="18" y="147"/>
                </a:lnTo>
                <a:lnTo>
                  <a:pt x="162" y="9"/>
                </a:lnTo>
                <a:lnTo>
                  <a:pt x="144" y="0"/>
                </a:lnTo>
                <a:lnTo>
                  <a:pt x="0" y="13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12" name="Freeform 120">
            <a:extLst>
              <a:ext uri="{FF2B5EF4-FFF2-40B4-BE49-F238E27FC236}">
                <a16:creationId xmlns:a16="http://schemas.microsoft.com/office/drawing/2014/main" id="{79CCCDC5-6BAC-1CA3-730A-5A0E9B4CDC76}"/>
              </a:ext>
            </a:extLst>
          </p:cNvPr>
          <p:cNvSpPr>
            <a:spLocks/>
          </p:cNvSpPr>
          <p:nvPr/>
        </p:nvSpPr>
        <p:spPr bwMode="auto">
          <a:xfrm>
            <a:off x="5734050" y="4200526"/>
            <a:ext cx="228600" cy="233363"/>
          </a:xfrm>
          <a:custGeom>
            <a:avLst/>
            <a:gdLst>
              <a:gd name="T0" fmla="*/ 0 w 144"/>
              <a:gd name="T1" fmla="*/ 2147483646 h 147"/>
              <a:gd name="T2" fmla="*/ 2147483646 w 144"/>
              <a:gd name="T3" fmla="*/ 2147483646 h 147"/>
              <a:gd name="T4" fmla="*/ 2147483646 w 144"/>
              <a:gd name="T5" fmla="*/ 2147483646 h 147"/>
              <a:gd name="T6" fmla="*/ 2147483646 w 144"/>
              <a:gd name="T7" fmla="*/ 2147483646 h 147"/>
              <a:gd name="T8" fmla="*/ 2147483646 w 144"/>
              <a:gd name="T9" fmla="*/ 0 h 147"/>
              <a:gd name="T10" fmla="*/ 2147483646 w 144"/>
              <a:gd name="T11" fmla="*/ 0 h 147"/>
              <a:gd name="T12" fmla="*/ 0 w 144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44"/>
              <a:gd name="T22" fmla="*/ 0 h 147"/>
              <a:gd name="T23" fmla="*/ 144 w 144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44" h="147">
                <a:moveTo>
                  <a:pt x="0" y="138"/>
                </a:moveTo>
                <a:lnTo>
                  <a:pt x="18" y="147"/>
                </a:lnTo>
                <a:lnTo>
                  <a:pt x="144" y="8"/>
                </a:lnTo>
                <a:lnTo>
                  <a:pt x="126" y="0"/>
                </a:lnTo>
                <a:lnTo>
                  <a:pt x="0" y="13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13" name="Freeform 121">
            <a:extLst>
              <a:ext uri="{FF2B5EF4-FFF2-40B4-BE49-F238E27FC236}">
                <a16:creationId xmlns:a16="http://schemas.microsoft.com/office/drawing/2014/main" id="{C1D386FC-53A1-200D-47B2-B1A8F22E16D0}"/>
              </a:ext>
            </a:extLst>
          </p:cNvPr>
          <p:cNvSpPr>
            <a:spLocks/>
          </p:cNvSpPr>
          <p:nvPr/>
        </p:nvSpPr>
        <p:spPr bwMode="auto">
          <a:xfrm>
            <a:off x="5934076" y="3967163"/>
            <a:ext cx="200025" cy="246062"/>
          </a:xfrm>
          <a:custGeom>
            <a:avLst/>
            <a:gdLst>
              <a:gd name="T0" fmla="*/ 0 w 126"/>
              <a:gd name="T1" fmla="*/ 2147483646 h 155"/>
              <a:gd name="T2" fmla="*/ 2147483646 w 126"/>
              <a:gd name="T3" fmla="*/ 2147483646 h 155"/>
              <a:gd name="T4" fmla="*/ 2147483646 w 126"/>
              <a:gd name="T5" fmla="*/ 2147483646 h 155"/>
              <a:gd name="T6" fmla="*/ 2147483646 w 126"/>
              <a:gd name="T7" fmla="*/ 2147483646 h 155"/>
              <a:gd name="T8" fmla="*/ 2147483646 w 126"/>
              <a:gd name="T9" fmla="*/ 0 h 155"/>
              <a:gd name="T10" fmla="*/ 2147483646 w 126"/>
              <a:gd name="T11" fmla="*/ 0 h 155"/>
              <a:gd name="T12" fmla="*/ 0 w 126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26"/>
              <a:gd name="T22" fmla="*/ 0 h 155"/>
              <a:gd name="T23" fmla="*/ 126 w 126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26" h="155">
                <a:moveTo>
                  <a:pt x="0" y="147"/>
                </a:moveTo>
                <a:lnTo>
                  <a:pt x="18" y="155"/>
                </a:lnTo>
                <a:lnTo>
                  <a:pt x="126" y="8"/>
                </a:lnTo>
                <a:lnTo>
                  <a:pt x="108" y="0"/>
                </a:lnTo>
                <a:lnTo>
                  <a:pt x="0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14" name="Freeform 122">
            <a:extLst>
              <a:ext uri="{FF2B5EF4-FFF2-40B4-BE49-F238E27FC236}">
                <a16:creationId xmlns:a16="http://schemas.microsoft.com/office/drawing/2014/main" id="{905BBCA5-28C8-C354-E205-0935B59AC0AC}"/>
              </a:ext>
            </a:extLst>
          </p:cNvPr>
          <p:cNvSpPr>
            <a:spLocks/>
          </p:cNvSpPr>
          <p:nvPr/>
        </p:nvSpPr>
        <p:spPr bwMode="auto">
          <a:xfrm>
            <a:off x="6105525" y="3733801"/>
            <a:ext cx="171450" cy="246063"/>
          </a:xfrm>
          <a:custGeom>
            <a:avLst/>
            <a:gdLst>
              <a:gd name="T0" fmla="*/ 0 w 108"/>
              <a:gd name="T1" fmla="*/ 2147483646 h 155"/>
              <a:gd name="T2" fmla="*/ 2147483646 w 108"/>
              <a:gd name="T3" fmla="*/ 2147483646 h 155"/>
              <a:gd name="T4" fmla="*/ 2147483646 w 108"/>
              <a:gd name="T5" fmla="*/ 2147483646 h 155"/>
              <a:gd name="T6" fmla="*/ 2147483646 w 108"/>
              <a:gd name="T7" fmla="*/ 2147483646 h 155"/>
              <a:gd name="T8" fmla="*/ 2147483646 w 108"/>
              <a:gd name="T9" fmla="*/ 0 h 155"/>
              <a:gd name="T10" fmla="*/ 2147483646 w 108"/>
              <a:gd name="T11" fmla="*/ 0 h 155"/>
              <a:gd name="T12" fmla="*/ 0 w 108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08"/>
              <a:gd name="T22" fmla="*/ 0 h 155"/>
              <a:gd name="T23" fmla="*/ 108 w 108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08" h="155">
                <a:moveTo>
                  <a:pt x="0" y="147"/>
                </a:moveTo>
                <a:lnTo>
                  <a:pt x="18" y="155"/>
                </a:lnTo>
                <a:lnTo>
                  <a:pt x="108" y="8"/>
                </a:lnTo>
                <a:lnTo>
                  <a:pt x="90" y="0"/>
                </a:lnTo>
                <a:lnTo>
                  <a:pt x="0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15" name="Freeform 123">
            <a:extLst>
              <a:ext uri="{FF2B5EF4-FFF2-40B4-BE49-F238E27FC236}">
                <a16:creationId xmlns:a16="http://schemas.microsoft.com/office/drawing/2014/main" id="{77C2A600-045D-4685-E0C8-FBDAF2DBE2AF}"/>
              </a:ext>
            </a:extLst>
          </p:cNvPr>
          <p:cNvSpPr>
            <a:spLocks/>
          </p:cNvSpPr>
          <p:nvPr/>
        </p:nvSpPr>
        <p:spPr bwMode="auto">
          <a:xfrm>
            <a:off x="6248400" y="3500438"/>
            <a:ext cx="128588" cy="246062"/>
          </a:xfrm>
          <a:custGeom>
            <a:avLst/>
            <a:gdLst>
              <a:gd name="T0" fmla="*/ 0 w 81"/>
              <a:gd name="T1" fmla="*/ 2147483646 h 155"/>
              <a:gd name="T2" fmla="*/ 2147483646 w 81"/>
              <a:gd name="T3" fmla="*/ 2147483646 h 155"/>
              <a:gd name="T4" fmla="*/ 2147483646 w 81"/>
              <a:gd name="T5" fmla="*/ 2147483646 h 155"/>
              <a:gd name="T6" fmla="*/ 2147483646 w 81"/>
              <a:gd name="T7" fmla="*/ 2147483646 h 155"/>
              <a:gd name="T8" fmla="*/ 2147483646 w 81"/>
              <a:gd name="T9" fmla="*/ 0 h 155"/>
              <a:gd name="T10" fmla="*/ 2147483646 w 81"/>
              <a:gd name="T11" fmla="*/ 0 h 155"/>
              <a:gd name="T12" fmla="*/ 0 w 81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1"/>
              <a:gd name="T22" fmla="*/ 0 h 155"/>
              <a:gd name="T23" fmla="*/ 81 w 81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1" h="155">
                <a:moveTo>
                  <a:pt x="0" y="147"/>
                </a:moveTo>
                <a:lnTo>
                  <a:pt x="18" y="155"/>
                </a:lnTo>
                <a:lnTo>
                  <a:pt x="81" y="8"/>
                </a:lnTo>
                <a:lnTo>
                  <a:pt x="63" y="0"/>
                </a:lnTo>
                <a:lnTo>
                  <a:pt x="0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16" name="Freeform 124">
            <a:extLst>
              <a:ext uri="{FF2B5EF4-FFF2-40B4-BE49-F238E27FC236}">
                <a16:creationId xmlns:a16="http://schemas.microsoft.com/office/drawing/2014/main" id="{82996A58-D240-AD72-E69D-A69F42661644}"/>
              </a:ext>
            </a:extLst>
          </p:cNvPr>
          <p:cNvSpPr>
            <a:spLocks/>
          </p:cNvSpPr>
          <p:nvPr/>
        </p:nvSpPr>
        <p:spPr bwMode="auto">
          <a:xfrm>
            <a:off x="6348413" y="3252788"/>
            <a:ext cx="100012" cy="260350"/>
          </a:xfrm>
          <a:custGeom>
            <a:avLst/>
            <a:gdLst>
              <a:gd name="T0" fmla="*/ 0 w 63"/>
              <a:gd name="T1" fmla="*/ 2147483646 h 164"/>
              <a:gd name="T2" fmla="*/ 2147483646 w 63"/>
              <a:gd name="T3" fmla="*/ 2147483646 h 164"/>
              <a:gd name="T4" fmla="*/ 2147483646 w 63"/>
              <a:gd name="T5" fmla="*/ 2147483646 h 164"/>
              <a:gd name="T6" fmla="*/ 2147483646 w 63"/>
              <a:gd name="T7" fmla="*/ 0 h 164"/>
              <a:gd name="T8" fmla="*/ 2147483646 w 63"/>
              <a:gd name="T9" fmla="*/ 0 h 164"/>
              <a:gd name="T10" fmla="*/ 2147483646 w 63"/>
              <a:gd name="T11" fmla="*/ 0 h 164"/>
              <a:gd name="T12" fmla="*/ 0 w 63"/>
              <a:gd name="T13" fmla="*/ 2147483646 h 16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3"/>
              <a:gd name="T22" fmla="*/ 0 h 164"/>
              <a:gd name="T23" fmla="*/ 63 w 63"/>
              <a:gd name="T24" fmla="*/ 164 h 16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3" h="164">
                <a:moveTo>
                  <a:pt x="0" y="156"/>
                </a:moveTo>
                <a:lnTo>
                  <a:pt x="18" y="164"/>
                </a:lnTo>
                <a:lnTo>
                  <a:pt x="63" y="9"/>
                </a:lnTo>
                <a:lnTo>
                  <a:pt x="63" y="0"/>
                </a:lnTo>
                <a:lnTo>
                  <a:pt x="45" y="0"/>
                </a:lnTo>
                <a:lnTo>
                  <a:pt x="0" y="15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17" name="Freeform 125">
            <a:extLst>
              <a:ext uri="{FF2B5EF4-FFF2-40B4-BE49-F238E27FC236}">
                <a16:creationId xmlns:a16="http://schemas.microsoft.com/office/drawing/2014/main" id="{E75750A2-F750-38AC-767B-115C16B42616}"/>
              </a:ext>
            </a:extLst>
          </p:cNvPr>
          <p:cNvSpPr>
            <a:spLocks/>
          </p:cNvSpPr>
          <p:nvPr/>
        </p:nvSpPr>
        <p:spPr bwMode="auto">
          <a:xfrm>
            <a:off x="6419850" y="3006726"/>
            <a:ext cx="71438" cy="246063"/>
          </a:xfrm>
          <a:custGeom>
            <a:avLst/>
            <a:gdLst>
              <a:gd name="T0" fmla="*/ 0 w 45"/>
              <a:gd name="T1" fmla="*/ 2147483646 h 155"/>
              <a:gd name="T2" fmla="*/ 2147483646 w 45"/>
              <a:gd name="T3" fmla="*/ 2147483646 h 155"/>
              <a:gd name="T4" fmla="*/ 2147483646 w 45"/>
              <a:gd name="T5" fmla="*/ 0 h 155"/>
              <a:gd name="T6" fmla="*/ 2147483646 w 45"/>
              <a:gd name="T7" fmla="*/ 0 h 155"/>
              <a:gd name="T8" fmla="*/ 2147483646 w 45"/>
              <a:gd name="T9" fmla="*/ 0 h 155"/>
              <a:gd name="T10" fmla="*/ 2147483646 w 45"/>
              <a:gd name="T11" fmla="*/ 0 h 155"/>
              <a:gd name="T12" fmla="*/ 0 w 45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5"/>
              <a:gd name="T22" fmla="*/ 0 h 155"/>
              <a:gd name="T23" fmla="*/ 45 w 45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5" h="155">
                <a:moveTo>
                  <a:pt x="0" y="155"/>
                </a:moveTo>
                <a:lnTo>
                  <a:pt x="18" y="155"/>
                </a:lnTo>
                <a:lnTo>
                  <a:pt x="45" y="0"/>
                </a:lnTo>
                <a:lnTo>
                  <a:pt x="27" y="0"/>
                </a:lnTo>
                <a:lnTo>
                  <a:pt x="0" y="15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18" name="Rectangle 126">
            <a:extLst>
              <a:ext uri="{FF2B5EF4-FFF2-40B4-BE49-F238E27FC236}">
                <a16:creationId xmlns:a16="http://schemas.microsoft.com/office/drawing/2014/main" id="{4C8164AD-7E6E-A6D2-43EB-4A89BADE9C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2714" y="2747963"/>
            <a:ext cx="28575" cy="25876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3919" name="Freeform 127">
            <a:extLst>
              <a:ext uri="{FF2B5EF4-FFF2-40B4-BE49-F238E27FC236}">
                <a16:creationId xmlns:a16="http://schemas.microsoft.com/office/drawing/2014/main" id="{6600F5F8-9C12-AACC-D934-5F9FE0B5A52C}"/>
              </a:ext>
            </a:extLst>
          </p:cNvPr>
          <p:cNvSpPr>
            <a:spLocks/>
          </p:cNvSpPr>
          <p:nvPr/>
        </p:nvSpPr>
        <p:spPr bwMode="auto">
          <a:xfrm>
            <a:off x="8462964" y="5199063"/>
            <a:ext cx="14287" cy="12700"/>
          </a:xfrm>
          <a:custGeom>
            <a:avLst/>
            <a:gdLst>
              <a:gd name="T0" fmla="*/ 0 w 9"/>
              <a:gd name="T1" fmla="*/ 2147483646 h 8"/>
              <a:gd name="T2" fmla="*/ 2147483646 w 9"/>
              <a:gd name="T3" fmla="*/ 2147483646 h 8"/>
              <a:gd name="T4" fmla="*/ 2147483646 w 9"/>
              <a:gd name="T5" fmla="*/ 2147483646 h 8"/>
              <a:gd name="T6" fmla="*/ 2147483646 w 9"/>
              <a:gd name="T7" fmla="*/ 0 h 8"/>
              <a:gd name="T8" fmla="*/ 2147483646 w 9"/>
              <a:gd name="T9" fmla="*/ 0 h 8"/>
              <a:gd name="T10" fmla="*/ 0 w 9"/>
              <a:gd name="T11" fmla="*/ 0 h 8"/>
              <a:gd name="T12" fmla="*/ 0 w 9"/>
              <a:gd name="T13" fmla="*/ 0 h 8"/>
              <a:gd name="T14" fmla="*/ 0 w 9"/>
              <a:gd name="T15" fmla="*/ 2147483646 h 8"/>
              <a:gd name="T16" fmla="*/ 0 w 9"/>
              <a:gd name="T17" fmla="*/ 2147483646 h 8"/>
              <a:gd name="T18" fmla="*/ 0 w 9"/>
              <a:gd name="T19" fmla="*/ 2147483646 h 8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9"/>
              <a:gd name="T31" fmla="*/ 0 h 8"/>
              <a:gd name="T32" fmla="*/ 9 w 9"/>
              <a:gd name="T33" fmla="*/ 8 h 8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9" h="8">
                <a:moveTo>
                  <a:pt x="0" y="8"/>
                </a:moveTo>
                <a:lnTo>
                  <a:pt x="9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20" name="Freeform 128">
            <a:extLst>
              <a:ext uri="{FF2B5EF4-FFF2-40B4-BE49-F238E27FC236}">
                <a16:creationId xmlns:a16="http://schemas.microsoft.com/office/drawing/2014/main" id="{8E562ED7-C72D-B88F-71EB-C5B1F857CF7B}"/>
              </a:ext>
            </a:extLst>
          </p:cNvPr>
          <p:cNvSpPr>
            <a:spLocks/>
          </p:cNvSpPr>
          <p:nvPr/>
        </p:nvSpPr>
        <p:spPr bwMode="auto">
          <a:xfrm>
            <a:off x="8405813" y="5199064"/>
            <a:ext cx="114300" cy="193675"/>
          </a:xfrm>
          <a:custGeom>
            <a:avLst/>
            <a:gdLst>
              <a:gd name="T0" fmla="*/ 2147483646 w 72"/>
              <a:gd name="T1" fmla="*/ 2147483646 h 122"/>
              <a:gd name="T2" fmla="*/ 2147483646 w 72"/>
              <a:gd name="T3" fmla="*/ 2147483646 h 122"/>
              <a:gd name="T4" fmla="*/ 0 w 72"/>
              <a:gd name="T5" fmla="*/ 2147483646 h 122"/>
              <a:gd name="T6" fmla="*/ 0 w 72"/>
              <a:gd name="T7" fmla="*/ 0 h 122"/>
              <a:gd name="T8" fmla="*/ 2147483646 w 72"/>
              <a:gd name="T9" fmla="*/ 2147483646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2"/>
              <a:gd name="T16" fmla="*/ 0 h 122"/>
              <a:gd name="T17" fmla="*/ 72 w 72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2" h="122">
                <a:moveTo>
                  <a:pt x="36" y="8"/>
                </a:moveTo>
                <a:lnTo>
                  <a:pt x="72" y="16"/>
                </a:lnTo>
                <a:lnTo>
                  <a:pt x="0" y="122"/>
                </a:lnTo>
                <a:lnTo>
                  <a:pt x="0" y="0"/>
                </a:lnTo>
                <a:lnTo>
                  <a:pt x="36" y="8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21" name="Freeform 129">
            <a:extLst>
              <a:ext uri="{FF2B5EF4-FFF2-40B4-BE49-F238E27FC236}">
                <a16:creationId xmlns:a16="http://schemas.microsoft.com/office/drawing/2014/main" id="{358A328C-8A6C-F11D-5138-18BF17A3E589}"/>
              </a:ext>
            </a:extLst>
          </p:cNvPr>
          <p:cNvSpPr>
            <a:spLocks/>
          </p:cNvSpPr>
          <p:nvPr/>
        </p:nvSpPr>
        <p:spPr bwMode="auto">
          <a:xfrm>
            <a:off x="8405813" y="5199064"/>
            <a:ext cx="114300" cy="193675"/>
          </a:xfrm>
          <a:custGeom>
            <a:avLst/>
            <a:gdLst>
              <a:gd name="T0" fmla="*/ 2147483646 w 72"/>
              <a:gd name="T1" fmla="*/ 2147483646 h 122"/>
              <a:gd name="T2" fmla="*/ 2147483646 w 72"/>
              <a:gd name="T3" fmla="*/ 2147483646 h 122"/>
              <a:gd name="T4" fmla="*/ 0 w 72"/>
              <a:gd name="T5" fmla="*/ 2147483646 h 122"/>
              <a:gd name="T6" fmla="*/ 0 w 72"/>
              <a:gd name="T7" fmla="*/ 0 h 122"/>
              <a:gd name="T8" fmla="*/ 2147483646 w 72"/>
              <a:gd name="T9" fmla="*/ 2147483646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2"/>
              <a:gd name="T16" fmla="*/ 0 h 122"/>
              <a:gd name="T17" fmla="*/ 72 w 72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2" h="122">
                <a:moveTo>
                  <a:pt x="36" y="8"/>
                </a:moveTo>
                <a:lnTo>
                  <a:pt x="72" y="16"/>
                </a:lnTo>
                <a:lnTo>
                  <a:pt x="0" y="122"/>
                </a:lnTo>
                <a:lnTo>
                  <a:pt x="0" y="0"/>
                </a:lnTo>
                <a:lnTo>
                  <a:pt x="36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22" name="Freeform 130">
            <a:extLst>
              <a:ext uri="{FF2B5EF4-FFF2-40B4-BE49-F238E27FC236}">
                <a16:creationId xmlns:a16="http://schemas.microsoft.com/office/drawing/2014/main" id="{894F3982-F0DB-9913-D106-342128AEF2F9}"/>
              </a:ext>
            </a:extLst>
          </p:cNvPr>
          <p:cNvSpPr>
            <a:spLocks/>
          </p:cNvSpPr>
          <p:nvPr/>
        </p:nvSpPr>
        <p:spPr bwMode="auto">
          <a:xfrm>
            <a:off x="8534400" y="2825750"/>
            <a:ext cx="114300" cy="311150"/>
          </a:xfrm>
          <a:custGeom>
            <a:avLst/>
            <a:gdLst>
              <a:gd name="T0" fmla="*/ 2147483646 w 72"/>
              <a:gd name="T1" fmla="*/ 0 h 196"/>
              <a:gd name="T2" fmla="*/ 0 w 72"/>
              <a:gd name="T3" fmla="*/ 2147483646 h 196"/>
              <a:gd name="T4" fmla="*/ 2147483646 w 72"/>
              <a:gd name="T5" fmla="*/ 2147483646 h 196"/>
              <a:gd name="T6" fmla="*/ 2147483646 w 72"/>
              <a:gd name="T7" fmla="*/ 2147483646 h 196"/>
              <a:gd name="T8" fmla="*/ 2147483646 w 72"/>
              <a:gd name="T9" fmla="*/ 2147483646 h 196"/>
              <a:gd name="T10" fmla="*/ 2147483646 w 72"/>
              <a:gd name="T11" fmla="*/ 2147483646 h 196"/>
              <a:gd name="T12" fmla="*/ 2147483646 w 72"/>
              <a:gd name="T13" fmla="*/ 0 h 19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2"/>
              <a:gd name="T22" fmla="*/ 0 h 196"/>
              <a:gd name="T23" fmla="*/ 72 w 72"/>
              <a:gd name="T24" fmla="*/ 196 h 19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2" h="196">
                <a:moveTo>
                  <a:pt x="18" y="0"/>
                </a:moveTo>
                <a:lnTo>
                  <a:pt x="0" y="8"/>
                </a:lnTo>
                <a:lnTo>
                  <a:pt x="54" y="196"/>
                </a:lnTo>
                <a:lnTo>
                  <a:pt x="54" y="188"/>
                </a:lnTo>
                <a:lnTo>
                  <a:pt x="72" y="188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23" name="Freeform 131">
            <a:extLst>
              <a:ext uri="{FF2B5EF4-FFF2-40B4-BE49-F238E27FC236}">
                <a16:creationId xmlns:a16="http://schemas.microsoft.com/office/drawing/2014/main" id="{782BE251-B890-B186-A3FF-C2F1D5CAAABD}"/>
              </a:ext>
            </a:extLst>
          </p:cNvPr>
          <p:cNvSpPr>
            <a:spLocks/>
          </p:cNvSpPr>
          <p:nvPr/>
        </p:nvSpPr>
        <p:spPr bwMode="auto">
          <a:xfrm>
            <a:off x="8620126" y="3124200"/>
            <a:ext cx="85725" cy="298450"/>
          </a:xfrm>
          <a:custGeom>
            <a:avLst/>
            <a:gdLst>
              <a:gd name="T0" fmla="*/ 2147483646 w 54"/>
              <a:gd name="T1" fmla="*/ 0 h 188"/>
              <a:gd name="T2" fmla="*/ 0 w 54"/>
              <a:gd name="T3" fmla="*/ 0 h 188"/>
              <a:gd name="T4" fmla="*/ 2147483646 w 54"/>
              <a:gd name="T5" fmla="*/ 2147483646 h 188"/>
              <a:gd name="T6" fmla="*/ 2147483646 w 54"/>
              <a:gd name="T7" fmla="*/ 2147483646 h 188"/>
              <a:gd name="T8" fmla="*/ 2147483646 w 54"/>
              <a:gd name="T9" fmla="*/ 2147483646 h 188"/>
              <a:gd name="T10" fmla="*/ 2147483646 w 54"/>
              <a:gd name="T11" fmla="*/ 2147483646 h 188"/>
              <a:gd name="T12" fmla="*/ 2147483646 w 54"/>
              <a:gd name="T13" fmla="*/ 0 h 1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54"/>
              <a:gd name="T22" fmla="*/ 0 h 188"/>
              <a:gd name="T23" fmla="*/ 54 w 54"/>
              <a:gd name="T24" fmla="*/ 188 h 1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54" h="188">
                <a:moveTo>
                  <a:pt x="18" y="0"/>
                </a:moveTo>
                <a:lnTo>
                  <a:pt x="0" y="0"/>
                </a:lnTo>
                <a:lnTo>
                  <a:pt x="36" y="188"/>
                </a:lnTo>
                <a:lnTo>
                  <a:pt x="54" y="188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24" name="Freeform 132">
            <a:extLst>
              <a:ext uri="{FF2B5EF4-FFF2-40B4-BE49-F238E27FC236}">
                <a16:creationId xmlns:a16="http://schemas.microsoft.com/office/drawing/2014/main" id="{526B0DB3-35FB-62C2-0789-D3789ED215CB}"/>
              </a:ext>
            </a:extLst>
          </p:cNvPr>
          <p:cNvSpPr>
            <a:spLocks/>
          </p:cNvSpPr>
          <p:nvPr/>
        </p:nvSpPr>
        <p:spPr bwMode="auto">
          <a:xfrm>
            <a:off x="8677276" y="3422651"/>
            <a:ext cx="42863" cy="595313"/>
          </a:xfrm>
          <a:custGeom>
            <a:avLst/>
            <a:gdLst>
              <a:gd name="T0" fmla="*/ 2147483646 w 27"/>
              <a:gd name="T1" fmla="*/ 0 h 375"/>
              <a:gd name="T2" fmla="*/ 0 w 27"/>
              <a:gd name="T3" fmla="*/ 0 h 375"/>
              <a:gd name="T4" fmla="*/ 2147483646 w 27"/>
              <a:gd name="T5" fmla="*/ 2147483646 h 375"/>
              <a:gd name="T6" fmla="*/ 2147483646 w 27"/>
              <a:gd name="T7" fmla="*/ 2147483646 h 375"/>
              <a:gd name="T8" fmla="*/ 2147483646 w 27"/>
              <a:gd name="T9" fmla="*/ 2147483646 h 375"/>
              <a:gd name="T10" fmla="*/ 2147483646 w 27"/>
              <a:gd name="T11" fmla="*/ 2147483646 h 375"/>
              <a:gd name="T12" fmla="*/ 2147483646 w 27"/>
              <a:gd name="T13" fmla="*/ 0 h 37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7"/>
              <a:gd name="T22" fmla="*/ 0 h 375"/>
              <a:gd name="T23" fmla="*/ 27 w 27"/>
              <a:gd name="T24" fmla="*/ 375 h 37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7" h="375">
                <a:moveTo>
                  <a:pt x="18" y="0"/>
                </a:moveTo>
                <a:lnTo>
                  <a:pt x="0" y="0"/>
                </a:lnTo>
                <a:lnTo>
                  <a:pt x="9" y="375"/>
                </a:lnTo>
                <a:lnTo>
                  <a:pt x="27" y="375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25" name="Freeform 133">
            <a:extLst>
              <a:ext uri="{FF2B5EF4-FFF2-40B4-BE49-F238E27FC236}">
                <a16:creationId xmlns:a16="http://schemas.microsoft.com/office/drawing/2014/main" id="{F362BB6E-732B-6C04-D625-01972A91140D}"/>
              </a:ext>
            </a:extLst>
          </p:cNvPr>
          <p:cNvSpPr>
            <a:spLocks/>
          </p:cNvSpPr>
          <p:nvPr/>
        </p:nvSpPr>
        <p:spPr bwMode="auto">
          <a:xfrm>
            <a:off x="8620126" y="4017963"/>
            <a:ext cx="100013" cy="609600"/>
          </a:xfrm>
          <a:custGeom>
            <a:avLst/>
            <a:gdLst>
              <a:gd name="T0" fmla="*/ 2147483646 w 63"/>
              <a:gd name="T1" fmla="*/ 0 h 384"/>
              <a:gd name="T2" fmla="*/ 2147483646 w 63"/>
              <a:gd name="T3" fmla="*/ 0 h 384"/>
              <a:gd name="T4" fmla="*/ 0 w 63"/>
              <a:gd name="T5" fmla="*/ 2147483646 h 384"/>
              <a:gd name="T6" fmla="*/ 0 w 63"/>
              <a:gd name="T7" fmla="*/ 2147483646 h 384"/>
              <a:gd name="T8" fmla="*/ 2147483646 w 63"/>
              <a:gd name="T9" fmla="*/ 2147483646 h 384"/>
              <a:gd name="T10" fmla="*/ 2147483646 w 63"/>
              <a:gd name="T11" fmla="*/ 2147483646 h 384"/>
              <a:gd name="T12" fmla="*/ 2147483646 w 63"/>
              <a:gd name="T13" fmla="*/ 0 h 38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3"/>
              <a:gd name="T22" fmla="*/ 0 h 384"/>
              <a:gd name="T23" fmla="*/ 63 w 63"/>
              <a:gd name="T24" fmla="*/ 384 h 38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3" h="384">
                <a:moveTo>
                  <a:pt x="63" y="0"/>
                </a:moveTo>
                <a:lnTo>
                  <a:pt x="45" y="0"/>
                </a:lnTo>
                <a:lnTo>
                  <a:pt x="0" y="376"/>
                </a:lnTo>
                <a:lnTo>
                  <a:pt x="18" y="384"/>
                </a:lnTo>
                <a:lnTo>
                  <a:pt x="18" y="376"/>
                </a:lnTo>
                <a:lnTo>
                  <a:pt x="6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26" name="Freeform 134">
            <a:extLst>
              <a:ext uri="{FF2B5EF4-FFF2-40B4-BE49-F238E27FC236}">
                <a16:creationId xmlns:a16="http://schemas.microsoft.com/office/drawing/2014/main" id="{0F2F8DAF-928A-899A-B66B-6B3809DDEA04}"/>
              </a:ext>
            </a:extLst>
          </p:cNvPr>
          <p:cNvSpPr>
            <a:spLocks/>
          </p:cNvSpPr>
          <p:nvPr/>
        </p:nvSpPr>
        <p:spPr bwMode="auto">
          <a:xfrm>
            <a:off x="8448676" y="4614863"/>
            <a:ext cx="200025" cy="596900"/>
          </a:xfrm>
          <a:custGeom>
            <a:avLst/>
            <a:gdLst>
              <a:gd name="T0" fmla="*/ 2147483646 w 126"/>
              <a:gd name="T1" fmla="*/ 2147483646 h 376"/>
              <a:gd name="T2" fmla="*/ 2147483646 w 126"/>
              <a:gd name="T3" fmla="*/ 0 h 376"/>
              <a:gd name="T4" fmla="*/ 0 w 126"/>
              <a:gd name="T5" fmla="*/ 2147483646 h 376"/>
              <a:gd name="T6" fmla="*/ 2147483646 w 126"/>
              <a:gd name="T7" fmla="*/ 2147483646 h 376"/>
              <a:gd name="T8" fmla="*/ 2147483646 w 126"/>
              <a:gd name="T9" fmla="*/ 2147483646 h 37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6"/>
              <a:gd name="T16" fmla="*/ 0 h 376"/>
              <a:gd name="T17" fmla="*/ 126 w 126"/>
              <a:gd name="T18" fmla="*/ 376 h 37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6" h="376">
                <a:moveTo>
                  <a:pt x="126" y="8"/>
                </a:moveTo>
                <a:lnTo>
                  <a:pt x="108" y="0"/>
                </a:lnTo>
                <a:lnTo>
                  <a:pt x="0" y="368"/>
                </a:lnTo>
                <a:lnTo>
                  <a:pt x="18" y="376"/>
                </a:lnTo>
                <a:lnTo>
                  <a:pt x="126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27" name="Oval 135">
            <a:extLst>
              <a:ext uri="{FF2B5EF4-FFF2-40B4-BE49-F238E27FC236}">
                <a16:creationId xmlns:a16="http://schemas.microsoft.com/office/drawing/2014/main" id="{F0ACD1CF-D2C9-F1A1-1B0F-4F9337B8A6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8638" y="2592389"/>
            <a:ext cx="800100" cy="43973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3928" name="Oval 136">
            <a:extLst>
              <a:ext uri="{FF2B5EF4-FFF2-40B4-BE49-F238E27FC236}">
                <a16:creationId xmlns:a16="http://schemas.microsoft.com/office/drawing/2014/main" id="{432BCEE5-FE3E-C2C9-2764-513C16F01D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8638" y="2593976"/>
            <a:ext cx="800100" cy="436563"/>
          </a:xfrm>
          <a:prstGeom prst="ellips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3929" name="Rectangle 137">
            <a:extLst>
              <a:ext uri="{FF2B5EF4-FFF2-40B4-BE49-F238E27FC236}">
                <a16:creationId xmlns:a16="http://schemas.microsoft.com/office/drawing/2014/main" id="{F5882FA9-8BFA-CC5F-69FA-E1016A1AC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0089" y="2708275"/>
            <a:ext cx="407163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00">
                <a:solidFill>
                  <a:srgbClr val="0000FF"/>
                </a:solidFill>
                <a:latin typeface="Times New Roman" panose="02020603050405020304" pitchFamily="18" charset="0"/>
              </a:rPr>
              <a:t>JFK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3930" name="Freeform 138">
            <a:extLst>
              <a:ext uri="{FF2B5EF4-FFF2-40B4-BE49-F238E27FC236}">
                <a16:creationId xmlns:a16="http://schemas.microsoft.com/office/drawing/2014/main" id="{449FB7DA-D61D-86DE-887A-A648B62A5E30}"/>
              </a:ext>
            </a:extLst>
          </p:cNvPr>
          <p:cNvSpPr>
            <a:spLocks/>
          </p:cNvSpPr>
          <p:nvPr/>
        </p:nvSpPr>
        <p:spPr bwMode="auto">
          <a:xfrm>
            <a:off x="5948364" y="4964114"/>
            <a:ext cx="28575" cy="26987"/>
          </a:xfrm>
          <a:custGeom>
            <a:avLst/>
            <a:gdLst>
              <a:gd name="T0" fmla="*/ 2147483646 w 18"/>
              <a:gd name="T1" fmla="*/ 0 h 17"/>
              <a:gd name="T2" fmla="*/ 0 w 18"/>
              <a:gd name="T3" fmla="*/ 2147483646 h 17"/>
              <a:gd name="T4" fmla="*/ 2147483646 w 18"/>
              <a:gd name="T5" fmla="*/ 2147483646 h 17"/>
              <a:gd name="T6" fmla="*/ 2147483646 w 18"/>
              <a:gd name="T7" fmla="*/ 2147483646 h 17"/>
              <a:gd name="T8" fmla="*/ 2147483646 w 18"/>
              <a:gd name="T9" fmla="*/ 2147483646 h 17"/>
              <a:gd name="T10" fmla="*/ 2147483646 w 18"/>
              <a:gd name="T11" fmla="*/ 2147483646 h 17"/>
              <a:gd name="T12" fmla="*/ 2147483646 w 18"/>
              <a:gd name="T13" fmla="*/ 0 h 17"/>
              <a:gd name="T14" fmla="*/ 2147483646 w 18"/>
              <a:gd name="T15" fmla="*/ 0 h 17"/>
              <a:gd name="T16" fmla="*/ 2147483646 w 18"/>
              <a:gd name="T17" fmla="*/ 0 h 17"/>
              <a:gd name="T18" fmla="*/ 2147483646 w 18"/>
              <a:gd name="T19" fmla="*/ 0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7"/>
              <a:gd name="T32" fmla="*/ 18 w 18"/>
              <a:gd name="T33" fmla="*/ 17 h 17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7">
                <a:moveTo>
                  <a:pt x="9" y="0"/>
                </a:moveTo>
                <a:lnTo>
                  <a:pt x="0" y="9"/>
                </a:lnTo>
                <a:lnTo>
                  <a:pt x="9" y="9"/>
                </a:lnTo>
                <a:lnTo>
                  <a:pt x="9" y="17"/>
                </a:lnTo>
                <a:lnTo>
                  <a:pt x="18" y="9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31" name="Freeform 139">
            <a:extLst>
              <a:ext uri="{FF2B5EF4-FFF2-40B4-BE49-F238E27FC236}">
                <a16:creationId xmlns:a16="http://schemas.microsoft.com/office/drawing/2014/main" id="{C22F5A40-C1A5-A822-332B-D538BEFBB581}"/>
              </a:ext>
            </a:extLst>
          </p:cNvPr>
          <p:cNvSpPr>
            <a:spLocks/>
          </p:cNvSpPr>
          <p:nvPr/>
        </p:nvSpPr>
        <p:spPr bwMode="auto">
          <a:xfrm>
            <a:off x="5819775" y="4822826"/>
            <a:ext cx="185738" cy="180975"/>
          </a:xfrm>
          <a:custGeom>
            <a:avLst/>
            <a:gdLst>
              <a:gd name="T0" fmla="*/ 2147483646 w 117"/>
              <a:gd name="T1" fmla="*/ 2147483646 h 114"/>
              <a:gd name="T2" fmla="*/ 2147483646 w 117"/>
              <a:gd name="T3" fmla="*/ 2147483646 h 114"/>
              <a:gd name="T4" fmla="*/ 0 w 117"/>
              <a:gd name="T5" fmla="*/ 0 h 114"/>
              <a:gd name="T6" fmla="*/ 2147483646 w 117"/>
              <a:gd name="T7" fmla="*/ 2147483646 h 114"/>
              <a:gd name="T8" fmla="*/ 2147483646 w 117"/>
              <a:gd name="T9" fmla="*/ 2147483646 h 11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"/>
              <a:gd name="T16" fmla="*/ 0 h 114"/>
              <a:gd name="T17" fmla="*/ 117 w 117"/>
              <a:gd name="T18" fmla="*/ 114 h 11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" h="114">
                <a:moveTo>
                  <a:pt x="90" y="89"/>
                </a:moveTo>
                <a:lnTo>
                  <a:pt x="63" y="114"/>
                </a:lnTo>
                <a:lnTo>
                  <a:pt x="0" y="0"/>
                </a:lnTo>
                <a:lnTo>
                  <a:pt x="117" y="73"/>
                </a:lnTo>
                <a:lnTo>
                  <a:pt x="90" y="89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32" name="Freeform 140">
            <a:extLst>
              <a:ext uri="{FF2B5EF4-FFF2-40B4-BE49-F238E27FC236}">
                <a16:creationId xmlns:a16="http://schemas.microsoft.com/office/drawing/2014/main" id="{E140EF28-3953-01AC-4E6D-51CE8D9E5AE9}"/>
              </a:ext>
            </a:extLst>
          </p:cNvPr>
          <p:cNvSpPr>
            <a:spLocks/>
          </p:cNvSpPr>
          <p:nvPr/>
        </p:nvSpPr>
        <p:spPr bwMode="auto">
          <a:xfrm>
            <a:off x="5819775" y="4822826"/>
            <a:ext cx="185738" cy="180975"/>
          </a:xfrm>
          <a:custGeom>
            <a:avLst/>
            <a:gdLst>
              <a:gd name="T0" fmla="*/ 2147483646 w 117"/>
              <a:gd name="T1" fmla="*/ 2147483646 h 114"/>
              <a:gd name="T2" fmla="*/ 2147483646 w 117"/>
              <a:gd name="T3" fmla="*/ 2147483646 h 114"/>
              <a:gd name="T4" fmla="*/ 0 w 117"/>
              <a:gd name="T5" fmla="*/ 0 h 114"/>
              <a:gd name="T6" fmla="*/ 2147483646 w 117"/>
              <a:gd name="T7" fmla="*/ 2147483646 h 114"/>
              <a:gd name="T8" fmla="*/ 2147483646 w 117"/>
              <a:gd name="T9" fmla="*/ 2147483646 h 11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"/>
              <a:gd name="T16" fmla="*/ 0 h 114"/>
              <a:gd name="T17" fmla="*/ 117 w 117"/>
              <a:gd name="T18" fmla="*/ 114 h 11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" h="114">
                <a:moveTo>
                  <a:pt x="90" y="89"/>
                </a:moveTo>
                <a:lnTo>
                  <a:pt x="63" y="114"/>
                </a:lnTo>
                <a:lnTo>
                  <a:pt x="0" y="0"/>
                </a:lnTo>
                <a:lnTo>
                  <a:pt x="117" y="73"/>
                </a:lnTo>
                <a:lnTo>
                  <a:pt x="90" y="8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33" name="Freeform 141">
            <a:extLst>
              <a:ext uri="{FF2B5EF4-FFF2-40B4-BE49-F238E27FC236}">
                <a16:creationId xmlns:a16="http://schemas.microsoft.com/office/drawing/2014/main" id="{A264E9FB-6175-03EB-EEE1-5E6002EA5AC4}"/>
              </a:ext>
            </a:extLst>
          </p:cNvPr>
          <p:cNvSpPr>
            <a:spLocks/>
          </p:cNvSpPr>
          <p:nvPr/>
        </p:nvSpPr>
        <p:spPr bwMode="auto">
          <a:xfrm>
            <a:off x="8034339" y="5626100"/>
            <a:ext cx="357187" cy="65088"/>
          </a:xfrm>
          <a:custGeom>
            <a:avLst/>
            <a:gdLst>
              <a:gd name="T0" fmla="*/ 2147483646 w 225"/>
              <a:gd name="T1" fmla="*/ 2147483646 h 41"/>
              <a:gd name="T2" fmla="*/ 2147483646 w 225"/>
              <a:gd name="T3" fmla="*/ 0 h 41"/>
              <a:gd name="T4" fmla="*/ 0 w 225"/>
              <a:gd name="T5" fmla="*/ 2147483646 h 41"/>
              <a:gd name="T6" fmla="*/ 0 w 225"/>
              <a:gd name="T7" fmla="*/ 2147483646 h 41"/>
              <a:gd name="T8" fmla="*/ 0 w 225"/>
              <a:gd name="T9" fmla="*/ 2147483646 h 41"/>
              <a:gd name="T10" fmla="*/ 0 w 225"/>
              <a:gd name="T11" fmla="*/ 2147483646 h 41"/>
              <a:gd name="T12" fmla="*/ 2147483646 w 225"/>
              <a:gd name="T13" fmla="*/ 2147483646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41"/>
              <a:gd name="T23" fmla="*/ 225 w 225"/>
              <a:gd name="T24" fmla="*/ 41 h 4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41">
                <a:moveTo>
                  <a:pt x="225" y="16"/>
                </a:moveTo>
                <a:lnTo>
                  <a:pt x="225" y="0"/>
                </a:lnTo>
                <a:lnTo>
                  <a:pt x="0" y="25"/>
                </a:lnTo>
                <a:lnTo>
                  <a:pt x="0" y="41"/>
                </a:lnTo>
                <a:lnTo>
                  <a:pt x="22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34" name="Freeform 142">
            <a:extLst>
              <a:ext uri="{FF2B5EF4-FFF2-40B4-BE49-F238E27FC236}">
                <a16:creationId xmlns:a16="http://schemas.microsoft.com/office/drawing/2014/main" id="{95EE6E7A-004F-0FF0-64C2-0006462FB4CE}"/>
              </a:ext>
            </a:extLst>
          </p:cNvPr>
          <p:cNvSpPr>
            <a:spLocks/>
          </p:cNvSpPr>
          <p:nvPr/>
        </p:nvSpPr>
        <p:spPr bwMode="auto">
          <a:xfrm>
            <a:off x="7677150" y="5665788"/>
            <a:ext cx="357188" cy="25400"/>
          </a:xfrm>
          <a:custGeom>
            <a:avLst/>
            <a:gdLst>
              <a:gd name="T0" fmla="*/ 2147483646 w 225"/>
              <a:gd name="T1" fmla="*/ 2147483646 h 16"/>
              <a:gd name="T2" fmla="*/ 2147483646 w 225"/>
              <a:gd name="T3" fmla="*/ 0 h 16"/>
              <a:gd name="T4" fmla="*/ 0 w 225"/>
              <a:gd name="T5" fmla="*/ 0 h 16"/>
              <a:gd name="T6" fmla="*/ 0 w 225"/>
              <a:gd name="T7" fmla="*/ 0 h 16"/>
              <a:gd name="T8" fmla="*/ 0 w 225"/>
              <a:gd name="T9" fmla="*/ 2147483646 h 16"/>
              <a:gd name="T10" fmla="*/ 0 w 225"/>
              <a:gd name="T11" fmla="*/ 2147483646 h 16"/>
              <a:gd name="T12" fmla="*/ 2147483646 w 225"/>
              <a:gd name="T13" fmla="*/ 2147483646 h 1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16"/>
              <a:gd name="T23" fmla="*/ 225 w 225"/>
              <a:gd name="T24" fmla="*/ 16 h 1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16">
                <a:moveTo>
                  <a:pt x="225" y="16"/>
                </a:moveTo>
                <a:lnTo>
                  <a:pt x="225" y="0"/>
                </a:lnTo>
                <a:lnTo>
                  <a:pt x="0" y="0"/>
                </a:lnTo>
                <a:lnTo>
                  <a:pt x="0" y="16"/>
                </a:lnTo>
                <a:lnTo>
                  <a:pt x="22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35" name="Freeform 143">
            <a:extLst>
              <a:ext uri="{FF2B5EF4-FFF2-40B4-BE49-F238E27FC236}">
                <a16:creationId xmlns:a16="http://schemas.microsoft.com/office/drawing/2014/main" id="{D58F4D16-F247-37B2-457B-3D01E30543F9}"/>
              </a:ext>
            </a:extLst>
          </p:cNvPr>
          <p:cNvSpPr>
            <a:spLocks/>
          </p:cNvSpPr>
          <p:nvPr/>
        </p:nvSpPr>
        <p:spPr bwMode="auto">
          <a:xfrm>
            <a:off x="7334250" y="5626100"/>
            <a:ext cx="342900" cy="65088"/>
          </a:xfrm>
          <a:custGeom>
            <a:avLst/>
            <a:gdLst>
              <a:gd name="T0" fmla="*/ 2147483646 w 216"/>
              <a:gd name="T1" fmla="*/ 2147483646 h 41"/>
              <a:gd name="T2" fmla="*/ 2147483646 w 216"/>
              <a:gd name="T3" fmla="*/ 2147483646 h 41"/>
              <a:gd name="T4" fmla="*/ 0 w 216"/>
              <a:gd name="T5" fmla="*/ 0 h 41"/>
              <a:gd name="T6" fmla="*/ 0 w 216"/>
              <a:gd name="T7" fmla="*/ 0 h 41"/>
              <a:gd name="T8" fmla="*/ 0 w 216"/>
              <a:gd name="T9" fmla="*/ 2147483646 h 41"/>
              <a:gd name="T10" fmla="*/ 0 w 216"/>
              <a:gd name="T11" fmla="*/ 2147483646 h 41"/>
              <a:gd name="T12" fmla="*/ 2147483646 w 216"/>
              <a:gd name="T13" fmla="*/ 2147483646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41"/>
              <a:gd name="T23" fmla="*/ 216 w 216"/>
              <a:gd name="T24" fmla="*/ 41 h 4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41">
                <a:moveTo>
                  <a:pt x="216" y="41"/>
                </a:moveTo>
                <a:lnTo>
                  <a:pt x="216" y="25"/>
                </a:lnTo>
                <a:lnTo>
                  <a:pt x="0" y="0"/>
                </a:lnTo>
                <a:lnTo>
                  <a:pt x="0" y="16"/>
                </a:lnTo>
                <a:lnTo>
                  <a:pt x="216" y="4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36" name="Freeform 144">
            <a:extLst>
              <a:ext uri="{FF2B5EF4-FFF2-40B4-BE49-F238E27FC236}">
                <a16:creationId xmlns:a16="http://schemas.microsoft.com/office/drawing/2014/main" id="{0A1D5BB9-C60F-0EBC-A1B3-B25FAC9E8A5B}"/>
              </a:ext>
            </a:extLst>
          </p:cNvPr>
          <p:cNvSpPr>
            <a:spLocks/>
          </p:cNvSpPr>
          <p:nvPr/>
        </p:nvSpPr>
        <p:spPr bwMode="auto">
          <a:xfrm>
            <a:off x="7005638" y="5561014"/>
            <a:ext cx="328612" cy="90487"/>
          </a:xfrm>
          <a:custGeom>
            <a:avLst/>
            <a:gdLst>
              <a:gd name="T0" fmla="*/ 2147483646 w 207"/>
              <a:gd name="T1" fmla="*/ 2147483646 h 57"/>
              <a:gd name="T2" fmla="*/ 2147483646 w 207"/>
              <a:gd name="T3" fmla="*/ 2147483646 h 57"/>
              <a:gd name="T4" fmla="*/ 0 w 207"/>
              <a:gd name="T5" fmla="*/ 0 h 57"/>
              <a:gd name="T6" fmla="*/ 2147483646 w 207"/>
              <a:gd name="T7" fmla="*/ 0 h 57"/>
              <a:gd name="T8" fmla="*/ 0 w 207"/>
              <a:gd name="T9" fmla="*/ 2147483646 h 57"/>
              <a:gd name="T10" fmla="*/ 0 w 207"/>
              <a:gd name="T11" fmla="*/ 2147483646 h 57"/>
              <a:gd name="T12" fmla="*/ 2147483646 w 207"/>
              <a:gd name="T13" fmla="*/ 2147483646 h 5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07"/>
              <a:gd name="T22" fmla="*/ 0 h 57"/>
              <a:gd name="T23" fmla="*/ 207 w 207"/>
              <a:gd name="T24" fmla="*/ 57 h 5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07" h="57">
                <a:moveTo>
                  <a:pt x="207" y="57"/>
                </a:moveTo>
                <a:lnTo>
                  <a:pt x="207" y="41"/>
                </a:lnTo>
                <a:lnTo>
                  <a:pt x="0" y="0"/>
                </a:lnTo>
                <a:lnTo>
                  <a:pt x="9" y="0"/>
                </a:lnTo>
                <a:lnTo>
                  <a:pt x="0" y="17"/>
                </a:lnTo>
                <a:lnTo>
                  <a:pt x="207" y="5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37" name="Freeform 145">
            <a:extLst>
              <a:ext uri="{FF2B5EF4-FFF2-40B4-BE49-F238E27FC236}">
                <a16:creationId xmlns:a16="http://schemas.microsoft.com/office/drawing/2014/main" id="{6FDFAC76-4A93-2985-C35B-232A383B6F4E}"/>
              </a:ext>
            </a:extLst>
          </p:cNvPr>
          <p:cNvSpPr>
            <a:spLocks/>
          </p:cNvSpPr>
          <p:nvPr/>
        </p:nvSpPr>
        <p:spPr bwMode="auto">
          <a:xfrm>
            <a:off x="6705601" y="5457826"/>
            <a:ext cx="314325" cy="130175"/>
          </a:xfrm>
          <a:custGeom>
            <a:avLst/>
            <a:gdLst>
              <a:gd name="T0" fmla="*/ 2147483646 w 198"/>
              <a:gd name="T1" fmla="*/ 2147483646 h 82"/>
              <a:gd name="T2" fmla="*/ 2147483646 w 198"/>
              <a:gd name="T3" fmla="*/ 2147483646 h 82"/>
              <a:gd name="T4" fmla="*/ 2147483646 w 198"/>
              <a:gd name="T5" fmla="*/ 0 h 82"/>
              <a:gd name="T6" fmla="*/ 2147483646 w 198"/>
              <a:gd name="T7" fmla="*/ 0 h 82"/>
              <a:gd name="T8" fmla="*/ 0 w 198"/>
              <a:gd name="T9" fmla="*/ 2147483646 h 82"/>
              <a:gd name="T10" fmla="*/ 0 w 198"/>
              <a:gd name="T11" fmla="*/ 2147483646 h 82"/>
              <a:gd name="T12" fmla="*/ 2147483646 w 198"/>
              <a:gd name="T13" fmla="*/ 2147483646 h 8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98"/>
              <a:gd name="T22" fmla="*/ 0 h 82"/>
              <a:gd name="T23" fmla="*/ 198 w 198"/>
              <a:gd name="T24" fmla="*/ 82 h 8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98" h="82">
                <a:moveTo>
                  <a:pt x="189" y="82"/>
                </a:moveTo>
                <a:lnTo>
                  <a:pt x="198" y="65"/>
                </a:lnTo>
                <a:lnTo>
                  <a:pt x="9" y="0"/>
                </a:lnTo>
                <a:lnTo>
                  <a:pt x="0" y="16"/>
                </a:lnTo>
                <a:lnTo>
                  <a:pt x="189" y="8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38" name="Freeform 146">
            <a:extLst>
              <a:ext uri="{FF2B5EF4-FFF2-40B4-BE49-F238E27FC236}">
                <a16:creationId xmlns:a16="http://schemas.microsoft.com/office/drawing/2014/main" id="{754524E2-CDDC-63A6-2EB1-3CC537A787E9}"/>
              </a:ext>
            </a:extLst>
          </p:cNvPr>
          <p:cNvSpPr>
            <a:spLocks/>
          </p:cNvSpPr>
          <p:nvPr/>
        </p:nvSpPr>
        <p:spPr bwMode="auto">
          <a:xfrm>
            <a:off x="6419850" y="5327651"/>
            <a:ext cx="300038" cy="155575"/>
          </a:xfrm>
          <a:custGeom>
            <a:avLst/>
            <a:gdLst>
              <a:gd name="T0" fmla="*/ 2147483646 w 189"/>
              <a:gd name="T1" fmla="*/ 2147483646 h 98"/>
              <a:gd name="T2" fmla="*/ 2147483646 w 189"/>
              <a:gd name="T3" fmla="*/ 2147483646 h 98"/>
              <a:gd name="T4" fmla="*/ 2147483646 w 189"/>
              <a:gd name="T5" fmla="*/ 0 h 98"/>
              <a:gd name="T6" fmla="*/ 2147483646 w 189"/>
              <a:gd name="T7" fmla="*/ 0 h 98"/>
              <a:gd name="T8" fmla="*/ 0 w 189"/>
              <a:gd name="T9" fmla="*/ 2147483646 h 98"/>
              <a:gd name="T10" fmla="*/ 0 w 189"/>
              <a:gd name="T11" fmla="*/ 2147483646 h 98"/>
              <a:gd name="T12" fmla="*/ 2147483646 w 189"/>
              <a:gd name="T13" fmla="*/ 2147483646 h 9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98"/>
              <a:gd name="T23" fmla="*/ 189 w 189"/>
              <a:gd name="T24" fmla="*/ 98 h 9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98">
                <a:moveTo>
                  <a:pt x="180" y="98"/>
                </a:moveTo>
                <a:lnTo>
                  <a:pt x="189" y="82"/>
                </a:lnTo>
                <a:lnTo>
                  <a:pt x="9" y="0"/>
                </a:lnTo>
                <a:lnTo>
                  <a:pt x="0" y="17"/>
                </a:lnTo>
                <a:lnTo>
                  <a:pt x="180" y="9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39" name="Freeform 147">
            <a:extLst>
              <a:ext uri="{FF2B5EF4-FFF2-40B4-BE49-F238E27FC236}">
                <a16:creationId xmlns:a16="http://schemas.microsoft.com/office/drawing/2014/main" id="{61B60A09-AE53-C9DE-346A-DD46B46A54C7}"/>
              </a:ext>
            </a:extLst>
          </p:cNvPr>
          <p:cNvSpPr>
            <a:spLocks/>
          </p:cNvSpPr>
          <p:nvPr/>
        </p:nvSpPr>
        <p:spPr bwMode="auto">
          <a:xfrm>
            <a:off x="6162676" y="5159376"/>
            <a:ext cx="271463" cy="195263"/>
          </a:xfrm>
          <a:custGeom>
            <a:avLst/>
            <a:gdLst>
              <a:gd name="T0" fmla="*/ 2147483646 w 171"/>
              <a:gd name="T1" fmla="*/ 2147483646 h 123"/>
              <a:gd name="T2" fmla="*/ 2147483646 w 171"/>
              <a:gd name="T3" fmla="*/ 2147483646 h 123"/>
              <a:gd name="T4" fmla="*/ 2147483646 w 171"/>
              <a:gd name="T5" fmla="*/ 0 h 123"/>
              <a:gd name="T6" fmla="*/ 2147483646 w 171"/>
              <a:gd name="T7" fmla="*/ 2147483646 h 123"/>
              <a:gd name="T8" fmla="*/ 0 w 171"/>
              <a:gd name="T9" fmla="*/ 2147483646 h 123"/>
              <a:gd name="T10" fmla="*/ 2147483646 w 171"/>
              <a:gd name="T11" fmla="*/ 2147483646 h 123"/>
              <a:gd name="T12" fmla="*/ 2147483646 w 171"/>
              <a:gd name="T13" fmla="*/ 2147483646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71"/>
              <a:gd name="T22" fmla="*/ 0 h 123"/>
              <a:gd name="T23" fmla="*/ 171 w 171"/>
              <a:gd name="T24" fmla="*/ 123 h 12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71" h="123">
                <a:moveTo>
                  <a:pt x="162" y="123"/>
                </a:moveTo>
                <a:lnTo>
                  <a:pt x="171" y="106"/>
                </a:lnTo>
                <a:lnTo>
                  <a:pt x="18" y="0"/>
                </a:lnTo>
                <a:lnTo>
                  <a:pt x="18" y="8"/>
                </a:lnTo>
                <a:lnTo>
                  <a:pt x="0" y="16"/>
                </a:lnTo>
                <a:lnTo>
                  <a:pt x="9" y="16"/>
                </a:lnTo>
                <a:lnTo>
                  <a:pt x="162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40" name="Freeform 148">
            <a:extLst>
              <a:ext uri="{FF2B5EF4-FFF2-40B4-BE49-F238E27FC236}">
                <a16:creationId xmlns:a16="http://schemas.microsoft.com/office/drawing/2014/main" id="{D8B0D2EC-7617-2CAC-1824-45A2938E9342}"/>
              </a:ext>
            </a:extLst>
          </p:cNvPr>
          <p:cNvSpPr>
            <a:spLocks/>
          </p:cNvSpPr>
          <p:nvPr/>
        </p:nvSpPr>
        <p:spPr bwMode="auto">
          <a:xfrm>
            <a:off x="5948364" y="4964113"/>
            <a:ext cx="242887" cy="220662"/>
          </a:xfrm>
          <a:custGeom>
            <a:avLst/>
            <a:gdLst>
              <a:gd name="T0" fmla="*/ 2147483646 w 153"/>
              <a:gd name="T1" fmla="*/ 2147483646 h 139"/>
              <a:gd name="T2" fmla="*/ 2147483646 w 153"/>
              <a:gd name="T3" fmla="*/ 2147483646 h 139"/>
              <a:gd name="T4" fmla="*/ 2147483646 w 153"/>
              <a:gd name="T5" fmla="*/ 0 h 139"/>
              <a:gd name="T6" fmla="*/ 0 w 153"/>
              <a:gd name="T7" fmla="*/ 2147483646 h 139"/>
              <a:gd name="T8" fmla="*/ 2147483646 w 153"/>
              <a:gd name="T9" fmla="*/ 2147483646 h 13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"/>
              <a:gd name="T16" fmla="*/ 0 h 139"/>
              <a:gd name="T17" fmla="*/ 153 w 153"/>
              <a:gd name="T18" fmla="*/ 139 h 13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" h="139">
                <a:moveTo>
                  <a:pt x="135" y="139"/>
                </a:moveTo>
                <a:lnTo>
                  <a:pt x="153" y="131"/>
                </a:lnTo>
                <a:lnTo>
                  <a:pt x="18" y="0"/>
                </a:lnTo>
                <a:lnTo>
                  <a:pt x="0" y="9"/>
                </a:lnTo>
                <a:lnTo>
                  <a:pt x="135" y="13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41" name="Oval 152">
            <a:extLst>
              <a:ext uri="{FF2B5EF4-FFF2-40B4-BE49-F238E27FC236}">
                <a16:creationId xmlns:a16="http://schemas.microsoft.com/office/drawing/2014/main" id="{C0B82944-62FB-62F0-89E2-4358F03AAD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1475" y="5418139"/>
            <a:ext cx="800100" cy="4413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0066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3942" name="Oval 153">
            <a:extLst>
              <a:ext uri="{FF2B5EF4-FFF2-40B4-BE49-F238E27FC236}">
                <a16:creationId xmlns:a16="http://schemas.microsoft.com/office/drawing/2014/main" id="{F397F859-4F65-C526-AEA0-48AC9E5C53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1475" y="5421314"/>
            <a:ext cx="800100" cy="434975"/>
          </a:xfrm>
          <a:prstGeom prst="ellipse">
            <a:avLst/>
          </a:prstGeom>
          <a:noFill/>
          <a:ln w="57150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3943" name="Rectangle 154">
            <a:extLst>
              <a:ext uri="{FF2B5EF4-FFF2-40B4-BE49-F238E27FC236}">
                <a16:creationId xmlns:a16="http://schemas.microsoft.com/office/drawing/2014/main" id="{9225B6D8-62A2-C33E-F9EB-3BE8E6BD8E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34351" y="5521325"/>
            <a:ext cx="474489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00">
                <a:solidFill>
                  <a:srgbClr val="0000FF"/>
                </a:solidFill>
                <a:latin typeface="Times New Roman" panose="02020603050405020304" pitchFamily="18" charset="0"/>
              </a:rPr>
              <a:t>MIA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3944" name="Oval 155">
            <a:extLst>
              <a:ext uri="{FF2B5EF4-FFF2-40B4-BE49-F238E27FC236}">
                <a16:creationId xmlns:a16="http://schemas.microsoft.com/office/drawing/2014/main" id="{0CA78707-0845-1657-0075-A34B3F5065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6950" y="2085976"/>
            <a:ext cx="800100" cy="4413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3945" name="Oval 156">
            <a:extLst>
              <a:ext uri="{FF2B5EF4-FFF2-40B4-BE49-F238E27FC236}">
                <a16:creationId xmlns:a16="http://schemas.microsoft.com/office/drawing/2014/main" id="{17D22885-1BAB-A472-8AEF-40CC6F8EB2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6950" y="2089151"/>
            <a:ext cx="800100" cy="434975"/>
          </a:xfrm>
          <a:prstGeom prst="ellipse">
            <a:avLst/>
          </a:prstGeom>
          <a:noFill/>
          <a:ln w="571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3946" name="Rectangle 157">
            <a:extLst>
              <a:ext uri="{FF2B5EF4-FFF2-40B4-BE49-F238E27FC236}">
                <a16:creationId xmlns:a16="http://schemas.microsoft.com/office/drawing/2014/main" id="{81D7CA49-C8DD-8278-D271-22D1A75015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1250" y="2201863"/>
            <a:ext cx="514564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00">
                <a:solidFill>
                  <a:srgbClr val="0000FF"/>
                </a:solidFill>
                <a:latin typeface="Times New Roman" panose="02020603050405020304" pitchFamily="18" charset="0"/>
              </a:rPr>
              <a:t>ORD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3947" name="Oval 158">
            <a:extLst>
              <a:ext uri="{FF2B5EF4-FFF2-40B4-BE49-F238E27FC236}">
                <a16:creationId xmlns:a16="http://schemas.microsoft.com/office/drawing/2014/main" id="{D84D41DD-3508-D895-C8D4-870F864DB2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7950" y="4667250"/>
            <a:ext cx="800100" cy="439738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3948" name="Oval 159">
            <a:extLst>
              <a:ext uri="{FF2B5EF4-FFF2-40B4-BE49-F238E27FC236}">
                <a16:creationId xmlns:a16="http://schemas.microsoft.com/office/drawing/2014/main" id="{68483A02-765F-2E9C-E73B-642F8C4738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7950" y="4668838"/>
            <a:ext cx="800100" cy="436562"/>
          </a:xfrm>
          <a:prstGeom prst="ellipse">
            <a:avLst/>
          </a:prstGeom>
          <a:noFill/>
          <a:ln w="571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3949" name="Rectangle 160">
            <a:extLst>
              <a:ext uri="{FF2B5EF4-FFF2-40B4-BE49-F238E27FC236}">
                <a16:creationId xmlns:a16="http://schemas.microsoft.com/office/drawing/2014/main" id="{CBDFFC86-9BFD-1191-CCA9-CE047F526A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6538" y="4783138"/>
            <a:ext cx="50174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00">
                <a:solidFill>
                  <a:srgbClr val="0000FF"/>
                </a:solidFill>
                <a:latin typeface="Times New Roman" panose="02020603050405020304" pitchFamily="18" charset="0"/>
              </a:rPr>
              <a:t>LAX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3950" name="Oval 161">
            <a:extLst>
              <a:ext uri="{FF2B5EF4-FFF2-40B4-BE49-F238E27FC236}">
                <a16:creationId xmlns:a16="http://schemas.microsoft.com/office/drawing/2014/main" id="{E22D9746-46A6-680B-C775-E40AF61730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9689" y="4419601"/>
            <a:ext cx="814387" cy="4413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3951" name="Oval 162">
            <a:extLst>
              <a:ext uri="{FF2B5EF4-FFF2-40B4-BE49-F238E27FC236}">
                <a16:creationId xmlns:a16="http://schemas.microsoft.com/office/drawing/2014/main" id="{AF2314B8-08EC-A365-7427-0CDA82B5E8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9689" y="4422776"/>
            <a:ext cx="814387" cy="434975"/>
          </a:xfrm>
          <a:prstGeom prst="ellipse">
            <a:avLst/>
          </a:prstGeom>
          <a:noFill/>
          <a:ln w="571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3952" name="Rectangle 163">
            <a:extLst>
              <a:ext uri="{FF2B5EF4-FFF2-40B4-BE49-F238E27FC236}">
                <a16:creationId xmlns:a16="http://schemas.microsoft.com/office/drawing/2014/main" id="{CF9720EF-F74D-9008-30D2-70C51BCED2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3989" y="4537075"/>
            <a:ext cx="541815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00">
                <a:solidFill>
                  <a:srgbClr val="0000FF"/>
                </a:solidFill>
                <a:latin typeface="Times New Roman" panose="02020603050405020304" pitchFamily="18" charset="0"/>
              </a:rPr>
              <a:t>DFW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3953" name="Oval 164">
            <a:extLst>
              <a:ext uri="{FF2B5EF4-FFF2-40B4-BE49-F238E27FC236}">
                <a16:creationId xmlns:a16="http://schemas.microsoft.com/office/drawing/2014/main" id="{EF5F4A51-2E7E-44BB-0777-11559DC645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2213" y="3370264"/>
            <a:ext cx="800100" cy="4413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3954" name="Oval 165">
            <a:extLst>
              <a:ext uri="{FF2B5EF4-FFF2-40B4-BE49-F238E27FC236}">
                <a16:creationId xmlns:a16="http://schemas.microsoft.com/office/drawing/2014/main" id="{E0B17520-B70D-F004-BAB5-B5870CFBB6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2213" y="3373439"/>
            <a:ext cx="800100" cy="434975"/>
          </a:xfrm>
          <a:prstGeom prst="ellipse">
            <a:avLst/>
          </a:prstGeom>
          <a:noFill/>
          <a:ln w="571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3955" name="Rectangle 166">
            <a:extLst>
              <a:ext uri="{FF2B5EF4-FFF2-40B4-BE49-F238E27FC236}">
                <a16:creationId xmlns:a16="http://schemas.microsoft.com/office/drawing/2014/main" id="{EF39AA31-C73E-467B-C566-E8B53FBF53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5089" y="3486150"/>
            <a:ext cx="448841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00">
                <a:solidFill>
                  <a:srgbClr val="0000FF"/>
                </a:solidFill>
                <a:latin typeface="Times New Roman" panose="02020603050405020304" pitchFamily="18" charset="0"/>
              </a:rPr>
              <a:t>SFO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3956" name="Rectangle 167">
            <a:extLst>
              <a:ext uri="{FF2B5EF4-FFF2-40B4-BE49-F238E27FC236}">
                <a16:creationId xmlns:a16="http://schemas.microsoft.com/office/drawing/2014/main" id="{6A0937EB-2BC4-05B3-D635-95CD705D45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0775" y="2890838"/>
            <a:ext cx="400050" cy="34925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3957" name="Rectangle 168">
            <a:extLst>
              <a:ext uri="{FF2B5EF4-FFF2-40B4-BE49-F238E27FC236}">
                <a16:creationId xmlns:a16="http://schemas.microsoft.com/office/drawing/2014/main" id="{268FFA2A-025C-D07D-FDD3-8A66067E47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1" y="2916239"/>
            <a:ext cx="385763" cy="3508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3958" name="Rectangle 169">
            <a:extLst>
              <a:ext uri="{FF2B5EF4-FFF2-40B4-BE49-F238E27FC236}">
                <a16:creationId xmlns:a16="http://schemas.microsoft.com/office/drawing/2014/main" id="{EC9B48AF-D8BA-9484-1A12-CB446C761D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1" y="2917826"/>
            <a:ext cx="385763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3959" name="Rectangle 170">
            <a:extLst>
              <a:ext uri="{FF2B5EF4-FFF2-40B4-BE49-F238E27FC236}">
                <a16:creationId xmlns:a16="http://schemas.microsoft.com/office/drawing/2014/main" id="{AEC05B41-83B5-6BCE-E47C-B3F66E0E5C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3638" y="2878139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3960" name="Rectangle 171">
            <a:extLst>
              <a:ext uri="{FF2B5EF4-FFF2-40B4-BE49-F238E27FC236}">
                <a16:creationId xmlns:a16="http://schemas.microsoft.com/office/drawing/2014/main" id="{5D7D7086-62A3-A4E0-007E-7A0468EDF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6513" y="3033713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3961" name="Rectangle 172">
            <a:extLst>
              <a:ext uri="{FF2B5EF4-FFF2-40B4-BE49-F238E27FC236}">
                <a16:creationId xmlns:a16="http://schemas.microsoft.com/office/drawing/2014/main" id="{873C0A0B-7889-B5AA-DEAC-98573E1CF2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5063" y="5199063"/>
            <a:ext cx="400050" cy="34925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3962" name="Rectangle 173">
            <a:extLst>
              <a:ext uri="{FF2B5EF4-FFF2-40B4-BE49-F238E27FC236}">
                <a16:creationId xmlns:a16="http://schemas.microsoft.com/office/drawing/2014/main" id="{487F8393-71A3-3828-0813-09023C4FB0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6488" y="5224463"/>
            <a:ext cx="385762" cy="3492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3963" name="Rectangle 174">
            <a:extLst>
              <a:ext uri="{FF2B5EF4-FFF2-40B4-BE49-F238E27FC236}">
                <a16:creationId xmlns:a16="http://schemas.microsoft.com/office/drawing/2014/main" id="{3DF6291D-E058-6224-C67D-9E3DB47543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6488" y="5226051"/>
            <a:ext cx="385762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3964" name="Rectangle 175">
            <a:extLst>
              <a:ext uri="{FF2B5EF4-FFF2-40B4-BE49-F238E27FC236}">
                <a16:creationId xmlns:a16="http://schemas.microsoft.com/office/drawing/2014/main" id="{16D86941-9871-FCD9-8063-568B9A9218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7925" y="5186364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3965" name="Rectangle 176">
            <a:extLst>
              <a:ext uri="{FF2B5EF4-FFF2-40B4-BE49-F238E27FC236}">
                <a16:creationId xmlns:a16="http://schemas.microsoft.com/office/drawing/2014/main" id="{588CBF0E-334E-5F7A-8BE4-A6F12E1282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5341938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3966" name="Rectangle 177">
            <a:extLst>
              <a:ext uri="{FF2B5EF4-FFF2-40B4-BE49-F238E27FC236}">
                <a16:creationId xmlns:a16="http://schemas.microsoft.com/office/drawing/2014/main" id="{461EA7AE-A59B-11B3-6702-A751F9AF0D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6838" y="4978400"/>
            <a:ext cx="400050" cy="36195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3967" name="Rectangle 178">
            <a:extLst>
              <a:ext uri="{FF2B5EF4-FFF2-40B4-BE49-F238E27FC236}">
                <a16:creationId xmlns:a16="http://schemas.microsoft.com/office/drawing/2014/main" id="{85A3627C-6B57-924D-3F86-C3CEE7D47A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3975" y="5003800"/>
            <a:ext cx="400050" cy="3635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3968" name="Rectangle 179">
            <a:extLst>
              <a:ext uri="{FF2B5EF4-FFF2-40B4-BE49-F238E27FC236}">
                <a16:creationId xmlns:a16="http://schemas.microsoft.com/office/drawing/2014/main" id="{3CE6F9E5-4371-F7BC-3CC9-4CE827641A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3975" y="5005388"/>
            <a:ext cx="400050" cy="360362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3969" name="Rectangle 180">
            <a:extLst>
              <a:ext uri="{FF2B5EF4-FFF2-40B4-BE49-F238E27FC236}">
                <a16:creationId xmlns:a16="http://schemas.microsoft.com/office/drawing/2014/main" id="{7E1043D9-72F3-786A-EFB3-30B0516299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00" y="4978401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3970" name="Rectangle 181">
            <a:extLst>
              <a:ext uri="{FF2B5EF4-FFF2-40B4-BE49-F238E27FC236}">
                <a16:creationId xmlns:a16="http://schemas.microsoft.com/office/drawing/2014/main" id="{E28EF3BE-2C1F-19FB-3C06-55096BCCA1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2575" y="5121275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3971" name="Rectangle 182">
            <a:extLst>
              <a:ext uri="{FF2B5EF4-FFF2-40B4-BE49-F238E27FC236}">
                <a16:creationId xmlns:a16="http://schemas.microsoft.com/office/drawing/2014/main" id="{B674CA23-4E31-C7C9-F60A-C2609A687D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4213" y="2112963"/>
            <a:ext cx="385762" cy="34925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3972" name="Rectangle 183">
            <a:extLst>
              <a:ext uri="{FF2B5EF4-FFF2-40B4-BE49-F238E27FC236}">
                <a16:creationId xmlns:a16="http://schemas.microsoft.com/office/drawing/2014/main" id="{DE48C62E-722E-41E3-0FFA-79195714B4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1351" y="2138364"/>
            <a:ext cx="385763" cy="3635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3973" name="Rectangle 184">
            <a:extLst>
              <a:ext uri="{FF2B5EF4-FFF2-40B4-BE49-F238E27FC236}">
                <a16:creationId xmlns:a16="http://schemas.microsoft.com/office/drawing/2014/main" id="{FC565BB8-E3A3-CD75-3796-3134315C03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1351" y="2139951"/>
            <a:ext cx="385763" cy="3603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3974" name="Rectangle 185">
            <a:extLst>
              <a:ext uri="{FF2B5EF4-FFF2-40B4-BE49-F238E27FC236}">
                <a16:creationId xmlns:a16="http://schemas.microsoft.com/office/drawing/2014/main" id="{6AEDDD15-F45E-2112-F507-FC93E6DA68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2788" y="2100264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3975" name="Rectangle 186">
            <a:extLst>
              <a:ext uri="{FF2B5EF4-FFF2-40B4-BE49-F238E27FC236}">
                <a16:creationId xmlns:a16="http://schemas.microsoft.com/office/drawing/2014/main" id="{45FD9394-A83B-D126-3AF7-AC277F0661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5663" y="2255838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3976" name="Rectangle 187">
            <a:extLst>
              <a:ext uri="{FF2B5EF4-FFF2-40B4-BE49-F238E27FC236}">
                <a16:creationId xmlns:a16="http://schemas.microsoft.com/office/drawing/2014/main" id="{56481906-9C2B-4C4E-D7C0-9D2A279A5F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0038" y="5962650"/>
            <a:ext cx="400050" cy="363538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3977" name="Rectangle 188">
            <a:extLst>
              <a:ext uri="{FF2B5EF4-FFF2-40B4-BE49-F238E27FC236}">
                <a16:creationId xmlns:a16="http://schemas.microsoft.com/office/drawing/2014/main" id="{8BEEC196-5658-FC02-C604-B89D77C9CD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7175" y="6002338"/>
            <a:ext cx="400050" cy="3492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3978" name="Rectangle 189">
            <a:extLst>
              <a:ext uri="{FF2B5EF4-FFF2-40B4-BE49-F238E27FC236}">
                <a16:creationId xmlns:a16="http://schemas.microsoft.com/office/drawing/2014/main" id="{E7A6D5B9-81CC-74D2-05F9-06CE388A8D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7175" y="6003926"/>
            <a:ext cx="400050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3979" name="Rectangle 190">
            <a:extLst>
              <a:ext uri="{FF2B5EF4-FFF2-40B4-BE49-F238E27FC236}">
                <a16:creationId xmlns:a16="http://schemas.microsoft.com/office/drawing/2014/main" id="{D16443BD-44B9-3884-5A94-4EE1F4F948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48613" y="5964239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3980" name="Rectangle 191">
            <a:extLst>
              <a:ext uri="{FF2B5EF4-FFF2-40B4-BE49-F238E27FC236}">
                <a16:creationId xmlns:a16="http://schemas.microsoft.com/office/drawing/2014/main" id="{415103BC-1BD5-DF6F-8108-49A7D5E922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5775" y="6105525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t>5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3981" name="Rectangle 192">
            <a:extLst>
              <a:ext uri="{FF2B5EF4-FFF2-40B4-BE49-F238E27FC236}">
                <a16:creationId xmlns:a16="http://schemas.microsoft.com/office/drawing/2014/main" id="{98D41387-E5A6-3DB7-DE86-4FFCAA4BC5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3026" y="3019425"/>
            <a:ext cx="385763" cy="363538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3982" name="Rectangle 193">
            <a:extLst>
              <a:ext uri="{FF2B5EF4-FFF2-40B4-BE49-F238E27FC236}">
                <a16:creationId xmlns:a16="http://schemas.microsoft.com/office/drawing/2014/main" id="{39B0F54E-CE86-85A3-9E00-32C12C8310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0163" y="3059113"/>
            <a:ext cx="385762" cy="3492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3983" name="Rectangle 194">
            <a:extLst>
              <a:ext uri="{FF2B5EF4-FFF2-40B4-BE49-F238E27FC236}">
                <a16:creationId xmlns:a16="http://schemas.microsoft.com/office/drawing/2014/main" id="{49419A97-2B38-6895-BA58-76A3548F54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0163" y="3060701"/>
            <a:ext cx="385762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3984" name="Rectangle 195">
            <a:extLst>
              <a:ext uri="{FF2B5EF4-FFF2-40B4-BE49-F238E27FC236}">
                <a16:creationId xmlns:a16="http://schemas.microsoft.com/office/drawing/2014/main" id="{CE35D619-60A2-F62E-BE17-9BA4332AC6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1600" y="3021014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3985" name="Rectangle 196">
            <a:extLst>
              <a:ext uri="{FF2B5EF4-FFF2-40B4-BE49-F238E27FC236}">
                <a16:creationId xmlns:a16="http://schemas.microsoft.com/office/drawing/2014/main" id="{65AEA856-1250-39E3-432D-420553BA94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34475" y="3162300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t>6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pic>
        <p:nvPicPr>
          <p:cNvPr id="33986" name="Picture 197">
            <a:extLst>
              <a:ext uri="{FF2B5EF4-FFF2-40B4-BE49-F238E27FC236}">
                <a16:creationId xmlns:a16="http://schemas.microsoft.com/office/drawing/2014/main" id="{6B0BC791-33A0-CA95-B3BA-7C12C4D3DB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6913" y="1219200"/>
            <a:ext cx="419100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3987" name="AutoShape 198">
            <a:extLst>
              <a:ext uri="{FF2B5EF4-FFF2-40B4-BE49-F238E27FC236}">
                <a16:creationId xmlns:a16="http://schemas.microsoft.com/office/drawing/2014/main" id="{299B12A3-219F-15A5-722A-6A6001DA77DD}"/>
              </a:ext>
            </a:extLst>
          </p:cNvPr>
          <p:cNvCxnSpPr>
            <a:cxnSpLocks noChangeShapeType="1"/>
            <a:stCxn id="33942" idx="1"/>
            <a:endCxn id="33945" idx="5"/>
          </p:cNvCxnSpPr>
          <p:nvPr/>
        </p:nvCxnSpPr>
        <p:spPr bwMode="auto">
          <a:xfrm rot="5400000" flipH="1">
            <a:off x="5950744" y="3298032"/>
            <a:ext cx="2967038" cy="1349375"/>
          </a:xfrm>
          <a:prstGeom prst="curvedConnector3">
            <a:avLst>
              <a:gd name="adj1" fmla="val 49972"/>
            </a:avLst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988" name="AutoShape 199">
            <a:extLst>
              <a:ext uri="{FF2B5EF4-FFF2-40B4-BE49-F238E27FC236}">
                <a16:creationId xmlns:a16="http://schemas.microsoft.com/office/drawing/2014/main" id="{5CEDBC8F-E0A2-CE0B-1073-C16BAB18FEAA}"/>
              </a:ext>
            </a:extLst>
          </p:cNvPr>
          <p:cNvCxnSpPr>
            <a:cxnSpLocks noChangeShapeType="1"/>
            <a:stCxn id="33942" idx="3"/>
            <a:endCxn id="33954" idx="2"/>
          </p:cNvCxnSpPr>
          <p:nvPr/>
        </p:nvCxnSpPr>
        <p:spPr bwMode="auto">
          <a:xfrm rot="16200000" flipV="1">
            <a:off x="4156075" y="1868488"/>
            <a:ext cx="2230438" cy="5675312"/>
          </a:xfrm>
          <a:prstGeom prst="curvedConnector4">
            <a:avLst>
              <a:gd name="adj1" fmla="val -25125"/>
              <a:gd name="adj2" fmla="val 108838"/>
            </a:avLst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989" name="AutoShape 200">
            <a:extLst>
              <a:ext uri="{FF2B5EF4-FFF2-40B4-BE49-F238E27FC236}">
                <a16:creationId xmlns:a16="http://schemas.microsoft.com/office/drawing/2014/main" id="{6CE351BC-FAA5-8529-43FF-F72520EFEA42}"/>
              </a:ext>
            </a:extLst>
          </p:cNvPr>
          <p:cNvCxnSpPr>
            <a:cxnSpLocks noChangeShapeType="1"/>
            <a:stCxn id="33928" idx="3"/>
            <a:endCxn id="33948" idx="7"/>
          </p:cNvCxnSpPr>
          <p:nvPr/>
        </p:nvCxnSpPr>
        <p:spPr bwMode="auto">
          <a:xfrm rot="5400000">
            <a:off x="4944269" y="1381919"/>
            <a:ext cx="1708150" cy="4935538"/>
          </a:xfrm>
          <a:prstGeom prst="curvedConnector3">
            <a:avLst>
              <a:gd name="adj1" fmla="val 50000"/>
            </a:avLst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990" name="AutoShape 201">
            <a:extLst>
              <a:ext uri="{FF2B5EF4-FFF2-40B4-BE49-F238E27FC236}">
                <a16:creationId xmlns:a16="http://schemas.microsoft.com/office/drawing/2014/main" id="{913BF24E-DB4E-7817-0F39-C1BE27534EFC}"/>
              </a:ext>
            </a:extLst>
          </p:cNvPr>
          <p:cNvCxnSpPr>
            <a:cxnSpLocks noChangeShapeType="1"/>
            <a:stCxn id="33928" idx="2"/>
            <a:endCxn id="33945" idx="5"/>
          </p:cNvCxnSpPr>
          <p:nvPr/>
        </p:nvCxnSpPr>
        <p:spPr bwMode="auto">
          <a:xfrm rot="10800000">
            <a:off x="6759575" y="2489200"/>
            <a:ext cx="1360488" cy="323850"/>
          </a:xfrm>
          <a:prstGeom prst="curvedConnector2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991" name="AutoShape 202">
            <a:extLst>
              <a:ext uri="{FF2B5EF4-FFF2-40B4-BE49-F238E27FC236}">
                <a16:creationId xmlns:a16="http://schemas.microsoft.com/office/drawing/2014/main" id="{CADF2928-D127-F5A4-B65A-4C789A84EEF3}"/>
              </a:ext>
            </a:extLst>
          </p:cNvPr>
          <p:cNvCxnSpPr>
            <a:cxnSpLocks noChangeShapeType="1"/>
            <a:stCxn id="33948" idx="7"/>
            <a:endCxn id="33951" idx="2"/>
          </p:cNvCxnSpPr>
          <p:nvPr/>
        </p:nvCxnSpPr>
        <p:spPr bwMode="auto">
          <a:xfrm rot="16200000">
            <a:off x="4179094" y="3791744"/>
            <a:ext cx="63500" cy="1760538"/>
          </a:xfrm>
          <a:prstGeom prst="curvedConnector2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0779" name="AutoShape 203">
            <a:extLst>
              <a:ext uri="{FF2B5EF4-FFF2-40B4-BE49-F238E27FC236}">
                <a16:creationId xmlns:a16="http://schemas.microsoft.com/office/drawing/2014/main" id="{5FCF2029-5F80-4E62-8782-60AB173CB38A}"/>
              </a:ext>
            </a:extLst>
          </p:cNvPr>
          <p:cNvCxnSpPr>
            <a:cxnSpLocks noChangeShapeType="1"/>
            <a:stCxn id="33793" idx="2"/>
            <a:endCxn id="33953" idx="7"/>
          </p:cNvCxnSpPr>
          <p:nvPr/>
        </p:nvCxnSpPr>
        <p:spPr bwMode="auto">
          <a:xfrm rot="10800000" flipV="1">
            <a:off x="3144838" y="1724026"/>
            <a:ext cx="5561012" cy="1711325"/>
          </a:xfrm>
          <a:prstGeom prst="curvedConnector2">
            <a:avLst/>
          </a:prstGeom>
          <a:noFill/>
          <a:ln w="57150">
            <a:solidFill>
              <a:schemeClr val="tx2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0780" name="AutoShape 204">
            <a:extLst>
              <a:ext uri="{FF2B5EF4-FFF2-40B4-BE49-F238E27FC236}">
                <a16:creationId xmlns:a16="http://schemas.microsoft.com/office/drawing/2014/main" id="{3BAE86C0-C6ED-5D51-E696-742F45ED7944}"/>
              </a:ext>
            </a:extLst>
          </p:cNvPr>
          <p:cNvCxnSpPr>
            <a:cxnSpLocks noChangeShapeType="1"/>
            <a:stCxn id="33793" idx="6"/>
            <a:endCxn id="33947" idx="5"/>
          </p:cNvCxnSpPr>
          <p:nvPr/>
        </p:nvCxnSpPr>
        <p:spPr bwMode="auto">
          <a:xfrm flipH="1">
            <a:off x="3330576" y="1724026"/>
            <a:ext cx="6232525" cy="3317875"/>
          </a:xfrm>
          <a:prstGeom prst="curvedConnector4">
            <a:avLst>
              <a:gd name="adj1" fmla="val -7264"/>
              <a:gd name="adj2" fmla="val 115597"/>
            </a:avLst>
          </a:prstGeom>
          <a:noFill/>
          <a:ln w="57150">
            <a:solidFill>
              <a:schemeClr val="tx2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0782" name="AutoShape 206">
            <a:extLst>
              <a:ext uri="{FF2B5EF4-FFF2-40B4-BE49-F238E27FC236}">
                <a16:creationId xmlns:a16="http://schemas.microsoft.com/office/drawing/2014/main" id="{FCF0D6AF-F5E8-0233-205E-DE79DEAF24D0}"/>
              </a:ext>
            </a:extLst>
          </p:cNvPr>
          <p:cNvCxnSpPr>
            <a:cxnSpLocks noChangeShapeType="1"/>
            <a:stCxn id="34000" idx="2"/>
            <a:endCxn id="33951" idx="7"/>
          </p:cNvCxnSpPr>
          <p:nvPr/>
        </p:nvCxnSpPr>
        <p:spPr bwMode="auto">
          <a:xfrm flipH="1">
            <a:off x="5815013" y="1724026"/>
            <a:ext cx="2919412" cy="2733675"/>
          </a:xfrm>
          <a:prstGeom prst="straightConnector1">
            <a:avLst/>
          </a:prstGeom>
          <a:noFill/>
          <a:ln w="57150">
            <a:solidFill>
              <a:schemeClr val="tx2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0783" name="AutoShape 207">
            <a:extLst>
              <a:ext uri="{FF2B5EF4-FFF2-40B4-BE49-F238E27FC236}">
                <a16:creationId xmlns:a16="http://schemas.microsoft.com/office/drawing/2014/main" id="{DB4DB840-4617-59A3-D711-4AAC3F31DEDD}"/>
              </a:ext>
            </a:extLst>
          </p:cNvPr>
          <p:cNvCxnSpPr>
            <a:cxnSpLocks noChangeShapeType="1"/>
            <a:stCxn id="34000" idx="1"/>
            <a:endCxn id="33945" idx="7"/>
          </p:cNvCxnSpPr>
          <p:nvPr/>
        </p:nvCxnSpPr>
        <p:spPr bwMode="auto">
          <a:xfrm rot="16200000" flipH="1" flipV="1">
            <a:off x="7527926" y="800101"/>
            <a:ext cx="555625" cy="2092325"/>
          </a:xfrm>
          <a:prstGeom prst="curvedConnector3">
            <a:avLst>
              <a:gd name="adj1" fmla="val -18005"/>
            </a:avLst>
          </a:prstGeom>
          <a:noFill/>
          <a:ln w="57150">
            <a:solidFill>
              <a:schemeClr val="tx2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33996" name="Group 208">
            <a:extLst>
              <a:ext uri="{FF2B5EF4-FFF2-40B4-BE49-F238E27FC236}">
                <a16:creationId xmlns:a16="http://schemas.microsoft.com/office/drawing/2014/main" id="{F4032C00-610B-C350-7F95-D7633242C731}"/>
              </a:ext>
            </a:extLst>
          </p:cNvPr>
          <p:cNvGrpSpPr>
            <a:grpSpLocks/>
          </p:cNvGrpSpPr>
          <p:nvPr/>
        </p:nvGrpSpPr>
        <p:grpSpPr bwMode="auto">
          <a:xfrm>
            <a:off x="8734425" y="1503364"/>
            <a:ext cx="800100" cy="439737"/>
            <a:chOff x="4542" y="947"/>
            <a:chExt cx="504" cy="277"/>
          </a:xfrm>
        </p:grpSpPr>
        <p:sp>
          <p:nvSpPr>
            <p:cNvPr id="34000" name="Oval 149">
              <a:extLst>
                <a:ext uri="{FF2B5EF4-FFF2-40B4-BE49-F238E27FC236}">
                  <a16:creationId xmlns:a16="http://schemas.microsoft.com/office/drawing/2014/main" id="{D1A34B4E-8A34-8834-D370-808E113DDF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2" y="947"/>
              <a:ext cx="504" cy="27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4001" name="Rectangle 151">
              <a:extLst>
                <a:ext uri="{FF2B5EF4-FFF2-40B4-BE49-F238E27FC236}">
                  <a16:creationId xmlns:a16="http://schemas.microsoft.com/office/drawing/2014/main" id="{585953D4-6B79-513F-EAC3-624ED6B298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5" y="1002"/>
              <a:ext cx="299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>
                  <a:solidFill>
                    <a:srgbClr val="0000FF"/>
                  </a:solidFill>
                  <a:latin typeface="Times New Roman" panose="02020603050405020304" pitchFamily="18" charset="0"/>
                </a:rPr>
                <a:t>BOS</a:t>
              </a:r>
              <a:endParaRPr lang="en-US" altLang="en-US" sz="1800" b="1">
                <a:latin typeface="Times" panose="02020603050405020304" pitchFamily="18" charset="0"/>
              </a:endParaRPr>
            </a:p>
          </p:txBody>
        </p:sp>
      </p:grpSp>
      <p:cxnSp>
        <p:nvCxnSpPr>
          <p:cNvPr id="33997" name="AutoShape 210">
            <a:extLst>
              <a:ext uri="{FF2B5EF4-FFF2-40B4-BE49-F238E27FC236}">
                <a16:creationId xmlns:a16="http://schemas.microsoft.com/office/drawing/2014/main" id="{DF1ACE87-01EA-DED2-85AF-6F45EAC70BF2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H="1" flipV="1">
            <a:off x="3917950" y="1068388"/>
            <a:ext cx="1220788" cy="3332162"/>
          </a:xfrm>
          <a:prstGeom prst="curvedConnector3">
            <a:avLst>
              <a:gd name="adj1" fmla="val -21588"/>
            </a:avLst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998" name="AutoShape 211">
            <a:extLst>
              <a:ext uri="{FF2B5EF4-FFF2-40B4-BE49-F238E27FC236}">
                <a16:creationId xmlns:a16="http://schemas.microsoft.com/office/drawing/2014/main" id="{D0E415D9-045F-39BC-F8E8-4D1E07358A78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2862264" y="3836989"/>
            <a:ext cx="185737" cy="803275"/>
          </a:xfrm>
          <a:prstGeom prst="straightConnector1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999" name="AutoShape 212">
            <a:extLst>
              <a:ext uri="{FF2B5EF4-FFF2-40B4-BE49-F238E27FC236}">
                <a16:creationId xmlns:a16="http://schemas.microsoft.com/office/drawing/2014/main" id="{B2E02E92-BB9F-80C0-653E-B67EA7A8DEFD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 flipV="1">
            <a:off x="3086100" y="2228851"/>
            <a:ext cx="2971800" cy="2411413"/>
          </a:xfrm>
          <a:prstGeom prst="curvedConnector2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80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80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80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80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Oval 2">
            <a:extLst>
              <a:ext uri="{FF2B5EF4-FFF2-40B4-BE49-F238E27FC236}">
                <a16:creationId xmlns:a16="http://schemas.microsoft.com/office/drawing/2014/main" id="{DCD64F62-C020-CCDA-3BC7-FE64DAAC4E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4425" y="1504951"/>
            <a:ext cx="800100" cy="436563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hlink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4818" name="Rectangle 3">
            <a:extLst>
              <a:ext uri="{FF2B5EF4-FFF2-40B4-BE49-F238E27FC236}">
                <a16:creationId xmlns:a16="http://schemas.microsoft.com/office/drawing/2014/main" id="{F57B8FB0-3017-9395-F3A3-97F30C3FC8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57400" y="381000"/>
            <a:ext cx="7772400" cy="838200"/>
          </a:xfrm>
        </p:spPr>
        <p:txBody>
          <a:bodyPr/>
          <a:lstStyle/>
          <a:p>
            <a:r>
              <a:rPr lang="en-US" altLang="en-US"/>
              <a:t>Floyd-Warshall, Iteration 6</a:t>
            </a:r>
          </a:p>
        </p:txBody>
      </p:sp>
      <p:sp>
        <p:nvSpPr>
          <p:cNvPr id="34819" name="Freeform 4">
            <a:extLst>
              <a:ext uri="{FF2B5EF4-FFF2-40B4-BE49-F238E27FC236}">
                <a16:creationId xmlns:a16="http://schemas.microsoft.com/office/drawing/2014/main" id="{415EBD97-8EE6-4EB1-AE69-1FD61B7CF21B}"/>
              </a:ext>
            </a:extLst>
          </p:cNvPr>
          <p:cNvSpPr>
            <a:spLocks/>
          </p:cNvSpPr>
          <p:nvPr/>
        </p:nvSpPr>
        <p:spPr bwMode="auto">
          <a:xfrm>
            <a:off x="5834064" y="2384425"/>
            <a:ext cx="28575" cy="25400"/>
          </a:xfrm>
          <a:custGeom>
            <a:avLst/>
            <a:gdLst>
              <a:gd name="T0" fmla="*/ 2147483646 w 18"/>
              <a:gd name="T1" fmla="*/ 0 h 16"/>
              <a:gd name="T2" fmla="*/ 2147483646 w 18"/>
              <a:gd name="T3" fmla="*/ 0 h 16"/>
              <a:gd name="T4" fmla="*/ 0 w 18"/>
              <a:gd name="T5" fmla="*/ 0 h 16"/>
              <a:gd name="T6" fmla="*/ 0 w 18"/>
              <a:gd name="T7" fmla="*/ 0 h 16"/>
              <a:gd name="T8" fmla="*/ 0 w 18"/>
              <a:gd name="T9" fmla="*/ 2147483646 h 16"/>
              <a:gd name="T10" fmla="*/ 0 w 18"/>
              <a:gd name="T11" fmla="*/ 2147483646 h 16"/>
              <a:gd name="T12" fmla="*/ 2147483646 w 18"/>
              <a:gd name="T13" fmla="*/ 2147483646 h 16"/>
              <a:gd name="T14" fmla="*/ 2147483646 w 18"/>
              <a:gd name="T15" fmla="*/ 2147483646 h 16"/>
              <a:gd name="T16" fmla="*/ 2147483646 w 18"/>
              <a:gd name="T17" fmla="*/ 0 h 16"/>
              <a:gd name="T18" fmla="*/ 2147483646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18" y="0"/>
                </a:move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lnTo>
                  <a:pt x="0" y="16"/>
                </a:lnTo>
                <a:lnTo>
                  <a:pt x="9" y="16"/>
                </a:lnTo>
                <a:lnTo>
                  <a:pt x="18" y="8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20" name="Freeform 5">
            <a:extLst>
              <a:ext uri="{FF2B5EF4-FFF2-40B4-BE49-F238E27FC236}">
                <a16:creationId xmlns:a16="http://schemas.microsoft.com/office/drawing/2014/main" id="{7B942612-4901-6635-B716-3C9E58F53A20}"/>
              </a:ext>
            </a:extLst>
          </p:cNvPr>
          <p:cNvSpPr>
            <a:spLocks/>
          </p:cNvSpPr>
          <p:nvPr/>
        </p:nvSpPr>
        <p:spPr bwMode="auto">
          <a:xfrm>
            <a:off x="5834063" y="2319339"/>
            <a:ext cx="214312" cy="130175"/>
          </a:xfrm>
          <a:custGeom>
            <a:avLst/>
            <a:gdLst>
              <a:gd name="T0" fmla="*/ 2147483646 w 135"/>
              <a:gd name="T1" fmla="*/ 2147483646 h 82"/>
              <a:gd name="T2" fmla="*/ 0 w 135"/>
              <a:gd name="T3" fmla="*/ 2147483646 h 82"/>
              <a:gd name="T4" fmla="*/ 2147483646 w 135"/>
              <a:gd name="T5" fmla="*/ 0 h 82"/>
              <a:gd name="T6" fmla="*/ 2147483646 w 135"/>
              <a:gd name="T7" fmla="*/ 2147483646 h 82"/>
              <a:gd name="T8" fmla="*/ 2147483646 w 135"/>
              <a:gd name="T9" fmla="*/ 2147483646 h 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5"/>
              <a:gd name="T16" fmla="*/ 0 h 82"/>
              <a:gd name="T17" fmla="*/ 135 w 135"/>
              <a:gd name="T18" fmla="*/ 82 h 8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5" h="82">
                <a:moveTo>
                  <a:pt x="9" y="49"/>
                </a:moveTo>
                <a:lnTo>
                  <a:pt x="0" y="17"/>
                </a:lnTo>
                <a:lnTo>
                  <a:pt x="135" y="0"/>
                </a:lnTo>
                <a:lnTo>
                  <a:pt x="27" y="82"/>
                </a:lnTo>
                <a:lnTo>
                  <a:pt x="9" y="49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21" name="Freeform 6">
            <a:extLst>
              <a:ext uri="{FF2B5EF4-FFF2-40B4-BE49-F238E27FC236}">
                <a16:creationId xmlns:a16="http://schemas.microsoft.com/office/drawing/2014/main" id="{477CC1D5-A5D8-F02D-7F65-B604FBDEA7A0}"/>
              </a:ext>
            </a:extLst>
          </p:cNvPr>
          <p:cNvSpPr>
            <a:spLocks/>
          </p:cNvSpPr>
          <p:nvPr/>
        </p:nvSpPr>
        <p:spPr bwMode="auto">
          <a:xfrm>
            <a:off x="5834063" y="2319339"/>
            <a:ext cx="214312" cy="130175"/>
          </a:xfrm>
          <a:custGeom>
            <a:avLst/>
            <a:gdLst>
              <a:gd name="T0" fmla="*/ 2147483646 w 135"/>
              <a:gd name="T1" fmla="*/ 2147483646 h 82"/>
              <a:gd name="T2" fmla="*/ 0 w 135"/>
              <a:gd name="T3" fmla="*/ 2147483646 h 82"/>
              <a:gd name="T4" fmla="*/ 2147483646 w 135"/>
              <a:gd name="T5" fmla="*/ 0 h 82"/>
              <a:gd name="T6" fmla="*/ 2147483646 w 135"/>
              <a:gd name="T7" fmla="*/ 2147483646 h 82"/>
              <a:gd name="T8" fmla="*/ 2147483646 w 135"/>
              <a:gd name="T9" fmla="*/ 2147483646 h 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5"/>
              <a:gd name="T16" fmla="*/ 0 h 82"/>
              <a:gd name="T17" fmla="*/ 135 w 135"/>
              <a:gd name="T18" fmla="*/ 82 h 8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5" h="82">
                <a:moveTo>
                  <a:pt x="9" y="49"/>
                </a:moveTo>
                <a:lnTo>
                  <a:pt x="0" y="17"/>
                </a:lnTo>
                <a:lnTo>
                  <a:pt x="135" y="0"/>
                </a:lnTo>
                <a:lnTo>
                  <a:pt x="27" y="82"/>
                </a:lnTo>
                <a:lnTo>
                  <a:pt x="9" y="4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22" name="Freeform 7">
            <a:extLst>
              <a:ext uri="{FF2B5EF4-FFF2-40B4-BE49-F238E27FC236}">
                <a16:creationId xmlns:a16="http://schemas.microsoft.com/office/drawing/2014/main" id="{B68226F2-CFE6-30BF-C608-83C2EC959408}"/>
              </a:ext>
            </a:extLst>
          </p:cNvPr>
          <p:cNvSpPr>
            <a:spLocks/>
          </p:cNvSpPr>
          <p:nvPr/>
        </p:nvSpPr>
        <p:spPr bwMode="auto">
          <a:xfrm>
            <a:off x="3033714" y="4549775"/>
            <a:ext cx="242887" cy="363538"/>
          </a:xfrm>
          <a:custGeom>
            <a:avLst/>
            <a:gdLst>
              <a:gd name="T0" fmla="*/ 0 w 153"/>
              <a:gd name="T1" fmla="*/ 2147483646 h 229"/>
              <a:gd name="T2" fmla="*/ 2147483646 w 153"/>
              <a:gd name="T3" fmla="*/ 2147483646 h 229"/>
              <a:gd name="T4" fmla="*/ 2147483646 w 153"/>
              <a:gd name="T5" fmla="*/ 2147483646 h 229"/>
              <a:gd name="T6" fmla="*/ 2147483646 w 153"/>
              <a:gd name="T7" fmla="*/ 2147483646 h 229"/>
              <a:gd name="T8" fmla="*/ 2147483646 w 153"/>
              <a:gd name="T9" fmla="*/ 0 h 229"/>
              <a:gd name="T10" fmla="*/ 2147483646 w 153"/>
              <a:gd name="T11" fmla="*/ 0 h 229"/>
              <a:gd name="T12" fmla="*/ 0 w 153"/>
              <a:gd name="T13" fmla="*/ 2147483646 h 2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53"/>
              <a:gd name="T22" fmla="*/ 0 h 229"/>
              <a:gd name="T23" fmla="*/ 153 w 153"/>
              <a:gd name="T24" fmla="*/ 229 h 22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53" h="229">
                <a:moveTo>
                  <a:pt x="0" y="221"/>
                </a:moveTo>
                <a:lnTo>
                  <a:pt x="18" y="229"/>
                </a:lnTo>
                <a:lnTo>
                  <a:pt x="153" y="8"/>
                </a:lnTo>
                <a:lnTo>
                  <a:pt x="135" y="0"/>
                </a:lnTo>
                <a:lnTo>
                  <a:pt x="0" y="22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23" name="Freeform 8">
            <a:extLst>
              <a:ext uri="{FF2B5EF4-FFF2-40B4-BE49-F238E27FC236}">
                <a16:creationId xmlns:a16="http://schemas.microsoft.com/office/drawing/2014/main" id="{5F293773-A4AA-E514-FCDF-902373F6E2AD}"/>
              </a:ext>
            </a:extLst>
          </p:cNvPr>
          <p:cNvSpPr>
            <a:spLocks/>
          </p:cNvSpPr>
          <p:nvPr/>
        </p:nvSpPr>
        <p:spPr bwMode="auto">
          <a:xfrm>
            <a:off x="3248025" y="4186239"/>
            <a:ext cx="285750" cy="376237"/>
          </a:xfrm>
          <a:custGeom>
            <a:avLst/>
            <a:gdLst>
              <a:gd name="T0" fmla="*/ 0 w 180"/>
              <a:gd name="T1" fmla="*/ 2147483646 h 237"/>
              <a:gd name="T2" fmla="*/ 2147483646 w 180"/>
              <a:gd name="T3" fmla="*/ 2147483646 h 237"/>
              <a:gd name="T4" fmla="*/ 2147483646 w 180"/>
              <a:gd name="T5" fmla="*/ 2147483646 h 237"/>
              <a:gd name="T6" fmla="*/ 2147483646 w 180"/>
              <a:gd name="T7" fmla="*/ 2147483646 h 237"/>
              <a:gd name="T8" fmla="*/ 2147483646 w 180"/>
              <a:gd name="T9" fmla="*/ 0 h 237"/>
              <a:gd name="T10" fmla="*/ 2147483646 w 180"/>
              <a:gd name="T11" fmla="*/ 0 h 237"/>
              <a:gd name="T12" fmla="*/ 0 w 180"/>
              <a:gd name="T13" fmla="*/ 2147483646 h 23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0"/>
              <a:gd name="T22" fmla="*/ 0 h 237"/>
              <a:gd name="T23" fmla="*/ 180 w 180"/>
              <a:gd name="T24" fmla="*/ 237 h 23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0" h="237">
                <a:moveTo>
                  <a:pt x="0" y="229"/>
                </a:moveTo>
                <a:lnTo>
                  <a:pt x="18" y="237"/>
                </a:lnTo>
                <a:lnTo>
                  <a:pt x="180" y="9"/>
                </a:lnTo>
                <a:lnTo>
                  <a:pt x="162" y="0"/>
                </a:lnTo>
                <a:lnTo>
                  <a:pt x="0" y="22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24" name="Freeform 9">
            <a:extLst>
              <a:ext uri="{FF2B5EF4-FFF2-40B4-BE49-F238E27FC236}">
                <a16:creationId xmlns:a16="http://schemas.microsoft.com/office/drawing/2014/main" id="{26F622B6-7343-ED30-737E-1424444CDC80}"/>
              </a:ext>
            </a:extLst>
          </p:cNvPr>
          <p:cNvSpPr>
            <a:spLocks/>
          </p:cNvSpPr>
          <p:nvPr/>
        </p:nvSpPr>
        <p:spPr bwMode="auto">
          <a:xfrm>
            <a:off x="3505200" y="3824289"/>
            <a:ext cx="342900" cy="376237"/>
          </a:xfrm>
          <a:custGeom>
            <a:avLst/>
            <a:gdLst>
              <a:gd name="T0" fmla="*/ 0 w 216"/>
              <a:gd name="T1" fmla="*/ 2147483646 h 237"/>
              <a:gd name="T2" fmla="*/ 2147483646 w 216"/>
              <a:gd name="T3" fmla="*/ 2147483646 h 237"/>
              <a:gd name="T4" fmla="*/ 2147483646 w 216"/>
              <a:gd name="T5" fmla="*/ 2147483646 h 237"/>
              <a:gd name="T6" fmla="*/ 2147483646 w 216"/>
              <a:gd name="T7" fmla="*/ 2147483646 h 237"/>
              <a:gd name="T8" fmla="*/ 2147483646 w 216"/>
              <a:gd name="T9" fmla="*/ 0 h 237"/>
              <a:gd name="T10" fmla="*/ 2147483646 w 216"/>
              <a:gd name="T11" fmla="*/ 0 h 237"/>
              <a:gd name="T12" fmla="*/ 0 w 216"/>
              <a:gd name="T13" fmla="*/ 2147483646 h 23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237"/>
              <a:gd name="T23" fmla="*/ 216 w 216"/>
              <a:gd name="T24" fmla="*/ 237 h 23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237">
                <a:moveTo>
                  <a:pt x="0" y="228"/>
                </a:moveTo>
                <a:lnTo>
                  <a:pt x="18" y="237"/>
                </a:lnTo>
                <a:lnTo>
                  <a:pt x="216" y="8"/>
                </a:lnTo>
                <a:lnTo>
                  <a:pt x="198" y="0"/>
                </a:lnTo>
                <a:lnTo>
                  <a:pt x="0" y="22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25" name="Freeform 10">
            <a:extLst>
              <a:ext uri="{FF2B5EF4-FFF2-40B4-BE49-F238E27FC236}">
                <a16:creationId xmlns:a16="http://schemas.microsoft.com/office/drawing/2014/main" id="{E2D3B659-840D-2F90-7B2D-CB61D389FCB9}"/>
              </a:ext>
            </a:extLst>
          </p:cNvPr>
          <p:cNvSpPr>
            <a:spLocks/>
          </p:cNvSpPr>
          <p:nvPr/>
        </p:nvSpPr>
        <p:spPr bwMode="auto">
          <a:xfrm>
            <a:off x="3819526" y="3448050"/>
            <a:ext cx="385763" cy="388938"/>
          </a:xfrm>
          <a:custGeom>
            <a:avLst/>
            <a:gdLst>
              <a:gd name="T0" fmla="*/ 0 w 243"/>
              <a:gd name="T1" fmla="*/ 2147483646 h 245"/>
              <a:gd name="T2" fmla="*/ 2147483646 w 243"/>
              <a:gd name="T3" fmla="*/ 2147483646 h 245"/>
              <a:gd name="T4" fmla="*/ 2147483646 w 243"/>
              <a:gd name="T5" fmla="*/ 2147483646 h 245"/>
              <a:gd name="T6" fmla="*/ 2147483646 w 243"/>
              <a:gd name="T7" fmla="*/ 2147483646 h 245"/>
              <a:gd name="T8" fmla="*/ 2147483646 w 243"/>
              <a:gd name="T9" fmla="*/ 0 h 245"/>
              <a:gd name="T10" fmla="*/ 2147483646 w 243"/>
              <a:gd name="T11" fmla="*/ 2147483646 h 245"/>
              <a:gd name="T12" fmla="*/ 0 w 243"/>
              <a:gd name="T13" fmla="*/ 2147483646 h 24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3"/>
              <a:gd name="T22" fmla="*/ 0 h 245"/>
              <a:gd name="T23" fmla="*/ 243 w 243"/>
              <a:gd name="T24" fmla="*/ 245 h 24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3" h="245">
                <a:moveTo>
                  <a:pt x="0" y="237"/>
                </a:moveTo>
                <a:lnTo>
                  <a:pt x="18" y="245"/>
                </a:lnTo>
                <a:lnTo>
                  <a:pt x="243" y="16"/>
                </a:lnTo>
                <a:lnTo>
                  <a:pt x="234" y="0"/>
                </a:lnTo>
                <a:lnTo>
                  <a:pt x="225" y="8"/>
                </a:lnTo>
                <a:lnTo>
                  <a:pt x="0" y="23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26" name="Freeform 11">
            <a:extLst>
              <a:ext uri="{FF2B5EF4-FFF2-40B4-BE49-F238E27FC236}">
                <a16:creationId xmlns:a16="http://schemas.microsoft.com/office/drawing/2014/main" id="{026899A7-FAEB-CFEB-2DDD-A885A4965FED}"/>
              </a:ext>
            </a:extLst>
          </p:cNvPr>
          <p:cNvSpPr>
            <a:spLocks/>
          </p:cNvSpPr>
          <p:nvPr/>
        </p:nvSpPr>
        <p:spPr bwMode="auto">
          <a:xfrm>
            <a:off x="4191001" y="3124200"/>
            <a:ext cx="385763" cy="349250"/>
          </a:xfrm>
          <a:custGeom>
            <a:avLst/>
            <a:gdLst>
              <a:gd name="T0" fmla="*/ 0 w 243"/>
              <a:gd name="T1" fmla="*/ 2147483646 h 220"/>
              <a:gd name="T2" fmla="*/ 2147483646 w 243"/>
              <a:gd name="T3" fmla="*/ 2147483646 h 220"/>
              <a:gd name="T4" fmla="*/ 2147483646 w 243"/>
              <a:gd name="T5" fmla="*/ 2147483646 h 220"/>
              <a:gd name="T6" fmla="*/ 2147483646 w 243"/>
              <a:gd name="T7" fmla="*/ 2147483646 h 220"/>
              <a:gd name="T8" fmla="*/ 2147483646 w 243"/>
              <a:gd name="T9" fmla="*/ 0 h 220"/>
              <a:gd name="T10" fmla="*/ 2147483646 w 243"/>
              <a:gd name="T11" fmla="*/ 0 h 220"/>
              <a:gd name="T12" fmla="*/ 0 w 243"/>
              <a:gd name="T13" fmla="*/ 2147483646 h 22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3"/>
              <a:gd name="T22" fmla="*/ 0 h 220"/>
              <a:gd name="T23" fmla="*/ 243 w 243"/>
              <a:gd name="T24" fmla="*/ 220 h 22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3" h="220">
                <a:moveTo>
                  <a:pt x="0" y="204"/>
                </a:moveTo>
                <a:lnTo>
                  <a:pt x="9" y="220"/>
                </a:lnTo>
                <a:lnTo>
                  <a:pt x="243" y="16"/>
                </a:lnTo>
                <a:lnTo>
                  <a:pt x="234" y="0"/>
                </a:lnTo>
                <a:lnTo>
                  <a:pt x="0" y="20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27" name="Freeform 12">
            <a:extLst>
              <a:ext uri="{FF2B5EF4-FFF2-40B4-BE49-F238E27FC236}">
                <a16:creationId xmlns:a16="http://schemas.microsoft.com/office/drawing/2014/main" id="{BECD3C13-6277-1289-6231-E0C939104FB3}"/>
              </a:ext>
            </a:extLst>
          </p:cNvPr>
          <p:cNvSpPr>
            <a:spLocks/>
          </p:cNvSpPr>
          <p:nvPr/>
        </p:nvSpPr>
        <p:spPr bwMode="auto">
          <a:xfrm>
            <a:off x="4562476" y="2825750"/>
            <a:ext cx="428625" cy="323850"/>
          </a:xfrm>
          <a:custGeom>
            <a:avLst/>
            <a:gdLst>
              <a:gd name="T0" fmla="*/ 0 w 270"/>
              <a:gd name="T1" fmla="*/ 2147483646 h 204"/>
              <a:gd name="T2" fmla="*/ 2147483646 w 270"/>
              <a:gd name="T3" fmla="*/ 2147483646 h 204"/>
              <a:gd name="T4" fmla="*/ 2147483646 w 270"/>
              <a:gd name="T5" fmla="*/ 2147483646 h 204"/>
              <a:gd name="T6" fmla="*/ 2147483646 w 270"/>
              <a:gd name="T7" fmla="*/ 2147483646 h 204"/>
              <a:gd name="T8" fmla="*/ 2147483646 w 270"/>
              <a:gd name="T9" fmla="*/ 0 h 204"/>
              <a:gd name="T10" fmla="*/ 2147483646 w 270"/>
              <a:gd name="T11" fmla="*/ 0 h 204"/>
              <a:gd name="T12" fmla="*/ 0 w 270"/>
              <a:gd name="T13" fmla="*/ 2147483646 h 20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70"/>
              <a:gd name="T22" fmla="*/ 0 h 204"/>
              <a:gd name="T23" fmla="*/ 270 w 270"/>
              <a:gd name="T24" fmla="*/ 204 h 20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70" h="204">
                <a:moveTo>
                  <a:pt x="0" y="188"/>
                </a:moveTo>
                <a:lnTo>
                  <a:pt x="9" y="204"/>
                </a:lnTo>
                <a:lnTo>
                  <a:pt x="270" y="16"/>
                </a:lnTo>
                <a:lnTo>
                  <a:pt x="261" y="0"/>
                </a:lnTo>
                <a:lnTo>
                  <a:pt x="0" y="18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28" name="Freeform 13">
            <a:extLst>
              <a:ext uri="{FF2B5EF4-FFF2-40B4-BE49-F238E27FC236}">
                <a16:creationId xmlns:a16="http://schemas.microsoft.com/office/drawing/2014/main" id="{FECEEA78-BFB3-28BD-1212-DC0B1FBE8DBC}"/>
              </a:ext>
            </a:extLst>
          </p:cNvPr>
          <p:cNvSpPr>
            <a:spLocks/>
          </p:cNvSpPr>
          <p:nvPr/>
        </p:nvSpPr>
        <p:spPr bwMode="auto">
          <a:xfrm>
            <a:off x="4976813" y="2579688"/>
            <a:ext cx="442912" cy="271462"/>
          </a:xfrm>
          <a:custGeom>
            <a:avLst/>
            <a:gdLst>
              <a:gd name="T0" fmla="*/ 0 w 279"/>
              <a:gd name="T1" fmla="*/ 2147483646 h 171"/>
              <a:gd name="T2" fmla="*/ 2147483646 w 279"/>
              <a:gd name="T3" fmla="*/ 2147483646 h 171"/>
              <a:gd name="T4" fmla="*/ 2147483646 w 279"/>
              <a:gd name="T5" fmla="*/ 2147483646 h 171"/>
              <a:gd name="T6" fmla="*/ 2147483646 w 279"/>
              <a:gd name="T7" fmla="*/ 2147483646 h 171"/>
              <a:gd name="T8" fmla="*/ 2147483646 w 279"/>
              <a:gd name="T9" fmla="*/ 0 h 171"/>
              <a:gd name="T10" fmla="*/ 2147483646 w 279"/>
              <a:gd name="T11" fmla="*/ 0 h 171"/>
              <a:gd name="T12" fmla="*/ 0 w 279"/>
              <a:gd name="T13" fmla="*/ 2147483646 h 17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79"/>
              <a:gd name="T22" fmla="*/ 0 h 171"/>
              <a:gd name="T23" fmla="*/ 279 w 279"/>
              <a:gd name="T24" fmla="*/ 171 h 17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79" h="171">
                <a:moveTo>
                  <a:pt x="0" y="155"/>
                </a:moveTo>
                <a:lnTo>
                  <a:pt x="9" y="171"/>
                </a:lnTo>
                <a:lnTo>
                  <a:pt x="279" y="16"/>
                </a:lnTo>
                <a:lnTo>
                  <a:pt x="270" y="0"/>
                </a:lnTo>
                <a:lnTo>
                  <a:pt x="0" y="15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29" name="Freeform 14">
            <a:extLst>
              <a:ext uri="{FF2B5EF4-FFF2-40B4-BE49-F238E27FC236}">
                <a16:creationId xmlns:a16="http://schemas.microsoft.com/office/drawing/2014/main" id="{D6F0618C-8701-6389-F6CD-13578C080B92}"/>
              </a:ext>
            </a:extLst>
          </p:cNvPr>
          <p:cNvSpPr>
            <a:spLocks/>
          </p:cNvSpPr>
          <p:nvPr/>
        </p:nvSpPr>
        <p:spPr bwMode="auto">
          <a:xfrm>
            <a:off x="5405438" y="2371726"/>
            <a:ext cx="457200" cy="233363"/>
          </a:xfrm>
          <a:custGeom>
            <a:avLst/>
            <a:gdLst>
              <a:gd name="T0" fmla="*/ 0 w 288"/>
              <a:gd name="T1" fmla="*/ 2147483646 h 147"/>
              <a:gd name="T2" fmla="*/ 2147483646 w 288"/>
              <a:gd name="T3" fmla="*/ 2147483646 h 147"/>
              <a:gd name="T4" fmla="*/ 2147483646 w 288"/>
              <a:gd name="T5" fmla="*/ 2147483646 h 147"/>
              <a:gd name="T6" fmla="*/ 2147483646 w 288"/>
              <a:gd name="T7" fmla="*/ 0 h 147"/>
              <a:gd name="T8" fmla="*/ 0 w 288"/>
              <a:gd name="T9" fmla="*/ 2147483646 h 14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88"/>
              <a:gd name="T16" fmla="*/ 0 h 147"/>
              <a:gd name="T17" fmla="*/ 288 w 288"/>
              <a:gd name="T18" fmla="*/ 147 h 14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88" h="147">
                <a:moveTo>
                  <a:pt x="0" y="131"/>
                </a:moveTo>
                <a:lnTo>
                  <a:pt x="9" y="147"/>
                </a:lnTo>
                <a:lnTo>
                  <a:pt x="288" y="16"/>
                </a:lnTo>
                <a:lnTo>
                  <a:pt x="279" y="0"/>
                </a:lnTo>
                <a:lnTo>
                  <a:pt x="0" y="13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30" name="Freeform 15">
            <a:extLst>
              <a:ext uri="{FF2B5EF4-FFF2-40B4-BE49-F238E27FC236}">
                <a16:creationId xmlns:a16="http://schemas.microsoft.com/office/drawing/2014/main" id="{73101B88-3FD7-B9C6-89EC-DDD6FAE5A2C5}"/>
              </a:ext>
            </a:extLst>
          </p:cNvPr>
          <p:cNvSpPr>
            <a:spLocks/>
          </p:cNvSpPr>
          <p:nvPr/>
        </p:nvSpPr>
        <p:spPr bwMode="auto">
          <a:xfrm>
            <a:off x="3162301" y="5289550"/>
            <a:ext cx="28575" cy="25400"/>
          </a:xfrm>
          <a:custGeom>
            <a:avLst/>
            <a:gdLst>
              <a:gd name="T0" fmla="*/ 2147483646 w 18"/>
              <a:gd name="T1" fmla="*/ 0 h 16"/>
              <a:gd name="T2" fmla="*/ 0 w 18"/>
              <a:gd name="T3" fmla="*/ 2147483646 h 16"/>
              <a:gd name="T4" fmla="*/ 2147483646 w 18"/>
              <a:gd name="T5" fmla="*/ 2147483646 h 16"/>
              <a:gd name="T6" fmla="*/ 2147483646 w 18"/>
              <a:gd name="T7" fmla="*/ 2147483646 h 16"/>
              <a:gd name="T8" fmla="*/ 2147483646 w 18"/>
              <a:gd name="T9" fmla="*/ 2147483646 h 16"/>
              <a:gd name="T10" fmla="*/ 2147483646 w 18"/>
              <a:gd name="T11" fmla="*/ 2147483646 h 16"/>
              <a:gd name="T12" fmla="*/ 2147483646 w 18"/>
              <a:gd name="T13" fmla="*/ 0 h 16"/>
              <a:gd name="T14" fmla="*/ 2147483646 w 18"/>
              <a:gd name="T15" fmla="*/ 0 h 16"/>
              <a:gd name="T16" fmla="*/ 2147483646 w 18"/>
              <a:gd name="T17" fmla="*/ 0 h 16"/>
              <a:gd name="T18" fmla="*/ 2147483646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9" y="0"/>
                </a:moveTo>
                <a:lnTo>
                  <a:pt x="0" y="8"/>
                </a:lnTo>
                <a:lnTo>
                  <a:pt x="9" y="8"/>
                </a:lnTo>
                <a:lnTo>
                  <a:pt x="9" y="16"/>
                </a:lnTo>
                <a:lnTo>
                  <a:pt x="18" y="16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31" name="Freeform 16">
            <a:extLst>
              <a:ext uri="{FF2B5EF4-FFF2-40B4-BE49-F238E27FC236}">
                <a16:creationId xmlns:a16="http://schemas.microsoft.com/office/drawing/2014/main" id="{312C8BA9-CA2F-5926-D3AE-C4F1F1BA9EA0}"/>
              </a:ext>
            </a:extLst>
          </p:cNvPr>
          <p:cNvSpPr>
            <a:spLocks/>
          </p:cNvSpPr>
          <p:nvPr/>
        </p:nvSpPr>
        <p:spPr bwMode="auto">
          <a:xfrm>
            <a:off x="3062288" y="5133976"/>
            <a:ext cx="171450" cy="193675"/>
          </a:xfrm>
          <a:custGeom>
            <a:avLst/>
            <a:gdLst>
              <a:gd name="T0" fmla="*/ 2147483646 w 108"/>
              <a:gd name="T1" fmla="*/ 2147483646 h 122"/>
              <a:gd name="T2" fmla="*/ 2147483646 w 108"/>
              <a:gd name="T3" fmla="*/ 2147483646 h 122"/>
              <a:gd name="T4" fmla="*/ 0 w 108"/>
              <a:gd name="T5" fmla="*/ 0 h 122"/>
              <a:gd name="T6" fmla="*/ 2147483646 w 108"/>
              <a:gd name="T7" fmla="*/ 2147483646 h 122"/>
              <a:gd name="T8" fmla="*/ 2147483646 w 108"/>
              <a:gd name="T9" fmla="*/ 2147483646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8"/>
              <a:gd name="T16" fmla="*/ 0 h 122"/>
              <a:gd name="T17" fmla="*/ 108 w 108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8" h="122">
                <a:moveTo>
                  <a:pt x="72" y="98"/>
                </a:moveTo>
                <a:lnTo>
                  <a:pt x="36" y="122"/>
                </a:lnTo>
                <a:lnTo>
                  <a:pt x="0" y="0"/>
                </a:lnTo>
                <a:lnTo>
                  <a:pt x="108" y="81"/>
                </a:lnTo>
                <a:lnTo>
                  <a:pt x="72" y="98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32" name="Freeform 17">
            <a:extLst>
              <a:ext uri="{FF2B5EF4-FFF2-40B4-BE49-F238E27FC236}">
                <a16:creationId xmlns:a16="http://schemas.microsoft.com/office/drawing/2014/main" id="{D04CDC75-DACB-6B39-5F36-DAF720EEE2B1}"/>
              </a:ext>
            </a:extLst>
          </p:cNvPr>
          <p:cNvSpPr>
            <a:spLocks/>
          </p:cNvSpPr>
          <p:nvPr/>
        </p:nvSpPr>
        <p:spPr bwMode="auto">
          <a:xfrm>
            <a:off x="3062288" y="5133976"/>
            <a:ext cx="171450" cy="193675"/>
          </a:xfrm>
          <a:custGeom>
            <a:avLst/>
            <a:gdLst>
              <a:gd name="T0" fmla="*/ 2147483646 w 108"/>
              <a:gd name="T1" fmla="*/ 2147483646 h 122"/>
              <a:gd name="T2" fmla="*/ 2147483646 w 108"/>
              <a:gd name="T3" fmla="*/ 2147483646 h 122"/>
              <a:gd name="T4" fmla="*/ 0 w 108"/>
              <a:gd name="T5" fmla="*/ 0 h 122"/>
              <a:gd name="T6" fmla="*/ 2147483646 w 108"/>
              <a:gd name="T7" fmla="*/ 2147483646 h 122"/>
              <a:gd name="T8" fmla="*/ 2147483646 w 108"/>
              <a:gd name="T9" fmla="*/ 2147483646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8"/>
              <a:gd name="T16" fmla="*/ 0 h 122"/>
              <a:gd name="T17" fmla="*/ 108 w 108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8" h="122">
                <a:moveTo>
                  <a:pt x="72" y="98"/>
                </a:moveTo>
                <a:lnTo>
                  <a:pt x="36" y="122"/>
                </a:lnTo>
                <a:lnTo>
                  <a:pt x="0" y="0"/>
                </a:lnTo>
                <a:lnTo>
                  <a:pt x="108" y="81"/>
                </a:lnTo>
                <a:lnTo>
                  <a:pt x="72" y="9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33" name="Freeform 18">
            <a:extLst>
              <a:ext uri="{FF2B5EF4-FFF2-40B4-BE49-F238E27FC236}">
                <a16:creationId xmlns:a16="http://schemas.microsoft.com/office/drawing/2014/main" id="{A0AAB3FF-9A23-CB08-8BF6-7D2B06506194}"/>
              </a:ext>
            </a:extLst>
          </p:cNvPr>
          <p:cNvSpPr>
            <a:spLocks/>
          </p:cNvSpPr>
          <p:nvPr/>
        </p:nvSpPr>
        <p:spPr bwMode="auto">
          <a:xfrm>
            <a:off x="8105775" y="5626101"/>
            <a:ext cx="300038" cy="180975"/>
          </a:xfrm>
          <a:custGeom>
            <a:avLst/>
            <a:gdLst>
              <a:gd name="T0" fmla="*/ 2147483646 w 189"/>
              <a:gd name="T1" fmla="*/ 2147483646 h 114"/>
              <a:gd name="T2" fmla="*/ 2147483646 w 189"/>
              <a:gd name="T3" fmla="*/ 0 h 114"/>
              <a:gd name="T4" fmla="*/ 0 w 189"/>
              <a:gd name="T5" fmla="*/ 2147483646 h 114"/>
              <a:gd name="T6" fmla="*/ 0 w 189"/>
              <a:gd name="T7" fmla="*/ 2147483646 h 114"/>
              <a:gd name="T8" fmla="*/ 2147483646 w 189"/>
              <a:gd name="T9" fmla="*/ 2147483646 h 114"/>
              <a:gd name="T10" fmla="*/ 2147483646 w 189"/>
              <a:gd name="T11" fmla="*/ 2147483646 h 114"/>
              <a:gd name="T12" fmla="*/ 2147483646 w 189"/>
              <a:gd name="T13" fmla="*/ 2147483646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114"/>
              <a:gd name="T23" fmla="*/ 189 w 189"/>
              <a:gd name="T24" fmla="*/ 114 h 11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114">
                <a:moveTo>
                  <a:pt x="189" y="16"/>
                </a:moveTo>
                <a:lnTo>
                  <a:pt x="180" y="0"/>
                </a:lnTo>
                <a:lnTo>
                  <a:pt x="0" y="98"/>
                </a:lnTo>
                <a:lnTo>
                  <a:pt x="9" y="114"/>
                </a:lnTo>
                <a:lnTo>
                  <a:pt x="18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34" name="Freeform 19">
            <a:extLst>
              <a:ext uri="{FF2B5EF4-FFF2-40B4-BE49-F238E27FC236}">
                <a16:creationId xmlns:a16="http://schemas.microsoft.com/office/drawing/2014/main" id="{B69A492B-E55D-19D6-0C8D-E4267EE1D4F6}"/>
              </a:ext>
            </a:extLst>
          </p:cNvPr>
          <p:cNvSpPr>
            <a:spLocks/>
          </p:cNvSpPr>
          <p:nvPr/>
        </p:nvSpPr>
        <p:spPr bwMode="auto">
          <a:xfrm>
            <a:off x="7777163" y="5781676"/>
            <a:ext cx="342900" cy="155575"/>
          </a:xfrm>
          <a:custGeom>
            <a:avLst/>
            <a:gdLst>
              <a:gd name="T0" fmla="*/ 2147483646 w 216"/>
              <a:gd name="T1" fmla="*/ 2147483646 h 98"/>
              <a:gd name="T2" fmla="*/ 2147483646 w 216"/>
              <a:gd name="T3" fmla="*/ 0 h 98"/>
              <a:gd name="T4" fmla="*/ 0 w 216"/>
              <a:gd name="T5" fmla="*/ 2147483646 h 98"/>
              <a:gd name="T6" fmla="*/ 0 w 216"/>
              <a:gd name="T7" fmla="*/ 2147483646 h 98"/>
              <a:gd name="T8" fmla="*/ 2147483646 w 216"/>
              <a:gd name="T9" fmla="*/ 2147483646 h 98"/>
              <a:gd name="T10" fmla="*/ 2147483646 w 216"/>
              <a:gd name="T11" fmla="*/ 2147483646 h 98"/>
              <a:gd name="T12" fmla="*/ 2147483646 w 216"/>
              <a:gd name="T13" fmla="*/ 2147483646 h 9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98"/>
              <a:gd name="T23" fmla="*/ 216 w 216"/>
              <a:gd name="T24" fmla="*/ 98 h 9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98">
                <a:moveTo>
                  <a:pt x="216" y="16"/>
                </a:moveTo>
                <a:lnTo>
                  <a:pt x="207" y="0"/>
                </a:lnTo>
                <a:lnTo>
                  <a:pt x="0" y="82"/>
                </a:lnTo>
                <a:lnTo>
                  <a:pt x="9" y="98"/>
                </a:lnTo>
                <a:lnTo>
                  <a:pt x="216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35" name="Freeform 20">
            <a:extLst>
              <a:ext uri="{FF2B5EF4-FFF2-40B4-BE49-F238E27FC236}">
                <a16:creationId xmlns:a16="http://schemas.microsoft.com/office/drawing/2014/main" id="{A85DD2DE-15DD-68A6-71AE-CA536D8F4764}"/>
              </a:ext>
            </a:extLst>
          </p:cNvPr>
          <p:cNvSpPr>
            <a:spLocks/>
          </p:cNvSpPr>
          <p:nvPr/>
        </p:nvSpPr>
        <p:spPr bwMode="auto">
          <a:xfrm>
            <a:off x="7434264" y="5911850"/>
            <a:ext cx="357187" cy="128588"/>
          </a:xfrm>
          <a:custGeom>
            <a:avLst/>
            <a:gdLst>
              <a:gd name="T0" fmla="*/ 2147483646 w 225"/>
              <a:gd name="T1" fmla="*/ 2147483646 h 81"/>
              <a:gd name="T2" fmla="*/ 2147483646 w 225"/>
              <a:gd name="T3" fmla="*/ 0 h 81"/>
              <a:gd name="T4" fmla="*/ 0 w 225"/>
              <a:gd name="T5" fmla="*/ 2147483646 h 81"/>
              <a:gd name="T6" fmla="*/ 0 w 225"/>
              <a:gd name="T7" fmla="*/ 2147483646 h 81"/>
              <a:gd name="T8" fmla="*/ 0 w 225"/>
              <a:gd name="T9" fmla="*/ 2147483646 h 81"/>
              <a:gd name="T10" fmla="*/ 2147483646 w 225"/>
              <a:gd name="T11" fmla="*/ 2147483646 h 81"/>
              <a:gd name="T12" fmla="*/ 2147483646 w 225"/>
              <a:gd name="T13" fmla="*/ 2147483646 h 8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81"/>
              <a:gd name="T23" fmla="*/ 225 w 225"/>
              <a:gd name="T24" fmla="*/ 81 h 8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81">
                <a:moveTo>
                  <a:pt x="225" y="16"/>
                </a:moveTo>
                <a:lnTo>
                  <a:pt x="216" y="0"/>
                </a:lnTo>
                <a:lnTo>
                  <a:pt x="0" y="65"/>
                </a:lnTo>
                <a:lnTo>
                  <a:pt x="0" y="81"/>
                </a:lnTo>
                <a:lnTo>
                  <a:pt x="9" y="81"/>
                </a:lnTo>
                <a:lnTo>
                  <a:pt x="22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36" name="Freeform 21">
            <a:extLst>
              <a:ext uri="{FF2B5EF4-FFF2-40B4-BE49-F238E27FC236}">
                <a16:creationId xmlns:a16="http://schemas.microsoft.com/office/drawing/2014/main" id="{2FB1C447-BDCD-B4C4-50B8-AA8DA21EDB3C}"/>
              </a:ext>
            </a:extLst>
          </p:cNvPr>
          <p:cNvSpPr>
            <a:spLocks/>
          </p:cNvSpPr>
          <p:nvPr/>
        </p:nvSpPr>
        <p:spPr bwMode="auto">
          <a:xfrm>
            <a:off x="7062789" y="6015039"/>
            <a:ext cx="371475" cy="103187"/>
          </a:xfrm>
          <a:custGeom>
            <a:avLst/>
            <a:gdLst>
              <a:gd name="T0" fmla="*/ 2147483646 w 234"/>
              <a:gd name="T1" fmla="*/ 2147483646 h 65"/>
              <a:gd name="T2" fmla="*/ 2147483646 w 234"/>
              <a:gd name="T3" fmla="*/ 0 h 65"/>
              <a:gd name="T4" fmla="*/ 0 w 234"/>
              <a:gd name="T5" fmla="*/ 2147483646 h 65"/>
              <a:gd name="T6" fmla="*/ 0 w 234"/>
              <a:gd name="T7" fmla="*/ 2147483646 h 65"/>
              <a:gd name="T8" fmla="*/ 0 w 234"/>
              <a:gd name="T9" fmla="*/ 2147483646 h 65"/>
              <a:gd name="T10" fmla="*/ 0 w 234"/>
              <a:gd name="T11" fmla="*/ 2147483646 h 65"/>
              <a:gd name="T12" fmla="*/ 2147483646 w 234"/>
              <a:gd name="T13" fmla="*/ 2147483646 h 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34"/>
              <a:gd name="T22" fmla="*/ 0 h 65"/>
              <a:gd name="T23" fmla="*/ 234 w 234"/>
              <a:gd name="T24" fmla="*/ 65 h 6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34" h="65">
                <a:moveTo>
                  <a:pt x="234" y="16"/>
                </a:moveTo>
                <a:lnTo>
                  <a:pt x="234" y="0"/>
                </a:lnTo>
                <a:lnTo>
                  <a:pt x="0" y="49"/>
                </a:lnTo>
                <a:lnTo>
                  <a:pt x="0" y="65"/>
                </a:lnTo>
                <a:lnTo>
                  <a:pt x="234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37" name="Freeform 22">
            <a:extLst>
              <a:ext uri="{FF2B5EF4-FFF2-40B4-BE49-F238E27FC236}">
                <a16:creationId xmlns:a16="http://schemas.microsoft.com/office/drawing/2014/main" id="{D60C9253-04D6-0DA0-0DF2-DE9C3DF7AC0F}"/>
              </a:ext>
            </a:extLst>
          </p:cNvPr>
          <p:cNvSpPr>
            <a:spLocks/>
          </p:cNvSpPr>
          <p:nvPr/>
        </p:nvSpPr>
        <p:spPr bwMode="auto">
          <a:xfrm>
            <a:off x="6276976" y="6092825"/>
            <a:ext cx="785813" cy="90488"/>
          </a:xfrm>
          <a:custGeom>
            <a:avLst/>
            <a:gdLst>
              <a:gd name="T0" fmla="*/ 2147483646 w 495"/>
              <a:gd name="T1" fmla="*/ 2147483646 h 57"/>
              <a:gd name="T2" fmla="*/ 2147483646 w 495"/>
              <a:gd name="T3" fmla="*/ 0 h 57"/>
              <a:gd name="T4" fmla="*/ 0 w 495"/>
              <a:gd name="T5" fmla="*/ 2147483646 h 57"/>
              <a:gd name="T6" fmla="*/ 0 w 495"/>
              <a:gd name="T7" fmla="*/ 2147483646 h 57"/>
              <a:gd name="T8" fmla="*/ 0 w 495"/>
              <a:gd name="T9" fmla="*/ 2147483646 h 57"/>
              <a:gd name="T10" fmla="*/ 0 w 495"/>
              <a:gd name="T11" fmla="*/ 2147483646 h 57"/>
              <a:gd name="T12" fmla="*/ 2147483646 w 495"/>
              <a:gd name="T13" fmla="*/ 2147483646 h 5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95"/>
              <a:gd name="T22" fmla="*/ 0 h 57"/>
              <a:gd name="T23" fmla="*/ 495 w 495"/>
              <a:gd name="T24" fmla="*/ 57 h 5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95" h="57">
                <a:moveTo>
                  <a:pt x="495" y="16"/>
                </a:moveTo>
                <a:lnTo>
                  <a:pt x="495" y="0"/>
                </a:lnTo>
                <a:lnTo>
                  <a:pt x="0" y="41"/>
                </a:lnTo>
                <a:lnTo>
                  <a:pt x="0" y="57"/>
                </a:lnTo>
                <a:lnTo>
                  <a:pt x="49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38" name="Freeform 23">
            <a:extLst>
              <a:ext uri="{FF2B5EF4-FFF2-40B4-BE49-F238E27FC236}">
                <a16:creationId xmlns:a16="http://schemas.microsoft.com/office/drawing/2014/main" id="{CAEEEF5D-AB9D-A6D4-7E90-1A499B5CDBF4}"/>
              </a:ext>
            </a:extLst>
          </p:cNvPr>
          <p:cNvSpPr>
            <a:spLocks/>
          </p:cNvSpPr>
          <p:nvPr/>
        </p:nvSpPr>
        <p:spPr bwMode="auto">
          <a:xfrm>
            <a:off x="5491163" y="6145213"/>
            <a:ext cx="785812" cy="38100"/>
          </a:xfrm>
          <a:custGeom>
            <a:avLst/>
            <a:gdLst>
              <a:gd name="T0" fmla="*/ 2147483646 w 495"/>
              <a:gd name="T1" fmla="*/ 2147483646 h 24"/>
              <a:gd name="T2" fmla="*/ 2147483646 w 495"/>
              <a:gd name="T3" fmla="*/ 2147483646 h 24"/>
              <a:gd name="T4" fmla="*/ 0 w 495"/>
              <a:gd name="T5" fmla="*/ 0 h 24"/>
              <a:gd name="T6" fmla="*/ 0 w 495"/>
              <a:gd name="T7" fmla="*/ 0 h 24"/>
              <a:gd name="T8" fmla="*/ 0 w 495"/>
              <a:gd name="T9" fmla="*/ 2147483646 h 24"/>
              <a:gd name="T10" fmla="*/ 0 w 495"/>
              <a:gd name="T11" fmla="*/ 2147483646 h 24"/>
              <a:gd name="T12" fmla="*/ 2147483646 w 495"/>
              <a:gd name="T13" fmla="*/ 2147483646 h 2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95"/>
              <a:gd name="T22" fmla="*/ 0 h 24"/>
              <a:gd name="T23" fmla="*/ 495 w 495"/>
              <a:gd name="T24" fmla="*/ 24 h 2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95" h="24">
                <a:moveTo>
                  <a:pt x="495" y="24"/>
                </a:moveTo>
                <a:lnTo>
                  <a:pt x="495" y="8"/>
                </a:lnTo>
                <a:lnTo>
                  <a:pt x="0" y="0"/>
                </a:lnTo>
                <a:lnTo>
                  <a:pt x="0" y="16"/>
                </a:lnTo>
                <a:lnTo>
                  <a:pt x="495" y="2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39" name="Freeform 24">
            <a:extLst>
              <a:ext uri="{FF2B5EF4-FFF2-40B4-BE49-F238E27FC236}">
                <a16:creationId xmlns:a16="http://schemas.microsoft.com/office/drawing/2014/main" id="{6D611F06-4D48-8D1F-E767-26F07D967764}"/>
              </a:ext>
            </a:extLst>
          </p:cNvPr>
          <p:cNvSpPr>
            <a:spLocks/>
          </p:cNvSpPr>
          <p:nvPr/>
        </p:nvSpPr>
        <p:spPr bwMode="auto">
          <a:xfrm>
            <a:off x="4733925" y="6027739"/>
            <a:ext cx="757238" cy="142875"/>
          </a:xfrm>
          <a:custGeom>
            <a:avLst/>
            <a:gdLst>
              <a:gd name="T0" fmla="*/ 2147483646 w 477"/>
              <a:gd name="T1" fmla="*/ 2147483646 h 90"/>
              <a:gd name="T2" fmla="*/ 2147483646 w 477"/>
              <a:gd name="T3" fmla="*/ 2147483646 h 90"/>
              <a:gd name="T4" fmla="*/ 0 w 477"/>
              <a:gd name="T5" fmla="*/ 0 h 90"/>
              <a:gd name="T6" fmla="*/ 0 w 477"/>
              <a:gd name="T7" fmla="*/ 0 h 90"/>
              <a:gd name="T8" fmla="*/ 0 w 477"/>
              <a:gd name="T9" fmla="*/ 2147483646 h 90"/>
              <a:gd name="T10" fmla="*/ 0 w 477"/>
              <a:gd name="T11" fmla="*/ 2147483646 h 90"/>
              <a:gd name="T12" fmla="*/ 2147483646 w 477"/>
              <a:gd name="T13" fmla="*/ 2147483646 h 9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77"/>
              <a:gd name="T22" fmla="*/ 0 h 90"/>
              <a:gd name="T23" fmla="*/ 477 w 477"/>
              <a:gd name="T24" fmla="*/ 90 h 9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77" h="90">
                <a:moveTo>
                  <a:pt x="477" y="90"/>
                </a:moveTo>
                <a:lnTo>
                  <a:pt x="477" y="74"/>
                </a:lnTo>
                <a:lnTo>
                  <a:pt x="0" y="0"/>
                </a:lnTo>
                <a:lnTo>
                  <a:pt x="0" y="17"/>
                </a:lnTo>
                <a:lnTo>
                  <a:pt x="477" y="9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40" name="Freeform 25">
            <a:extLst>
              <a:ext uri="{FF2B5EF4-FFF2-40B4-BE49-F238E27FC236}">
                <a16:creationId xmlns:a16="http://schemas.microsoft.com/office/drawing/2014/main" id="{1BE59052-05F9-D5DB-54AB-69C7E513FDCA}"/>
              </a:ext>
            </a:extLst>
          </p:cNvPr>
          <p:cNvSpPr>
            <a:spLocks/>
          </p:cNvSpPr>
          <p:nvPr/>
        </p:nvSpPr>
        <p:spPr bwMode="auto">
          <a:xfrm>
            <a:off x="4376739" y="5949951"/>
            <a:ext cx="357187" cy="104775"/>
          </a:xfrm>
          <a:custGeom>
            <a:avLst/>
            <a:gdLst>
              <a:gd name="T0" fmla="*/ 2147483646 w 225"/>
              <a:gd name="T1" fmla="*/ 2147483646 h 66"/>
              <a:gd name="T2" fmla="*/ 2147483646 w 225"/>
              <a:gd name="T3" fmla="*/ 2147483646 h 66"/>
              <a:gd name="T4" fmla="*/ 0 w 225"/>
              <a:gd name="T5" fmla="*/ 0 h 66"/>
              <a:gd name="T6" fmla="*/ 2147483646 w 225"/>
              <a:gd name="T7" fmla="*/ 0 h 66"/>
              <a:gd name="T8" fmla="*/ 0 w 225"/>
              <a:gd name="T9" fmla="*/ 2147483646 h 66"/>
              <a:gd name="T10" fmla="*/ 0 w 225"/>
              <a:gd name="T11" fmla="*/ 2147483646 h 66"/>
              <a:gd name="T12" fmla="*/ 2147483646 w 225"/>
              <a:gd name="T13" fmla="*/ 2147483646 h 6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66"/>
              <a:gd name="T23" fmla="*/ 225 w 225"/>
              <a:gd name="T24" fmla="*/ 66 h 6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66">
                <a:moveTo>
                  <a:pt x="225" y="66"/>
                </a:moveTo>
                <a:lnTo>
                  <a:pt x="225" y="49"/>
                </a:lnTo>
                <a:lnTo>
                  <a:pt x="0" y="0"/>
                </a:lnTo>
                <a:lnTo>
                  <a:pt x="9" y="0"/>
                </a:lnTo>
                <a:lnTo>
                  <a:pt x="0" y="17"/>
                </a:lnTo>
                <a:lnTo>
                  <a:pt x="225" y="6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41" name="Freeform 26">
            <a:extLst>
              <a:ext uri="{FF2B5EF4-FFF2-40B4-BE49-F238E27FC236}">
                <a16:creationId xmlns:a16="http://schemas.microsoft.com/office/drawing/2014/main" id="{2D99CD8E-BBD2-39F7-3474-87CF4B7A0D06}"/>
              </a:ext>
            </a:extLst>
          </p:cNvPr>
          <p:cNvSpPr>
            <a:spLocks/>
          </p:cNvSpPr>
          <p:nvPr/>
        </p:nvSpPr>
        <p:spPr bwMode="auto">
          <a:xfrm>
            <a:off x="4062413" y="5846764"/>
            <a:ext cx="328612" cy="130175"/>
          </a:xfrm>
          <a:custGeom>
            <a:avLst/>
            <a:gdLst>
              <a:gd name="T0" fmla="*/ 2147483646 w 207"/>
              <a:gd name="T1" fmla="*/ 2147483646 h 82"/>
              <a:gd name="T2" fmla="*/ 2147483646 w 207"/>
              <a:gd name="T3" fmla="*/ 2147483646 h 82"/>
              <a:gd name="T4" fmla="*/ 2147483646 w 207"/>
              <a:gd name="T5" fmla="*/ 0 h 82"/>
              <a:gd name="T6" fmla="*/ 2147483646 w 207"/>
              <a:gd name="T7" fmla="*/ 0 h 82"/>
              <a:gd name="T8" fmla="*/ 0 w 207"/>
              <a:gd name="T9" fmla="*/ 2147483646 h 82"/>
              <a:gd name="T10" fmla="*/ 0 w 207"/>
              <a:gd name="T11" fmla="*/ 2147483646 h 82"/>
              <a:gd name="T12" fmla="*/ 2147483646 w 207"/>
              <a:gd name="T13" fmla="*/ 2147483646 h 8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07"/>
              <a:gd name="T22" fmla="*/ 0 h 82"/>
              <a:gd name="T23" fmla="*/ 207 w 207"/>
              <a:gd name="T24" fmla="*/ 82 h 8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07" h="82">
                <a:moveTo>
                  <a:pt x="198" y="82"/>
                </a:moveTo>
                <a:lnTo>
                  <a:pt x="207" y="65"/>
                </a:lnTo>
                <a:lnTo>
                  <a:pt x="9" y="0"/>
                </a:lnTo>
                <a:lnTo>
                  <a:pt x="0" y="16"/>
                </a:lnTo>
                <a:lnTo>
                  <a:pt x="198" y="8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42" name="Freeform 27">
            <a:extLst>
              <a:ext uri="{FF2B5EF4-FFF2-40B4-BE49-F238E27FC236}">
                <a16:creationId xmlns:a16="http://schemas.microsoft.com/office/drawing/2014/main" id="{19F60C31-589B-9695-CE12-BFBCB59488D0}"/>
              </a:ext>
            </a:extLst>
          </p:cNvPr>
          <p:cNvSpPr>
            <a:spLocks/>
          </p:cNvSpPr>
          <p:nvPr/>
        </p:nvSpPr>
        <p:spPr bwMode="auto">
          <a:xfrm>
            <a:off x="3776664" y="5729289"/>
            <a:ext cx="300037" cy="142875"/>
          </a:xfrm>
          <a:custGeom>
            <a:avLst/>
            <a:gdLst>
              <a:gd name="T0" fmla="*/ 2147483646 w 189"/>
              <a:gd name="T1" fmla="*/ 2147483646 h 90"/>
              <a:gd name="T2" fmla="*/ 2147483646 w 189"/>
              <a:gd name="T3" fmla="*/ 2147483646 h 90"/>
              <a:gd name="T4" fmla="*/ 2147483646 w 189"/>
              <a:gd name="T5" fmla="*/ 0 h 90"/>
              <a:gd name="T6" fmla="*/ 2147483646 w 189"/>
              <a:gd name="T7" fmla="*/ 0 h 90"/>
              <a:gd name="T8" fmla="*/ 0 w 189"/>
              <a:gd name="T9" fmla="*/ 2147483646 h 90"/>
              <a:gd name="T10" fmla="*/ 0 w 189"/>
              <a:gd name="T11" fmla="*/ 2147483646 h 90"/>
              <a:gd name="T12" fmla="*/ 2147483646 w 189"/>
              <a:gd name="T13" fmla="*/ 2147483646 h 9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90"/>
              <a:gd name="T23" fmla="*/ 189 w 189"/>
              <a:gd name="T24" fmla="*/ 90 h 9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90">
                <a:moveTo>
                  <a:pt x="180" y="90"/>
                </a:moveTo>
                <a:lnTo>
                  <a:pt x="189" y="74"/>
                </a:lnTo>
                <a:lnTo>
                  <a:pt x="9" y="0"/>
                </a:lnTo>
                <a:lnTo>
                  <a:pt x="0" y="17"/>
                </a:lnTo>
                <a:lnTo>
                  <a:pt x="180" y="9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43" name="Freeform 28">
            <a:extLst>
              <a:ext uri="{FF2B5EF4-FFF2-40B4-BE49-F238E27FC236}">
                <a16:creationId xmlns:a16="http://schemas.microsoft.com/office/drawing/2014/main" id="{8D12FBB8-8375-77B2-A18C-2B1CB8850940}"/>
              </a:ext>
            </a:extLst>
          </p:cNvPr>
          <p:cNvSpPr>
            <a:spLocks/>
          </p:cNvSpPr>
          <p:nvPr/>
        </p:nvSpPr>
        <p:spPr bwMode="auto">
          <a:xfrm>
            <a:off x="3519488" y="5600701"/>
            <a:ext cx="271462" cy="155575"/>
          </a:xfrm>
          <a:custGeom>
            <a:avLst/>
            <a:gdLst>
              <a:gd name="T0" fmla="*/ 2147483646 w 171"/>
              <a:gd name="T1" fmla="*/ 2147483646 h 98"/>
              <a:gd name="T2" fmla="*/ 2147483646 w 171"/>
              <a:gd name="T3" fmla="*/ 2147483646 h 98"/>
              <a:gd name="T4" fmla="*/ 2147483646 w 171"/>
              <a:gd name="T5" fmla="*/ 0 h 98"/>
              <a:gd name="T6" fmla="*/ 2147483646 w 171"/>
              <a:gd name="T7" fmla="*/ 0 h 98"/>
              <a:gd name="T8" fmla="*/ 0 w 171"/>
              <a:gd name="T9" fmla="*/ 2147483646 h 98"/>
              <a:gd name="T10" fmla="*/ 0 w 171"/>
              <a:gd name="T11" fmla="*/ 2147483646 h 98"/>
              <a:gd name="T12" fmla="*/ 2147483646 w 171"/>
              <a:gd name="T13" fmla="*/ 2147483646 h 9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71"/>
              <a:gd name="T22" fmla="*/ 0 h 98"/>
              <a:gd name="T23" fmla="*/ 171 w 171"/>
              <a:gd name="T24" fmla="*/ 98 h 9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71" h="98">
                <a:moveTo>
                  <a:pt x="162" y="98"/>
                </a:moveTo>
                <a:lnTo>
                  <a:pt x="171" y="81"/>
                </a:lnTo>
                <a:lnTo>
                  <a:pt x="9" y="0"/>
                </a:lnTo>
                <a:lnTo>
                  <a:pt x="0" y="16"/>
                </a:lnTo>
                <a:lnTo>
                  <a:pt x="162" y="9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44" name="Freeform 29">
            <a:extLst>
              <a:ext uri="{FF2B5EF4-FFF2-40B4-BE49-F238E27FC236}">
                <a16:creationId xmlns:a16="http://schemas.microsoft.com/office/drawing/2014/main" id="{857AE35C-4F19-D548-28AD-AC04D08C9329}"/>
              </a:ext>
            </a:extLst>
          </p:cNvPr>
          <p:cNvSpPr>
            <a:spLocks/>
          </p:cNvSpPr>
          <p:nvPr/>
        </p:nvSpPr>
        <p:spPr bwMode="auto">
          <a:xfrm>
            <a:off x="3319463" y="5445126"/>
            <a:ext cx="214312" cy="180975"/>
          </a:xfrm>
          <a:custGeom>
            <a:avLst/>
            <a:gdLst>
              <a:gd name="T0" fmla="*/ 2147483646 w 135"/>
              <a:gd name="T1" fmla="*/ 2147483646 h 114"/>
              <a:gd name="T2" fmla="*/ 2147483646 w 135"/>
              <a:gd name="T3" fmla="*/ 2147483646 h 114"/>
              <a:gd name="T4" fmla="*/ 2147483646 w 135"/>
              <a:gd name="T5" fmla="*/ 0 h 114"/>
              <a:gd name="T6" fmla="*/ 2147483646 w 135"/>
              <a:gd name="T7" fmla="*/ 2147483646 h 114"/>
              <a:gd name="T8" fmla="*/ 0 w 135"/>
              <a:gd name="T9" fmla="*/ 2147483646 h 114"/>
              <a:gd name="T10" fmla="*/ 2147483646 w 135"/>
              <a:gd name="T11" fmla="*/ 2147483646 h 114"/>
              <a:gd name="T12" fmla="*/ 2147483646 w 135"/>
              <a:gd name="T13" fmla="*/ 2147483646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35"/>
              <a:gd name="T22" fmla="*/ 0 h 114"/>
              <a:gd name="T23" fmla="*/ 135 w 135"/>
              <a:gd name="T24" fmla="*/ 114 h 11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35" h="114">
                <a:moveTo>
                  <a:pt x="126" y="114"/>
                </a:moveTo>
                <a:lnTo>
                  <a:pt x="135" y="98"/>
                </a:lnTo>
                <a:lnTo>
                  <a:pt x="18" y="0"/>
                </a:lnTo>
                <a:lnTo>
                  <a:pt x="18" y="8"/>
                </a:lnTo>
                <a:lnTo>
                  <a:pt x="0" y="16"/>
                </a:lnTo>
                <a:lnTo>
                  <a:pt x="9" y="16"/>
                </a:lnTo>
                <a:lnTo>
                  <a:pt x="126" y="1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45" name="Freeform 30">
            <a:extLst>
              <a:ext uri="{FF2B5EF4-FFF2-40B4-BE49-F238E27FC236}">
                <a16:creationId xmlns:a16="http://schemas.microsoft.com/office/drawing/2014/main" id="{F5FFDBFF-37B0-8A17-664B-B8AD93E0634A}"/>
              </a:ext>
            </a:extLst>
          </p:cNvPr>
          <p:cNvSpPr>
            <a:spLocks/>
          </p:cNvSpPr>
          <p:nvPr/>
        </p:nvSpPr>
        <p:spPr bwMode="auto">
          <a:xfrm>
            <a:off x="3162300" y="5302251"/>
            <a:ext cx="185738" cy="168275"/>
          </a:xfrm>
          <a:custGeom>
            <a:avLst/>
            <a:gdLst>
              <a:gd name="T0" fmla="*/ 2147483646 w 117"/>
              <a:gd name="T1" fmla="*/ 2147483646 h 106"/>
              <a:gd name="T2" fmla="*/ 2147483646 w 117"/>
              <a:gd name="T3" fmla="*/ 2147483646 h 106"/>
              <a:gd name="T4" fmla="*/ 2147483646 w 117"/>
              <a:gd name="T5" fmla="*/ 0 h 106"/>
              <a:gd name="T6" fmla="*/ 0 w 117"/>
              <a:gd name="T7" fmla="*/ 2147483646 h 106"/>
              <a:gd name="T8" fmla="*/ 2147483646 w 117"/>
              <a:gd name="T9" fmla="*/ 2147483646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"/>
              <a:gd name="T16" fmla="*/ 0 h 106"/>
              <a:gd name="T17" fmla="*/ 117 w 117"/>
              <a:gd name="T18" fmla="*/ 106 h 1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" h="106">
                <a:moveTo>
                  <a:pt x="99" y="106"/>
                </a:moveTo>
                <a:lnTo>
                  <a:pt x="117" y="98"/>
                </a:lnTo>
                <a:lnTo>
                  <a:pt x="18" y="0"/>
                </a:lnTo>
                <a:lnTo>
                  <a:pt x="0" y="8"/>
                </a:lnTo>
                <a:lnTo>
                  <a:pt x="99" y="10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46" name="Freeform 31">
            <a:extLst>
              <a:ext uri="{FF2B5EF4-FFF2-40B4-BE49-F238E27FC236}">
                <a16:creationId xmlns:a16="http://schemas.microsoft.com/office/drawing/2014/main" id="{2C05BF0E-0E1A-40CC-B78C-74A78C92B628}"/>
              </a:ext>
            </a:extLst>
          </p:cNvPr>
          <p:cNvSpPr>
            <a:spLocks/>
          </p:cNvSpPr>
          <p:nvPr/>
        </p:nvSpPr>
        <p:spPr bwMode="auto">
          <a:xfrm>
            <a:off x="8834439" y="5302250"/>
            <a:ext cx="28575" cy="25400"/>
          </a:xfrm>
          <a:custGeom>
            <a:avLst/>
            <a:gdLst>
              <a:gd name="T0" fmla="*/ 0 w 18"/>
              <a:gd name="T1" fmla="*/ 2147483646 h 16"/>
              <a:gd name="T2" fmla="*/ 2147483646 w 18"/>
              <a:gd name="T3" fmla="*/ 2147483646 h 16"/>
              <a:gd name="T4" fmla="*/ 2147483646 w 18"/>
              <a:gd name="T5" fmla="*/ 2147483646 h 16"/>
              <a:gd name="T6" fmla="*/ 2147483646 w 18"/>
              <a:gd name="T7" fmla="*/ 2147483646 h 16"/>
              <a:gd name="T8" fmla="*/ 2147483646 w 18"/>
              <a:gd name="T9" fmla="*/ 0 h 16"/>
              <a:gd name="T10" fmla="*/ 2147483646 w 18"/>
              <a:gd name="T11" fmla="*/ 0 h 16"/>
              <a:gd name="T12" fmla="*/ 0 w 18"/>
              <a:gd name="T13" fmla="*/ 0 h 16"/>
              <a:gd name="T14" fmla="*/ 0 w 18"/>
              <a:gd name="T15" fmla="*/ 2147483646 h 16"/>
              <a:gd name="T16" fmla="*/ 0 w 18"/>
              <a:gd name="T17" fmla="*/ 2147483646 h 16"/>
              <a:gd name="T18" fmla="*/ 0 w 18"/>
              <a:gd name="T19" fmla="*/ 2147483646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0" y="16"/>
                </a:moveTo>
                <a:lnTo>
                  <a:pt x="9" y="16"/>
                </a:lnTo>
                <a:lnTo>
                  <a:pt x="18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lnTo>
                  <a:pt x="0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47" name="Freeform 32">
            <a:extLst>
              <a:ext uri="{FF2B5EF4-FFF2-40B4-BE49-F238E27FC236}">
                <a16:creationId xmlns:a16="http://schemas.microsoft.com/office/drawing/2014/main" id="{95ADAB1F-4106-CEF7-1B3E-CA78B1F91C3D}"/>
              </a:ext>
            </a:extLst>
          </p:cNvPr>
          <p:cNvSpPr>
            <a:spLocks/>
          </p:cNvSpPr>
          <p:nvPr/>
        </p:nvSpPr>
        <p:spPr bwMode="auto">
          <a:xfrm>
            <a:off x="8691564" y="5289551"/>
            <a:ext cx="200025" cy="168275"/>
          </a:xfrm>
          <a:custGeom>
            <a:avLst/>
            <a:gdLst>
              <a:gd name="T0" fmla="*/ 2147483646 w 126"/>
              <a:gd name="T1" fmla="*/ 2147483646 h 106"/>
              <a:gd name="T2" fmla="*/ 2147483646 w 126"/>
              <a:gd name="T3" fmla="*/ 2147483646 h 106"/>
              <a:gd name="T4" fmla="*/ 0 w 126"/>
              <a:gd name="T5" fmla="*/ 2147483646 h 106"/>
              <a:gd name="T6" fmla="*/ 2147483646 w 126"/>
              <a:gd name="T7" fmla="*/ 0 h 106"/>
              <a:gd name="T8" fmla="*/ 2147483646 w 126"/>
              <a:gd name="T9" fmla="*/ 2147483646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6"/>
              <a:gd name="T16" fmla="*/ 0 h 106"/>
              <a:gd name="T17" fmla="*/ 126 w 126"/>
              <a:gd name="T18" fmla="*/ 106 h 1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6" h="106">
                <a:moveTo>
                  <a:pt x="90" y="24"/>
                </a:moveTo>
                <a:lnTo>
                  <a:pt x="126" y="41"/>
                </a:lnTo>
                <a:lnTo>
                  <a:pt x="0" y="106"/>
                </a:lnTo>
                <a:lnTo>
                  <a:pt x="63" y="0"/>
                </a:lnTo>
                <a:lnTo>
                  <a:pt x="90" y="24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48" name="Freeform 33">
            <a:extLst>
              <a:ext uri="{FF2B5EF4-FFF2-40B4-BE49-F238E27FC236}">
                <a16:creationId xmlns:a16="http://schemas.microsoft.com/office/drawing/2014/main" id="{6F2A995D-CB73-6273-9270-6C744148CFC0}"/>
              </a:ext>
            </a:extLst>
          </p:cNvPr>
          <p:cNvSpPr>
            <a:spLocks/>
          </p:cNvSpPr>
          <p:nvPr/>
        </p:nvSpPr>
        <p:spPr bwMode="auto">
          <a:xfrm>
            <a:off x="8691564" y="5289551"/>
            <a:ext cx="200025" cy="168275"/>
          </a:xfrm>
          <a:custGeom>
            <a:avLst/>
            <a:gdLst>
              <a:gd name="T0" fmla="*/ 2147483646 w 126"/>
              <a:gd name="T1" fmla="*/ 2147483646 h 106"/>
              <a:gd name="T2" fmla="*/ 2147483646 w 126"/>
              <a:gd name="T3" fmla="*/ 2147483646 h 106"/>
              <a:gd name="T4" fmla="*/ 0 w 126"/>
              <a:gd name="T5" fmla="*/ 2147483646 h 106"/>
              <a:gd name="T6" fmla="*/ 2147483646 w 126"/>
              <a:gd name="T7" fmla="*/ 0 h 106"/>
              <a:gd name="T8" fmla="*/ 2147483646 w 126"/>
              <a:gd name="T9" fmla="*/ 2147483646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6"/>
              <a:gd name="T16" fmla="*/ 0 h 106"/>
              <a:gd name="T17" fmla="*/ 126 w 126"/>
              <a:gd name="T18" fmla="*/ 106 h 1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6" h="106">
                <a:moveTo>
                  <a:pt x="90" y="24"/>
                </a:moveTo>
                <a:lnTo>
                  <a:pt x="126" y="41"/>
                </a:lnTo>
                <a:lnTo>
                  <a:pt x="0" y="106"/>
                </a:lnTo>
                <a:lnTo>
                  <a:pt x="63" y="0"/>
                </a:lnTo>
                <a:lnTo>
                  <a:pt x="90" y="2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49" name="Freeform 34">
            <a:extLst>
              <a:ext uri="{FF2B5EF4-FFF2-40B4-BE49-F238E27FC236}">
                <a16:creationId xmlns:a16="http://schemas.microsoft.com/office/drawing/2014/main" id="{5C4A7DFF-4F89-78DA-80D0-8E54FAAB53F6}"/>
              </a:ext>
            </a:extLst>
          </p:cNvPr>
          <p:cNvSpPr>
            <a:spLocks/>
          </p:cNvSpPr>
          <p:nvPr/>
        </p:nvSpPr>
        <p:spPr bwMode="auto">
          <a:xfrm>
            <a:off x="9120188" y="1697038"/>
            <a:ext cx="228600" cy="246062"/>
          </a:xfrm>
          <a:custGeom>
            <a:avLst/>
            <a:gdLst>
              <a:gd name="T0" fmla="*/ 2147483646 w 144"/>
              <a:gd name="T1" fmla="*/ 0 h 155"/>
              <a:gd name="T2" fmla="*/ 0 w 144"/>
              <a:gd name="T3" fmla="*/ 2147483646 h 155"/>
              <a:gd name="T4" fmla="*/ 2147483646 w 144"/>
              <a:gd name="T5" fmla="*/ 2147483646 h 155"/>
              <a:gd name="T6" fmla="*/ 2147483646 w 144"/>
              <a:gd name="T7" fmla="*/ 2147483646 h 155"/>
              <a:gd name="T8" fmla="*/ 2147483646 w 144"/>
              <a:gd name="T9" fmla="*/ 2147483646 h 155"/>
              <a:gd name="T10" fmla="*/ 2147483646 w 144"/>
              <a:gd name="T11" fmla="*/ 2147483646 h 155"/>
              <a:gd name="T12" fmla="*/ 2147483646 w 144"/>
              <a:gd name="T13" fmla="*/ 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44"/>
              <a:gd name="T22" fmla="*/ 0 h 155"/>
              <a:gd name="T23" fmla="*/ 144 w 144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44" h="155">
                <a:moveTo>
                  <a:pt x="18" y="0"/>
                </a:moveTo>
                <a:lnTo>
                  <a:pt x="0" y="8"/>
                </a:lnTo>
                <a:lnTo>
                  <a:pt x="126" y="155"/>
                </a:lnTo>
                <a:lnTo>
                  <a:pt x="144" y="147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50" name="Freeform 35">
            <a:extLst>
              <a:ext uri="{FF2B5EF4-FFF2-40B4-BE49-F238E27FC236}">
                <a16:creationId xmlns:a16="http://schemas.microsoft.com/office/drawing/2014/main" id="{7DAD883A-E602-27C2-138E-99A07EE92C71}"/>
              </a:ext>
            </a:extLst>
          </p:cNvPr>
          <p:cNvSpPr>
            <a:spLocks/>
          </p:cNvSpPr>
          <p:nvPr/>
        </p:nvSpPr>
        <p:spPr bwMode="auto">
          <a:xfrm>
            <a:off x="9320214" y="1930400"/>
            <a:ext cx="185737" cy="260350"/>
          </a:xfrm>
          <a:custGeom>
            <a:avLst/>
            <a:gdLst>
              <a:gd name="T0" fmla="*/ 2147483646 w 117"/>
              <a:gd name="T1" fmla="*/ 0 h 164"/>
              <a:gd name="T2" fmla="*/ 0 w 117"/>
              <a:gd name="T3" fmla="*/ 2147483646 h 164"/>
              <a:gd name="T4" fmla="*/ 2147483646 w 117"/>
              <a:gd name="T5" fmla="*/ 2147483646 h 164"/>
              <a:gd name="T6" fmla="*/ 2147483646 w 117"/>
              <a:gd name="T7" fmla="*/ 2147483646 h 164"/>
              <a:gd name="T8" fmla="*/ 2147483646 w 117"/>
              <a:gd name="T9" fmla="*/ 2147483646 h 164"/>
              <a:gd name="T10" fmla="*/ 2147483646 w 117"/>
              <a:gd name="T11" fmla="*/ 2147483646 h 164"/>
              <a:gd name="T12" fmla="*/ 2147483646 w 117"/>
              <a:gd name="T13" fmla="*/ 0 h 16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17"/>
              <a:gd name="T22" fmla="*/ 0 h 164"/>
              <a:gd name="T23" fmla="*/ 117 w 117"/>
              <a:gd name="T24" fmla="*/ 164 h 16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17" h="164">
                <a:moveTo>
                  <a:pt x="18" y="0"/>
                </a:moveTo>
                <a:lnTo>
                  <a:pt x="0" y="8"/>
                </a:lnTo>
                <a:lnTo>
                  <a:pt x="99" y="164"/>
                </a:lnTo>
                <a:lnTo>
                  <a:pt x="117" y="155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51" name="Freeform 36">
            <a:extLst>
              <a:ext uri="{FF2B5EF4-FFF2-40B4-BE49-F238E27FC236}">
                <a16:creationId xmlns:a16="http://schemas.microsoft.com/office/drawing/2014/main" id="{2E653D7B-D3A7-49BC-AD6D-08869916512E}"/>
              </a:ext>
            </a:extLst>
          </p:cNvPr>
          <p:cNvSpPr>
            <a:spLocks/>
          </p:cNvSpPr>
          <p:nvPr/>
        </p:nvSpPr>
        <p:spPr bwMode="auto">
          <a:xfrm>
            <a:off x="9477376" y="2176463"/>
            <a:ext cx="142875" cy="247650"/>
          </a:xfrm>
          <a:custGeom>
            <a:avLst/>
            <a:gdLst>
              <a:gd name="T0" fmla="*/ 2147483646 w 90"/>
              <a:gd name="T1" fmla="*/ 0 h 156"/>
              <a:gd name="T2" fmla="*/ 0 w 90"/>
              <a:gd name="T3" fmla="*/ 2147483646 h 156"/>
              <a:gd name="T4" fmla="*/ 2147483646 w 90"/>
              <a:gd name="T5" fmla="*/ 2147483646 h 156"/>
              <a:gd name="T6" fmla="*/ 2147483646 w 90"/>
              <a:gd name="T7" fmla="*/ 2147483646 h 156"/>
              <a:gd name="T8" fmla="*/ 2147483646 w 90"/>
              <a:gd name="T9" fmla="*/ 2147483646 h 156"/>
              <a:gd name="T10" fmla="*/ 2147483646 w 90"/>
              <a:gd name="T11" fmla="*/ 2147483646 h 156"/>
              <a:gd name="T12" fmla="*/ 2147483646 w 90"/>
              <a:gd name="T13" fmla="*/ 0 h 15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90"/>
              <a:gd name="T22" fmla="*/ 0 h 156"/>
              <a:gd name="T23" fmla="*/ 90 w 90"/>
              <a:gd name="T24" fmla="*/ 156 h 15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90" h="156">
                <a:moveTo>
                  <a:pt x="18" y="0"/>
                </a:moveTo>
                <a:lnTo>
                  <a:pt x="0" y="9"/>
                </a:lnTo>
                <a:lnTo>
                  <a:pt x="72" y="156"/>
                </a:lnTo>
                <a:lnTo>
                  <a:pt x="90" y="147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52" name="Freeform 37">
            <a:extLst>
              <a:ext uri="{FF2B5EF4-FFF2-40B4-BE49-F238E27FC236}">
                <a16:creationId xmlns:a16="http://schemas.microsoft.com/office/drawing/2014/main" id="{A8606F4C-B2EC-4489-D11E-5F8B7725048F}"/>
              </a:ext>
            </a:extLst>
          </p:cNvPr>
          <p:cNvSpPr>
            <a:spLocks/>
          </p:cNvSpPr>
          <p:nvPr/>
        </p:nvSpPr>
        <p:spPr bwMode="auto">
          <a:xfrm>
            <a:off x="9591675" y="2409825"/>
            <a:ext cx="114300" cy="260350"/>
          </a:xfrm>
          <a:custGeom>
            <a:avLst/>
            <a:gdLst>
              <a:gd name="T0" fmla="*/ 2147483646 w 72"/>
              <a:gd name="T1" fmla="*/ 0 h 164"/>
              <a:gd name="T2" fmla="*/ 0 w 72"/>
              <a:gd name="T3" fmla="*/ 2147483646 h 164"/>
              <a:gd name="T4" fmla="*/ 2147483646 w 72"/>
              <a:gd name="T5" fmla="*/ 2147483646 h 164"/>
              <a:gd name="T6" fmla="*/ 2147483646 w 72"/>
              <a:gd name="T7" fmla="*/ 2147483646 h 164"/>
              <a:gd name="T8" fmla="*/ 2147483646 w 72"/>
              <a:gd name="T9" fmla="*/ 2147483646 h 164"/>
              <a:gd name="T10" fmla="*/ 2147483646 w 72"/>
              <a:gd name="T11" fmla="*/ 2147483646 h 164"/>
              <a:gd name="T12" fmla="*/ 2147483646 w 72"/>
              <a:gd name="T13" fmla="*/ 0 h 16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2"/>
              <a:gd name="T22" fmla="*/ 0 h 164"/>
              <a:gd name="T23" fmla="*/ 72 w 72"/>
              <a:gd name="T24" fmla="*/ 164 h 16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2" h="164">
                <a:moveTo>
                  <a:pt x="18" y="0"/>
                </a:moveTo>
                <a:lnTo>
                  <a:pt x="0" y="9"/>
                </a:lnTo>
                <a:lnTo>
                  <a:pt x="54" y="164"/>
                </a:lnTo>
                <a:lnTo>
                  <a:pt x="54" y="156"/>
                </a:lnTo>
                <a:lnTo>
                  <a:pt x="72" y="156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53" name="Freeform 38">
            <a:extLst>
              <a:ext uri="{FF2B5EF4-FFF2-40B4-BE49-F238E27FC236}">
                <a16:creationId xmlns:a16="http://schemas.microsoft.com/office/drawing/2014/main" id="{84CCB1F9-C2C4-60DB-868E-65CC1607CD93}"/>
              </a:ext>
            </a:extLst>
          </p:cNvPr>
          <p:cNvSpPr>
            <a:spLocks/>
          </p:cNvSpPr>
          <p:nvPr/>
        </p:nvSpPr>
        <p:spPr bwMode="auto">
          <a:xfrm>
            <a:off x="9677401" y="2657476"/>
            <a:ext cx="85725" cy="233363"/>
          </a:xfrm>
          <a:custGeom>
            <a:avLst/>
            <a:gdLst>
              <a:gd name="T0" fmla="*/ 2147483646 w 54"/>
              <a:gd name="T1" fmla="*/ 0 h 147"/>
              <a:gd name="T2" fmla="*/ 0 w 54"/>
              <a:gd name="T3" fmla="*/ 0 h 147"/>
              <a:gd name="T4" fmla="*/ 2147483646 w 54"/>
              <a:gd name="T5" fmla="*/ 2147483646 h 147"/>
              <a:gd name="T6" fmla="*/ 2147483646 w 54"/>
              <a:gd name="T7" fmla="*/ 2147483646 h 147"/>
              <a:gd name="T8" fmla="*/ 2147483646 w 54"/>
              <a:gd name="T9" fmla="*/ 2147483646 h 147"/>
              <a:gd name="T10" fmla="*/ 2147483646 w 54"/>
              <a:gd name="T11" fmla="*/ 2147483646 h 147"/>
              <a:gd name="T12" fmla="*/ 2147483646 w 54"/>
              <a:gd name="T13" fmla="*/ 0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54"/>
              <a:gd name="T22" fmla="*/ 0 h 147"/>
              <a:gd name="T23" fmla="*/ 54 w 54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54" h="147">
                <a:moveTo>
                  <a:pt x="18" y="0"/>
                </a:moveTo>
                <a:lnTo>
                  <a:pt x="0" y="0"/>
                </a:lnTo>
                <a:lnTo>
                  <a:pt x="36" y="147"/>
                </a:lnTo>
                <a:lnTo>
                  <a:pt x="54" y="147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54" name="Freeform 39">
            <a:extLst>
              <a:ext uri="{FF2B5EF4-FFF2-40B4-BE49-F238E27FC236}">
                <a16:creationId xmlns:a16="http://schemas.microsoft.com/office/drawing/2014/main" id="{F23FE4C2-B595-8398-FA8D-35C72EBB1675}"/>
              </a:ext>
            </a:extLst>
          </p:cNvPr>
          <p:cNvSpPr>
            <a:spLocks/>
          </p:cNvSpPr>
          <p:nvPr/>
        </p:nvSpPr>
        <p:spPr bwMode="auto">
          <a:xfrm>
            <a:off x="9734550" y="2890838"/>
            <a:ext cx="57150" cy="246062"/>
          </a:xfrm>
          <a:custGeom>
            <a:avLst/>
            <a:gdLst>
              <a:gd name="T0" fmla="*/ 2147483646 w 36"/>
              <a:gd name="T1" fmla="*/ 0 h 155"/>
              <a:gd name="T2" fmla="*/ 0 w 36"/>
              <a:gd name="T3" fmla="*/ 0 h 155"/>
              <a:gd name="T4" fmla="*/ 2147483646 w 36"/>
              <a:gd name="T5" fmla="*/ 2147483646 h 155"/>
              <a:gd name="T6" fmla="*/ 2147483646 w 36"/>
              <a:gd name="T7" fmla="*/ 2147483646 h 155"/>
              <a:gd name="T8" fmla="*/ 2147483646 w 36"/>
              <a:gd name="T9" fmla="*/ 2147483646 h 155"/>
              <a:gd name="T10" fmla="*/ 2147483646 w 36"/>
              <a:gd name="T11" fmla="*/ 2147483646 h 155"/>
              <a:gd name="T12" fmla="*/ 2147483646 w 36"/>
              <a:gd name="T13" fmla="*/ 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6"/>
              <a:gd name="T22" fmla="*/ 0 h 155"/>
              <a:gd name="T23" fmla="*/ 36 w 36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6" h="155">
                <a:moveTo>
                  <a:pt x="18" y="0"/>
                </a:moveTo>
                <a:lnTo>
                  <a:pt x="0" y="0"/>
                </a:lnTo>
                <a:lnTo>
                  <a:pt x="18" y="155"/>
                </a:lnTo>
                <a:lnTo>
                  <a:pt x="36" y="155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55" name="Freeform 40">
            <a:extLst>
              <a:ext uri="{FF2B5EF4-FFF2-40B4-BE49-F238E27FC236}">
                <a16:creationId xmlns:a16="http://schemas.microsoft.com/office/drawing/2014/main" id="{A64BEBFE-8E57-FE39-DA1D-150FEC16224E}"/>
              </a:ext>
            </a:extLst>
          </p:cNvPr>
          <p:cNvSpPr>
            <a:spLocks/>
          </p:cNvSpPr>
          <p:nvPr/>
        </p:nvSpPr>
        <p:spPr bwMode="auto">
          <a:xfrm>
            <a:off x="9720264" y="3136901"/>
            <a:ext cx="71437" cy="479425"/>
          </a:xfrm>
          <a:custGeom>
            <a:avLst/>
            <a:gdLst>
              <a:gd name="T0" fmla="*/ 2147483646 w 45"/>
              <a:gd name="T1" fmla="*/ 0 h 302"/>
              <a:gd name="T2" fmla="*/ 2147483646 w 45"/>
              <a:gd name="T3" fmla="*/ 0 h 302"/>
              <a:gd name="T4" fmla="*/ 0 w 45"/>
              <a:gd name="T5" fmla="*/ 2147483646 h 302"/>
              <a:gd name="T6" fmla="*/ 0 w 45"/>
              <a:gd name="T7" fmla="*/ 2147483646 h 302"/>
              <a:gd name="T8" fmla="*/ 2147483646 w 45"/>
              <a:gd name="T9" fmla="*/ 2147483646 h 302"/>
              <a:gd name="T10" fmla="*/ 2147483646 w 45"/>
              <a:gd name="T11" fmla="*/ 2147483646 h 302"/>
              <a:gd name="T12" fmla="*/ 2147483646 w 45"/>
              <a:gd name="T13" fmla="*/ 0 h 30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5"/>
              <a:gd name="T22" fmla="*/ 0 h 302"/>
              <a:gd name="T23" fmla="*/ 45 w 45"/>
              <a:gd name="T24" fmla="*/ 302 h 30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5" h="302">
                <a:moveTo>
                  <a:pt x="45" y="0"/>
                </a:moveTo>
                <a:lnTo>
                  <a:pt x="27" y="0"/>
                </a:lnTo>
                <a:lnTo>
                  <a:pt x="0" y="294"/>
                </a:lnTo>
                <a:lnTo>
                  <a:pt x="18" y="302"/>
                </a:lnTo>
                <a:lnTo>
                  <a:pt x="18" y="294"/>
                </a:lnTo>
                <a:lnTo>
                  <a:pt x="4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56" name="Freeform 41">
            <a:extLst>
              <a:ext uri="{FF2B5EF4-FFF2-40B4-BE49-F238E27FC236}">
                <a16:creationId xmlns:a16="http://schemas.microsoft.com/office/drawing/2014/main" id="{74D91C23-CCEC-D2F7-4E9B-BEA178E3743B}"/>
              </a:ext>
            </a:extLst>
          </p:cNvPr>
          <p:cNvSpPr>
            <a:spLocks/>
          </p:cNvSpPr>
          <p:nvPr/>
        </p:nvSpPr>
        <p:spPr bwMode="auto">
          <a:xfrm>
            <a:off x="9605964" y="3603625"/>
            <a:ext cx="142875" cy="427038"/>
          </a:xfrm>
          <a:custGeom>
            <a:avLst/>
            <a:gdLst>
              <a:gd name="T0" fmla="*/ 2147483646 w 90"/>
              <a:gd name="T1" fmla="*/ 2147483646 h 269"/>
              <a:gd name="T2" fmla="*/ 2147483646 w 90"/>
              <a:gd name="T3" fmla="*/ 0 h 269"/>
              <a:gd name="T4" fmla="*/ 0 w 90"/>
              <a:gd name="T5" fmla="*/ 2147483646 h 269"/>
              <a:gd name="T6" fmla="*/ 0 w 90"/>
              <a:gd name="T7" fmla="*/ 2147483646 h 269"/>
              <a:gd name="T8" fmla="*/ 2147483646 w 90"/>
              <a:gd name="T9" fmla="*/ 2147483646 h 269"/>
              <a:gd name="T10" fmla="*/ 2147483646 w 90"/>
              <a:gd name="T11" fmla="*/ 2147483646 h 269"/>
              <a:gd name="T12" fmla="*/ 2147483646 w 90"/>
              <a:gd name="T13" fmla="*/ 2147483646 h 26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90"/>
              <a:gd name="T22" fmla="*/ 0 h 269"/>
              <a:gd name="T23" fmla="*/ 90 w 90"/>
              <a:gd name="T24" fmla="*/ 269 h 26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90" h="269">
                <a:moveTo>
                  <a:pt x="90" y="8"/>
                </a:moveTo>
                <a:lnTo>
                  <a:pt x="72" y="0"/>
                </a:lnTo>
                <a:lnTo>
                  <a:pt x="0" y="261"/>
                </a:lnTo>
                <a:lnTo>
                  <a:pt x="18" y="269"/>
                </a:lnTo>
                <a:lnTo>
                  <a:pt x="9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57" name="Freeform 42">
            <a:extLst>
              <a:ext uri="{FF2B5EF4-FFF2-40B4-BE49-F238E27FC236}">
                <a16:creationId xmlns:a16="http://schemas.microsoft.com/office/drawing/2014/main" id="{76514E15-05FE-2662-9D69-637D41DC2A70}"/>
              </a:ext>
            </a:extLst>
          </p:cNvPr>
          <p:cNvSpPr>
            <a:spLocks/>
          </p:cNvSpPr>
          <p:nvPr/>
        </p:nvSpPr>
        <p:spPr bwMode="auto">
          <a:xfrm>
            <a:off x="9420226" y="4017964"/>
            <a:ext cx="214313" cy="466725"/>
          </a:xfrm>
          <a:custGeom>
            <a:avLst/>
            <a:gdLst>
              <a:gd name="T0" fmla="*/ 2147483646 w 135"/>
              <a:gd name="T1" fmla="*/ 2147483646 h 294"/>
              <a:gd name="T2" fmla="*/ 2147483646 w 135"/>
              <a:gd name="T3" fmla="*/ 0 h 294"/>
              <a:gd name="T4" fmla="*/ 0 w 135"/>
              <a:gd name="T5" fmla="*/ 2147483646 h 294"/>
              <a:gd name="T6" fmla="*/ 0 w 135"/>
              <a:gd name="T7" fmla="*/ 2147483646 h 294"/>
              <a:gd name="T8" fmla="*/ 2147483646 w 135"/>
              <a:gd name="T9" fmla="*/ 2147483646 h 294"/>
              <a:gd name="T10" fmla="*/ 2147483646 w 135"/>
              <a:gd name="T11" fmla="*/ 2147483646 h 294"/>
              <a:gd name="T12" fmla="*/ 2147483646 w 135"/>
              <a:gd name="T13" fmla="*/ 2147483646 h 29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35"/>
              <a:gd name="T22" fmla="*/ 0 h 294"/>
              <a:gd name="T23" fmla="*/ 135 w 135"/>
              <a:gd name="T24" fmla="*/ 294 h 29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35" h="294">
                <a:moveTo>
                  <a:pt x="135" y="8"/>
                </a:moveTo>
                <a:lnTo>
                  <a:pt x="117" y="0"/>
                </a:lnTo>
                <a:lnTo>
                  <a:pt x="0" y="286"/>
                </a:lnTo>
                <a:lnTo>
                  <a:pt x="18" y="294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58" name="Freeform 43">
            <a:extLst>
              <a:ext uri="{FF2B5EF4-FFF2-40B4-BE49-F238E27FC236}">
                <a16:creationId xmlns:a16="http://schemas.microsoft.com/office/drawing/2014/main" id="{D174E8C6-7DF3-B062-A848-7B72150EC673}"/>
              </a:ext>
            </a:extLst>
          </p:cNvPr>
          <p:cNvSpPr>
            <a:spLocks/>
          </p:cNvSpPr>
          <p:nvPr/>
        </p:nvSpPr>
        <p:spPr bwMode="auto">
          <a:xfrm>
            <a:off x="9163050" y="4471989"/>
            <a:ext cx="285750" cy="454025"/>
          </a:xfrm>
          <a:custGeom>
            <a:avLst/>
            <a:gdLst>
              <a:gd name="T0" fmla="*/ 2147483646 w 180"/>
              <a:gd name="T1" fmla="*/ 2147483646 h 286"/>
              <a:gd name="T2" fmla="*/ 2147483646 w 180"/>
              <a:gd name="T3" fmla="*/ 0 h 286"/>
              <a:gd name="T4" fmla="*/ 0 w 180"/>
              <a:gd name="T5" fmla="*/ 2147483646 h 286"/>
              <a:gd name="T6" fmla="*/ 0 w 180"/>
              <a:gd name="T7" fmla="*/ 2147483646 h 286"/>
              <a:gd name="T8" fmla="*/ 2147483646 w 180"/>
              <a:gd name="T9" fmla="*/ 2147483646 h 286"/>
              <a:gd name="T10" fmla="*/ 2147483646 w 180"/>
              <a:gd name="T11" fmla="*/ 2147483646 h 286"/>
              <a:gd name="T12" fmla="*/ 2147483646 w 180"/>
              <a:gd name="T13" fmla="*/ 2147483646 h 28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0"/>
              <a:gd name="T22" fmla="*/ 0 h 286"/>
              <a:gd name="T23" fmla="*/ 180 w 180"/>
              <a:gd name="T24" fmla="*/ 286 h 28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0" h="286">
                <a:moveTo>
                  <a:pt x="180" y="8"/>
                </a:moveTo>
                <a:lnTo>
                  <a:pt x="162" y="0"/>
                </a:lnTo>
                <a:lnTo>
                  <a:pt x="0" y="278"/>
                </a:lnTo>
                <a:lnTo>
                  <a:pt x="18" y="286"/>
                </a:lnTo>
                <a:lnTo>
                  <a:pt x="18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59" name="Freeform 44">
            <a:extLst>
              <a:ext uri="{FF2B5EF4-FFF2-40B4-BE49-F238E27FC236}">
                <a16:creationId xmlns:a16="http://schemas.microsoft.com/office/drawing/2014/main" id="{D615F1ED-5C74-1E94-F4DE-73F9307A7B84}"/>
              </a:ext>
            </a:extLst>
          </p:cNvPr>
          <p:cNvSpPr>
            <a:spLocks/>
          </p:cNvSpPr>
          <p:nvPr/>
        </p:nvSpPr>
        <p:spPr bwMode="auto">
          <a:xfrm>
            <a:off x="9005889" y="4913313"/>
            <a:ext cx="185737" cy="220662"/>
          </a:xfrm>
          <a:custGeom>
            <a:avLst/>
            <a:gdLst>
              <a:gd name="T0" fmla="*/ 2147483646 w 117"/>
              <a:gd name="T1" fmla="*/ 2147483646 h 139"/>
              <a:gd name="T2" fmla="*/ 2147483646 w 117"/>
              <a:gd name="T3" fmla="*/ 0 h 139"/>
              <a:gd name="T4" fmla="*/ 0 w 117"/>
              <a:gd name="T5" fmla="*/ 2147483646 h 139"/>
              <a:gd name="T6" fmla="*/ 0 w 117"/>
              <a:gd name="T7" fmla="*/ 2147483646 h 139"/>
              <a:gd name="T8" fmla="*/ 2147483646 w 117"/>
              <a:gd name="T9" fmla="*/ 2147483646 h 139"/>
              <a:gd name="T10" fmla="*/ 2147483646 w 117"/>
              <a:gd name="T11" fmla="*/ 2147483646 h 139"/>
              <a:gd name="T12" fmla="*/ 2147483646 w 117"/>
              <a:gd name="T13" fmla="*/ 2147483646 h 13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17"/>
              <a:gd name="T22" fmla="*/ 0 h 139"/>
              <a:gd name="T23" fmla="*/ 117 w 117"/>
              <a:gd name="T24" fmla="*/ 139 h 13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17" h="139">
                <a:moveTo>
                  <a:pt x="117" y="8"/>
                </a:moveTo>
                <a:lnTo>
                  <a:pt x="99" y="0"/>
                </a:lnTo>
                <a:lnTo>
                  <a:pt x="0" y="131"/>
                </a:lnTo>
                <a:lnTo>
                  <a:pt x="18" y="139"/>
                </a:lnTo>
                <a:lnTo>
                  <a:pt x="117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60" name="Freeform 45">
            <a:extLst>
              <a:ext uri="{FF2B5EF4-FFF2-40B4-BE49-F238E27FC236}">
                <a16:creationId xmlns:a16="http://schemas.microsoft.com/office/drawing/2014/main" id="{CB808DF5-2D8E-2DC4-8365-5E47A62CBFC4}"/>
              </a:ext>
            </a:extLst>
          </p:cNvPr>
          <p:cNvSpPr>
            <a:spLocks/>
          </p:cNvSpPr>
          <p:nvPr/>
        </p:nvSpPr>
        <p:spPr bwMode="auto">
          <a:xfrm>
            <a:off x="8820151" y="5121276"/>
            <a:ext cx="214313" cy="206375"/>
          </a:xfrm>
          <a:custGeom>
            <a:avLst/>
            <a:gdLst>
              <a:gd name="T0" fmla="*/ 2147483646 w 135"/>
              <a:gd name="T1" fmla="*/ 2147483646 h 130"/>
              <a:gd name="T2" fmla="*/ 2147483646 w 135"/>
              <a:gd name="T3" fmla="*/ 0 h 130"/>
              <a:gd name="T4" fmla="*/ 0 w 135"/>
              <a:gd name="T5" fmla="*/ 2147483646 h 130"/>
              <a:gd name="T6" fmla="*/ 2147483646 w 135"/>
              <a:gd name="T7" fmla="*/ 2147483646 h 130"/>
              <a:gd name="T8" fmla="*/ 2147483646 w 135"/>
              <a:gd name="T9" fmla="*/ 2147483646 h 13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5"/>
              <a:gd name="T16" fmla="*/ 0 h 130"/>
              <a:gd name="T17" fmla="*/ 135 w 135"/>
              <a:gd name="T18" fmla="*/ 130 h 13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5" h="130">
                <a:moveTo>
                  <a:pt x="135" y="8"/>
                </a:moveTo>
                <a:lnTo>
                  <a:pt x="117" y="0"/>
                </a:lnTo>
                <a:lnTo>
                  <a:pt x="0" y="122"/>
                </a:lnTo>
                <a:lnTo>
                  <a:pt x="18" y="130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61" name="Freeform 46">
            <a:extLst>
              <a:ext uri="{FF2B5EF4-FFF2-40B4-BE49-F238E27FC236}">
                <a16:creationId xmlns:a16="http://schemas.microsoft.com/office/drawing/2014/main" id="{25ED975B-7572-E7A9-3A7D-E9ABB51E615A}"/>
              </a:ext>
            </a:extLst>
          </p:cNvPr>
          <p:cNvSpPr>
            <a:spLocks/>
          </p:cNvSpPr>
          <p:nvPr/>
        </p:nvSpPr>
        <p:spPr bwMode="auto">
          <a:xfrm>
            <a:off x="3033714" y="3162300"/>
            <a:ext cx="28575" cy="26988"/>
          </a:xfrm>
          <a:custGeom>
            <a:avLst/>
            <a:gdLst>
              <a:gd name="T0" fmla="*/ 2147483646 w 18"/>
              <a:gd name="T1" fmla="*/ 2147483646 h 17"/>
              <a:gd name="T2" fmla="*/ 2147483646 w 18"/>
              <a:gd name="T3" fmla="*/ 2147483646 h 17"/>
              <a:gd name="T4" fmla="*/ 2147483646 w 18"/>
              <a:gd name="T5" fmla="*/ 2147483646 h 17"/>
              <a:gd name="T6" fmla="*/ 2147483646 w 18"/>
              <a:gd name="T7" fmla="*/ 2147483646 h 17"/>
              <a:gd name="T8" fmla="*/ 2147483646 w 18"/>
              <a:gd name="T9" fmla="*/ 0 h 17"/>
              <a:gd name="T10" fmla="*/ 2147483646 w 18"/>
              <a:gd name="T11" fmla="*/ 0 h 17"/>
              <a:gd name="T12" fmla="*/ 0 w 18"/>
              <a:gd name="T13" fmla="*/ 2147483646 h 17"/>
              <a:gd name="T14" fmla="*/ 0 w 18"/>
              <a:gd name="T15" fmla="*/ 2147483646 h 17"/>
              <a:gd name="T16" fmla="*/ 2147483646 w 18"/>
              <a:gd name="T17" fmla="*/ 2147483646 h 17"/>
              <a:gd name="T18" fmla="*/ 2147483646 w 18"/>
              <a:gd name="T19" fmla="*/ 2147483646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7"/>
              <a:gd name="T32" fmla="*/ 18 w 18"/>
              <a:gd name="T33" fmla="*/ 17 h 17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7">
                <a:moveTo>
                  <a:pt x="9" y="17"/>
                </a:moveTo>
                <a:lnTo>
                  <a:pt x="9" y="17"/>
                </a:lnTo>
                <a:lnTo>
                  <a:pt x="18" y="17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lnTo>
                  <a:pt x="0" y="8"/>
                </a:lnTo>
                <a:lnTo>
                  <a:pt x="0" y="17"/>
                </a:lnTo>
                <a:lnTo>
                  <a:pt x="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62" name="Freeform 47">
            <a:extLst>
              <a:ext uri="{FF2B5EF4-FFF2-40B4-BE49-F238E27FC236}">
                <a16:creationId xmlns:a16="http://schemas.microsoft.com/office/drawing/2014/main" id="{77D57571-4A15-67E6-A3A4-A98EC786C6BB}"/>
              </a:ext>
            </a:extLst>
          </p:cNvPr>
          <p:cNvSpPr>
            <a:spLocks/>
          </p:cNvSpPr>
          <p:nvPr/>
        </p:nvSpPr>
        <p:spPr bwMode="auto">
          <a:xfrm>
            <a:off x="2933700" y="3162301"/>
            <a:ext cx="171450" cy="195263"/>
          </a:xfrm>
          <a:custGeom>
            <a:avLst/>
            <a:gdLst>
              <a:gd name="T0" fmla="*/ 2147483646 w 108"/>
              <a:gd name="T1" fmla="*/ 2147483646 h 123"/>
              <a:gd name="T2" fmla="*/ 2147483646 w 108"/>
              <a:gd name="T3" fmla="*/ 2147483646 h 123"/>
              <a:gd name="T4" fmla="*/ 0 w 108"/>
              <a:gd name="T5" fmla="*/ 2147483646 h 123"/>
              <a:gd name="T6" fmla="*/ 2147483646 w 108"/>
              <a:gd name="T7" fmla="*/ 0 h 123"/>
              <a:gd name="T8" fmla="*/ 2147483646 w 108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8"/>
              <a:gd name="T16" fmla="*/ 0 h 123"/>
              <a:gd name="T17" fmla="*/ 108 w 108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8" h="123">
                <a:moveTo>
                  <a:pt x="72" y="17"/>
                </a:moveTo>
                <a:lnTo>
                  <a:pt x="108" y="33"/>
                </a:lnTo>
                <a:lnTo>
                  <a:pt x="0" y="123"/>
                </a:lnTo>
                <a:lnTo>
                  <a:pt x="36" y="0"/>
                </a:lnTo>
                <a:lnTo>
                  <a:pt x="72" y="17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63" name="Freeform 48">
            <a:extLst>
              <a:ext uri="{FF2B5EF4-FFF2-40B4-BE49-F238E27FC236}">
                <a16:creationId xmlns:a16="http://schemas.microsoft.com/office/drawing/2014/main" id="{972BB49D-A372-208D-F472-BA49A2A4E2ED}"/>
              </a:ext>
            </a:extLst>
          </p:cNvPr>
          <p:cNvSpPr>
            <a:spLocks/>
          </p:cNvSpPr>
          <p:nvPr/>
        </p:nvSpPr>
        <p:spPr bwMode="auto">
          <a:xfrm>
            <a:off x="2933700" y="3162301"/>
            <a:ext cx="171450" cy="195263"/>
          </a:xfrm>
          <a:custGeom>
            <a:avLst/>
            <a:gdLst>
              <a:gd name="T0" fmla="*/ 2147483646 w 108"/>
              <a:gd name="T1" fmla="*/ 2147483646 h 123"/>
              <a:gd name="T2" fmla="*/ 2147483646 w 108"/>
              <a:gd name="T3" fmla="*/ 2147483646 h 123"/>
              <a:gd name="T4" fmla="*/ 0 w 108"/>
              <a:gd name="T5" fmla="*/ 2147483646 h 123"/>
              <a:gd name="T6" fmla="*/ 2147483646 w 108"/>
              <a:gd name="T7" fmla="*/ 0 h 123"/>
              <a:gd name="T8" fmla="*/ 2147483646 w 108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8"/>
              <a:gd name="T16" fmla="*/ 0 h 123"/>
              <a:gd name="T17" fmla="*/ 108 w 108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8" h="123">
                <a:moveTo>
                  <a:pt x="72" y="17"/>
                </a:moveTo>
                <a:lnTo>
                  <a:pt x="108" y="33"/>
                </a:lnTo>
                <a:lnTo>
                  <a:pt x="0" y="123"/>
                </a:lnTo>
                <a:lnTo>
                  <a:pt x="36" y="0"/>
                </a:lnTo>
                <a:lnTo>
                  <a:pt x="72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64" name="Freeform 49">
            <a:extLst>
              <a:ext uri="{FF2B5EF4-FFF2-40B4-BE49-F238E27FC236}">
                <a16:creationId xmlns:a16="http://schemas.microsoft.com/office/drawing/2014/main" id="{2672190D-3C5B-8C94-BD05-EB0CF8D71650}"/>
              </a:ext>
            </a:extLst>
          </p:cNvPr>
          <p:cNvSpPr>
            <a:spLocks/>
          </p:cNvSpPr>
          <p:nvPr/>
        </p:nvSpPr>
        <p:spPr bwMode="auto">
          <a:xfrm>
            <a:off x="8277225" y="2514600"/>
            <a:ext cx="285750" cy="311150"/>
          </a:xfrm>
          <a:custGeom>
            <a:avLst/>
            <a:gdLst>
              <a:gd name="T0" fmla="*/ 2147483646 w 180"/>
              <a:gd name="T1" fmla="*/ 2147483646 h 196"/>
              <a:gd name="T2" fmla="*/ 2147483646 w 180"/>
              <a:gd name="T3" fmla="*/ 2147483646 h 196"/>
              <a:gd name="T4" fmla="*/ 2147483646 w 180"/>
              <a:gd name="T5" fmla="*/ 0 h 196"/>
              <a:gd name="T6" fmla="*/ 2147483646 w 180"/>
              <a:gd name="T7" fmla="*/ 0 h 196"/>
              <a:gd name="T8" fmla="*/ 0 w 180"/>
              <a:gd name="T9" fmla="*/ 2147483646 h 196"/>
              <a:gd name="T10" fmla="*/ 0 w 180"/>
              <a:gd name="T11" fmla="*/ 2147483646 h 196"/>
              <a:gd name="T12" fmla="*/ 2147483646 w 180"/>
              <a:gd name="T13" fmla="*/ 2147483646 h 19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0"/>
              <a:gd name="T22" fmla="*/ 0 h 196"/>
              <a:gd name="T23" fmla="*/ 180 w 180"/>
              <a:gd name="T24" fmla="*/ 196 h 19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0" h="196">
                <a:moveTo>
                  <a:pt x="162" y="196"/>
                </a:moveTo>
                <a:lnTo>
                  <a:pt x="180" y="188"/>
                </a:lnTo>
                <a:lnTo>
                  <a:pt x="18" y="0"/>
                </a:lnTo>
                <a:lnTo>
                  <a:pt x="0" y="8"/>
                </a:lnTo>
                <a:lnTo>
                  <a:pt x="162" y="19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65" name="Freeform 50">
            <a:extLst>
              <a:ext uri="{FF2B5EF4-FFF2-40B4-BE49-F238E27FC236}">
                <a16:creationId xmlns:a16="http://schemas.microsoft.com/office/drawing/2014/main" id="{D8CC2791-7175-889B-7653-62FA3D730F05}"/>
              </a:ext>
            </a:extLst>
          </p:cNvPr>
          <p:cNvSpPr>
            <a:spLocks/>
          </p:cNvSpPr>
          <p:nvPr/>
        </p:nvSpPr>
        <p:spPr bwMode="auto">
          <a:xfrm>
            <a:off x="7991476" y="2228850"/>
            <a:ext cx="314325" cy="298450"/>
          </a:xfrm>
          <a:custGeom>
            <a:avLst/>
            <a:gdLst>
              <a:gd name="T0" fmla="*/ 2147483646 w 198"/>
              <a:gd name="T1" fmla="*/ 2147483646 h 188"/>
              <a:gd name="T2" fmla="*/ 2147483646 w 198"/>
              <a:gd name="T3" fmla="*/ 2147483646 h 188"/>
              <a:gd name="T4" fmla="*/ 2147483646 w 198"/>
              <a:gd name="T5" fmla="*/ 2147483646 h 188"/>
              <a:gd name="T6" fmla="*/ 2147483646 w 198"/>
              <a:gd name="T7" fmla="*/ 0 h 188"/>
              <a:gd name="T8" fmla="*/ 2147483646 w 198"/>
              <a:gd name="T9" fmla="*/ 2147483646 h 188"/>
              <a:gd name="T10" fmla="*/ 0 w 198"/>
              <a:gd name="T11" fmla="*/ 2147483646 h 188"/>
              <a:gd name="T12" fmla="*/ 2147483646 w 198"/>
              <a:gd name="T13" fmla="*/ 2147483646 h 1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98"/>
              <a:gd name="T22" fmla="*/ 0 h 188"/>
              <a:gd name="T23" fmla="*/ 198 w 198"/>
              <a:gd name="T24" fmla="*/ 188 h 1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98" h="188">
                <a:moveTo>
                  <a:pt x="180" y="188"/>
                </a:moveTo>
                <a:lnTo>
                  <a:pt x="198" y="180"/>
                </a:lnTo>
                <a:lnTo>
                  <a:pt x="18" y="8"/>
                </a:lnTo>
                <a:lnTo>
                  <a:pt x="18" y="0"/>
                </a:lnTo>
                <a:lnTo>
                  <a:pt x="9" y="16"/>
                </a:lnTo>
                <a:lnTo>
                  <a:pt x="0" y="16"/>
                </a:lnTo>
                <a:lnTo>
                  <a:pt x="180" y="18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66" name="Freeform 51">
            <a:extLst>
              <a:ext uri="{FF2B5EF4-FFF2-40B4-BE49-F238E27FC236}">
                <a16:creationId xmlns:a16="http://schemas.microsoft.com/office/drawing/2014/main" id="{7916EDC3-B38E-9FCF-A2E0-2B7379B582D5}"/>
              </a:ext>
            </a:extLst>
          </p:cNvPr>
          <p:cNvSpPr>
            <a:spLocks/>
          </p:cNvSpPr>
          <p:nvPr/>
        </p:nvSpPr>
        <p:spPr bwMode="auto">
          <a:xfrm>
            <a:off x="7677150" y="2020888"/>
            <a:ext cx="342900" cy="233362"/>
          </a:xfrm>
          <a:custGeom>
            <a:avLst/>
            <a:gdLst>
              <a:gd name="T0" fmla="*/ 2147483646 w 216"/>
              <a:gd name="T1" fmla="*/ 2147483646 h 147"/>
              <a:gd name="T2" fmla="*/ 2147483646 w 216"/>
              <a:gd name="T3" fmla="*/ 2147483646 h 147"/>
              <a:gd name="T4" fmla="*/ 2147483646 w 216"/>
              <a:gd name="T5" fmla="*/ 0 h 147"/>
              <a:gd name="T6" fmla="*/ 2147483646 w 216"/>
              <a:gd name="T7" fmla="*/ 0 h 147"/>
              <a:gd name="T8" fmla="*/ 0 w 216"/>
              <a:gd name="T9" fmla="*/ 2147483646 h 147"/>
              <a:gd name="T10" fmla="*/ 0 w 216"/>
              <a:gd name="T11" fmla="*/ 2147483646 h 147"/>
              <a:gd name="T12" fmla="*/ 2147483646 w 216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147"/>
              <a:gd name="T23" fmla="*/ 216 w 216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147">
                <a:moveTo>
                  <a:pt x="207" y="147"/>
                </a:moveTo>
                <a:lnTo>
                  <a:pt x="216" y="131"/>
                </a:lnTo>
                <a:lnTo>
                  <a:pt x="9" y="0"/>
                </a:lnTo>
                <a:lnTo>
                  <a:pt x="0" y="17"/>
                </a:lnTo>
                <a:lnTo>
                  <a:pt x="207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67" name="Freeform 52">
            <a:extLst>
              <a:ext uri="{FF2B5EF4-FFF2-40B4-BE49-F238E27FC236}">
                <a16:creationId xmlns:a16="http://schemas.microsoft.com/office/drawing/2014/main" id="{03DDA7AD-A064-D2C6-5A42-51A23C2D30FB}"/>
              </a:ext>
            </a:extLst>
          </p:cNvPr>
          <p:cNvSpPr>
            <a:spLocks/>
          </p:cNvSpPr>
          <p:nvPr/>
        </p:nvSpPr>
        <p:spPr bwMode="auto">
          <a:xfrm>
            <a:off x="7334250" y="1839913"/>
            <a:ext cx="357188" cy="207962"/>
          </a:xfrm>
          <a:custGeom>
            <a:avLst/>
            <a:gdLst>
              <a:gd name="T0" fmla="*/ 2147483646 w 225"/>
              <a:gd name="T1" fmla="*/ 2147483646 h 131"/>
              <a:gd name="T2" fmla="*/ 2147483646 w 225"/>
              <a:gd name="T3" fmla="*/ 2147483646 h 131"/>
              <a:gd name="T4" fmla="*/ 2147483646 w 225"/>
              <a:gd name="T5" fmla="*/ 0 h 131"/>
              <a:gd name="T6" fmla="*/ 2147483646 w 225"/>
              <a:gd name="T7" fmla="*/ 0 h 131"/>
              <a:gd name="T8" fmla="*/ 0 w 225"/>
              <a:gd name="T9" fmla="*/ 2147483646 h 131"/>
              <a:gd name="T10" fmla="*/ 0 w 225"/>
              <a:gd name="T11" fmla="*/ 2147483646 h 131"/>
              <a:gd name="T12" fmla="*/ 2147483646 w 225"/>
              <a:gd name="T13" fmla="*/ 2147483646 h 13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131"/>
              <a:gd name="T23" fmla="*/ 225 w 225"/>
              <a:gd name="T24" fmla="*/ 131 h 13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131">
                <a:moveTo>
                  <a:pt x="216" y="131"/>
                </a:moveTo>
                <a:lnTo>
                  <a:pt x="225" y="114"/>
                </a:lnTo>
                <a:lnTo>
                  <a:pt x="9" y="0"/>
                </a:lnTo>
                <a:lnTo>
                  <a:pt x="0" y="16"/>
                </a:lnTo>
                <a:lnTo>
                  <a:pt x="216" y="13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68" name="Freeform 53">
            <a:extLst>
              <a:ext uri="{FF2B5EF4-FFF2-40B4-BE49-F238E27FC236}">
                <a16:creationId xmlns:a16="http://schemas.microsoft.com/office/drawing/2014/main" id="{531ACB1F-0A30-527D-481D-A4DE854980D8}"/>
              </a:ext>
            </a:extLst>
          </p:cNvPr>
          <p:cNvSpPr>
            <a:spLocks/>
          </p:cNvSpPr>
          <p:nvPr/>
        </p:nvSpPr>
        <p:spPr bwMode="auto">
          <a:xfrm>
            <a:off x="6948488" y="1724025"/>
            <a:ext cx="400050" cy="141288"/>
          </a:xfrm>
          <a:custGeom>
            <a:avLst/>
            <a:gdLst>
              <a:gd name="T0" fmla="*/ 2147483646 w 252"/>
              <a:gd name="T1" fmla="*/ 2147483646 h 89"/>
              <a:gd name="T2" fmla="*/ 2147483646 w 252"/>
              <a:gd name="T3" fmla="*/ 2147483646 h 89"/>
              <a:gd name="T4" fmla="*/ 2147483646 w 252"/>
              <a:gd name="T5" fmla="*/ 0 h 89"/>
              <a:gd name="T6" fmla="*/ 0 w 252"/>
              <a:gd name="T7" fmla="*/ 0 h 89"/>
              <a:gd name="T8" fmla="*/ 0 w 252"/>
              <a:gd name="T9" fmla="*/ 2147483646 h 89"/>
              <a:gd name="T10" fmla="*/ 0 w 252"/>
              <a:gd name="T11" fmla="*/ 2147483646 h 89"/>
              <a:gd name="T12" fmla="*/ 2147483646 w 252"/>
              <a:gd name="T13" fmla="*/ 2147483646 h 8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52"/>
              <a:gd name="T22" fmla="*/ 0 h 89"/>
              <a:gd name="T23" fmla="*/ 252 w 252"/>
              <a:gd name="T24" fmla="*/ 89 h 8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52" h="89">
                <a:moveTo>
                  <a:pt x="243" y="89"/>
                </a:moveTo>
                <a:lnTo>
                  <a:pt x="252" y="73"/>
                </a:lnTo>
                <a:lnTo>
                  <a:pt x="9" y="0"/>
                </a:lnTo>
                <a:lnTo>
                  <a:pt x="0" y="0"/>
                </a:lnTo>
                <a:lnTo>
                  <a:pt x="0" y="16"/>
                </a:lnTo>
                <a:lnTo>
                  <a:pt x="243" y="8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69" name="Freeform 54">
            <a:extLst>
              <a:ext uri="{FF2B5EF4-FFF2-40B4-BE49-F238E27FC236}">
                <a16:creationId xmlns:a16="http://schemas.microsoft.com/office/drawing/2014/main" id="{AAF9A3E4-BCEB-01B8-93E9-CD1EDE7996F8}"/>
              </a:ext>
            </a:extLst>
          </p:cNvPr>
          <p:cNvSpPr>
            <a:spLocks/>
          </p:cNvSpPr>
          <p:nvPr/>
        </p:nvSpPr>
        <p:spPr bwMode="auto">
          <a:xfrm>
            <a:off x="6534150" y="1646239"/>
            <a:ext cx="414338" cy="103187"/>
          </a:xfrm>
          <a:custGeom>
            <a:avLst/>
            <a:gdLst>
              <a:gd name="T0" fmla="*/ 2147483646 w 261"/>
              <a:gd name="T1" fmla="*/ 2147483646 h 65"/>
              <a:gd name="T2" fmla="*/ 2147483646 w 261"/>
              <a:gd name="T3" fmla="*/ 2147483646 h 65"/>
              <a:gd name="T4" fmla="*/ 0 w 261"/>
              <a:gd name="T5" fmla="*/ 0 h 65"/>
              <a:gd name="T6" fmla="*/ 0 w 261"/>
              <a:gd name="T7" fmla="*/ 0 h 65"/>
              <a:gd name="T8" fmla="*/ 0 w 261"/>
              <a:gd name="T9" fmla="*/ 2147483646 h 65"/>
              <a:gd name="T10" fmla="*/ 0 w 261"/>
              <a:gd name="T11" fmla="*/ 2147483646 h 65"/>
              <a:gd name="T12" fmla="*/ 2147483646 w 261"/>
              <a:gd name="T13" fmla="*/ 2147483646 h 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1"/>
              <a:gd name="T22" fmla="*/ 0 h 65"/>
              <a:gd name="T23" fmla="*/ 261 w 261"/>
              <a:gd name="T24" fmla="*/ 65 h 6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1" h="65">
                <a:moveTo>
                  <a:pt x="261" y="65"/>
                </a:moveTo>
                <a:lnTo>
                  <a:pt x="261" y="49"/>
                </a:lnTo>
                <a:lnTo>
                  <a:pt x="0" y="0"/>
                </a:lnTo>
                <a:lnTo>
                  <a:pt x="0" y="16"/>
                </a:lnTo>
                <a:lnTo>
                  <a:pt x="261" y="6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70" name="Freeform 55">
            <a:extLst>
              <a:ext uri="{FF2B5EF4-FFF2-40B4-BE49-F238E27FC236}">
                <a16:creationId xmlns:a16="http://schemas.microsoft.com/office/drawing/2014/main" id="{BECE5196-825C-1A5E-C6B8-235894E2612F}"/>
              </a:ext>
            </a:extLst>
          </p:cNvPr>
          <p:cNvSpPr>
            <a:spLocks/>
          </p:cNvSpPr>
          <p:nvPr/>
        </p:nvSpPr>
        <p:spPr bwMode="auto">
          <a:xfrm>
            <a:off x="6091238" y="1631950"/>
            <a:ext cx="442912" cy="39688"/>
          </a:xfrm>
          <a:custGeom>
            <a:avLst/>
            <a:gdLst>
              <a:gd name="T0" fmla="*/ 2147483646 w 279"/>
              <a:gd name="T1" fmla="*/ 2147483646 h 25"/>
              <a:gd name="T2" fmla="*/ 2147483646 w 279"/>
              <a:gd name="T3" fmla="*/ 2147483646 h 25"/>
              <a:gd name="T4" fmla="*/ 0 w 279"/>
              <a:gd name="T5" fmla="*/ 0 h 25"/>
              <a:gd name="T6" fmla="*/ 0 w 279"/>
              <a:gd name="T7" fmla="*/ 0 h 25"/>
              <a:gd name="T8" fmla="*/ 0 w 279"/>
              <a:gd name="T9" fmla="*/ 2147483646 h 25"/>
              <a:gd name="T10" fmla="*/ 0 w 279"/>
              <a:gd name="T11" fmla="*/ 2147483646 h 25"/>
              <a:gd name="T12" fmla="*/ 2147483646 w 279"/>
              <a:gd name="T13" fmla="*/ 2147483646 h 2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79"/>
              <a:gd name="T22" fmla="*/ 0 h 25"/>
              <a:gd name="T23" fmla="*/ 279 w 279"/>
              <a:gd name="T24" fmla="*/ 25 h 2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79" h="25">
                <a:moveTo>
                  <a:pt x="279" y="25"/>
                </a:moveTo>
                <a:lnTo>
                  <a:pt x="279" y="9"/>
                </a:lnTo>
                <a:lnTo>
                  <a:pt x="0" y="0"/>
                </a:lnTo>
                <a:lnTo>
                  <a:pt x="0" y="17"/>
                </a:lnTo>
                <a:lnTo>
                  <a:pt x="279" y="2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71" name="Freeform 56">
            <a:extLst>
              <a:ext uri="{FF2B5EF4-FFF2-40B4-BE49-F238E27FC236}">
                <a16:creationId xmlns:a16="http://schemas.microsoft.com/office/drawing/2014/main" id="{3064D27D-E5FA-7D76-337C-7BAD5CBA646B}"/>
              </a:ext>
            </a:extLst>
          </p:cNvPr>
          <p:cNvSpPr>
            <a:spLocks/>
          </p:cNvSpPr>
          <p:nvPr/>
        </p:nvSpPr>
        <p:spPr bwMode="auto">
          <a:xfrm>
            <a:off x="5634038" y="1631950"/>
            <a:ext cx="457200" cy="65088"/>
          </a:xfrm>
          <a:custGeom>
            <a:avLst/>
            <a:gdLst>
              <a:gd name="T0" fmla="*/ 2147483646 w 288"/>
              <a:gd name="T1" fmla="*/ 2147483646 h 41"/>
              <a:gd name="T2" fmla="*/ 2147483646 w 288"/>
              <a:gd name="T3" fmla="*/ 0 h 41"/>
              <a:gd name="T4" fmla="*/ 0 w 288"/>
              <a:gd name="T5" fmla="*/ 2147483646 h 41"/>
              <a:gd name="T6" fmla="*/ 0 w 288"/>
              <a:gd name="T7" fmla="*/ 2147483646 h 41"/>
              <a:gd name="T8" fmla="*/ 0 w 288"/>
              <a:gd name="T9" fmla="*/ 2147483646 h 41"/>
              <a:gd name="T10" fmla="*/ 0 w 288"/>
              <a:gd name="T11" fmla="*/ 2147483646 h 41"/>
              <a:gd name="T12" fmla="*/ 2147483646 w 288"/>
              <a:gd name="T13" fmla="*/ 2147483646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88"/>
              <a:gd name="T22" fmla="*/ 0 h 41"/>
              <a:gd name="T23" fmla="*/ 288 w 288"/>
              <a:gd name="T24" fmla="*/ 41 h 4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88" h="41">
                <a:moveTo>
                  <a:pt x="288" y="17"/>
                </a:moveTo>
                <a:lnTo>
                  <a:pt x="288" y="0"/>
                </a:lnTo>
                <a:lnTo>
                  <a:pt x="0" y="25"/>
                </a:lnTo>
                <a:lnTo>
                  <a:pt x="0" y="41"/>
                </a:lnTo>
                <a:lnTo>
                  <a:pt x="288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72" name="Freeform 57">
            <a:extLst>
              <a:ext uri="{FF2B5EF4-FFF2-40B4-BE49-F238E27FC236}">
                <a16:creationId xmlns:a16="http://schemas.microsoft.com/office/drawing/2014/main" id="{C7743DF5-1974-EF9D-B349-2EC66CE7D8D1}"/>
              </a:ext>
            </a:extLst>
          </p:cNvPr>
          <p:cNvSpPr>
            <a:spLocks/>
          </p:cNvSpPr>
          <p:nvPr/>
        </p:nvSpPr>
        <p:spPr bwMode="auto">
          <a:xfrm>
            <a:off x="5162550" y="1671639"/>
            <a:ext cx="471488" cy="103187"/>
          </a:xfrm>
          <a:custGeom>
            <a:avLst/>
            <a:gdLst>
              <a:gd name="T0" fmla="*/ 2147483646 w 297"/>
              <a:gd name="T1" fmla="*/ 2147483646 h 65"/>
              <a:gd name="T2" fmla="*/ 2147483646 w 297"/>
              <a:gd name="T3" fmla="*/ 0 h 65"/>
              <a:gd name="T4" fmla="*/ 0 w 297"/>
              <a:gd name="T5" fmla="*/ 2147483646 h 65"/>
              <a:gd name="T6" fmla="*/ 0 w 297"/>
              <a:gd name="T7" fmla="*/ 2147483646 h 65"/>
              <a:gd name="T8" fmla="*/ 2147483646 w 297"/>
              <a:gd name="T9" fmla="*/ 2147483646 h 65"/>
              <a:gd name="T10" fmla="*/ 0 w 297"/>
              <a:gd name="T11" fmla="*/ 2147483646 h 65"/>
              <a:gd name="T12" fmla="*/ 2147483646 w 297"/>
              <a:gd name="T13" fmla="*/ 2147483646 h 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97"/>
              <a:gd name="T22" fmla="*/ 0 h 65"/>
              <a:gd name="T23" fmla="*/ 297 w 297"/>
              <a:gd name="T24" fmla="*/ 65 h 6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97" h="65">
                <a:moveTo>
                  <a:pt x="297" y="16"/>
                </a:moveTo>
                <a:lnTo>
                  <a:pt x="297" y="0"/>
                </a:lnTo>
                <a:lnTo>
                  <a:pt x="0" y="49"/>
                </a:lnTo>
                <a:lnTo>
                  <a:pt x="9" y="65"/>
                </a:lnTo>
                <a:lnTo>
                  <a:pt x="0" y="65"/>
                </a:lnTo>
                <a:lnTo>
                  <a:pt x="297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73" name="Freeform 58">
            <a:extLst>
              <a:ext uri="{FF2B5EF4-FFF2-40B4-BE49-F238E27FC236}">
                <a16:creationId xmlns:a16="http://schemas.microsoft.com/office/drawing/2014/main" id="{24FC4194-8091-FA2A-ECBE-09FEB6B2C2B5}"/>
              </a:ext>
            </a:extLst>
          </p:cNvPr>
          <p:cNvSpPr>
            <a:spLocks/>
          </p:cNvSpPr>
          <p:nvPr/>
        </p:nvSpPr>
        <p:spPr bwMode="auto">
          <a:xfrm>
            <a:off x="4748214" y="1749426"/>
            <a:ext cx="428625" cy="130175"/>
          </a:xfrm>
          <a:custGeom>
            <a:avLst/>
            <a:gdLst>
              <a:gd name="T0" fmla="*/ 2147483646 w 270"/>
              <a:gd name="T1" fmla="*/ 2147483646 h 82"/>
              <a:gd name="T2" fmla="*/ 2147483646 w 270"/>
              <a:gd name="T3" fmla="*/ 0 h 82"/>
              <a:gd name="T4" fmla="*/ 0 w 270"/>
              <a:gd name="T5" fmla="*/ 2147483646 h 82"/>
              <a:gd name="T6" fmla="*/ 0 w 270"/>
              <a:gd name="T7" fmla="*/ 2147483646 h 82"/>
              <a:gd name="T8" fmla="*/ 2147483646 w 270"/>
              <a:gd name="T9" fmla="*/ 2147483646 h 82"/>
              <a:gd name="T10" fmla="*/ 2147483646 w 270"/>
              <a:gd name="T11" fmla="*/ 2147483646 h 82"/>
              <a:gd name="T12" fmla="*/ 2147483646 w 270"/>
              <a:gd name="T13" fmla="*/ 2147483646 h 8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70"/>
              <a:gd name="T22" fmla="*/ 0 h 82"/>
              <a:gd name="T23" fmla="*/ 270 w 270"/>
              <a:gd name="T24" fmla="*/ 82 h 8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70" h="82">
                <a:moveTo>
                  <a:pt x="270" y="16"/>
                </a:moveTo>
                <a:lnTo>
                  <a:pt x="261" y="0"/>
                </a:lnTo>
                <a:lnTo>
                  <a:pt x="0" y="65"/>
                </a:lnTo>
                <a:lnTo>
                  <a:pt x="9" y="82"/>
                </a:lnTo>
                <a:lnTo>
                  <a:pt x="270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74" name="Freeform 59">
            <a:extLst>
              <a:ext uri="{FF2B5EF4-FFF2-40B4-BE49-F238E27FC236}">
                <a16:creationId xmlns:a16="http://schemas.microsoft.com/office/drawing/2014/main" id="{95C5A10C-9C27-D70D-667A-A238887AF486}"/>
              </a:ext>
            </a:extLst>
          </p:cNvPr>
          <p:cNvSpPr>
            <a:spLocks/>
          </p:cNvSpPr>
          <p:nvPr/>
        </p:nvSpPr>
        <p:spPr bwMode="auto">
          <a:xfrm>
            <a:off x="4376738" y="1852614"/>
            <a:ext cx="385762" cy="168275"/>
          </a:xfrm>
          <a:custGeom>
            <a:avLst/>
            <a:gdLst>
              <a:gd name="T0" fmla="*/ 2147483646 w 243"/>
              <a:gd name="T1" fmla="*/ 2147483646 h 106"/>
              <a:gd name="T2" fmla="*/ 2147483646 w 243"/>
              <a:gd name="T3" fmla="*/ 0 h 106"/>
              <a:gd name="T4" fmla="*/ 0 w 243"/>
              <a:gd name="T5" fmla="*/ 2147483646 h 106"/>
              <a:gd name="T6" fmla="*/ 0 w 243"/>
              <a:gd name="T7" fmla="*/ 2147483646 h 106"/>
              <a:gd name="T8" fmla="*/ 2147483646 w 243"/>
              <a:gd name="T9" fmla="*/ 2147483646 h 106"/>
              <a:gd name="T10" fmla="*/ 2147483646 w 243"/>
              <a:gd name="T11" fmla="*/ 2147483646 h 106"/>
              <a:gd name="T12" fmla="*/ 2147483646 w 243"/>
              <a:gd name="T13" fmla="*/ 2147483646 h 10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3"/>
              <a:gd name="T22" fmla="*/ 0 h 106"/>
              <a:gd name="T23" fmla="*/ 243 w 243"/>
              <a:gd name="T24" fmla="*/ 106 h 10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3" h="106">
                <a:moveTo>
                  <a:pt x="243" y="17"/>
                </a:moveTo>
                <a:lnTo>
                  <a:pt x="234" y="0"/>
                </a:lnTo>
                <a:lnTo>
                  <a:pt x="0" y="90"/>
                </a:lnTo>
                <a:lnTo>
                  <a:pt x="9" y="106"/>
                </a:lnTo>
                <a:lnTo>
                  <a:pt x="243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75" name="Freeform 60">
            <a:extLst>
              <a:ext uri="{FF2B5EF4-FFF2-40B4-BE49-F238E27FC236}">
                <a16:creationId xmlns:a16="http://schemas.microsoft.com/office/drawing/2014/main" id="{2CFD953B-0C91-3636-208C-AEC8E00351B4}"/>
              </a:ext>
            </a:extLst>
          </p:cNvPr>
          <p:cNvSpPr>
            <a:spLocks/>
          </p:cNvSpPr>
          <p:nvPr/>
        </p:nvSpPr>
        <p:spPr bwMode="auto">
          <a:xfrm>
            <a:off x="4048125" y="1995488"/>
            <a:ext cx="342900" cy="195262"/>
          </a:xfrm>
          <a:custGeom>
            <a:avLst/>
            <a:gdLst>
              <a:gd name="T0" fmla="*/ 2147483646 w 216"/>
              <a:gd name="T1" fmla="*/ 2147483646 h 123"/>
              <a:gd name="T2" fmla="*/ 2147483646 w 216"/>
              <a:gd name="T3" fmla="*/ 0 h 123"/>
              <a:gd name="T4" fmla="*/ 0 w 216"/>
              <a:gd name="T5" fmla="*/ 2147483646 h 123"/>
              <a:gd name="T6" fmla="*/ 0 w 216"/>
              <a:gd name="T7" fmla="*/ 2147483646 h 123"/>
              <a:gd name="T8" fmla="*/ 2147483646 w 216"/>
              <a:gd name="T9" fmla="*/ 2147483646 h 123"/>
              <a:gd name="T10" fmla="*/ 2147483646 w 216"/>
              <a:gd name="T11" fmla="*/ 2147483646 h 123"/>
              <a:gd name="T12" fmla="*/ 2147483646 w 216"/>
              <a:gd name="T13" fmla="*/ 2147483646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123"/>
              <a:gd name="T23" fmla="*/ 216 w 216"/>
              <a:gd name="T24" fmla="*/ 123 h 12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123">
                <a:moveTo>
                  <a:pt x="216" y="16"/>
                </a:moveTo>
                <a:lnTo>
                  <a:pt x="207" y="0"/>
                </a:lnTo>
                <a:lnTo>
                  <a:pt x="0" y="106"/>
                </a:lnTo>
                <a:lnTo>
                  <a:pt x="9" y="123"/>
                </a:lnTo>
                <a:lnTo>
                  <a:pt x="216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76" name="Freeform 61">
            <a:extLst>
              <a:ext uri="{FF2B5EF4-FFF2-40B4-BE49-F238E27FC236}">
                <a16:creationId xmlns:a16="http://schemas.microsoft.com/office/drawing/2014/main" id="{9D8F727F-FBF1-D7DA-E3F2-E0FA3D41B893}"/>
              </a:ext>
            </a:extLst>
          </p:cNvPr>
          <p:cNvSpPr>
            <a:spLocks/>
          </p:cNvSpPr>
          <p:nvPr/>
        </p:nvSpPr>
        <p:spPr bwMode="auto">
          <a:xfrm>
            <a:off x="3762375" y="2163763"/>
            <a:ext cx="300038" cy="233362"/>
          </a:xfrm>
          <a:custGeom>
            <a:avLst/>
            <a:gdLst>
              <a:gd name="T0" fmla="*/ 2147483646 w 189"/>
              <a:gd name="T1" fmla="*/ 2147483646 h 147"/>
              <a:gd name="T2" fmla="*/ 2147483646 w 189"/>
              <a:gd name="T3" fmla="*/ 0 h 147"/>
              <a:gd name="T4" fmla="*/ 0 w 189"/>
              <a:gd name="T5" fmla="*/ 2147483646 h 147"/>
              <a:gd name="T6" fmla="*/ 0 w 189"/>
              <a:gd name="T7" fmla="*/ 2147483646 h 147"/>
              <a:gd name="T8" fmla="*/ 2147483646 w 189"/>
              <a:gd name="T9" fmla="*/ 2147483646 h 147"/>
              <a:gd name="T10" fmla="*/ 2147483646 w 189"/>
              <a:gd name="T11" fmla="*/ 2147483646 h 147"/>
              <a:gd name="T12" fmla="*/ 2147483646 w 189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147"/>
              <a:gd name="T23" fmla="*/ 189 w 189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147">
                <a:moveTo>
                  <a:pt x="189" y="17"/>
                </a:moveTo>
                <a:lnTo>
                  <a:pt x="180" y="0"/>
                </a:lnTo>
                <a:lnTo>
                  <a:pt x="0" y="131"/>
                </a:lnTo>
                <a:lnTo>
                  <a:pt x="9" y="147"/>
                </a:lnTo>
                <a:lnTo>
                  <a:pt x="18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77" name="Freeform 62">
            <a:extLst>
              <a:ext uri="{FF2B5EF4-FFF2-40B4-BE49-F238E27FC236}">
                <a16:creationId xmlns:a16="http://schemas.microsoft.com/office/drawing/2014/main" id="{EC5DF8E0-A061-CCAE-7A39-059B1CC6E66A}"/>
              </a:ext>
            </a:extLst>
          </p:cNvPr>
          <p:cNvSpPr>
            <a:spLocks/>
          </p:cNvSpPr>
          <p:nvPr/>
        </p:nvSpPr>
        <p:spPr bwMode="auto">
          <a:xfrm>
            <a:off x="3476625" y="2371726"/>
            <a:ext cx="300038" cy="258763"/>
          </a:xfrm>
          <a:custGeom>
            <a:avLst/>
            <a:gdLst>
              <a:gd name="T0" fmla="*/ 2147483646 w 189"/>
              <a:gd name="T1" fmla="*/ 2147483646 h 163"/>
              <a:gd name="T2" fmla="*/ 2147483646 w 189"/>
              <a:gd name="T3" fmla="*/ 0 h 163"/>
              <a:gd name="T4" fmla="*/ 2147483646 w 189"/>
              <a:gd name="T5" fmla="*/ 2147483646 h 163"/>
              <a:gd name="T6" fmla="*/ 0 w 189"/>
              <a:gd name="T7" fmla="*/ 2147483646 h 163"/>
              <a:gd name="T8" fmla="*/ 2147483646 w 189"/>
              <a:gd name="T9" fmla="*/ 2147483646 h 163"/>
              <a:gd name="T10" fmla="*/ 2147483646 w 189"/>
              <a:gd name="T11" fmla="*/ 2147483646 h 163"/>
              <a:gd name="T12" fmla="*/ 2147483646 w 189"/>
              <a:gd name="T13" fmla="*/ 2147483646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163"/>
              <a:gd name="T23" fmla="*/ 189 w 189"/>
              <a:gd name="T24" fmla="*/ 163 h 16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163">
                <a:moveTo>
                  <a:pt x="189" y="16"/>
                </a:moveTo>
                <a:lnTo>
                  <a:pt x="180" y="0"/>
                </a:lnTo>
                <a:lnTo>
                  <a:pt x="9" y="147"/>
                </a:lnTo>
                <a:lnTo>
                  <a:pt x="0" y="155"/>
                </a:lnTo>
                <a:lnTo>
                  <a:pt x="18" y="163"/>
                </a:lnTo>
                <a:lnTo>
                  <a:pt x="18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78" name="Freeform 63">
            <a:extLst>
              <a:ext uri="{FF2B5EF4-FFF2-40B4-BE49-F238E27FC236}">
                <a16:creationId xmlns:a16="http://schemas.microsoft.com/office/drawing/2014/main" id="{72B8DDCF-3B31-AD69-6267-CE64359444D9}"/>
              </a:ext>
            </a:extLst>
          </p:cNvPr>
          <p:cNvSpPr>
            <a:spLocks/>
          </p:cNvSpPr>
          <p:nvPr/>
        </p:nvSpPr>
        <p:spPr bwMode="auto">
          <a:xfrm>
            <a:off x="3248026" y="2617788"/>
            <a:ext cx="257175" cy="273050"/>
          </a:xfrm>
          <a:custGeom>
            <a:avLst/>
            <a:gdLst>
              <a:gd name="T0" fmla="*/ 2147483646 w 162"/>
              <a:gd name="T1" fmla="*/ 2147483646 h 172"/>
              <a:gd name="T2" fmla="*/ 2147483646 w 162"/>
              <a:gd name="T3" fmla="*/ 0 h 172"/>
              <a:gd name="T4" fmla="*/ 0 w 162"/>
              <a:gd name="T5" fmla="*/ 2147483646 h 172"/>
              <a:gd name="T6" fmla="*/ 0 w 162"/>
              <a:gd name="T7" fmla="*/ 2147483646 h 172"/>
              <a:gd name="T8" fmla="*/ 2147483646 w 162"/>
              <a:gd name="T9" fmla="*/ 2147483646 h 172"/>
              <a:gd name="T10" fmla="*/ 2147483646 w 162"/>
              <a:gd name="T11" fmla="*/ 2147483646 h 172"/>
              <a:gd name="T12" fmla="*/ 2147483646 w 162"/>
              <a:gd name="T13" fmla="*/ 2147483646 h 1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2"/>
              <a:gd name="T22" fmla="*/ 0 h 172"/>
              <a:gd name="T23" fmla="*/ 162 w 162"/>
              <a:gd name="T24" fmla="*/ 172 h 17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2" h="172">
                <a:moveTo>
                  <a:pt x="162" y="8"/>
                </a:moveTo>
                <a:lnTo>
                  <a:pt x="144" y="0"/>
                </a:lnTo>
                <a:lnTo>
                  <a:pt x="0" y="163"/>
                </a:lnTo>
                <a:lnTo>
                  <a:pt x="18" y="172"/>
                </a:lnTo>
                <a:lnTo>
                  <a:pt x="16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79" name="Freeform 64">
            <a:extLst>
              <a:ext uri="{FF2B5EF4-FFF2-40B4-BE49-F238E27FC236}">
                <a16:creationId xmlns:a16="http://schemas.microsoft.com/office/drawing/2014/main" id="{D414C993-6B78-2BD0-3858-275376DA25E6}"/>
              </a:ext>
            </a:extLst>
          </p:cNvPr>
          <p:cNvSpPr>
            <a:spLocks/>
          </p:cNvSpPr>
          <p:nvPr/>
        </p:nvSpPr>
        <p:spPr bwMode="auto">
          <a:xfrm>
            <a:off x="3033714" y="2876550"/>
            <a:ext cx="242887" cy="312738"/>
          </a:xfrm>
          <a:custGeom>
            <a:avLst/>
            <a:gdLst>
              <a:gd name="T0" fmla="*/ 2147483646 w 153"/>
              <a:gd name="T1" fmla="*/ 2147483646 h 197"/>
              <a:gd name="T2" fmla="*/ 2147483646 w 153"/>
              <a:gd name="T3" fmla="*/ 0 h 197"/>
              <a:gd name="T4" fmla="*/ 0 w 153"/>
              <a:gd name="T5" fmla="*/ 2147483646 h 197"/>
              <a:gd name="T6" fmla="*/ 2147483646 w 153"/>
              <a:gd name="T7" fmla="*/ 2147483646 h 197"/>
              <a:gd name="T8" fmla="*/ 2147483646 w 153"/>
              <a:gd name="T9" fmla="*/ 2147483646 h 19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"/>
              <a:gd name="T16" fmla="*/ 0 h 197"/>
              <a:gd name="T17" fmla="*/ 153 w 153"/>
              <a:gd name="T18" fmla="*/ 197 h 19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" h="197">
                <a:moveTo>
                  <a:pt x="153" y="9"/>
                </a:moveTo>
                <a:lnTo>
                  <a:pt x="135" y="0"/>
                </a:lnTo>
                <a:lnTo>
                  <a:pt x="0" y="188"/>
                </a:lnTo>
                <a:lnTo>
                  <a:pt x="18" y="197"/>
                </a:lnTo>
                <a:lnTo>
                  <a:pt x="153" y="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80" name="Freeform 65">
            <a:extLst>
              <a:ext uri="{FF2B5EF4-FFF2-40B4-BE49-F238E27FC236}">
                <a16:creationId xmlns:a16="http://schemas.microsoft.com/office/drawing/2014/main" id="{0E5F9B81-99CD-8AED-0918-A500D984E2BB}"/>
              </a:ext>
            </a:extLst>
          </p:cNvPr>
          <p:cNvSpPr>
            <a:spLocks/>
          </p:cNvSpPr>
          <p:nvPr/>
        </p:nvSpPr>
        <p:spPr bwMode="auto">
          <a:xfrm>
            <a:off x="9063039" y="2138363"/>
            <a:ext cx="28575" cy="25400"/>
          </a:xfrm>
          <a:custGeom>
            <a:avLst/>
            <a:gdLst>
              <a:gd name="T0" fmla="*/ 2147483646 w 18"/>
              <a:gd name="T1" fmla="*/ 0 h 16"/>
              <a:gd name="T2" fmla="*/ 2147483646 w 18"/>
              <a:gd name="T3" fmla="*/ 0 h 16"/>
              <a:gd name="T4" fmla="*/ 0 w 18"/>
              <a:gd name="T5" fmla="*/ 2147483646 h 16"/>
              <a:gd name="T6" fmla="*/ 2147483646 w 18"/>
              <a:gd name="T7" fmla="*/ 2147483646 h 16"/>
              <a:gd name="T8" fmla="*/ 2147483646 w 18"/>
              <a:gd name="T9" fmla="*/ 2147483646 h 16"/>
              <a:gd name="T10" fmla="*/ 2147483646 w 18"/>
              <a:gd name="T11" fmla="*/ 2147483646 h 16"/>
              <a:gd name="T12" fmla="*/ 2147483646 w 18"/>
              <a:gd name="T13" fmla="*/ 2147483646 h 16"/>
              <a:gd name="T14" fmla="*/ 2147483646 w 18"/>
              <a:gd name="T15" fmla="*/ 0 h 16"/>
              <a:gd name="T16" fmla="*/ 2147483646 w 18"/>
              <a:gd name="T17" fmla="*/ 0 h 16"/>
              <a:gd name="T18" fmla="*/ 2147483646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9" y="0"/>
                </a:moveTo>
                <a:lnTo>
                  <a:pt x="9" y="0"/>
                </a:lnTo>
                <a:lnTo>
                  <a:pt x="0" y="8"/>
                </a:lnTo>
                <a:lnTo>
                  <a:pt x="9" y="8"/>
                </a:lnTo>
                <a:lnTo>
                  <a:pt x="9" y="16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81" name="Freeform 66">
            <a:extLst>
              <a:ext uri="{FF2B5EF4-FFF2-40B4-BE49-F238E27FC236}">
                <a16:creationId xmlns:a16="http://schemas.microsoft.com/office/drawing/2014/main" id="{4C506F5F-6294-AA8F-F2D1-79181FC8571F}"/>
              </a:ext>
            </a:extLst>
          </p:cNvPr>
          <p:cNvSpPr>
            <a:spLocks/>
          </p:cNvSpPr>
          <p:nvPr/>
        </p:nvSpPr>
        <p:spPr bwMode="auto">
          <a:xfrm>
            <a:off x="9020175" y="1943101"/>
            <a:ext cx="128588" cy="195263"/>
          </a:xfrm>
          <a:custGeom>
            <a:avLst/>
            <a:gdLst>
              <a:gd name="T0" fmla="*/ 2147483646 w 81"/>
              <a:gd name="T1" fmla="*/ 2147483646 h 123"/>
              <a:gd name="T2" fmla="*/ 0 w 81"/>
              <a:gd name="T3" fmla="*/ 2147483646 h 123"/>
              <a:gd name="T4" fmla="*/ 2147483646 w 81"/>
              <a:gd name="T5" fmla="*/ 0 h 123"/>
              <a:gd name="T6" fmla="*/ 2147483646 w 81"/>
              <a:gd name="T7" fmla="*/ 2147483646 h 123"/>
              <a:gd name="T8" fmla="*/ 2147483646 w 81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36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36" y="12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82" name="Freeform 67">
            <a:extLst>
              <a:ext uri="{FF2B5EF4-FFF2-40B4-BE49-F238E27FC236}">
                <a16:creationId xmlns:a16="http://schemas.microsoft.com/office/drawing/2014/main" id="{6A08611E-A183-4C6E-9ACA-893AFE7850EF}"/>
              </a:ext>
            </a:extLst>
          </p:cNvPr>
          <p:cNvSpPr>
            <a:spLocks/>
          </p:cNvSpPr>
          <p:nvPr/>
        </p:nvSpPr>
        <p:spPr bwMode="auto">
          <a:xfrm>
            <a:off x="9020175" y="1943101"/>
            <a:ext cx="128588" cy="195263"/>
          </a:xfrm>
          <a:custGeom>
            <a:avLst/>
            <a:gdLst>
              <a:gd name="T0" fmla="*/ 2147483646 w 81"/>
              <a:gd name="T1" fmla="*/ 2147483646 h 123"/>
              <a:gd name="T2" fmla="*/ 0 w 81"/>
              <a:gd name="T3" fmla="*/ 2147483646 h 123"/>
              <a:gd name="T4" fmla="*/ 2147483646 w 81"/>
              <a:gd name="T5" fmla="*/ 0 h 123"/>
              <a:gd name="T6" fmla="*/ 2147483646 w 81"/>
              <a:gd name="T7" fmla="*/ 2147483646 h 123"/>
              <a:gd name="T8" fmla="*/ 2147483646 w 81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36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36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83" name="Freeform 68">
            <a:extLst>
              <a:ext uri="{FF2B5EF4-FFF2-40B4-BE49-F238E27FC236}">
                <a16:creationId xmlns:a16="http://schemas.microsoft.com/office/drawing/2014/main" id="{E667D9D8-58C0-3492-4248-7A5C31465F67}"/>
              </a:ext>
            </a:extLst>
          </p:cNvPr>
          <p:cNvSpPr>
            <a:spLocks/>
          </p:cNvSpPr>
          <p:nvPr/>
        </p:nvSpPr>
        <p:spPr bwMode="auto">
          <a:xfrm>
            <a:off x="8620126" y="2695576"/>
            <a:ext cx="200025" cy="180975"/>
          </a:xfrm>
          <a:custGeom>
            <a:avLst/>
            <a:gdLst>
              <a:gd name="T0" fmla="*/ 0 w 126"/>
              <a:gd name="T1" fmla="*/ 2147483646 h 114"/>
              <a:gd name="T2" fmla="*/ 2147483646 w 126"/>
              <a:gd name="T3" fmla="*/ 2147483646 h 114"/>
              <a:gd name="T4" fmla="*/ 2147483646 w 126"/>
              <a:gd name="T5" fmla="*/ 2147483646 h 114"/>
              <a:gd name="T6" fmla="*/ 2147483646 w 126"/>
              <a:gd name="T7" fmla="*/ 2147483646 h 114"/>
              <a:gd name="T8" fmla="*/ 2147483646 w 126"/>
              <a:gd name="T9" fmla="*/ 0 h 114"/>
              <a:gd name="T10" fmla="*/ 2147483646 w 126"/>
              <a:gd name="T11" fmla="*/ 0 h 114"/>
              <a:gd name="T12" fmla="*/ 0 w 126"/>
              <a:gd name="T13" fmla="*/ 2147483646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26"/>
              <a:gd name="T22" fmla="*/ 0 h 114"/>
              <a:gd name="T23" fmla="*/ 126 w 126"/>
              <a:gd name="T24" fmla="*/ 114 h 11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26" h="114">
                <a:moveTo>
                  <a:pt x="0" y="106"/>
                </a:moveTo>
                <a:lnTo>
                  <a:pt x="18" y="114"/>
                </a:lnTo>
                <a:lnTo>
                  <a:pt x="126" y="8"/>
                </a:lnTo>
                <a:lnTo>
                  <a:pt x="10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84" name="Freeform 69">
            <a:extLst>
              <a:ext uri="{FF2B5EF4-FFF2-40B4-BE49-F238E27FC236}">
                <a16:creationId xmlns:a16="http://schemas.microsoft.com/office/drawing/2014/main" id="{B38EE3F1-6E3A-C30E-0633-5175399E2B2B}"/>
              </a:ext>
            </a:extLst>
          </p:cNvPr>
          <p:cNvSpPr>
            <a:spLocks/>
          </p:cNvSpPr>
          <p:nvPr/>
        </p:nvSpPr>
        <p:spPr bwMode="auto">
          <a:xfrm>
            <a:off x="8791575" y="2514601"/>
            <a:ext cx="171450" cy="193675"/>
          </a:xfrm>
          <a:custGeom>
            <a:avLst/>
            <a:gdLst>
              <a:gd name="T0" fmla="*/ 0 w 108"/>
              <a:gd name="T1" fmla="*/ 2147483646 h 122"/>
              <a:gd name="T2" fmla="*/ 2147483646 w 108"/>
              <a:gd name="T3" fmla="*/ 2147483646 h 122"/>
              <a:gd name="T4" fmla="*/ 2147483646 w 108"/>
              <a:gd name="T5" fmla="*/ 2147483646 h 122"/>
              <a:gd name="T6" fmla="*/ 2147483646 w 108"/>
              <a:gd name="T7" fmla="*/ 2147483646 h 122"/>
              <a:gd name="T8" fmla="*/ 2147483646 w 108"/>
              <a:gd name="T9" fmla="*/ 0 h 122"/>
              <a:gd name="T10" fmla="*/ 2147483646 w 108"/>
              <a:gd name="T11" fmla="*/ 0 h 122"/>
              <a:gd name="T12" fmla="*/ 0 w 108"/>
              <a:gd name="T13" fmla="*/ 2147483646 h 12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08"/>
              <a:gd name="T22" fmla="*/ 0 h 122"/>
              <a:gd name="T23" fmla="*/ 108 w 108"/>
              <a:gd name="T24" fmla="*/ 122 h 12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08" h="122">
                <a:moveTo>
                  <a:pt x="0" y="114"/>
                </a:moveTo>
                <a:lnTo>
                  <a:pt x="18" y="122"/>
                </a:lnTo>
                <a:lnTo>
                  <a:pt x="108" y="8"/>
                </a:lnTo>
                <a:lnTo>
                  <a:pt x="9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85" name="Freeform 70">
            <a:extLst>
              <a:ext uri="{FF2B5EF4-FFF2-40B4-BE49-F238E27FC236}">
                <a16:creationId xmlns:a16="http://schemas.microsoft.com/office/drawing/2014/main" id="{8CA74BDB-E906-459C-8C03-3A39643928DF}"/>
              </a:ext>
            </a:extLst>
          </p:cNvPr>
          <p:cNvSpPr>
            <a:spLocks/>
          </p:cNvSpPr>
          <p:nvPr/>
        </p:nvSpPr>
        <p:spPr bwMode="auto">
          <a:xfrm>
            <a:off x="8934450" y="2332038"/>
            <a:ext cx="128588" cy="195262"/>
          </a:xfrm>
          <a:custGeom>
            <a:avLst/>
            <a:gdLst>
              <a:gd name="T0" fmla="*/ 0 w 81"/>
              <a:gd name="T1" fmla="*/ 2147483646 h 123"/>
              <a:gd name="T2" fmla="*/ 2147483646 w 81"/>
              <a:gd name="T3" fmla="*/ 2147483646 h 123"/>
              <a:gd name="T4" fmla="*/ 2147483646 w 81"/>
              <a:gd name="T5" fmla="*/ 2147483646 h 123"/>
              <a:gd name="T6" fmla="*/ 2147483646 w 81"/>
              <a:gd name="T7" fmla="*/ 0 h 123"/>
              <a:gd name="T8" fmla="*/ 2147483646 w 81"/>
              <a:gd name="T9" fmla="*/ 0 h 123"/>
              <a:gd name="T10" fmla="*/ 2147483646 w 81"/>
              <a:gd name="T11" fmla="*/ 0 h 123"/>
              <a:gd name="T12" fmla="*/ 0 w 81"/>
              <a:gd name="T13" fmla="*/ 2147483646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1"/>
              <a:gd name="T22" fmla="*/ 0 h 123"/>
              <a:gd name="T23" fmla="*/ 81 w 81"/>
              <a:gd name="T24" fmla="*/ 123 h 12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1" h="123">
                <a:moveTo>
                  <a:pt x="0" y="115"/>
                </a:moveTo>
                <a:lnTo>
                  <a:pt x="18" y="123"/>
                </a:lnTo>
                <a:lnTo>
                  <a:pt x="81" y="9"/>
                </a:lnTo>
                <a:lnTo>
                  <a:pt x="81" y="0"/>
                </a:lnTo>
                <a:lnTo>
                  <a:pt x="63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86" name="Freeform 71">
            <a:extLst>
              <a:ext uri="{FF2B5EF4-FFF2-40B4-BE49-F238E27FC236}">
                <a16:creationId xmlns:a16="http://schemas.microsoft.com/office/drawing/2014/main" id="{3DD85271-B706-C8CB-1160-34295430A6BD}"/>
              </a:ext>
            </a:extLst>
          </p:cNvPr>
          <p:cNvSpPr>
            <a:spLocks/>
          </p:cNvSpPr>
          <p:nvPr/>
        </p:nvSpPr>
        <p:spPr bwMode="auto">
          <a:xfrm>
            <a:off x="9034463" y="2138364"/>
            <a:ext cx="57150" cy="193675"/>
          </a:xfrm>
          <a:custGeom>
            <a:avLst/>
            <a:gdLst>
              <a:gd name="T0" fmla="*/ 0 w 36"/>
              <a:gd name="T1" fmla="*/ 2147483646 h 122"/>
              <a:gd name="T2" fmla="*/ 2147483646 w 36"/>
              <a:gd name="T3" fmla="*/ 2147483646 h 122"/>
              <a:gd name="T4" fmla="*/ 2147483646 w 36"/>
              <a:gd name="T5" fmla="*/ 0 h 122"/>
              <a:gd name="T6" fmla="*/ 2147483646 w 36"/>
              <a:gd name="T7" fmla="*/ 0 h 122"/>
              <a:gd name="T8" fmla="*/ 0 w 36"/>
              <a:gd name="T9" fmla="*/ 2147483646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6"/>
              <a:gd name="T16" fmla="*/ 0 h 122"/>
              <a:gd name="T17" fmla="*/ 36 w 36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6" h="122">
                <a:moveTo>
                  <a:pt x="0" y="122"/>
                </a:moveTo>
                <a:lnTo>
                  <a:pt x="18" y="122"/>
                </a:lnTo>
                <a:lnTo>
                  <a:pt x="36" y="0"/>
                </a:lnTo>
                <a:lnTo>
                  <a:pt x="18" y="0"/>
                </a:lnTo>
                <a:lnTo>
                  <a:pt x="0" y="12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87" name="Freeform 72">
            <a:extLst>
              <a:ext uri="{FF2B5EF4-FFF2-40B4-BE49-F238E27FC236}">
                <a16:creationId xmlns:a16="http://schemas.microsoft.com/office/drawing/2014/main" id="{6F702816-D531-AB59-426B-6267A502810F}"/>
              </a:ext>
            </a:extLst>
          </p:cNvPr>
          <p:cNvSpPr>
            <a:spLocks/>
          </p:cNvSpPr>
          <p:nvPr/>
        </p:nvSpPr>
        <p:spPr bwMode="auto">
          <a:xfrm>
            <a:off x="8534401" y="2359025"/>
            <a:ext cx="28575" cy="25400"/>
          </a:xfrm>
          <a:custGeom>
            <a:avLst/>
            <a:gdLst>
              <a:gd name="T0" fmla="*/ 2147483646 w 18"/>
              <a:gd name="T1" fmla="*/ 2147483646 h 16"/>
              <a:gd name="T2" fmla="*/ 2147483646 w 18"/>
              <a:gd name="T3" fmla="*/ 2147483646 h 16"/>
              <a:gd name="T4" fmla="*/ 2147483646 w 18"/>
              <a:gd name="T5" fmla="*/ 2147483646 h 16"/>
              <a:gd name="T6" fmla="*/ 2147483646 w 18"/>
              <a:gd name="T7" fmla="*/ 0 h 16"/>
              <a:gd name="T8" fmla="*/ 2147483646 w 18"/>
              <a:gd name="T9" fmla="*/ 0 h 16"/>
              <a:gd name="T10" fmla="*/ 2147483646 w 18"/>
              <a:gd name="T11" fmla="*/ 0 h 16"/>
              <a:gd name="T12" fmla="*/ 0 w 18"/>
              <a:gd name="T13" fmla="*/ 2147483646 h 16"/>
              <a:gd name="T14" fmla="*/ 2147483646 w 18"/>
              <a:gd name="T15" fmla="*/ 2147483646 h 16"/>
              <a:gd name="T16" fmla="*/ 2147483646 w 18"/>
              <a:gd name="T17" fmla="*/ 2147483646 h 16"/>
              <a:gd name="T18" fmla="*/ 2147483646 w 18"/>
              <a:gd name="T19" fmla="*/ 2147483646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9" y="16"/>
                </a:moveTo>
                <a:lnTo>
                  <a:pt x="18" y="16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lnTo>
                  <a:pt x="0" y="8"/>
                </a:lnTo>
                <a:lnTo>
                  <a:pt x="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88" name="Freeform 73">
            <a:extLst>
              <a:ext uri="{FF2B5EF4-FFF2-40B4-BE49-F238E27FC236}">
                <a16:creationId xmlns:a16="http://schemas.microsoft.com/office/drawing/2014/main" id="{33422FB9-E50A-E25B-8F98-FE627F5E7418}"/>
              </a:ext>
            </a:extLst>
          </p:cNvPr>
          <p:cNvSpPr>
            <a:spLocks/>
          </p:cNvSpPr>
          <p:nvPr/>
        </p:nvSpPr>
        <p:spPr bwMode="auto">
          <a:xfrm>
            <a:off x="8491539" y="2384426"/>
            <a:ext cx="128587" cy="195263"/>
          </a:xfrm>
          <a:custGeom>
            <a:avLst/>
            <a:gdLst>
              <a:gd name="T0" fmla="*/ 2147483646 w 81"/>
              <a:gd name="T1" fmla="*/ 0 h 123"/>
              <a:gd name="T2" fmla="*/ 2147483646 w 81"/>
              <a:gd name="T3" fmla="*/ 0 h 123"/>
              <a:gd name="T4" fmla="*/ 2147483646 w 81"/>
              <a:gd name="T5" fmla="*/ 2147483646 h 123"/>
              <a:gd name="T6" fmla="*/ 0 w 81"/>
              <a:gd name="T7" fmla="*/ 0 h 123"/>
              <a:gd name="T8" fmla="*/ 2147483646 w 81"/>
              <a:gd name="T9" fmla="*/ 0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36" y="0"/>
                </a:moveTo>
                <a:lnTo>
                  <a:pt x="81" y="0"/>
                </a:lnTo>
                <a:lnTo>
                  <a:pt x="36" y="123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89" name="Freeform 74">
            <a:extLst>
              <a:ext uri="{FF2B5EF4-FFF2-40B4-BE49-F238E27FC236}">
                <a16:creationId xmlns:a16="http://schemas.microsoft.com/office/drawing/2014/main" id="{C2D22196-632B-410F-02F6-4353702C679C}"/>
              </a:ext>
            </a:extLst>
          </p:cNvPr>
          <p:cNvSpPr>
            <a:spLocks/>
          </p:cNvSpPr>
          <p:nvPr/>
        </p:nvSpPr>
        <p:spPr bwMode="auto">
          <a:xfrm>
            <a:off x="8491539" y="2384426"/>
            <a:ext cx="128587" cy="195263"/>
          </a:xfrm>
          <a:custGeom>
            <a:avLst/>
            <a:gdLst>
              <a:gd name="T0" fmla="*/ 2147483646 w 81"/>
              <a:gd name="T1" fmla="*/ 0 h 123"/>
              <a:gd name="T2" fmla="*/ 2147483646 w 81"/>
              <a:gd name="T3" fmla="*/ 0 h 123"/>
              <a:gd name="T4" fmla="*/ 2147483646 w 81"/>
              <a:gd name="T5" fmla="*/ 2147483646 h 123"/>
              <a:gd name="T6" fmla="*/ 0 w 81"/>
              <a:gd name="T7" fmla="*/ 0 h 123"/>
              <a:gd name="T8" fmla="*/ 2147483646 w 81"/>
              <a:gd name="T9" fmla="*/ 0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36" y="0"/>
                </a:moveTo>
                <a:lnTo>
                  <a:pt x="81" y="0"/>
                </a:lnTo>
                <a:lnTo>
                  <a:pt x="36" y="123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90" name="Freeform 75">
            <a:extLst>
              <a:ext uri="{FF2B5EF4-FFF2-40B4-BE49-F238E27FC236}">
                <a16:creationId xmlns:a16="http://schemas.microsoft.com/office/drawing/2014/main" id="{42B6C3CA-9051-4110-EA87-6597144C114C}"/>
              </a:ext>
            </a:extLst>
          </p:cNvPr>
          <p:cNvSpPr>
            <a:spLocks/>
          </p:cNvSpPr>
          <p:nvPr/>
        </p:nvSpPr>
        <p:spPr bwMode="auto">
          <a:xfrm>
            <a:off x="8805863" y="1646239"/>
            <a:ext cx="214312" cy="193675"/>
          </a:xfrm>
          <a:custGeom>
            <a:avLst/>
            <a:gdLst>
              <a:gd name="T0" fmla="*/ 2147483646 w 135"/>
              <a:gd name="T1" fmla="*/ 2147483646 h 122"/>
              <a:gd name="T2" fmla="*/ 2147483646 w 135"/>
              <a:gd name="T3" fmla="*/ 0 h 122"/>
              <a:gd name="T4" fmla="*/ 0 w 135"/>
              <a:gd name="T5" fmla="*/ 2147483646 h 122"/>
              <a:gd name="T6" fmla="*/ 0 w 135"/>
              <a:gd name="T7" fmla="*/ 2147483646 h 122"/>
              <a:gd name="T8" fmla="*/ 2147483646 w 135"/>
              <a:gd name="T9" fmla="*/ 2147483646 h 122"/>
              <a:gd name="T10" fmla="*/ 2147483646 w 135"/>
              <a:gd name="T11" fmla="*/ 2147483646 h 122"/>
              <a:gd name="T12" fmla="*/ 2147483646 w 135"/>
              <a:gd name="T13" fmla="*/ 2147483646 h 12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35"/>
              <a:gd name="T22" fmla="*/ 0 h 122"/>
              <a:gd name="T23" fmla="*/ 135 w 135"/>
              <a:gd name="T24" fmla="*/ 122 h 12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35" h="122">
                <a:moveTo>
                  <a:pt x="135" y="8"/>
                </a:moveTo>
                <a:lnTo>
                  <a:pt x="117" y="0"/>
                </a:lnTo>
                <a:lnTo>
                  <a:pt x="0" y="114"/>
                </a:lnTo>
                <a:lnTo>
                  <a:pt x="18" y="122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91" name="Freeform 76">
            <a:extLst>
              <a:ext uri="{FF2B5EF4-FFF2-40B4-BE49-F238E27FC236}">
                <a16:creationId xmlns:a16="http://schemas.microsoft.com/office/drawing/2014/main" id="{8B8B6778-E87C-020C-AE55-A6DCC3E88788}"/>
              </a:ext>
            </a:extLst>
          </p:cNvPr>
          <p:cNvSpPr>
            <a:spLocks/>
          </p:cNvSpPr>
          <p:nvPr/>
        </p:nvSpPr>
        <p:spPr bwMode="auto">
          <a:xfrm>
            <a:off x="8662988" y="1827214"/>
            <a:ext cx="171450" cy="180975"/>
          </a:xfrm>
          <a:custGeom>
            <a:avLst/>
            <a:gdLst>
              <a:gd name="T0" fmla="*/ 2147483646 w 108"/>
              <a:gd name="T1" fmla="*/ 2147483646 h 114"/>
              <a:gd name="T2" fmla="*/ 2147483646 w 108"/>
              <a:gd name="T3" fmla="*/ 0 h 114"/>
              <a:gd name="T4" fmla="*/ 0 w 108"/>
              <a:gd name="T5" fmla="*/ 2147483646 h 114"/>
              <a:gd name="T6" fmla="*/ 0 w 108"/>
              <a:gd name="T7" fmla="*/ 2147483646 h 114"/>
              <a:gd name="T8" fmla="*/ 2147483646 w 108"/>
              <a:gd name="T9" fmla="*/ 2147483646 h 114"/>
              <a:gd name="T10" fmla="*/ 2147483646 w 108"/>
              <a:gd name="T11" fmla="*/ 2147483646 h 114"/>
              <a:gd name="T12" fmla="*/ 2147483646 w 108"/>
              <a:gd name="T13" fmla="*/ 2147483646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08"/>
              <a:gd name="T22" fmla="*/ 0 h 114"/>
              <a:gd name="T23" fmla="*/ 108 w 108"/>
              <a:gd name="T24" fmla="*/ 114 h 11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08" h="114">
                <a:moveTo>
                  <a:pt x="108" y="8"/>
                </a:moveTo>
                <a:lnTo>
                  <a:pt x="90" y="0"/>
                </a:lnTo>
                <a:lnTo>
                  <a:pt x="0" y="106"/>
                </a:lnTo>
                <a:lnTo>
                  <a:pt x="18" y="114"/>
                </a:lnTo>
                <a:lnTo>
                  <a:pt x="108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92" name="Freeform 77">
            <a:extLst>
              <a:ext uri="{FF2B5EF4-FFF2-40B4-BE49-F238E27FC236}">
                <a16:creationId xmlns:a16="http://schemas.microsoft.com/office/drawing/2014/main" id="{63BD4E9F-B41D-D153-E3DD-91F6EB9D9022}"/>
              </a:ext>
            </a:extLst>
          </p:cNvPr>
          <p:cNvSpPr>
            <a:spLocks/>
          </p:cNvSpPr>
          <p:nvPr/>
        </p:nvSpPr>
        <p:spPr bwMode="auto">
          <a:xfrm>
            <a:off x="8577263" y="1995488"/>
            <a:ext cx="114300" cy="195262"/>
          </a:xfrm>
          <a:custGeom>
            <a:avLst/>
            <a:gdLst>
              <a:gd name="T0" fmla="*/ 2147483646 w 72"/>
              <a:gd name="T1" fmla="*/ 2147483646 h 123"/>
              <a:gd name="T2" fmla="*/ 2147483646 w 72"/>
              <a:gd name="T3" fmla="*/ 0 h 123"/>
              <a:gd name="T4" fmla="*/ 0 w 72"/>
              <a:gd name="T5" fmla="*/ 2147483646 h 123"/>
              <a:gd name="T6" fmla="*/ 0 w 72"/>
              <a:gd name="T7" fmla="*/ 2147483646 h 123"/>
              <a:gd name="T8" fmla="*/ 2147483646 w 72"/>
              <a:gd name="T9" fmla="*/ 2147483646 h 123"/>
              <a:gd name="T10" fmla="*/ 2147483646 w 72"/>
              <a:gd name="T11" fmla="*/ 2147483646 h 123"/>
              <a:gd name="T12" fmla="*/ 2147483646 w 72"/>
              <a:gd name="T13" fmla="*/ 2147483646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2"/>
              <a:gd name="T22" fmla="*/ 0 h 123"/>
              <a:gd name="T23" fmla="*/ 72 w 72"/>
              <a:gd name="T24" fmla="*/ 123 h 12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2" h="123">
                <a:moveTo>
                  <a:pt x="72" y="8"/>
                </a:moveTo>
                <a:lnTo>
                  <a:pt x="54" y="0"/>
                </a:lnTo>
                <a:lnTo>
                  <a:pt x="0" y="114"/>
                </a:lnTo>
                <a:lnTo>
                  <a:pt x="18" y="114"/>
                </a:lnTo>
                <a:lnTo>
                  <a:pt x="18" y="123"/>
                </a:lnTo>
                <a:lnTo>
                  <a:pt x="7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93" name="Freeform 78">
            <a:extLst>
              <a:ext uri="{FF2B5EF4-FFF2-40B4-BE49-F238E27FC236}">
                <a16:creationId xmlns:a16="http://schemas.microsoft.com/office/drawing/2014/main" id="{AF120FEB-870C-54BD-E42D-310BF1976296}"/>
              </a:ext>
            </a:extLst>
          </p:cNvPr>
          <p:cNvSpPr>
            <a:spLocks/>
          </p:cNvSpPr>
          <p:nvPr/>
        </p:nvSpPr>
        <p:spPr bwMode="auto">
          <a:xfrm>
            <a:off x="8534400" y="2176463"/>
            <a:ext cx="71438" cy="195262"/>
          </a:xfrm>
          <a:custGeom>
            <a:avLst/>
            <a:gdLst>
              <a:gd name="T0" fmla="*/ 2147483646 w 45"/>
              <a:gd name="T1" fmla="*/ 0 h 123"/>
              <a:gd name="T2" fmla="*/ 2147483646 w 45"/>
              <a:gd name="T3" fmla="*/ 0 h 123"/>
              <a:gd name="T4" fmla="*/ 0 w 45"/>
              <a:gd name="T5" fmla="*/ 2147483646 h 123"/>
              <a:gd name="T6" fmla="*/ 2147483646 w 45"/>
              <a:gd name="T7" fmla="*/ 2147483646 h 123"/>
              <a:gd name="T8" fmla="*/ 2147483646 w 45"/>
              <a:gd name="T9" fmla="*/ 0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5"/>
              <a:gd name="T16" fmla="*/ 0 h 123"/>
              <a:gd name="T17" fmla="*/ 45 w 45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5" h="123">
                <a:moveTo>
                  <a:pt x="45" y="0"/>
                </a:moveTo>
                <a:lnTo>
                  <a:pt x="27" y="0"/>
                </a:lnTo>
                <a:lnTo>
                  <a:pt x="0" y="123"/>
                </a:lnTo>
                <a:lnTo>
                  <a:pt x="18" y="123"/>
                </a:lnTo>
                <a:lnTo>
                  <a:pt x="4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94" name="Freeform 79">
            <a:extLst>
              <a:ext uri="{FF2B5EF4-FFF2-40B4-BE49-F238E27FC236}">
                <a16:creationId xmlns:a16="http://schemas.microsoft.com/office/drawing/2014/main" id="{85EAD712-9BDF-AEDF-1CEB-CA12056651F6}"/>
              </a:ext>
            </a:extLst>
          </p:cNvPr>
          <p:cNvSpPr>
            <a:spLocks/>
          </p:cNvSpPr>
          <p:nvPr/>
        </p:nvSpPr>
        <p:spPr bwMode="auto">
          <a:xfrm>
            <a:off x="6148389" y="4549775"/>
            <a:ext cx="28575" cy="25400"/>
          </a:xfrm>
          <a:custGeom>
            <a:avLst/>
            <a:gdLst>
              <a:gd name="T0" fmla="*/ 0 w 18"/>
              <a:gd name="T1" fmla="*/ 2147483646 h 16"/>
              <a:gd name="T2" fmla="*/ 0 w 18"/>
              <a:gd name="T3" fmla="*/ 2147483646 h 16"/>
              <a:gd name="T4" fmla="*/ 2147483646 w 18"/>
              <a:gd name="T5" fmla="*/ 2147483646 h 16"/>
              <a:gd name="T6" fmla="*/ 2147483646 w 18"/>
              <a:gd name="T7" fmla="*/ 2147483646 h 16"/>
              <a:gd name="T8" fmla="*/ 2147483646 w 18"/>
              <a:gd name="T9" fmla="*/ 2147483646 h 16"/>
              <a:gd name="T10" fmla="*/ 2147483646 w 18"/>
              <a:gd name="T11" fmla="*/ 0 h 16"/>
              <a:gd name="T12" fmla="*/ 0 w 18"/>
              <a:gd name="T13" fmla="*/ 0 h 16"/>
              <a:gd name="T14" fmla="*/ 0 w 18"/>
              <a:gd name="T15" fmla="*/ 2147483646 h 16"/>
              <a:gd name="T16" fmla="*/ 0 w 18"/>
              <a:gd name="T17" fmla="*/ 2147483646 h 16"/>
              <a:gd name="T18" fmla="*/ 0 w 18"/>
              <a:gd name="T19" fmla="*/ 2147483646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0" y="16"/>
                </a:moveTo>
                <a:lnTo>
                  <a:pt x="0" y="16"/>
                </a:lnTo>
                <a:lnTo>
                  <a:pt x="9" y="16"/>
                </a:lnTo>
                <a:lnTo>
                  <a:pt x="18" y="16"/>
                </a:lnTo>
                <a:lnTo>
                  <a:pt x="18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lnTo>
                  <a:pt x="0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95" name="Freeform 80">
            <a:extLst>
              <a:ext uri="{FF2B5EF4-FFF2-40B4-BE49-F238E27FC236}">
                <a16:creationId xmlns:a16="http://schemas.microsoft.com/office/drawing/2014/main" id="{A056190F-C58A-9E0F-B633-5907DA5F1BE2}"/>
              </a:ext>
            </a:extLst>
          </p:cNvPr>
          <p:cNvSpPr>
            <a:spLocks/>
          </p:cNvSpPr>
          <p:nvPr/>
        </p:nvSpPr>
        <p:spPr bwMode="auto">
          <a:xfrm>
            <a:off x="5948363" y="4524375"/>
            <a:ext cx="228600" cy="115888"/>
          </a:xfrm>
          <a:custGeom>
            <a:avLst/>
            <a:gdLst>
              <a:gd name="T0" fmla="*/ 2147483646 w 144"/>
              <a:gd name="T1" fmla="*/ 2147483646 h 73"/>
              <a:gd name="T2" fmla="*/ 2147483646 w 144"/>
              <a:gd name="T3" fmla="*/ 2147483646 h 73"/>
              <a:gd name="T4" fmla="*/ 0 w 144"/>
              <a:gd name="T5" fmla="*/ 2147483646 h 73"/>
              <a:gd name="T6" fmla="*/ 2147483646 w 144"/>
              <a:gd name="T7" fmla="*/ 0 h 73"/>
              <a:gd name="T8" fmla="*/ 2147483646 w 144"/>
              <a:gd name="T9" fmla="*/ 2147483646 h 7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73"/>
              <a:gd name="T17" fmla="*/ 144 w 144"/>
              <a:gd name="T18" fmla="*/ 73 h 7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73">
                <a:moveTo>
                  <a:pt x="126" y="32"/>
                </a:moveTo>
                <a:lnTo>
                  <a:pt x="144" y="65"/>
                </a:lnTo>
                <a:lnTo>
                  <a:pt x="0" y="73"/>
                </a:lnTo>
                <a:lnTo>
                  <a:pt x="117" y="0"/>
                </a:lnTo>
                <a:lnTo>
                  <a:pt x="126" y="32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96" name="Freeform 81">
            <a:extLst>
              <a:ext uri="{FF2B5EF4-FFF2-40B4-BE49-F238E27FC236}">
                <a16:creationId xmlns:a16="http://schemas.microsoft.com/office/drawing/2014/main" id="{15E52888-7468-71CC-91A7-264C257D7372}"/>
              </a:ext>
            </a:extLst>
          </p:cNvPr>
          <p:cNvSpPr>
            <a:spLocks/>
          </p:cNvSpPr>
          <p:nvPr/>
        </p:nvSpPr>
        <p:spPr bwMode="auto">
          <a:xfrm>
            <a:off x="5948363" y="4524375"/>
            <a:ext cx="228600" cy="115888"/>
          </a:xfrm>
          <a:custGeom>
            <a:avLst/>
            <a:gdLst>
              <a:gd name="T0" fmla="*/ 2147483646 w 144"/>
              <a:gd name="T1" fmla="*/ 2147483646 h 73"/>
              <a:gd name="T2" fmla="*/ 2147483646 w 144"/>
              <a:gd name="T3" fmla="*/ 2147483646 h 73"/>
              <a:gd name="T4" fmla="*/ 0 w 144"/>
              <a:gd name="T5" fmla="*/ 2147483646 h 73"/>
              <a:gd name="T6" fmla="*/ 2147483646 w 144"/>
              <a:gd name="T7" fmla="*/ 0 h 73"/>
              <a:gd name="T8" fmla="*/ 2147483646 w 144"/>
              <a:gd name="T9" fmla="*/ 2147483646 h 7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73"/>
              <a:gd name="T17" fmla="*/ 144 w 144"/>
              <a:gd name="T18" fmla="*/ 73 h 7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73">
                <a:moveTo>
                  <a:pt x="126" y="32"/>
                </a:moveTo>
                <a:lnTo>
                  <a:pt x="144" y="65"/>
                </a:lnTo>
                <a:lnTo>
                  <a:pt x="0" y="73"/>
                </a:lnTo>
                <a:lnTo>
                  <a:pt x="117" y="0"/>
                </a:lnTo>
                <a:lnTo>
                  <a:pt x="126" y="3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97" name="Freeform 82">
            <a:extLst>
              <a:ext uri="{FF2B5EF4-FFF2-40B4-BE49-F238E27FC236}">
                <a16:creationId xmlns:a16="http://schemas.microsoft.com/office/drawing/2014/main" id="{03EFC858-A8A3-08E5-09F2-D05D74B28880}"/>
              </a:ext>
            </a:extLst>
          </p:cNvPr>
          <p:cNvSpPr>
            <a:spLocks/>
          </p:cNvSpPr>
          <p:nvPr/>
        </p:nvSpPr>
        <p:spPr bwMode="auto">
          <a:xfrm>
            <a:off x="8348663" y="2825751"/>
            <a:ext cx="214312" cy="271463"/>
          </a:xfrm>
          <a:custGeom>
            <a:avLst/>
            <a:gdLst>
              <a:gd name="T0" fmla="*/ 2147483646 w 135"/>
              <a:gd name="T1" fmla="*/ 2147483646 h 171"/>
              <a:gd name="T2" fmla="*/ 2147483646 w 135"/>
              <a:gd name="T3" fmla="*/ 0 h 171"/>
              <a:gd name="T4" fmla="*/ 0 w 135"/>
              <a:gd name="T5" fmla="*/ 2147483646 h 171"/>
              <a:gd name="T6" fmla="*/ 0 w 135"/>
              <a:gd name="T7" fmla="*/ 2147483646 h 171"/>
              <a:gd name="T8" fmla="*/ 2147483646 w 135"/>
              <a:gd name="T9" fmla="*/ 2147483646 h 171"/>
              <a:gd name="T10" fmla="*/ 2147483646 w 135"/>
              <a:gd name="T11" fmla="*/ 2147483646 h 171"/>
              <a:gd name="T12" fmla="*/ 2147483646 w 135"/>
              <a:gd name="T13" fmla="*/ 2147483646 h 17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35"/>
              <a:gd name="T22" fmla="*/ 0 h 171"/>
              <a:gd name="T23" fmla="*/ 135 w 135"/>
              <a:gd name="T24" fmla="*/ 171 h 17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35" h="171">
                <a:moveTo>
                  <a:pt x="135" y="8"/>
                </a:moveTo>
                <a:lnTo>
                  <a:pt x="117" y="0"/>
                </a:lnTo>
                <a:lnTo>
                  <a:pt x="0" y="163"/>
                </a:lnTo>
                <a:lnTo>
                  <a:pt x="18" y="171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98" name="Freeform 83">
            <a:extLst>
              <a:ext uri="{FF2B5EF4-FFF2-40B4-BE49-F238E27FC236}">
                <a16:creationId xmlns:a16="http://schemas.microsoft.com/office/drawing/2014/main" id="{192DD19F-9443-1766-0A44-36C5C38D1C0F}"/>
              </a:ext>
            </a:extLst>
          </p:cNvPr>
          <p:cNvSpPr>
            <a:spLocks/>
          </p:cNvSpPr>
          <p:nvPr/>
        </p:nvSpPr>
        <p:spPr bwMode="auto">
          <a:xfrm>
            <a:off x="8120064" y="3084513"/>
            <a:ext cx="257175" cy="273050"/>
          </a:xfrm>
          <a:custGeom>
            <a:avLst/>
            <a:gdLst>
              <a:gd name="T0" fmla="*/ 2147483646 w 162"/>
              <a:gd name="T1" fmla="*/ 2147483646 h 172"/>
              <a:gd name="T2" fmla="*/ 2147483646 w 162"/>
              <a:gd name="T3" fmla="*/ 0 h 172"/>
              <a:gd name="T4" fmla="*/ 0 w 162"/>
              <a:gd name="T5" fmla="*/ 2147483646 h 172"/>
              <a:gd name="T6" fmla="*/ 0 w 162"/>
              <a:gd name="T7" fmla="*/ 2147483646 h 172"/>
              <a:gd name="T8" fmla="*/ 2147483646 w 162"/>
              <a:gd name="T9" fmla="*/ 2147483646 h 172"/>
              <a:gd name="T10" fmla="*/ 2147483646 w 162"/>
              <a:gd name="T11" fmla="*/ 2147483646 h 172"/>
              <a:gd name="T12" fmla="*/ 2147483646 w 162"/>
              <a:gd name="T13" fmla="*/ 2147483646 h 1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2"/>
              <a:gd name="T22" fmla="*/ 0 h 172"/>
              <a:gd name="T23" fmla="*/ 162 w 162"/>
              <a:gd name="T24" fmla="*/ 172 h 17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2" h="172">
                <a:moveTo>
                  <a:pt x="162" y="8"/>
                </a:moveTo>
                <a:lnTo>
                  <a:pt x="144" y="0"/>
                </a:lnTo>
                <a:lnTo>
                  <a:pt x="0" y="164"/>
                </a:lnTo>
                <a:lnTo>
                  <a:pt x="0" y="155"/>
                </a:lnTo>
                <a:lnTo>
                  <a:pt x="18" y="172"/>
                </a:lnTo>
                <a:lnTo>
                  <a:pt x="16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99" name="Freeform 84">
            <a:extLst>
              <a:ext uri="{FF2B5EF4-FFF2-40B4-BE49-F238E27FC236}">
                <a16:creationId xmlns:a16="http://schemas.microsoft.com/office/drawing/2014/main" id="{3B35BF36-5791-3B03-E8AE-DD29F57F57C3}"/>
              </a:ext>
            </a:extLst>
          </p:cNvPr>
          <p:cNvSpPr>
            <a:spLocks/>
          </p:cNvSpPr>
          <p:nvPr/>
        </p:nvSpPr>
        <p:spPr bwMode="auto">
          <a:xfrm>
            <a:off x="7848600" y="3330575"/>
            <a:ext cx="300038" cy="273050"/>
          </a:xfrm>
          <a:custGeom>
            <a:avLst/>
            <a:gdLst>
              <a:gd name="T0" fmla="*/ 2147483646 w 189"/>
              <a:gd name="T1" fmla="*/ 2147483646 h 172"/>
              <a:gd name="T2" fmla="*/ 2147483646 w 189"/>
              <a:gd name="T3" fmla="*/ 0 h 172"/>
              <a:gd name="T4" fmla="*/ 0 w 189"/>
              <a:gd name="T5" fmla="*/ 2147483646 h 172"/>
              <a:gd name="T6" fmla="*/ 2147483646 w 189"/>
              <a:gd name="T7" fmla="*/ 2147483646 h 172"/>
              <a:gd name="T8" fmla="*/ 2147483646 w 189"/>
              <a:gd name="T9" fmla="*/ 2147483646 h 172"/>
              <a:gd name="T10" fmla="*/ 2147483646 w 189"/>
              <a:gd name="T11" fmla="*/ 2147483646 h 172"/>
              <a:gd name="T12" fmla="*/ 2147483646 w 189"/>
              <a:gd name="T13" fmla="*/ 2147483646 h 1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172"/>
              <a:gd name="T23" fmla="*/ 189 w 189"/>
              <a:gd name="T24" fmla="*/ 172 h 17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172">
                <a:moveTo>
                  <a:pt x="189" y="17"/>
                </a:moveTo>
                <a:lnTo>
                  <a:pt x="171" y="0"/>
                </a:lnTo>
                <a:lnTo>
                  <a:pt x="0" y="156"/>
                </a:lnTo>
                <a:lnTo>
                  <a:pt x="9" y="156"/>
                </a:lnTo>
                <a:lnTo>
                  <a:pt x="18" y="172"/>
                </a:lnTo>
                <a:lnTo>
                  <a:pt x="18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00" name="Freeform 85">
            <a:extLst>
              <a:ext uri="{FF2B5EF4-FFF2-40B4-BE49-F238E27FC236}">
                <a16:creationId xmlns:a16="http://schemas.microsoft.com/office/drawing/2014/main" id="{230D8B67-CB4F-4DBF-5664-A7B8BA7C9CBA}"/>
              </a:ext>
            </a:extLst>
          </p:cNvPr>
          <p:cNvSpPr>
            <a:spLocks/>
          </p:cNvSpPr>
          <p:nvPr/>
        </p:nvSpPr>
        <p:spPr bwMode="auto">
          <a:xfrm>
            <a:off x="7577139" y="3578226"/>
            <a:ext cx="300037" cy="258763"/>
          </a:xfrm>
          <a:custGeom>
            <a:avLst/>
            <a:gdLst>
              <a:gd name="T0" fmla="*/ 2147483646 w 189"/>
              <a:gd name="T1" fmla="*/ 2147483646 h 163"/>
              <a:gd name="T2" fmla="*/ 2147483646 w 189"/>
              <a:gd name="T3" fmla="*/ 0 h 163"/>
              <a:gd name="T4" fmla="*/ 0 w 189"/>
              <a:gd name="T5" fmla="*/ 2147483646 h 163"/>
              <a:gd name="T6" fmla="*/ 0 w 189"/>
              <a:gd name="T7" fmla="*/ 2147483646 h 163"/>
              <a:gd name="T8" fmla="*/ 2147483646 w 189"/>
              <a:gd name="T9" fmla="*/ 2147483646 h 163"/>
              <a:gd name="T10" fmla="*/ 2147483646 w 189"/>
              <a:gd name="T11" fmla="*/ 2147483646 h 163"/>
              <a:gd name="T12" fmla="*/ 2147483646 w 189"/>
              <a:gd name="T13" fmla="*/ 2147483646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163"/>
              <a:gd name="T23" fmla="*/ 189 w 189"/>
              <a:gd name="T24" fmla="*/ 163 h 16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163">
                <a:moveTo>
                  <a:pt x="189" y="16"/>
                </a:moveTo>
                <a:lnTo>
                  <a:pt x="180" y="0"/>
                </a:lnTo>
                <a:lnTo>
                  <a:pt x="0" y="147"/>
                </a:lnTo>
                <a:lnTo>
                  <a:pt x="9" y="163"/>
                </a:lnTo>
                <a:lnTo>
                  <a:pt x="18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01" name="Freeform 86">
            <a:extLst>
              <a:ext uri="{FF2B5EF4-FFF2-40B4-BE49-F238E27FC236}">
                <a16:creationId xmlns:a16="http://schemas.microsoft.com/office/drawing/2014/main" id="{0CF2458B-6282-AAAD-97F3-B49368855416}"/>
              </a:ext>
            </a:extLst>
          </p:cNvPr>
          <p:cNvSpPr>
            <a:spLocks/>
          </p:cNvSpPr>
          <p:nvPr/>
        </p:nvSpPr>
        <p:spPr bwMode="auto">
          <a:xfrm>
            <a:off x="7248525" y="3811588"/>
            <a:ext cx="342900" cy="246062"/>
          </a:xfrm>
          <a:custGeom>
            <a:avLst/>
            <a:gdLst>
              <a:gd name="T0" fmla="*/ 2147483646 w 216"/>
              <a:gd name="T1" fmla="*/ 2147483646 h 155"/>
              <a:gd name="T2" fmla="*/ 2147483646 w 216"/>
              <a:gd name="T3" fmla="*/ 0 h 155"/>
              <a:gd name="T4" fmla="*/ 0 w 216"/>
              <a:gd name="T5" fmla="*/ 2147483646 h 155"/>
              <a:gd name="T6" fmla="*/ 0 w 216"/>
              <a:gd name="T7" fmla="*/ 2147483646 h 155"/>
              <a:gd name="T8" fmla="*/ 2147483646 w 216"/>
              <a:gd name="T9" fmla="*/ 2147483646 h 155"/>
              <a:gd name="T10" fmla="*/ 2147483646 w 216"/>
              <a:gd name="T11" fmla="*/ 2147483646 h 155"/>
              <a:gd name="T12" fmla="*/ 2147483646 w 216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155"/>
              <a:gd name="T23" fmla="*/ 216 w 216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155">
                <a:moveTo>
                  <a:pt x="216" y="16"/>
                </a:moveTo>
                <a:lnTo>
                  <a:pt x="207" y="0"/>
                </a:lnTo>
                <a:lnTo>
                  <a:pt x="0" y="138"/>
                </a:lnTo>
                <a:lnTo>
                  <a:pt x="9" y="155"/>
                </a:lnTo>
                <a:lnTo>
                  <a:pt x="216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02" name="Freeform 87">
            <a:extLst>
              <a:ext uri="{FF2B5EF4-FFF2-40B4-BE49-F238E27FC236}">
                <a16:creationId xmlns:a16="http://schemas.microsoft.com/office/drawing/2014/main" id="{474725DC-9608-5F92-564E-99DC864E9EA9}"/>
              </a:ext>
            </a:extLst>
          </p:cNvPr>
          <p:cNvSpPr>
            <a:spLocks/>
          </p:cNvSpPr>
          <p:nvPr/>
        </p:nvSpPr>
        <p:spPr bwMode="auto">
          <a:xfrm>
            <a:off x="6905625" y="4030663"/>
            <a:ext cx="357188" cy="220662"/>
          </a:xfrm>
          <a:custGeom>
            <a:avLst/>
            <a:gdLst>
              <a:gd name="T0" fmla="*/ 2147483646 w 225"/>
              <a:gd name="T1" fmla="*/ 2147483646 h 139"/>
              <a:gd name="T2" fmla="*/ 2147483646 w 225"/>
              <a:gd name="T3" fmla="*/ 0 h 139"/>
              <a:gd name="T4" fmla="*/ 0 w 225"/>
              <a:gd name="T5" fmla="*/ 2147483646 h 139"/>
              <a:gd name="T6" fmla="*/ 0 w 225"/>
              <a:gd name="T7" fmla="*/ 2147483646 h 139"/>
              <a:gd name="T8" fmla="*/ 2147483646 w 225"/>
              <a:gd name="T9" fmla="*/ 2147483646 h 139"/>
              <a:gd name="T10" fmla="*/ 2147483646 w 225"/>
              <a:gd name="T11" fmla="*/ 2147483646 h 139"/>
              <a:gd name="T12" fmla="*/ 2147483646 w 225"/>
              <a:gd name="T13" fmla="*/ 2147483646 h 13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139"/>
              <a:gd name="T23" fmla="*/ 225 w 225"/>
              <a:gd name="T24" fmla="*/ 139 h 13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139">
                <a:moveTo>
                  <a:pt x="225" y="17"/>
                </a:moveTo>
                <a:lnTo>
                  <a:pt x="216" y="0"/>
                </a:lnTo>
                <a:lnTo>
                  <a:pt x="0" y="123"/>
                </a:lnTo>
                <a:lnTo>
                  <a:pt x="9" y="139"/>
                </a:lnTo>
                <a:lnTo>
                  <a:pt x="225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03" name="Freeform 88">
            <a:extLst>
              <a:ext uri="{FF2B5EF4-FFF2-40B4-BE49-F238E27FC236}">
                <a16:creationId xmlns:a16="http://schemas.microsoft.com/office/drawing/2014/main" id="{2EEDAF3A-7873-A710-2487-1E32ABEB0C2A}"/>
              </a:ext>
            </a:extLst>
          </p:cNvPr>
          <p:cNvSpPr>
            <a:spLocks/>
          </p:cNvSpPr>
          <p:nvPr/>
        </p:nvSpPr>
        <p:spPr bwMode="auto">
          <a:xfrm>
            <a:off x="6534151" y="4225926"/>
            <a:ext cx="385763" cy="207963"/>
          </a:xfrm>
          <a:custGeom>
            <a:avLst/>
            <a:gdLst>
              <a:gd name="T0" fmla="*/ 2147483646 w 243"/>
              <a:gd name="T1" fmla="*/ 2147483646 h 131"/>
              <a:gd name="T2" fmla="*/ 2147483646 w 243"/>
              <a:gd name="T3" fmla="*/ 0 h 131"/>
              <a:gd name="T4" fmla="*/ 0 w 243"/>
              <a:gd name="T5" fmla="*/ 2147483646 h 131"/>
              <a:gd name="T6" fmla="*/ 0 w 243"/>
              <a:gd name="T7" fmla="*/ 2147483646 h 131"/>
              <a:gd name="T8" fmla="*/ 2147483646 w 243"/>
              <a:gd name="T9" fmla="*/ 2147483646 h 131"/>
              <a:gd name="T10" fmla="*/ 2147483646 w 243"/>
              <a:gd name="T11" fmla="*/ 2147483646 h 131"/>
              <a:gd name="T12" fmla="*/ 2147483646 w 243"/>
              <a:gd name="T13" fmla="*/ 2147483646 h 13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3"/>
              <a:gd name="T22" fmla="*/ 0 h 131"/>
              <a:gd name="T23" fmla="*/ 243 w 243"/>
              <a:gd name="T24" fmla="*/ 131 h 13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3" h="131">
                <a:moveTo>
                  <a:pt x="243" y="16"/>
                </a:moveTo>
                <a:lnTo>
                  <a:pt x="234" y="0"/>
                </a:lnTo>
                <a:lnTo>
                  <a:pt x="0" y="114"/>
                </a:lnTo>
                <a:lnTo>
                  <a:pt x="9" y="131"/>
                </a:lnTo>
                <a:lnTo>
                  <a:pt x="243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04" name="Freeform 89">
            <a:extLst>
              <a:ext uri="{FF2B5EF4-FFF2-40B4-BE49-F238E27FC236}">
                <a16:creationId xmlns:a16="http://schemas.microsoft.com/office/drawing/2014/main" id="{C7DB74E4-60D1-DF6E-8CC0-42AD05E8255A}"/>
              </a:ext>
            </a:extLst>
          </p:cNvPr>
          <p:cNvSpPr>
            <a:spLocks/>
          </p:cNvSpPr>
          <p:nvPr/>
        </p:nvSpPr>
        <p:spPr bwMode="auto">
          <a:xfrm>
            <a:off x="6148388" y="4406901"/>
            <a:ext cx="400050" cy="168275"/>
          </a:xfrm>
          <a:custGeom>
            <a:avLst/>
            <a:gdLst>
              <a:gd name="T0" fmla="*/ 2147483646 w 252"/>
              <a:gd name="T1" fmla="*/ 2147483646 h 106"/>
              <a:gd name="T2" fmla="*/ 2147483646 w 252"/>
              <a:gd name="T3" fmla="*/ 0 h 106"/>
              <a:gd name="T4" fmla="*/ 0 w 252"/>
              <a:gd name="T5" fmla="*/ 2147483646 h 106"/>
              <a:gd name="T6" fmla="*/ 2147483646 w 252"/>
              <a:gd name="T7" fmla="*/ 2147483646 h 106"/>
              <a:gd name="T8" fmla="*/ 2147483646 w 252"/>
              <a:gd name="T9" fmla="*/ 2147483646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52"/>
              <a:gd name="T16" fmla="*/ 0 h 106"/>
              <a:gd name="T17" fmla="*/ 252 w 252"/>
              <a:gd name="T18" fmla="*/ 106 h 1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52" h="106">
                <a:moveTo>
                  <a:pt x="252" y="17"/>
                </a:moveTo>
                <a:lnTo>
                  <a:pt x="243" y="0"/>
                </a:lnTo>
                <a:lnTo>
                  <a:pt x="0" y="90"/>
                </a:lnTo>
                <a:lnTo>
                  <a:pt x="9" y="106"/>
                </a:lnTo>
                <a:lnTo>
                  <a:pt x="252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05" name="Freeform 90">
            <a:extLst>
              <a:ext uri="{FF2B5EF4-FFF2-40B4-BE49-F238E27FC236}">
                <a16:creationId xmlns:a16="http://schemas.microsoft.com/office/drawing/2014/main" id="{6A31E573-C5DC-F16F-C188-3B1C2027499D}"/>
              </a:ext>
            </a:extLst>
          </p:cNvPr>
          <p:cNvSpPr>
            <a:spLocks/>
          </p:cNvSpPr>
          <p:nvPr/>
        </p:nvSpPr>
        <p:spPr bwMode="auto">
          <a:xfrm>
            <a:off x="3676651" y="4926013"/>
            <a:ext cx="28575" cy="25400"/>
          </a:xfrm>
          <a:custGeom>
            <a:avLst/>
            <a:gdLst>
              <a:gd name="T0" fmla="*/ 0 w 18"/>
              <a:gd name="T1" fmla="*/ 2147483646 h 16"/>
              <a:gd name="T2" fmla="*/ 0 w 18"/>
              <a:gd name="T3" fmla="*/ 2147483646 h 16"/>
              <a:gd name="T4" fmla="*/ 2147483646 w 18"/>
              <a:gd name="T5" fmla="*/ 2147483646 h 16"/>
              <a:gd name="T6" fmla="*/ 2147483646 w 18"/>
              <a:gd name="T7" fmla="*/ 2147483646 h 16"/>
              <a:gd name="T8" fmla="*/ 2147483646 w 18"/>
              <a:gd name="T9" fmla="*/ 2147483646 h 16"/>
              <a:gd name="T10" fmla="*/ 2147483646 w 18"/>
              <a:gd name="T11" fmla="*/ 2147483646 h 16"/>
              <a:gd name="T12" fmla="*/ 2147483646 w 18"/>
              <a:gd name="T13" fmla="*/ 0 h 16"/>
              <a:gd name="T14" fmla="*/ 0 w 18"/>
              <a:gd name="T15" fmla="*/ 0 h 16"/>
              <a:gd name="T16" fmla="*/ 0 w 18"/>
              <a:gd name="T17" fmla="*/ 2147483646 h 16"/>
              <a:gd name="T18" fmla="*/ 0 w 18"/>
              <a:gd name="T19" fmla="*/ 2147483646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0" y="8"/>
                </a:moveTo>
                <a:lnTo>
                  <a:pt x="0" y="16"/>
                </a:lnTo>
                <a:lnTo>
                  <a:pt x="9" y="16"/>
                </a:lnTo>
                <a:lnTo>
                  <a:pt x="18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06" name="Freeform 91">
            <a:extLst>
              <a:ext uri="{FF2B5EF4-FFF2-40B4-BE49-F238E27FC236}">
                <a16:creationId xmlns:a16="http://schemas.microsoft.com/office/drawing/2014/main" id="{220610E8-24AD-CF80-7025-97D71519B455}"/>
              </a:ext>
            </a:extLst>
          </p:cNvPr>
          <p:cNvSpPr>
            <a:spLocks/>
          </p:cNvSpPr>
          <p:nvPr/>
        </p:nvSpPr>
        <p:spPr bwMode="auto">
          <a:xfrm>
            <a:off x="3476625" y="4886326"/>
            <a:ext cx="228600" cy="104775"/>
          </a:xfrm>
          <a:custGeom>
            <a:avLst/>
            <a:gdLst>
              <a:gd name="T0" fmla="*/ 2147483646 w 144"/>
              <a:gd name="T1" fmla="*/ 2147483646 h 66"/>
              <a:gd name="T2" fmla="*/ 2147483646 w 144"/>
              <a:gd name="T3" fmla="*/ 2147483646 h 66"/>
              <a:gd name="T4" fmla="*/ 0 w 144"/>
              <a:gd name="T5" fmla="*/ 0 h 66"/>
              <a:gd name="T6" fmla="*/ 2147483646 w 144"/>
              <a:gd name="T7" fmla="*/ 0 h 66"/>
              <a:gd name="T8" fmla="*/ 2147483646 w 144"/>
              <a:gd name="T9" fmla="*/ 2147483646 h 6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66"/>
              <a:gd name="T17" fmla="*/ 144 w 144"/>
              <a:gd name="T18" fmla="*/ 66 h 6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66">
                <a:moveTo>
                  <a:pt x="126" y="33"/>
                </a:moveTo>
                <a:lnTo>
                  <a:pt x="117" y="66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07" name="Freeform 92">
            <a:extLst>
              <a:ext uri="{FF2B5EF4-FFF2-40B4-BE49-F238E27FC236}">
                <a16:creationId xmlns:a16="http://schemas.microsoft.com/office/drawing/2014/main" id="{F8900236-4047-7038-6590-F3C20FFEA91D}"/>
              </a:ext>
            </a:extLst>
          </p:cNvPr>
          <p:cNvSpPr>
            <a:spLocks/>
          </p:cNvSpPr>
          <p:nvPr/>
        </p:nvSpPr>
        <p:spPr bwMode="auto">
          <a:xfrm>
            <a:off x="3476625" y="4886326"/>
            <a:ext cx="228600" cy="104775"/>
          </a:xfrm>
          <a:custGeom>
            <a:avLst/>
            <a:gdLst>
              <a:gd name="T0" fmla="*/ 2147483646 w 144"/>
              <a:gd name="T1" fmla="*/ 2147483646 h 66"/>
              <a:gd name="T2" fmla="*/ 2147483646 w 144"/>
              <a:gd name="T3" fmla="*/ 2147483646 h 66"/>
              <a:gd name="T4" fmla="*/ 0 w 144"/>
              <a:gd name="T5" fmla="*/ 0 h 66"/>
              <a:gd name="T6" fmla="*/ 2147483646 w 144"/>
              <a:gd name="T7" fmla="*/ 0 h 66"/>
              <a:gd name="T8" fmla="*/ 2147483646 w 144"/>
              <a:gd name="T9" fmla="*/ 2147483646 h 6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66"/>
              <a:gd name="T17" fmla="*/ 144 w 144"/>
              <a:gd name="T18" fmla="*/ 66 h 6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66">
                <a:moveTo>
                  <a:pt x="126" y="33"/>
                </a:moveTo>
                <a:lnTo>
                  <a:pt x="117" y="66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08" name="Freeform 93">
            <a:extLst>
              <a:ext uri="{FF2B5EF4-FFF2-40B4-BE49-F238E27FC236}">
                <a16:creationId xmlns:a16="http://schemas.microsoft.com/office/drawing/2014/main" id="{0A5D9893-9E13-4B6C-22DA-7E041EFF7A45}"/>
              </a:ext>
            </a:extLst>
          </p:cNvPr>
          <p:cNvSpPr>
            <a:spLocks/>
          </p:cNvSpPr>
          <p:nvPr/>
        </p:nvSpPr>
        <p:spPr bwMode="auto">
          <a:xfrm>
            <a:off x="5362575" y="4627564"/>
            <a:ext cx="171450" cy="142875"/>
          </a:xfrm>
          <a:custGeom>
            <a:avLst/>
            <a:gdLst>
              <a:gd name="T0" fmla="*/ 2147483646 w 108"/>
              <a:gd name="T1" fmla="*/ 2147483646 h 90"/>
              <a:gd name="T2" fmla="*/ 2147483646 w 108"/>
              <a:gd name="T3" fmla="*/ 0 h 90"/>
              <a:gd name="T4" fmla="*/ 0 w 108"/>
              <a:gd name="T5" fmla="*/ 2147483646 h 90"/>
              <a:gd name="T6" fmla="*/ 0 w 108"/>
              <a:gd name="T7" fmla="*/ 2147483646 h 90"/>
              <a:gd name="T8" fmla="*/ 2147483646 w 108"/>
              <a:gd name="T9" fmla="*/ 2147483646 h 90"/>
              <a:gd name="T10" fmla="*/ 2147483646 w 108"/>
              <a:gd name="T11" fmla="*/ 2147483646 h 90"/>
              <a:gd name="T12" fmla="*/ 2147483646 w 108"/>
              <a:gd name="T13" fmla="*/ 2147483646 h 9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08"/>
              <a:gd name="T22" fmla="*/ 0 h 90"/>
              <a:gd name="T23" fmla="*/ 108 w 108"/>
              <a:gd name="T24" fmla="*/ 90 h 9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08" h="90">
                <a:moveTo>
                  <a:pt x="108" y="16"/>
                </a:moveTo>
                <a:lnTo>
                  <a:pt x="99" y="0"/>
                </a:lnTo>
                <a:lnTo>
                  <a:pt x="0" y="74"/>
                </a:lnTo>
                <a:lnTo>
                  <a:pt x="9" y="90"/>
                </a:lnTo>
                <a:lnTo>
                  <a:pt x="108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09" name="Freeform 94">
            <a:extLst>
              <a:ext uri="{FF2B5EF4-FFF2-40B4-BE49-F238E27FC236}">
                <a16:creationId xmlns:a16="http://schemas.microsoft.com/office/drawing/2014/main" id="{EAE5917F-4367-98F7-0A84-7A5AAEFC16B5}"/>
              </a:ext>
            </a:extLst>
          </p:cNvPr>
          <p:cNvSpPr>
            <a:spLocks/>
          </p:cNvSpPr>
          <p:nvPr/>
        </p:nvSpPr>
        <p:spPr bwMode="auto">
          <a:xfrm>
            <a:off x="5162551" y="4745039"/>
            <a:ext cx="214313" cy="115887"/>
          </a:xfrm>
          <a:custGeom>
            <a:avLst/>
            <a:gdLst>
              <a:gd name="T0" fmla="*/ 2147483646 w 135"/>
              <a:gd name="T1" fmla="*/ 2147483646 h 73"/>
              <a:gd name="T2" fmla="*/ 2147483646 w 135"/>
              <a:gd name="T3" fmla="*/ 0 h 73"/>
              <a:gd name="T4" fmla="*/ 0 w 135"/>
              <a:gd name="T5" fmla="*/ 2147483646 h 73"/>
              <a:gd name="T6" fmla="*/ 0 w 135"/>
              <a:gd name="T7" fmla="*/ 2147483646 h 73"/>
              <a:gd name="T8" fmla="*/ 2147483646 w 135"/>
              <a:gd name="T9" fmla="*/ 2147483646 h 73"/>
              <a:gd name="T10" fmla="*/ 2147483646 w 135"/>
              <a:gd name="T11" fmla="*/ 2147483646 h 73"/>
              <a:gd name="T12" fmla="*/ 2147483646 w 135"/>
              <a:gd name="T13" fmla="*/ 2147483646 h 7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35"/>
              <a:gd name="T22" fmla="*/ 0 h 73"/>
              <a:gd name="T23" fmla="*/ 135 w 135"/>
              <a:gd name="T24" fmla="*/ 73 h 7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35" h="73">
                <a:moveTo>
                  <a:pt x="135" y="16"/>
                </a:moveTo>
                <a:lnTo>
                  <a:pt x="126" y="0"/>
                </a:lnTo>
                <a:lnTo>
                  <a:pt x="0" y="57"/>
                </a:lnTo>
                <a:lnTo>
                  <a:pt x="9" y="73"/>
                </a:lnTo>
                <a:lnTo>
                  <a:pt x="13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10" name="Freeform 95">
            <a:extLst>
              <a:ext uri="{FF2B5EF4-FFF2-40B4-BE49-F238E27FC236}">
                <a16:creationId xmlns:a16="http://schemas.microsoft.com/office/drawing/2014/main" id="{43152E27-9A0A-DA0A-4B50-76EB674E780E}"/>
              </a:ext>
            </a:extLst>
          </p:cNvPr>
          <p:cNvSpPr>
            <a:spLocks/>
          </p:cNvSpPr>
          <p:nvPr/>
        </p:nvSpPr>
        <p:spPr bwMode="auto">
          <a:xfrm>
            <a:off x="4948238" y="4835525"/>
            <a:ext cx="228600" cy="90488"/>
          </a:xfrm>
          <a:custGeom>
            <a:avLst/>
            <a:gdLst>
              <a:gd name="T0" fmla="*/ 2147483646 w 144"/>
              <a:gd name="T1" fmla="*/ 2147483646 h 57"/>
              <a:gd name="T2" fmla="*/ 2147483646 w 144"/>
              <a:gd name="T3" fmla="*/ 0 h 57"/>
              <a:gd name="T4" fmla="*/ 0 w 144"/>
              <a:gd name="T5" fmla="*/ 2147483646 h 57"/>
              <a:gd name="T6" fmla="*/ 0 w 144"/>
              <a:gd name="T7" fmla="*/ 2147483646 h 57"/>
              <a:gd name="T8" fmla="*/ 0 w 144"/>
              <a:gd name="T9" fmla="*/ 2147483646 h 57"/>
              <a:gd name="T10" fmla="*/ 2147483646 w 144"/>
              <a:gd name="T11" fmla="*/ 2147483646 h 57"/>
              <a:gd name="T12" fmla="*/ 2147483646 w 144"/>
              <a:gd name="T13" fmla="*/ 2147483646 h 5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44"/>
              <a:gd name="T22" fmla="*/ 0 h 57"/>
              <a:gd name="T23" fmla="*/ 144 w 144"/>
              <a:gd name="T24" fmla="*/ 57 h 5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44" h="57">
                <a:moveTo>
                  <a:pt x="144" y="16"/>
                </a:moveTo>
                <a:lnTo>
                  <a:pt x="135" y="0"/>
                </a:lnTo>
                <a:lnTo>
                  <a:pt x="0" y="41"/>
                </a:lnTo>
                <a:lnTo>
                  <a:pt x="0" y="57"/>
                </a:lnTo>
                <a:lnTo>
                  <a:pt x="9" y="57"/>
                </a:lnTo>
                <a:lnTo>
                  <a:pt x="144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11" name="Freeform 96">
            <a:extLst>
              <a:ext uri="{FF2B5EF4-FFF2-40B4-BE49-F238E27FC236}">
                <a16:creationId xmlns:a16="http://schemas.microsoft.com/office/drawing/2014/main" id="{813B11E0-C555-855C-3D86-70853AC45122}"/>
              </a:ext>
            </a:extLst>
          </p:cNvPr>
          <p:cNvSpPr>
            <a:spLocks/>
          </p:cNvSpPr>
          <p:nvPr/>
        </p:nvSpPr>
        <p:spPr bwMode="auto">
          <a:xfrm>
            <a:off x="4705350" y="4900614"/>
            <a:ext cx="242888" cy="77787"/>
          </a:xfrm>
          <a:custGeom>
            <a:avLst/>
            <a:gdLst>
              <a:gd name="T0" fmla="*/ 2147483646 w 153"/>
              <a:gd name="T1" fmla="*/ 2147483646 h 49"/>
              <a:gd name="T2" fmla="*/ 2147483646 w 153"/>
              <a:gd name="T3" fmla="*/ 0 h 49"/>
              <a:gd name="T4" fmla="*/ 0 w 153"/>
              <a:gd name="T5" fmla="*/ 2147483646 h 49"/>
              <a:gd name="T6" fmla="*/ 0 w 153"/>
              <a:gd name="T7" fmla="*/ 2147483646 h 49"/>
              <a:gd name="T8" fmla="*/ 0 w 153"/>
              <a:gd name="T9" fmla="*/ 2147483646 h 49"/>
              <a:gd name="T10" fmla="*/ 0 w 153"/>
              <a:gd name="T11" fmla="*/ 2147483646 h 49"/>
              <a:gd name="T12" fmla="*/ 2147483646 w 153"/>
              <a:gd name="T13" fmla="*/ 2147483646 h 4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53"/>
              <a:gd name="T22" fmla="*/ 0 h 49"/>
              <a:gd name="T23" fmla="*/ 153 w 153"/>
              <a:gd name="T24" fmla="*/ 49 h 4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53" h="49">
                <a:moveTo>
                  <a:pt x="153" y="16"/>
                </a:moveTo>
                <a:lnTo>
                  <a:pt x="153" y="0"/>
                </a:lnTo>
                <a:lnTo>
                  <a:pt x="0" y="32"/>
                </a:lnTo>
                <a:lnTo>
                  <a:pt x="0" y="49"/>
                </a:lnTo>
                <a:lnTo>
                  <a:pt x="153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12" name="Freeform 97">
            <a:extLst>
              <a:ext uri="{FF2B5EF4-FFF2-40B4-BE49-F238E27FC236}">
                <a16:creationId xmlns:a16="http://schemas.microsoft.com/office/drawing/2014/main" id="{AC8423C1-E248-F144-8554-3BD8BE1398BD}"/>
              </a:ext>
            </a:extLst>
          </p:cNvPr>
          <p:cNvSpPr>
            <a:spLocks/>
          </p:cNvSpPr>
          <p:nvPr/>
        </p:nvSpPr>
        <p:spPr bwMode="auto">
          <a:xfrm>
            <a:off x="4205288" y="4951414"/>
            <a:ext cx="500062" cy="65087"/>
          </a:xfrm>
          <a:custGeom>
            <a:avLst/>
            <a:gdLst>
              <a:gd name="T0" fmla="*/ 2147483646 w 315"/>
              <a:gd name="T1" fmla="*/ 2147483646 h 41"/>
              <a:gd name="T2" fmla="*/ 2147483646 w 315"/>
              <a:gd name="T3" fmla="*/ 0 h 41"/>
              <a:gd name="T4" fmla="*/ 0 w 315"/>
              <a:gd name="T5" fmla="*/ 2147483646 h 41"/>
              <a:gd name="T6" fmla="*/ 0 w 315"/>
              <a:gd name="T7" fmla="*/ 2147483646 h 41"/>
              <a:gd name="T8" fmla="*/ 0 w 315"/>
              <a:gd name="T9" fmla="*/ 2147483646 h 41"/>
              <a:gd name="T10" fmla="*/ 0 w 315"/>
              <a:gd name="T11" fmla="*/ 2147483646 h 41"/>
              <a:gd name="T12" fmla="*/ 2147483646 w 315"/>
              <a:gd name="T13" fmla="*/ 2147483646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15"/>
              <a:gd name="T22" fmla="*/ 0 h 41"/>
              <a:gd name="T23" fmla="*/ 315 w 315"/>
              <a:gd name="T24" fmla="*/ 41 h 4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15" h="41">
                <a:moveTo>
                  <a:pt x="315" y="17"/>
                </a:moveTo>
                <a:lnTo>
                  <a:pt x="315" y="0"/>
                </a:lnTo>
                <a:lnTo>
                  <a:pt x="0" y="25"/>
                </a:lnTo>
                <a:lnTo>
                  <a:pt x="0" y="41"/>
                </a:lnTo>
                <a:lnTo>
                  <a:pt x="315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13" name="Freeform 98">
            <a:extLst>
              <a:ext uri="{FF2B5EF4-FFF2-40B4-BE49-F238E27FC236}">
                <a16:creationId xmlns:a16="http://schemas.microsoft.com/office/drawing/2014/main" id="{E85CCA49-EF16-C505-22AF-A730ADCA9BE5}"/>
              </a:ext>
            </a:extLst>
          </p:cNvPr>
          <p:cNvSpPr>
            <a:spLocks/>
          </p:cNvSpPr>
          <p:nvPr/>
        </p:nvSpPr>
        <p:spPr bwMode="auto">
          <a:xfrm>
            <a:off x="3690938" y="4926014"/>
            <a:ext cx="514350" cy="90487"/>
          </a:xfrm>
          <a:custGeom>
            <a:avLst/>
            <a:gdLst>
              <a:gd name="T0" fmla="*/ 2147483646 w 324"/>
              <a:gd name="T1" fmla="*/ 2147483646 h 57"/>
              <a:gd name="T2" fmla="*/ 2147483646 w 324"/>
              <a:gd name="T3" fmla="*/ 2147483646 h 57"/>
              <a:gd name="T4" fmla="*/ 0 w 324"/>
              <a:gd name="T5" fmla="*/ 0 h 57"/>
              <a:gd name="T6" fmla="*/ 0 w 324"/>
              <a:gd name="T7" fmla="*/ 2147483646 h 57"/>
              <a:gd name="T8" fmla="*/ 2147483646 w 324"/>
              <a:gd name="T9" fmla="*/ 2147483646 h 5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4"/>
              <a:gd name="T16" fmla="*/ 0 h 57"/>
              <a:gd name="T17" fmla="*/ 324 w 324"/>
              <a:gd name="T18" fmla="*/ 57 h 5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4" h="57">
                <a:moveTo>
                  <a:pt x="324" y="57"/>
                </a:moveTo>
                <a:lnTo>
                  <a:pt x="324" y="41"/>
                </a:lnTo>
                <a:lnTo>
                  <a:pt x="0" y="0"/>
                </a:lnTo>
                <a:lnTo>
                  <a:pt x="0" y="16"/>
                </a:lnTo>
                <a:lnTo>
                  <a:pt x="324" y="5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14" name="Freeform 99">
            <a:extLst>
              <a:ext uri="{FF2B5EF4-FFF2-40B4-BE49-F238E27FC236}">
                <a16:creationId xmlns:a16="http://schemas.microsoft.com/office/drawing/2014/main" id="{BDCD2724-CAAF-3A98-2181-929FA4A3C229}"/>
              </a:ext>
            </a:extLst>
          </p:cNvPr>
          <p:cNvSpPr>
            <a:spLocks/>
          </p:cNvSpPr>
          <p:nvPr/>
        </p:nvSpPr>
        <p:spPr bwMode="auto">
          <a:xfrm>
            <a:off x="5462589" y="4186239"/>
            <a:ext cx="28575" cy="26987"/>
          </a:xfrm>
          <a:custGeom>
            <a:avLst/>
            <a:gdLst>
              <a:gd name="T0" fmla="*/ 2147483646 w 18"/>
              <a:gd name="T1" fmla="*/ 2147483646 h 17"/>
              <a:gd name="T2" fmla="*/ 2147483646 w 18"/>
              <a:gd name="T3" fmla="*/ 2147483646 h 17"/>
              <a:gd name="T4" fmla="*/ 2147483646 w 18"/>
              <a:gd name="T5" fmla="*/ 0 h 17"/>
              <a:gd name="T6" fmla="*/ 2147483646 w 18"/>
              <a:gd name="T7" fmla="*/ 0 h 17"/>
              <a:gd name="T8" fmla="*/ 2147483646 w 18"/>
              <a:gd name="T9" fmla="*/ 0 h 17"/>
              <a:gd name="T10" fmla="*/ 2147483646 w 18"/>
              <a:gd name="T11" fmla="*/ 0 h 17"/>
              <a:gd name="T12" fmla="*/ 0 w 18"/>
              <a:gd name="T13" fmla="*/ 2147483646 h 17"/>
              <a:gd name="T14" fmla="*/ 2147483646 w 18"/>
              <a:gd name="T15" fmla="*/ 2147483646 h 17"/>
              <a:gd name="T16" fmla="*/ 2147483646 w 18"/>
              <a:gd name="T17" fmla="*/ 2147483646 h 17"/>
              <a:gd name="T18" fmla="*/ 2147483646 w 18"/>
              <a:gd name="T19" fmla="*/ 2147483646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7"/>
              <a:gd name="T32" fmla="*/ 18 w 18"/>
              <a:gd name="T33" fmla="*/ 17 h 17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7">
                <a:moveTo>
                  <a:pt x="9" y="17"/>
                </a:moveTo>
                <a:lnTo>
                  <a:pt x="18" y="9"/>
                </a:lnTo>
                <a:lnTo>
                  <a:pt x="18" y="0"/>
                </a:lnTo>
                <a:lnTo>
                  <a:pt x="9" y="0"/>
                </a:lnTo>
                <a:lnTo>
                  <a:pt x="0" y="9"/>
                </a:lnTo>
                <a:lnTo>
                  <a:pt x="9" y="9"/>
                </a:lnTo>
                <a:lnTo>
                  <a:pt x="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15" name="Freeform 100">
            <a:extLst>
              <a:ext uri="{FF2B5EF4-FFF2-40B4-BE49-F238E27FC236}">
                <a16:creationId xmlns:a16="http://schemas.microsoft.com/office/drawing/2014/main" id="{C3448EF0-53E0-A9C1-F067-62BC538B1D26}"/>
              </a:ext>
            </a:extLst>
          </p:cNvPr>
          <p:cNvSpPr>
            <a:spLocks/>
          </p:cNvSpPr>
          <p:nvPr/>
        </p:nvSpPr>
        <p:spPr bwMode="auto">
          <a:xfrm>
            <a:off x="5419725" y="4200526"/>
            <a:ext cx="128588" cy="193675"/>
          </a:xfrm>
          <a:custGeom>
            <a:avLst/>
            <a:gdLst>
              <a:gd name="T0" fmla="*/ 2147483646 w 81"/>
              <a:gd name="T1" fmla="*/ 0 h 122"/>
              <a:gd name="T2" fmla="*/ 2147483646 w 81"/>
              <a:gd name="T3" fmla="*/ 0 h 122"/>
              <a:gd name="T4" fmla="*/ 2147483646 w 81"/>
              <a:gd name="T5" fmla="*/ 2147483646 h 122"/>
              <a:gd name="T6" fmla="*/ 0 w 81"/>
              <a:gd name="T7" fmla="*/ 0 h 122"/>
              <a:gd name="T8" fmla="*/ 2147483646 w 81"/>
              <a:gd name="T9" fmla="*/ 0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2"/>
              <a:gd name="T17" fmla="*/ 81 w 81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2">
                <a:moveTo>
                  <a:pt x="36" y="0"/>
                </a:moveTo>
                <a:lnTo>
                  <a:pt x="81" y="0"/>
                </a:lnTo>
                <a:lnTo>
                  <a:pt x="45" y="122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16" name="Freeform 101">
            <a:extLst>
              <a:ext uri="{FF2B5EF4-FFF2-40B4-BE49-F238E27FC236}">
                <a16:creationId xmlns:a16="http://schemas.microsoft.com/office/drawing/2014/main" id="{19D58352-82C3-6A5C-4EA7-FA2A2047DD9A}"/>
              </a:ext>
            </a:extLst>
          </p:cNvPr>
          <p:cNvSpPr>
            <a:spLocks/>
          </p:cNvSpPr>
          <p:nvPr/>
        </p:nvSpPr>
        <p:spPr bwMode="auto">
          <a:xfrm>
            <a:off x="5419725" y="4200526"/>
            <a:ext cx="128588" cy="193675"/>
          </a:xfrm>
          <a:custGeom>
            <a:avLst/>
            <a:gdLst>
              <a:gd name="T0" fmla="*/ 2147483646 w 81"/>
              <a:gd name="T1" fmla="*/ 0 h 122"/>
              <a:gd name="T2" fmla="*/ 2147483646 w 81"/>
              <a:gd name="T3" fmla="*/ 0 h 122"/>
              <a:gd name="T4" fmla="*/ 2147483646 w 81"/>
              <a:gd name="T5" fmla="*/ 2147483646 h 122"/>
              <a:gd name="T6" fmla="*/ 0 w 81"/>
              <a:gd name="T7" fmla="*/ 0 h 122"/>
              <a:gd name="T8" fmla="*/ 2147483646 w 81"/>
              <a:gd name="T9" fmla="*/ 0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2"/>
              <a:gd name="T17" fmla="*/ 81 w 81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2">
                <a:moveTo>
                  <a:pt x="36" y="0"/>
                </a:moveTo>
                <a:lnTo>
                  <a:pt x="81" y="0"/>
                </a:lnTo>
                <a:lnTo>
                  <a:pt x="45" y="122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17" name="Freeform 102">
            <a:extLst>
              <a:ext uri="{FF2B5EF4-FFF2-40B4-BE49-F238E27FC236}">
                <a16:creationId xmlns:a16="http://schemas.microsoft.com/office/drawing/2014/main" id="{246C0646-4D59-5C47-36B6-46C7B8CCBA64}"/>
              </a:ext>
            </a:extLst>
          </p:cNvPr>
          <p:cNvSpPr>
            <a:spLocks/>
          </p:cNvSpPr>
          <p:nvPr/>
        </p:nvSpPr>
        <p:spPr bwMode="auto">
          <a:xfrm>
            <a:off x="6191251" y="2293938"/>
            <a:ext cx="257175" cy="233362"/>
          </a:xfrm>
          <a:custGeom>
            <a:avLst/>
            <a:gdLst>
              <a:gd name="T0" fmla="*/ 2147483646 w 162"/>
              <a:gd name="T1" fmla="*/ 2147483646 h 147"/>
              <a:gd name="T2" fmla="*/ 2147483646 w 162"/>
              <a:gd name="T3" fmla="*/ 0 h 147"/>
              <a:gd name="T4" fmla="*/ 0 w 162"/>
              <a:gd name="T5" fmla="*/ 2147483646 h 147"/>
              <a:gd name="T6" fmla="*/ 0 w 162"/>
              <a:gd name="T7" fmla="*/ 2147483646 h 147"/>
              <a:gd name="T8" fmla="*/ 2147483646 w 162"/>
              <a:gd name="T9" fmla="*/ 2147483646 h 147"/>
              <a:gd name="T10" fmla="*/ 2147483646 w 162"/>
              <a:gd name="T11" fmla="*/ 2147483646 h 147"/>
              <a:gd name="T12" fmla="*/ 2147483646 w 162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2"/>
              <a:gd name="T22" fmla="*/ 0 h 147"/>
              <a:gd name="T23" fmla="*/ 162 w 162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2" h="147">
                <a:moveTo>
                  <a:pt x="162" y="8"/>
                </a:moveTo>
                <a:lnTo>
                  <a:pt x="144" y="0"/>
                </a:lnTo>
                <a:lnTo>
                  <a:pt x="0" y="139"/>
                </a:lnTo>
                <a:lnTo>
                  <a:pt x="18" y="147"/>
                </a:lnTo>
                <a:lnTo>
                  <a:pt x="16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18" name="Freeform 103">
            <a:extLst>
              <a:ext uri="{FF2B5EF4-FFF2-40B4-BE49-F238E27FC236}">
                <a16:creationId xmlns:a16="http://schemas.microsoft.com/office/drawing/2014/main" id="{406F02F9-06EE-D750-A5FB-F30F4FF7D26E}"/>
              </a:ext>
            </a:extLst>
          </p:cNvPr>
          <p:cNvSpPr>
            <a:spLocks/>
          </p:cNvSpPr>
          <p:nvPr/>
        </p:nvSpPr>
        <p:spPr bwMode="auto">
          <a:xfrm>
            <a:off x="5991225" y="2514601"/>
            <a:ext cx="228600" cy="246063"/>
          </a:xfrm>
          <a:custGeom>
            <a:avLst/>
            <a:gdLst>
              <a:gd name="T0" fmla="*/ 2147483646 w 144"/>
              <a:gd name="T1" fmla="*/ 2147483646 h 155"/>
              <a:gd name="T2" fmla="*/ 2147483646 w 144"/>
              <a:gd name="T3" fmla="*/ 0 h 155"/>
              <a:gd name="T4" fmla="*/ 0 w 144"/>
              <a:gd name="T5" fmla="*/ 2147483646 h 155"/>
              <a:gd name="T6" fmla="*/ 0 w 144"/>
              <a:gd name="T7" fmla="*/ 2147483646 h 155"/>
              <a:gd name="T8" fmla="*/ 2147483646 w 144"/>
              <a:gd name="T9" fmla="*/ 2147483646 h 155"/>
              <a:gd name="T10" fmla="*/ 2147483646 w 144"/>
              <a:gd name="T11" fmla="*/ 2147483646 h 155"/>
              <a:gd name="T12" fmla="*/ 2147483646 w 144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44"/>
              <a:gd name="T22" fmla="*/ 0 h 155"/>
              <a:gd name="T23" fmla="*/ 144 w 144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44" h="155">
                <a:moveTo>
                  <a:pt x="144" y="8"/>
                </a:moveTo>
                <a:lnTo>
                  <a:pt x="126" y="0"/>
                </a:lnTo>
                <a:lnTo>
                  <a:pt x="0" y="147"/>
                </a:lnTo>
                <a:lnTo>
                  <a:pt x="18" y="155"/>
                </a:lnTo>
                <a:lnTo>
                  <a:pt x="144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19" name="Freeform 104">
            <a:extLst>
              <a:ext uri="{FF2B5EF4-FFF2-40B4-BE49-F238E27FC236}">
                <a16:creationId xmlns:a16="http://schemas.microsoft.com/office/drawing/2014/main" id="{2AF12B9D-FC15-B9E2-B2BF-24E947482423}"/>
              </a:ext>
            </a:extLst>
          </p:cNvPr>
          <p:cNvSpPr>
            <a:spLocks/>
          </p:cNvSpPr>
          <p:nvPr/>
        </p:nvSpPr>
        <p:spPr bwMode="auto">
          <a:xfrm>
            <a:off x="5819776" y="2747963"/>
            <a:ext cx="200025" cy="233362"/>
          </a:xfrm>
          <a:custGeom>
            <a:avLst/>
            <a:gdLst>
              <a:gd name="T0" fmla="*/ 2147483646 w 126"/>
              <a:gd name="T1" fmla="*/ 2147483646 h 147"/>
              <a:gd name="T2" fmla="*/ 2147483646 w 126"/>
              <a:gd name="T3" fmla="*/ 0 h 147"/>
              <a:gd name="T4" fmla="*/ 0 w 126"/>
              <a:gd name="T5" fmla="*/ 2147483646 h 147"/>
              <a:gd name="T6" fmla="*/ 0 w 126"/>
              <a:gd name="T7" fmla="*/ 2147483646 h 147"/>
              <a:gd name="T8" fmla="*/ 2147483646 w 126"/>
              <a:gd name="T9" fmla="*/ 2147483646 h 147"/>
              <a:gd name="T10" fmla="*/ 2147483646 w 126"/>
              <a:gd name="T11" fmla="*/ 2147483646 h 147"/>
              <a:gd name="T12" fmla="*/ 2147483646 w 126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26"/>
              <a:gd name="T22" fmla="*/ 0 h 147"/>
              <a:gd name="T23" fmla="*/ 126 w 126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26" h="147">
                <a:moveTo>
                  <a:pt x="126" y="8"/>
                </a:moveTo>
                <a:lnTo>
                  <a:pt x="108" y="0"/>
                </a:lnTo>
                <a:lnTo>
                  <a:pt x="0" y="139"/>
                </a:lnTo>
                <a:lnTo>
                  <a:pt x="18" y="147"/>
                </a:lnTo>
                <a:lnTo>
                  <a:pt x="126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20" name="Freeform 105">
            <a:extLst>
              <a:ext uri="{FF2B5EF4-FFF2-40B4-BE49-F238E27FC236}">
                <a16:creationId xmlns:a16="http://schemas.microsoft.com/office/drawing/2014/main" id="{68DEC398-AD11-F67B-9900-0F34CE1A5103}"/>
              </a:ext>
            </a:extLst>
          </p:cNvPr>
          <p:cNvSpPr>
            <a:spLocks/>
          </p:cNvSpPr>
          <p:nvPr/>
        </p:nvSpPr>
        <p:spPr bwMode="auto">
          <a:xfrm>
            <a:off x="5691188" y="2968626"/>
            <a:ext cx="157162" cy="246063"/>
          </a:xfrm>
          <a:custGeom>
            <a:avLst/>
            <a:gdLst>
              <a:gd name="T0" fmla="*/ 2147483646 w 99"/>
              <a:gd name="T1" fmla="*/ 2147483646 h 155"/>
              <a:gd name="T2" fmla="*/ 2147483646 w 99"/>
              <a:gd name="T3" fmla="*/ 0 h 155"/>
              <a:gd name="T4" fmla="*/ 0 w 99"/>
              <a:gd name="T5" fmla="*/ 2147483646 h 155"/>
              <a:gd name="T6" fmla="*/ 0 w 99"/>
              <a:gd name="T7" fmla="*/ 2147483646 h 155"/>
              <a:gd name="T8" fmla="*/ 2147483646 w 99"/>
              <a:gd name="T9" fmla="*/ 2147483646 h 155"/>
              <a:gd name="T10" fmla="*/ 2147483646 w 99"/>
              <a:gd name="T11" fmla="*/ 2147483646 h 155"/>
              <a:gd name="T12" fmla="*/ 2147483646 w 99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99"/>
              <a:gd name="T22" fmla="*/ 0 h 155"/>
              <a:gd name="T23" fmla="*/ 99 w 99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99" h="155">
                <a:moveTo>
                  <a:pt x="99" y="8"/>
                </a:moveTo>
                <a:lnTo>
                  <a:pt x="81" y="0"/>
                </a:lnTo>
                <a:lnTo>
                  <a:pt x="0" y="147"/>
                </a:lnTo>
                <a:lnTo>
                  <a:pt x="18" y="155"/>
                </a:lnTo>
                <a:lnTo>
                  <a:pt x="99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21" name="Freeform 106">
            <a:extLst>
              <a:ext uri="{FF2B5EF4-FFF2-40B4-BE49-F238E27FC236}">
                <a16:creationId xmlns:a16="http://schemas.microsoft.com/office/drawing/2014/main" id="{CFDF3B39-D5C3-AF90-C13B-E5FB2B983C3C}"/>
              </a:ext>
            </a:extLst>
          </p:cNvPr>
          <p:cNvSpPr>
            <a:spLocks/>
          </p:cNvSpPr>
          <p:nvPr/>
        </p:nvSpPr>
        <p:spPr bwMode="auto">
          <a:xfrm>
            <a:off x="5576889" y="3201988"/>
            <a:ext cx="142875" cy="258762"/>
          </a:xfrm>
          <a:custGeom>
            <a:avLst/>
            <a:gdLst>
              <a:gd name="T0" fmla="*/ 2147483646 w 90"/>
              <a:gd name="T1" fmla="*/ 2147483646 h 163"/>
              <a:gd name="T2" fmla="*/ 2147483646 w 90"/>
              <a:gd name="T3" fmla="*/ 0 h 163"/>
              <a:gd name="T4" fmla="*/ 0 w 90"/>
              <a:gd name="T5" fmla="*/ 2147483646 h 163"/>
              <a:gd name="T6" fmla="*/ 0 w 90"/>
              <a:gd name="T7" fmla="*/ 2147483646 h 163"/>
              <a:gd name="T8" fmla="*/ 2147483646 w 90"/>
              <a:gd name="T9" fmla="*/ 2147483646 h 163"/>
              <a:gd name="T10" fmla="*/ 2147483646 w 90"/>
              <a:gd name="T11" fmla="*/ 2147483646 h 163"/>
              <a:gd name="T12" fmla="*/ 2147483646 w 90"/>
              <a:gd name="T13" fmla="*/ 2147483646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90"/>
              <a:gd name="T22" fmla="*/ 0 h 163"/>
              <a:gd name="T23" fmla="*/ 90 w 90"/>
              <a:gd name="T24" fmla="*/ 163 h 16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90" h="163">
                <a:moveTo>
                  <a:pt x="90" y="8"/>
                </a:moveTo>
                <a:lnTo>
                  <a:pt x="72" y="0"/>
                </a:lnTo>
                <a:lnTo>
                  <a:pt x="0" y="155"/>
                </a:lnTo>
                <a:lnTo>
                  <a:pt x="18" y="163"/>
                </a:lnTo>
                <a:lnTo>
                  <a:pt x="9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22" name="Freeform 107">
            <a:extLst>
              <a:ext uri="{FF2B5EF4-FFF2-40B4-BE49-F238E27FC236}">
                <a16:creationId xmlns:a16="http://schemas.microsoft.com/office/drawing/2014/main" id="{D320773C-B6DC-82F0-D63F-55BE9AA8E0FF}"/>
              </a:ext>
            </a:extLst>
          </p:cNvPr>
          <p:cNvSpPr>
            <a:spLocks/>
          </p:cNvSpPr>
          <p:nvPr/>
        </p:nvSpPr>
        <p:spPr bwMode="auto">
          <a:xfrm>
            <a:off x="5505451" y="3448051"/>
            <a:ext cx="100013" cy="258763"/>
          </a:xfrm>
          <a:custGeom>
            <a:avLst/>
            <a:gdLst>
              <a:gd name="T0" fmla="*/ 2147483646 w 63"/>
              <a:gd name="T1" fmla="*/ 2147483646 h 163"/>
              <a:gd name="T2" fmla="*/ 2147483646 w 63"/>
              <a:gd name="T3" fmla="*/ 0 h 163"/>
              <a:gd name="T4" fmla="*/ 0 w 63"/>
              <a:gd name="T5" fmla="*/ 2147483646 h 163"/>
              <a:gd name="T6" fmla="*/ 0 w 63"/>
              <a:gd name="T7" fmla="*/ 2147483646 h 163"/>
              <a:gd name="T8" fmla="*/ 2147483646 w 63"/>
              <a:gd name="T9" fmla="*/ 2147483646 h 163"/>
              <a:gd name="T10" fmla="*/ 2147483646 w 63"/>
              <a:gd name="T11" fmla="*/ 2147483646 h 163"/>
              <a:gd name="T12" fmla="*/ 2147483646 w 63"/>
              <a:gd name="T13" fmla="*/ 2147483646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3"/>
              <a:gd name="T22" fmla="*/ 0 h 163"/>
              <a:gd name="T23" fmla="*/ 63 w 63"/>
              <a:gd name="T24" fmla="*/ 163 h 16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3" h="163">
                <a:moveTo>
                  <a:pt x="63" y="8"/>
                </a:moveTo>
                <a:lnTo>
                  <a:pt x="45" y="0"/>
                </a:lnTo>
                <a:lnTo>
                  <a:pt x="0" y="155"/>
                </a:lnTo>
                <a:lnTo>
                  <a:pt x="18" y="155"/>
                </a:lnTo>
                <a:lnTo>
                  <a:pt x="18" y="163"/>
                </a:lnTo>
                <a:lnTo>
                  <a:pt x="63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23" name="Freeform 108">
            <a:extLst>
              <a:ext uri="{FF2B5EF4-FFF2-40B4-BE49-F238E27FC236}">
                <a16:creationId xmlns:a16="http://schemas.microsoft.com/office/drawing/2014/main" id="{BD224894-CABD-7A5B-A252-936A97F99370}"/>
              </a:ext>
            </a:extLst>
          </p:cNvPr>
          <p:cNvSpPr>
            <a:spLocks/>
          </p:cNvSpPr>
          <p:nvPr/>
        </p:nvSpPr>
        <p:spPr bwMode="auto">
          <a:xfrm>
            <a:off x="5462589" y="3694113"/>
            <a:ext cx="71437" cy="246062"/>
          </a:xfrm>
          <a:custGeom>
            <a:avLst/>
            <a:gdLst>
              <a:gd name="T0" fmla="*/ 2147483646 w 45"/>
              <a:gd name="T1" fmla="*/ 0 h 155"/>
              <a:gd name="T2" fmla="*/ 2147483646 w 45"/>
              <a:gd name="T3" fmla="*/ 0 h 155"/>
              <a:gd name="T4" fmla="*/ 0 w 45"/>
              <a:gd name="T5" fmla="*/ 2147483646 h 155"/>
              <a:gd name="T6" fmla="*/ 0 w 45"/>
              <a:gd name="T7" fmla="*/ 2147483646 h 155"/>
              <a:gd name="T8" fmla="*/ 2147483646 w 45"/>
              <a:gd name="T9" fmla="*/ 2147483646 h 155"/>
              <a:gd name="T10" fmla="*/ 2147483646 w 45"/>
              <a:gd name="T11" fmla="*/ 2147483646 h 155"/>
              <a:gd name="T12" fmla="*/ 2147483646 w 45"/>
              <a:gd name="T13" fmla="*/ 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5"/>
              <a:gd name="T22" fmla="*/ 0 h 155"/>
              <a:gd name="T23" fmla="*/ 45 w 45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5" h="155">
                <a:moveTo>
                  <a:pt x="45" y="0"/>
                </a:moveTo>
                <a:lnTo>
                  <a:pt x="27" y="0"/>
                </a:lnTo>
                <a:lnTo>
                  <a:pt x="0" y="155"/>
                </a:lnTo>
                <a:lnTo>
                  <a:pt x="18" y="155"/>
                </a:lnTo>
                <a:lnTo>
                  <a:pt x="4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24" name="Rectangle 109">
            <a:extLst>
              <a:ext uri="{FF2B5EF4-FFF2-40B4-BE49-F238E27FC236}">
                <a16:creationId xmlns:a16="http://schemas.microsoft.com/office/drawing/2014/main" id="{F7F5768F-FE09-DEDA-C799-97D90D416E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2589" y="3940176"/>
            <a:ext cx="28575" cy="246063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4925" name="Freeform 110">
            <a:extLst>
              <a:ext uri="{FF2B5EF4-FFF2-40B4-BE49-F238E27FC236}">
                <a16:creationId xmlns:a16="http://schemas.microsoft.com/office/drawing/2014/main" id="{282E649D-DBFD-66D7-1F71-F8D857C70DBE}"/>
              </a:ext>
            </a:extLst>
          </p:cNvPr>
          <p:cNvSpPr>
            <a:spLocks/>
          </p:cNvSpPr>
          <p:nvPr/>
        </p:nvSpPr>
        <p:spPr bwMode="auto">
          <a:xfrm>
            <a:off x="3548064" y="3641725"/>
            <a:ext cx="28575" cy="26988"/>
          </a:xfrm>
          <a:custGeom>
            <a:avLst/>
            <a:gdLst>
              <a:gd name="T0" fmla="*/ 0 w 18"/>
              <a:gd name="T1" fmla="*/ 2147483646 h 17"/>
              <a:gd name="T2" fmla="*/ 0 w 18"/>
              <a:gd name="T3" fmla="*/ 2147483646 h 17"/>
              <a:gd name="T4" fmla="*/ 2147483646 w 18"/>
              <a:gd name="T5" fmla="*/ 2147483646 h 17"/>
              <a:gd name="T6" fmla="*/ 2147483646 w 18"/>
              <a:gd name="T7" fmla="*/ 2147483646 h 17"/>
              <a:gd name="T8" fmla="*/ 2147483646 w 18"/>
              <a:gd name="T9" fmla="*/ 2147483646 h 17"/>
              <a:gd name="T10" fmla="*/ 2147483646 w 18"/>
              <a:gd name="T11" fmla="*/ 2147483646 h 17"/>
              <a:gd name="T12" fmla="*/ 2147483646 w 18"/>
              <a:gd name="T13" fmla="*/ 0 h 17"/>
              <a:gd name="T14" fmla="*/ 0 w 18"/>
              <a:gd name="T15" fmla="*/ 0 h 17"/>
              <a:gd name="T16" fmla="*/ 0 w 18"/>
              <a:gd name="T17" fmla="*/ 2147483646 h 17"/>
              <a:gd name="T18" fmla="*/ 0 w 18"/>
              <a:gd name="T19" fmla="*/ 2147483646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7"/>
              <a:gd name="T32" fmla="*/ 18 w 18"/>
              <a:gd name="T33" fmla="*/ 17 h 17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7">
                <a:moveTo>
                  <a:pt x="0" y="9"/>
                </a:moveTo>
                <a:lnTo>
                  <a:pt x="0" y="17"/>
                </a:lnTo>
                <a:lnTo>
                  <a:pt x="9" y="17"/>
                </a:lnTo>
                <a:lnTo>
                  <a:pt x="18" y="17"/>
                </a:lnTo>
                <a:lnTo>
                  <a:pt x="18" y="9"/>
                </a:lnTo>
                <a:lnTo>
                  <a:pt x="9" y="0"/>
                </a:lnTo>
                <a:lnTo>
                  <a:pt x="0" y="0"/>
                </a:lnTo>
                <a:lnTo>
                  <a:pt x="0" y="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26" name="Freeform 111">
            <a:extLst>
              <a:ext uri="{FF2B5EF4-FFF2-40B4-BE49-F238E27FC236}">
                <a16:creationId xmlns:a16="http://schemas.microsoft.com/office/drawing/2014/main" id="{F6114D48-DD01-0358-7627-FB7D28C185C4}"/>
              </a:ext>
            </a:extLst>
          </p:cNvPr>
          <p:cNvSpPr>
            <a:spLocks/>
          </p:cNvSpPr>
          <p:nvPr/>
        </p:nvSpPr>
        <p:spPr bwMode="auto">
          <a:xfrm>
            <a:off x="3348038" y="3603625"/>
            <a:ext cx="228600" cy="103188"/>
          </a:xfrm>
          <a:custGeom>
            <a:avLst/>
            <a:gdLst>
              <a:gd name="T0" fmla="*/ 2147483646 w 144"/>
              <a:gd name="T1" fmla="*/ 2147483646 h 65"/>
              <a:gd name="T2" fmla="*/ 2147483646 w 144"/>
              <a:gd name="T3" fmla="*/ 2147483646 h 65"/>
              <a:gd name="T4" fmla="*/ 0 w 144"/>
              <a:gd name="T5" fmla="*/ 0 h 65"/>
              <a:gd name="T6" fmla="*/ 2147483646 w 144"/>
              <a:gd name="T7" fmla="*/ 0 h 65"/>
              <a:gd name="T8" fmla="*/ 2147483646 w 144"/>
              <a:gd name="T9" fmla="*/ 2147483646 h 6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65"/>
              <a:gd name="T17" fmla="*/ 144 w 144"/>
              <a:gd name="T18" fmla="*/ 65 h 6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65">
                <a:moveTo>
                  <a:pt x="126" y="33"/>
                </a:moveTo>
                <a:lnTo>
                  <a:pt x="117" y="65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27" name="Freeform 112">
            <a:extLst>
              <a:ext uri="{FF2B5EF4-FFF2-40B4-BE49-F238E27FC236}">
                <a16:creationId xmlns:a16="http://schemas.microsoft.com/office/drawing/2014/main" id="{BCF8683B-0412-A97D-8E08-72D1ABE34596}"/>
              </a:ext>
            </a:extLst>
          </p:cNvPr>
          <p:cNvSpPr>
            <a:spLocks/>
          </p:cNvSpPr>
          <p:nvPr/>
        </p:nvSpPr>
        <p:spPr bwMode="auto">
          <a:xfrm>
            <a:off x="3348038" y="3603625"/>
            <a:ext cx="228600" cy="103188"/>
          </a:xfrm>
          <a:custGeom>
            <a:avLst/>
            <a:gdLst>
              <a:gd name="T0" fmla="*/ 2147483646 w 144"/>
              <a:gd name="T1" fmla="*/ 2147483646 h 65"/>
              <a:gd name="T2" fmla="*/ 2147483646 w 144"/>
              <a:gd name="T3" fmla="*/ 2147483646 h 65"/>
              <a:gd name="T4" fmla="*/ 0 w 144"/>
              <a:gd name="T5" fmla="*/ 0 h 65"/>
              <a:gd name="T6" fmla="*/ 2147483646 w 144"/>
              <a:gd name="T7" fmla="*/ 0 h 65"/>
              <a:gd name="T8" fmla="*/ 2147483646 w 144"/>
              <a:gd name="T9" fmla="*/ 2147483646 h 6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65"/>
              <a:gd name="T17" fmla="*/ 144 w 144"/>
              <a:gd name="T18" fmla="*/ 65 h 6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65">
                <a:moveTo>
                  <a:pt x="126" y="33"/>
                </a:moveTo>
                <a:lnTo>
                  <a:pt x="117" y="65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28" name="Freeform 113">
            <a:extLst>
              <a:ext uri="{FF2B5EF4-FFF2-40B4-BE49-F238E27FC236}">
                <a16:creationId xmlns:a16="http://schemas.microsoft.com/office/drawing/2014/main" id="{33961B94-C627-6F95-364D-19A4540C4DD8}"/>
              </a:ext>
            </a:extLst>
          </p:cNvPr>
          <p:cNvSpPr>
            <a:spLocks/>
          </p:cNvSpPr>
          <p:nvPr/>
        </p:nvSpPr>
        <p:spPr bwMode="auto">
          <a:xfrm>
            <a:off x="5062539" y="4303714"/>
            <a:ext cx="471487" cy="363537"/>
          </a:xfrm>
          <a:custGeom>
            <a:avLst/>
            <a:gdLst>
              <a:gd name="T0" fmla="*/ 2147483646 w 297"/>
              <a:gd name="T1" fmla="*/ 2147483646 h 229"/>
              <a:gd name="T2" fmla="*/ 2147483646 w 297"/>
              <a:gd name="T3" fmla="*/ 2147483646 h 229"/>
              <a:gd name="T4" fmla="*/ 2147483646 w 297"/>
              <a:gd name="T5" fmla="*/ 0 h 229"/>
              <a:gd name="T6" fmla="*/ 2147483646 w 297"/>
              <a:gd name="T7" fmla="*/ 0 h 229"/>
              <a:gd name="T8" fmla="*/ 0 w 297"/>
              <a:gd name="T9" fmla="*/ 2147483646 h 229"/>
              <a:gd name="T10" fmla="*/ 0 w 297"/>
              <a:gd name="T11" fmla="*/ 2147483646 h 229"/>
              <a:gd name="T12" fmla="*/ 2147483646 w 297"/>
              <a:gd name="T13" fmla="*/ 2147483646 h 2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97"/>
              <a:gd name="T22" fmla="*/ 0 h 229"/>
              <a:gd name="T23" fmla="*/ 297 w 297"/>
              <a:gd name="T24" fmla="*/ 229 h 22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97" h="229">
                <a:moveTo>
                  <a:pt x="288" y="229"/>
                </a:moveTo>
                <a:lnTo>
                  <a:pt x="297" y="212"/>
                </a:lnTo>
                <a:lnTo>
                  <a:pt x="9" y="0"/>
                </a:lnTo>
                <a:lnTo>
                  <a:pt x="0" y="16"/>
                </a:lnTo>
                <a:lnTo>
                  <a:pt x="288" y="22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29" name="Freeform 114">
            <a:extLst>
              <a:ext uri="{FF2B5EF4-FFF2-40B4-BE49-F238E27FC236}">
                <a16:creationId xmlns:a16="http://schemas.microsoft.com/office/drawing/2014/main" id="{D390A0C1-D80A-9998-FEF1-0F31120B6064}"/>
              </a:ext>
            </a:extLst>
          </p:cNvPr>
          <p:cNvSpPr>
            <a:spLocks/>
          </p:cNvSpPr>
          <p:nvPr/>
        </p:nvSpPr>
        <p:spPr bwMode="auto">
          <a:xfrm>
            <a:off x="4591051" y="4030663"/>
            <a:ext cx="485775" cy="298450"/>
          </a:xfrm>
          <a:custGeom>
            <a:avLst/>
            <a:gdLst>
              <a:gd name="T0" fmla="*/ 2147483646 w 306"/>
              <a:gd name="T1" fmla="*/ 2147483646 h 188"/>
              <a:gd name="T2" fmla="*/ 2147483646 w 306"/>
              <a:gd name="T3" fmla="*/ 2147483646 h 188"/>
              <a:gd name="T4" fmla="*/ 2147483646 w 306"/>
              <a:gd name="T5" fmla="*/ 0 h 188"/>
              <a:gd name="T6" fmla="*/ 2147483646 w 306"/>
              <a:gd name="T7" fmla="*/ 0 h 188"/>
              <a:gd name="T8" fmla="*/ 0 w 306"/>
              <a:gd name="T9" fmla="*/ 2147483646 h 188"/>
              <a:gd name="T10" fmla="*/ 0 w 306"/>
              <a:gd name="T11" fmla="*/ 2147483646 h 188"/>
              <a:gd name="T12" fmla="*/ 2147483646 w 306"/>
              <a:gd name="T13" fmla="*/ 2147483646 h 1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06"/>
              <a:gd name="T22" fmla="*/ 0 h 188"/>
              <a:gd name="T23" fmla="*/ 306 w 306"/>
              <a:gd name="T24" fmla="*/ 188 h 1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06" h="188">
                <a:moveTo>
                  <a:pt x="297" y="188"/>
                </a:moveTo>
                <a:lnTo>
                  <a:pt x="306" y="172"/>
                </a:lnTo>
                <a:lnTo>
                  <a:pt x="9" y="0"/>
                </a:lnTo>
                <a:lnTo>
                  <a:pt x="0" y="17"/>
                </a:lnTo>
                <a:lnTo>
                  <a:pt x="297" y="18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30" name="Freeform 115">
            <a:extLst>
              <a:ext uri="{FF2B5EF4-FFF2-40B4-BE49-F238E27FC236}">
                <a16:creationId xmlns:a16="http://schemas.microsoft.com/office/drawing/2014/main" id="{8C2BB75E-E0DF-6F37-368B-A385E3910830}"/>
              </a:ext>
            </a:extLst>
          </p:cNvPr>
          <p:cNvSpPr>
            <a:spLocks/>
          </p:cNvSpPr>
          <p:nvPr/>
        </p:nvSpPr>
        <p:spPr bwMode="auto">
          <a:xfrm>
            <a:off x="4076700" y="3811588"/>
            <a:ext cx="528638" cy="246062"/>
          </a:xfrm>
          <a:custGeom>
            <a:avLst/>
            <a:gdLst>
              <a:gd name="T0" fmla="*/ 2147483646 w 333"/>
              <a:gd name="T1" fmla="*/ 2147483646 h 155"/>
              <a:gd name="T2" fmla="*/ 2147483646 w 333"/>
              <a:gd name="T3" fmla="*/ 2147483646 h 155"/>
              <a:gd name="T4" fmla="*/ 2147483646 w 333"/>
              <a:gd name="T5" fmla="*/ 0 h 155"/>
              <a:gd name="T6" fmla="*/ 2147483646 w 333"/>
              <a:gd name="T7" fmla="*/ 0 h 155"/>
              <a:gd name="T8" fmla="*/ 0 w 333"/>
              <a:gd name="T9" fmla="*/ 2147483646 h 155"/>
              <a:gd name="T10" fmla="*/ 0 w 333"/>
              <a:gd name="T11" fmla="*/ 2147483646 h 155"/>
              <a:gd name="T12" fmla="*/ 2147483646 w 333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33"/>
              <a:gd name="T22" fmla="*/ 0 h 155"/>
              <a:gd name="T23" fmla="*/ 333 w 333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33" h="155">
                <a:moveTo>
                  <a:pt x="324" y="155"/>
                </a:moveTo>
                <a:lnTo>
                  <a:pt x="333" y="138"/>
                </a:lnTo>
                <a:lnTo>
                  <a:pt x="9" y="0"/>
                </a:lnTo>
                <a:lnTo>
                  <a:pt x="0" y="16"/>
                </a:lnTo>
                <a:lnTo>
                  <a:pt x="324" y="15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31" name="Freeform 116">
            <a:extLst>
              <a:ext uri="{FF2B5EF4-FFF2-40B4-BE49-F238E27FC236}">
                <a16:creationId xmlns:a16="http://schemas.microsoft.com/office/drawing/2014/main" id="{54D267FC-B1CB-A267-A73B-98C2F6DFB060}"/>
              </a:ext>
            </a:extLst>
          </p:cNvPr>
          <p:cNvSpPr>
            <a:spLocks/>
          </p:cNvSpPr>
          <p:nvPr/>
        </p:nvSpPr>
        <p:spPr bwMode="auto">
          <a:xfrm>
            <a:off x="3562350" y="3641726"/>
            <a:ext cx="528638" cy="195263"/>
          </a:xfrm>
          <a:custGeom>
            <a:avLst/>
            <a:gdLst>
              <a:gd name="T0" fmla="*/ 2147483646 w 333"/>
              <a:gd name="T1" fmla="*/ 2147483646 h 123"/>
              <a:gd name="T2" fmla="*/ 2147483646 w 333"/>
              <a:gd name="T3" fmla="*/ 2147483646 h 123"/>
              <a:gd name="T4" fmla="*/ 2147483646 w 333"/>
              <a:gd name="T5" fmla="*/ 0 h 123"/>
              <a:gd name="T6" fmla="*/ 0 w 333"/>
              <a:gd name="T7" fmla="*/ 2147483646 h 123"/>
              <a:gd name="T8" fmla="*/ 2147483646 w 333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33"/>
              <a:gd name="T16" fmla="*/ 0 h 123"/>
              <a:gd name="T17" fmla="*/ 333 w 333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33" h="123">
                <a:moveTo>
                  <a:pt x="324" y="123"/>
                </a:moveTo>
                <a:lnTo>
                  <a:pt x="333" y="107"/>
                </a:lnTo>
                <a:lnTo>
                  <a:pt x="9" y="0"/>
                </a:lnTo>
                <a:lnTo>
                  <a:pt x="0" y="17"/>
                </a:lnTo>
                <a:lnTo>
                  <a:pt x="324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32" name="Freeform 117">
            <a:extLst>
              <a:ext uri="{FF2B5EF4-FFF2-40B4-BE49-F238E27FC236}">
                <a16:creationId xmlns:a16="http://schemas.microsoft.com/office/drawing/2014/main" id="{11357092-2775-5B61-242C-775936BA3B96}"/>
              </a:ext>
            </a:extLst>
          </p:cNvPr>
          <p:cNvSpPr>
            <a:spLocks/>
          </p:cNvSpPr>
          <p:nvPr/>
        </p:nvSpPr>
        <p:spPr bwMode="auto">
          <a:xfrm>
            <a:off x="6477001" y="2747963"/>
            <a:ext cx="28575" cy="25400"/>
          </a:xfrm>
          <a:custGeom>
            <a:avLst/>
            <a:gdLst>
              <a:gd name="T0" fmla="*/ 2147483646 w 18"/>
              <a:gd name="T1" fmla="*/ 0 h 16"/>
              <a:gd name="T2" fmla="*/ 0 w 18"/>
              <a:gd name="T3" fmla="*/ 0 h 16"/>
              <a:gd name="T4" fmla="*/ 0 w 18"/>
              <a:gd name="T5" fmla="*/ 2147483646 h 16"/>
              <a:gd name="T6" fmla="*/ 0 w 18"/>
              <a:gd name="T7" fmla="*/ 2147483646 h 16"/>
              <a:gd name="T8" fmla="*/ 2147483646 w 18"/>
              <a:gd name="T9" fmla="*/ 2147483646 h 16"/>
              <a:gd name="T10" fmla="*/ 2147483646 w 18"/>
              <a:gd name="T11" fmla="*/ 2147483646 h 16"/>
              <a:gd name="T12" fmla="*/ 2147483646 w 18"/>
              <a:gd name="T13" fmla="*/ 0 h 16"/>
              <a:gd name="T14" fmla="*/ 2147483646 w 18"/>
              <a:gd name="T15" fmla="*/ 0 h 16"/>
              <a:gd name="T16" fmla="*/ 2147483646 w 18"/>
              <a:gd name="T17" fmla="*/ 0 h 16"/>
              <a:gd name="T18" fmla="*/ 2147483646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9" y="0"/>
                </a:moveTo>
                <a:lnTo>
                  <a:pt x="0" y="0"/>
                </a:lnTo>
                <a:lnTo>
                  <a:pt x="0" y="8"/>
                </a:lnTo>
                <a:lnTo>
                  <a:pt x="9" y="16"/>
                </a:lnTo>
                <a:lnTo>
                  <a:pt x="9" y="8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33" name="Freeform 118">
            <a:extLst>
              <a:ext uri="{FF2B5EF4-FFF2-40B4-BE49-F238E27FC236}">
                <a16:creationId xmlns:a16="http://schemas.microsoft.com/office/drawing/2014/main" id="{14BFCDFF-17F2-142E-9CD2-CC4FABF1DF0B}"/>
              </a:ext>
            </a:extLst>
          </p:cNvPr>
          <p:cNvSpPr>
            <a:spLocks/>
          </p:cNvSpPr>
          <p:nvPr/>
        </p:nvSpPr>
        <p:spPr bwMode="auto">
          <a:xfrm>
            <a:off x="6419850" y="2552701"/>
            <a:ext cx="128588" cy="195263"/>
          </a:xfrm>
          <a:custGeom>
            <a:avLst/>
            <a:gdLst>
              <a:gd name="T0" fmla="*/ 2147483646 w 81"/>
              <a:gd name="T1" fmla="*/ 2147483646 h 123"/>
              <a:gd name="T2" fmla="*/ 0 w 81"/>
              <a:gd name="T3" fmla="*/ 2147483646 h 123"/>
              <a:gd name="T4" fmla="*/ 2147483646 w 81"/>
              <a:gd name="T5" fmla="*/ 0 h 123"/>
              <a:gd name="T6" fmla="*/ 2147483646 w 81"/>
              <a:gd name="T7" fmla="*/ 2147483646 h 123"/>
              <a:gd name="T8" fmla="*/ 2147483646 w 81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45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45" y="12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34" name="Freeform 119">
            <a:extLst>
              <a:ext uri="{FF2B5EF4-FFF2-40B4-BE49-F238E27FC236}">
                <a16:creationId xmlns:a16="http://schemas.microsoft.com/office/drawing/2014/main" id="{0EE356D4-776D-06E0-483D-1FF81452A270}"/>
              </a:ext>
            </a:extLst>
          </p:cNvPr>
          <p:cNvSpPr>
            <a:spLocks/>
          </p:cNvSpPr>
          <p:nvPr/>
        </p:nvSpPr>
        <p:spPr bwMode="auto">
          <a:xfrm>
            <a:off x="6419850" y="2552701"/>
            <a:ext cx="128588" cy="195263"/>
          </a:xfrm>
          <a:custGeom>
            <a:avLst/>
            <a:gdLst>
              <a:gd name="T0" fmla="*/ 2147483646 w 81"/>
              <a:gd name="T1" fmla="*/ 2147483646 h 123"/>
              <a:gd name="T2" fmla="*/ 0 w 81"/>
              <a:gd name="T3" fmla="*/ 2147483646 h 123"/>
              <a:gd name="T4" fmla="*/ 2147483646 w 81"/>
              <a:gd name="T5" fmla="*/ 0 h 123"/>
              <a:gd name="T6" fmla="*/ 2147483646 w 81"/>
              <a:gd name="T7" fmla="*/ 2147483646 h 123"/>
              <a:gd name="T8" fmla="*/ 2147483646 w 81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45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45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35" name="Freeform 120">
            <a:extLst>
              <a:ext uri="{FF2B5EF4-FFF2-40B4-BE49-F238E27FC236}">
                <a16:creationId xmlns:a16="http://schemas.microsoft.com/office/drawing/2014/main" id="{FCA226E4-6A97-7FD1-FE28-AC7751288140}"/>
              </a:ext>
            </a:extLst>
          </p:cNvPr>
          <p:cNvSpPr>
            <a:spLocks/>
          </p:cNvSpPr>
          <p:nvPr/>
        </p:nvSpPr>
        <p:spPr bwMode="auto">
          <a:xfrm>
            <a:off x="5505451" y="4419601"/>
            <a:ext cx="257175" cy="233363"/>
          </a:xfrm>
          <a:custGeom>
            <a:avLst/>
            <a:gdLst>
              <a:gd name="T0" fmla="*/ 0 w 162"/>
              <a:gd name="T1" fmla="*/ 2147483646 h 147"/>
              <a:gd name="T2" fmla="*/ 2147483646 w 162"/>
              <a:gd name="T3" fmla="*/ 2147483646 h 147"/>
              <a:gd name="T4" fmla="*/ 2147483646 w 162"/>
              <a:gd name="T5" fmla="*/ 2147483646 h 147"/>
              <a:gd name="T6" fmla="*/ 2147483646 w 162"/>
              <a:gd name="T7" fmla="*/ 2147483646 h 147"/>
              <a:gd name="T8" fmla="*/ 2147483646 w 162"/>
              <a:gd name="T9" fmla="*/ 0 h 147"/>
              <a:gd name="T10" fmla="*/ 2147483646 w 162"/>
              <a:gd name="T11" fmla="*/ 0 h 147"/>
              <a:gd name="T12" fmla="*/ 0 w 162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2"/>
              <a:gd name="T22" fmla="*/ 0 h 147"/>
              <a:gd name="T23" fmla="*/ 162 w 162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2" h="147">
                <a:moveTo>
                  <a:pt x="0" y="139"/>
                </a:moveTo>
                <a:lnTo>
                  <a:pt x="18" y="147"/>
                </a:lnTo>
                <a:lnTo>
                  <a:pt x="162" y="9"/>
                </a:lnTo>
                <a:lnTo>
                  <a:pt x="144" y="0"/>
                </a:lnTo>
                <a:lnTo>
                  <a:pt x="0" y="13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36" name="Freeform 121">
            <a:extLst>
              <a:ext uri="{FF2B5EF4-FFF2-40B4-BE49-F238E27FC236}">
                <a16:creationId xmlns:a16="http://schemas.microsoft.com/office/drawing/2014/main" id="{6E99B485-44C7-46BB-7119-4F001566C29E}"/>
              </a:ext>
            </a:extLst>
          </p:cNvPr>
          <p:cNvSpPr>
            <a:spLocks/>
          </p:cNvSpPr>
          <p:nvPr/>
        </p:nvSpPr>
        <p:spPr bwMode="auto">
          <a:xfrm>
            <a:off x="5734050" y="4200526"/>
            <a:ext cx="228600" cy="233363"/>
          </a:xfrm>
          <a:custGeom>
            <a:avLst/>
            <a:gdLst>
              <a:gd name="T0" fmla="*/ 0 w 144"/>
              <a:gd name="T1" fmla="*/ 2147483646 h 147"/>
              <a:gd name="T2" fmla="*/ 2147483646 w 144"/>
              <a:gd name="T3" fmla="*/ 2147483646 h 147"/>
              <a:gd name="T4" fmla="*/ 2147483646 w 144"/>
              <a:gd name="T5" fmla="*/ 2147483646 h 147"/>
              <a:gd name="T6" fmla="*/ 2147483646 w 144"/>
              <a:gd name="T7" fmla="*/ 2147483646 h 147"/>
              <a:gd name="T8" fmla="*/ 2147483646 w 144"/>
              <a:gd name="T9" fmla="*/ 0 h 147"/>
              <a:gd name="T10" fmla="*/ 2147483646 w 144"/>
              <a:gd name="T11" fmla="*/ 0 h 147"/>
              <a:gd name="T12" fmla="*/ 0 w 144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44"/>
              <a:gd name="T22" fmla="*/ 0 h 147"/>
              <a:gd name="T23" fmla="*/ 144 w 144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44" h="147">
                <a:moveTo>
                  <a:pt x="0" y="138"/>
                </a:moveTo>
                <a:lnTo>
                  <a:pt x="18" y="147"/>
                </a:lnTo>
                <a:lnTo>
                  <a:pt x="144" y="8"/>
                </a:lnTo>
                <a:lnTo>
                  <a:pt x="126" y="0"/>
                </a:lnTo>
                <a:lnTo>
                  <a:pt x="0" y="13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37" name="Freeform 122">
            <a:extLst>
              <a:ext uri="{FF2B5EF4-FFF2-40B4-BE49-F238E27FC236}">
                <a16:creationId xmlns:a16="http://schemas.microsoft.com/office/drawing/2014/main" id="{FF586E10-24F3-8E61-BBAB-7B954B8FF449}"/>
              </a:ext>
            </a:extLst>
          </p:cNvPr>
          <p:cNvSpPr>
            <a:spLocks/>
          </p:cNvSpPr>
          <p:nvPr/>
        </p:nvSpPr>
        <p:spPr bwMode="auto">
          <a:xfrm>
            <a:off x="5934076" y="3967163"/>
            <a:ext cx="200025" cy="246062"/>
          </a:xfrm>
          <a:custGeom>
            <a:avLst/>
            <a:gdLst>
              <a:gd name="T0" fmla="*/ 0 w 126"/>
              <a:gd name="T1" fmla="*/ 2147483646 h 155"/>
              <a:gd name="T2" fmla="*/ 2147483646 w 126"/>
              <a:gd name="T3" fmla="*/ 2147483646 h 155"/>
              <a:gd name="T4" fmla="*/ 2147483646 w 126"/>
              <a:gd name="T5" fmla="*/ 2147483646 h 155"/>
              <a:gd name="T6" fmla="*/ 2147483646 w 126"/>
              <a:gd name="T7" fmla="*/ 2147483646 h 155"/>
              <a:gd name="T8" fmla="*/ 2147483646 w 126"/>
              <a:gd name="T9" fmla="*/ 0 h 155"/>
              <a:gd name="T10" fmla="*/ 2147483646 w 126"/>
              <a:gd name="T11" fmla="*/ 0 h 155"/>
              <a:gd name="T12" fmla="*/ 0 w 126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26"/>
              <a:gd name="T22" fmla="*/ 0 h 155"/>
              <a:gd name="T23" fmla="*/ 126 w 126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26" h="155">
                <a:moveTo>
                  <a:pt x="0" y="147"/>
                </a:moveTo>
                <a:lnTo>
                  <a:pt x="18" y="155"/>
                </a:lnTo>
                <a:lnTo>
                  <a:pt x="126" y="8"/>
                </a:lnTo>
                <a:lnTo>
                  <a:pt x="108" y="0"/>
                </a:lnTo>
                <a:lnTo>
                  <a:pt x="0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38" name="Freeform 123">
            <a:extLst>
              <a:ext uri="{FF2B5EF4-FFF2-40B4-BE49-F238E27FC236}">
                <a16:creationId xmlns:a16="http://schemas.microsoft.com/office/drawing/2014/main" id="{6BCA94C6-5E2C-98C6-E6FA-74E2E5490BE6}"/>
              </a:ext>
            </a:extLst>
          </p:cNvPr>
          <p:cNvSpPr>
            <a:spLocks/>
          </p:cNvSpPr>
          <p:nvPr/>
        </p:nvSpPr>
        <p:spPr bwMode="auto">
          <a:xfrm>
            <a:off x="6105525" y="3733801"/>
            <a:ext cx="171450" cy="246063"/>
          </a:xfrm>
          <a:custGeom>
            <a:avLst/>
            <a:gdLst>
              <a:gd name="T0" fmla="*/ 0 w 108"/>
              <a:gd name="T1" fmla="*/ 2147483646 h 155"/>
              <a:gd name="T2" fmla="*/ 2147483646 w 108"/>
              <a:gd name="T3" fmla="*/ 2147483646 h 155"/>
              <a:gd name="T4" fmla="*/ 2147483646 w 108"/>
              <a:gd name="T5" fmla="*/ 2147483646 h 155"/>
              <a:gd name="T6" fmla="*/ 2147483646 w 108"/>
              <a:gd name="T7" fmla="*/ 2147483646 h 155"/>
              <a:gd name="T8" fmla="*/ 2147483646 w 108"/>
              <a:gd name="T9" fmla="*/ 0 h 155"/>
              <a:gd name="T10" fmla="*/ 2147483646 w 108"/>
              <a:gd name="T11" fmla="*/ 0 h 155"/>
              <a:gd name="T12" fmla="*/ 0 w 108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08"/>
              <a:gd name="T22" fmla="*/ 0 h 155"/>
              <a:gd name="T23" fmla="*/ 108 w 108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08" h="155">
                <a:moveTo>
                  <a:pt x="0" y="147"/>
                </a:moveTo>
                <a:lnTo>
                  <a:pt x="18" y="155"/>
                </a:lnTo>
                <a:lnTo>
                  <a:pt x="108" y="8"/>
                </a:lnTo>
                <a:lnTo>
                  <a:pt x="90" y="0"/>
                </a:lnTo>
                <a:lnTo>
                  <a:pt x="0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39" name="Freeform 124">
            <a:extLst>
              <a:ext uri="{FF2B5EF4-FFF2-40B4-BE49-F238E27FC236}">
                <a16:creationId xmlns:a16="http://schemas.microsoft.com/office/drawing/2014/main" id="{1CCFAE7C-9872-C75B-9A75-24E62726E6D7}"/>
              </a:ext>
            </a:extLst>
          </p:cNvPr>
          <p:cNvSpPr>
            <a:spLocks/>
          </p:cNvSpPr>
          <p:nvPr/>
        </p:nvSpPr>
        <p:spPr bwMode="auto">
          <a:xfrm>
            <a:off x="6248400" y="3500438"/>
            <a:ext cx="128588" cy="246062"/>
          </a:xfrm>
          <a:custGeom>
            <a:avLst/>
            <a:gdLst>
              <a:gd name="T0" fmla="*/ 0 w 81"/>
              <a:gd name="T1" fmla="*/ 2147483646 h 155"/>
              <a:gd name="T2" fmla="*/ 2147483646 w 81"/>
              <a:gd name="T3" fmla="*/ 2147483646 h 155"/>
              <a:gd name="T4" fmla="*/ 2147483646 w 81"/>
              <a:gd name="T5" fmla="*/ 2147483646 h 155"/>
              <a:gd name="T6" fmla="*/ 2147483646 w 81"/>
              <a:gd name="T7" fmla="*/ 2147483646 h 155"/>
              <a:gd name="T8" fmla="*/ 2147483646 w 81"/>
              <a:gd name="T9" fmla="*/ 0 h 155"/>
              <a:gd name="T10" fmla="*/ 2147483646 w 81"/>
              <a:gd name="T11" fmla="*/ 0 h 155"/>
              <a:gd name="T12" fmla="*/ 0 w 81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1"/>
              <a:gd name="T22" fmla="*/ 0 h 155"/>
              <a:gd name="T23" fmla="*/ 81 w 81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1" h="155">
                <a:moveTo>
                  <a:pt x="0" y="147"/>
                </a:moveTo>
                <a:lnTo>
                  <a:pt x="18" y="155"/>
                </a:lnTo>
                <a:lnTo>
                  <a:pt x="81" y="8"/>
                </a:lnTo>
                <a:lnTo>
                  <a:pt x="63" y="0"/>
                </a:lnTo>
                <a:lnTo>
                  <a:pt x="0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40" name="Freeform 125">
            <a:extLst>
              <a:ext uri="{FF2B5EF4-FFF2-40B4-BE49-F238E27FC236}">
                <a16:creationId xmlns:a16="http://schemas.microsoft.com/office/drawing/2014/main" id="{B9C3FD38-61E4-3B61-5A92-AF447E3CDAE6}"/>
              </a:ext>
            </a:extLst>
          </p:cNvPr>
          <p:cNvSpPr>
            <a:spLocks/>
          </p:cNvSpPr>
          <p:nvPr/>
        </p:nvSpPr>
        <p:spPr bwMode="auto">
          <a:xfrm>
            <a:off x="6348413" y="3252788"/>
            <a:ext cx="100012" cy="260350"/>
          </a:xfrm>
          <a:custGeom>
            <a:avLst/>
            <a:gdLst>
              <a:gd name="T0" fmla="*/ 0 w 63"/>
              <a:gd name="T1" fmla="*/ 2147483646 h 164"/>
              <a:gd name="T2" fmla="*/ 2147483646 w 63"/>
              <a:gd name="T3" fmla="*/ 2147483646 h 164"/>
              <a:gd name="T4" fmla="*/ 2147483646 w 63"/>
              <a:gd name="T5" fmla="*/ 2147483646 h 164"/>
              <a:gd name="T6" fmla="*/ 2147483646 w 63"/>
              <a:gd name="T7" fmla="*/ 0 h 164"/>
              <a:gd name="T8" fmla="*/ 2147483646 w 63"/>
              <a:gd name="T9" fmla="*/ 0 h 164"/>
              <a:gd name="T10" fmla="*/ 2147483646 w 63"/>
              <a:gd name="T11" fmla="*/ 0 h 164"/>
              <a:gd name="T12" fmla="*/ 0 w 63"/>
              <a:gd name="T13" fmla="*/ 2147483646 h 16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3"/>
              <a:gd name="T22" fmla="*/ 0 h 164"/>
              <a:gd name="T23" fmla="*/ 63 w 63"/>
              <a:gd name="T24" fmla="*/ 164 h 16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3" h="164">
                <a:moveTo>
                  <a:pt x="0" y="156"/>
                </a:moveTo>
                <a:lnTo>
                  <a:pt x="18" y="164"/>
                </a:lnTo>
                <a:lnTo>
                  <a:pt x="63" y="9"/>
                </a:lnTo>
                <a:lnTo>
                  <a:pt x="63" y="0"/>
                </a:lnTo>
                <a:lnTo>
                  <a:pt x="45" y="0"/>
                </a:lnTo>
                <a:lnTo>
                  <a:pt x="0" y="15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41" name="Freeform 126">
            <a:extLst>
              <a:ext uri="{FF2B5EF4-FFF2-40B4-BE49-F238E27FC236}">
                <a16:creationId xmlns:a16="http://schemas.microsoft.com/office/drawing/2014/main" id="{13BB2A0C-213E-64FF-1D7F-A9236F2538FD}"/>
              </a:ext>
            </a:extLst>
          </p:cNvPr>
          <p:cNvSpPr>
            <a:spLocks/>
          </p:cNvSpPr>
          <p:nvPr/>
        </p:nvSpPr>
        <p:spPr bwMode="auto">
          <a:xfrm>
            <a:off x="6419850" y="3006726"/>
            <a:ext cx="71438" cy="246063"/>
          </a:xfrm>
          <a:custGeom>
            <a:avLst/>
            <a:gdLst>
              <a:gd name="T0" fmla="*/ 0 w 45"/>
              <a:gd name="T1" fmla="*/ 2147483646 h 155"/>
              <a:gd name="T2" fmla="*/ 2147483646 w 45"/>
              <a:gd name="T3" fmla="*/ 2147483646 h 155"/>
              <a:gd name="T4" fmla="*/ 2147483646 w 45"/>
              <a:gd name="T5" fmla="*/ 0 h 155"/>
              <a:gd name="T6" fmla="*/ 2147483646 w 45"/>
              <a:gd name="T7" fmla="*/ 0 h 155"/>
              <a:gd name="T8" fmla="*/ 2147483646 w 45"/>
              <a:gd name="T9" fmla="*/ 0 h 155"/>
              <a:gd name="T10" fmla="*/ 2147483646 w 45"/>
              <a:gd name="T11" fmla="*/ 0 h 155"/>
              <a:gd name="T12" fmla="*/ 0 w 45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5"/>
              <a:gd name="T22" fmla="*/ 0 h 155"/>
              <a:gd name="T23" fmla="*/ 45 w 45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5" h="155">
                <a:moveTo>
                  <a:pt x="0" y="155"/>
                </a:moveTo>
                <a:lnTo>
                  <a:pt x="18" y="155"/>
                </a:lnTo>
                <a:lnTo>
                  <a:pt x="45" y="0"/>
                </a:lnTo>
                <a:lnTo>
                  <a:pt x="27" y="0"/>
                </a:lnTo>
                <a:lnTo>
                  <a:pt x="0" y="15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42" name="Rectangle 127">
            <a:extLst>
              <a:ext uri="{FF2B5EF4-FFF2-40B4-BE49-F238E27FC236}">
                <a16:creationId xmlns:a16="http://schemas.microsoft.com/office/drawing/2014/main" id="{B4B57BA2-F4AB-F201-80C2-EE39257777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2714" y="2747963"/>
            <a:ext cx="28575" cy="25876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4943" name="Freeform 128">
            <a:extLst>
              <a:ext uri="{FF2B5EF4-FFF2-40B4-BE49-F238E27FC236}">
                <a16:creationId xmlns:a16="http://schemas.microsoft.com/office/drawing/2014/main" id="{A2824225-DADC-A930-7481-1A3CBD20CB71}"/>
              </a:ext>
            </a:extLst>
          </p:cNvPr>
          <p:cNvSpPr>
            <a:spLocks/>
          </p:cNvSpPr>
          <p:nvPr/>
        </p:nvSpPr>
        <p:spPr bwMode="auto">
          <a:xfrm>
            <a:off x="8462964" y="5199063"/>
            <a:ext cx="14287" cy="12700"/>
          </a:xfrm>
          <a:custGeom>
            <a:avLst/>
            <a:gdLst>
              <a:gd name="T0" fmla="*/ 0 w 9"/>
              <a:gd name="T1" fmla="*/ 2147483646 h 8"/>
              <a:gd name="T2" fmla="*/ 2147483646 w 9"/>
              <a:gd name="T3" fmla="*/ 2147483646 h 8"/>
              <a:gd name="T4" fmla="*/ 2147483646 w 9"/>
              <a:gd name="T5" fmla="*/ 2147483646 h 8"/>
              <a:gd name="T6" fmla="*/ 2147483646 w 9"/>
              <a:gd name="T7" fmla="*/ 0 h 8"/>
              <a:gd name="T8" fmla="*/ 2147483646 w 9"/>
              <a:gd name="T9" fmla="*/ 0 h 8"/>
              <a:gd name="T10" fmla="*/ 0 w 9"/>
              <a:gd name="T11" fmla="*/ 0 h 8"/>
              <a:gd name="T12" fmla="*/ 0 w 9"/>
              <a:gd name="T13" fmla="*/ 0 h 8"/>
              <a:gd name="T14" fmla="*/ 0 w 9"/>
              <a:gd name="T15" fmla="*/ 2147483646 h 8"/>
              <a:gd name="T16" fmla="*/ 0 w 9"/>
              <a:gd name="T17" fmla="*/ 2147483646 h 8"/>
              <a:gd name="T18" fmla="*/ 0 w 9"/>
              <a:gd name="T19" fmla="*/ 2147483646 h 8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9"/>
              <a:gd name="T31" fmla="*/ 0 h 8"/>
              <a:gd name="T32" fmla="*/ 9 w 9"/>
              <a:gd name="T33" fmla="*/ 8 h 8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9" h="8">
                <a:moveTo>
                  <a:pt x="0" y="8"/>
                </a:moveTo>
                <a:lnTo>
                  <a:pt x="9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44" name="Freeform 129">
            <a:extLst>
              <a:ext uri="{FF2B5EF4-FFF2-40B4-BE49-F238E27FC236}">
                <a16:creationId xmlns:a16="http://schemas.microsoft.com/office/drawing/2014/main" id="{B8B640CF-4CEB-5998-AE2E-BF7D9F3B4C24}"/>
              </a:ext>
            </a:extLst>
          </p:cNvPr>
          <p:cNvSpPr>
            <a:spLocks/>
          </p:cNvSpPr>
          <p:nvPr/>
        </p:nvSpPr>
        <p:spPr bwMode="auto">
          <a:xfrm>
            <a:off x="8405813" y="5199064"/>
            <a:ext cx="114300" cy="193675"/>
          </a:xfrm>
          <a:custGeom>
            <a:avLst/>
            <a:gdLst>
              <a:gd name="T0" fmla="*/ 2147483646 w 72"/>
              <a:gd name="T1" fmla="*/ 2147483646 h 122"/>
              <a:gd name="T2" fmla="*/ 2147483646 w 72"/>
              <a:gd name="T3" fmla="*/ 2147483646 h 122"/>
              <a:gd name="T4" fmla="*/ 0 w 72"/>
              <a:gd name="T5" fmla="*/ 2147483646 h 122"/>
              <a:gd name="T6" fmla="*/ 0 w 72"/>
              <a:gd name="T7" fmla="*/ 0 h 122"/>
              <a:gd name="T8" fmla="*/ 2147483646 w 72"/>
              <a:gd name="T9" fmla="*/ 2147483646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2"/>
              <a:gd name="T16" fmla="*/ 0 h 122"/>
              <a:gd name="T17" fmla="*/ 72 w 72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2" h="122">
                <a:moveTo>
                  <a:pt x="36" y="8"/>
                </a:moveTo>
                <a:lnTo>
                  <a:pt x="72" y="16"/>
                </a:lnTo>
                <a:lnTo>
                  <a:pt x="0" y="122"/>
                </a:lnTo>
                <a:lnTo>
                  <a:pt x="0" y="0"/>
                </a:lnTo>
                <a:lnTo>
                  <a:pt x="36" y="8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45" name="Freeform 130">
            <a:extLst>
              <a:ext uri="{FF2B5EF4-FFF2-40B4-BE49-F238E27FC236}">
                <a16:creationId xmlns:a16="http://schemas.microsoft.com/office/drawing/2014/main" id="{AFFE5817-A28D-B6F7-1CCA-B2B193F23111}"/>
              </a:ext>
            </a:extLst>
          </p:cNvPr>
          <p:cNvSpPr>
            <a:spLocks/>
          </p:cNvSpPr>
          <p:nvPr/>
        </p:nvSpPr>
        <p:spPr bwMode="auto">
          <a:xfrm>
            <a:off x="8405813" y="5199064"/>
            <a:ext cx="114300" cy="193675"/>
          </a:xfrm>
          <a:custGeom>
            <a:avLst/>
            <a:gdLst>
              <a:gd name="T0" fmla="*/ 2147483646 w 72"/>
              <a:gd name="T1" fmla="*/ 2147483646 h 122"/>
              <a:gd name="T2" fmla="*/ 2147483646 w 72"/>
              <a:gd name="T3" fmla="*/ 2147483646 h 122"/>
              <a:gd name="T4" fmla="*/ 0 w 72"/>
              <a:gd name="T5" fmla="*/ 2147483646 h 122"/>
              <a:gd name="T6" fmla="*/ 0 w 72"/>
              <a:gd name="T7" fmla="*/ 0 h 122"/>
              <a:gd name="T8" fmla="*/ 2147483646 w 72"/>
              <a:gd name="T9" fmla="*/ 2147483646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2"/>
              <a:gd name="T16" fmla="*/ 0 h 122"/>
              <a:gd name="T17" fmla="*/ 72 w 72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2" h="122">
                <a:moveTo>
                  <a:pt x="36" y="8"/>
                </a:moveTo>
                <a:lnTo>
                  <a:pt x="72" y="16"/>
                </a:lnTo>
                <a:lnTo>
                  <a:pt x="0" y="122"/>
                </a:lnTo>
                <a:lnTo>
                  <a:pt x="0" y="0"/>
                </a:lnTo>
                <a:lnTo>
                  <a:pt x="36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46" name="Freeform 131">
            <a:extLst>
              <a:ext uri="{FF2B5EF4-FFF2-40B4-BE49-F238E27FC236}">
                <a16:creationId xmlns:a16="http://schemas.microsoft.com/office/drawing/2014/main" id="{EED9B76B-D2F8-BABB-288F-EA34C0D68918}"/>
              </a:ext>
            </a:extLst>
          </p:cNvPr>
          <p:cNvSpPr>
            <a:spLocks/>
          </p:cNvSpPr>
          <p:nvPr/>
        </p:nvSpPr>
        <p:spPr bwMode="auto">
          <a:xfrm>
            <a:off x="8534400" y="2825750"/>
            <a:ext cx="114300" cy="311150"/>
          </a:xfrm>
          <a:custGeom>
            <a:avLst/>
            <a:gdLst>
              <a:gd name="T0" fmla="*/ 2147483646 w 72"/>
              <a:gd name="T1" fmla="*/ 0 h 196"/>
              <a:gd name="T2" fmla="*/ 0 w 72"/>
              <a:gd name="T3" fmla="*/ 2147483646 h 196"/>
              <a:gd name="T4" fmla="*/ 2147483646 w 72"/>
              <a:gd name="T5" fmla="*/ 2147483646 h 196"/>
              <a:gd name="T6" fmla="*/ 2147483646 w 72"/>
              <a:gd name="T7" fmla="*/ 2147483646 h 196"/>
              <a:gd name="T8" fmla="*/ 2147483646 w 72"/>
              <a:gd name="T9" fmla="*/ 2147483646 h 196"/>
              <a:gd name="T10" fmla="*/ 2147483646 w 72"/>
              <a:gd name="T11" fmla="*/ 2147483646 h 196"/>
              <a:gd name="T12" fmla="*/ 2147483646 w 72"/>
              <a:gd name="T13" fmla="*/ 0 h 19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2"/>
              <a:gd name="T22" fmla="*/ 0 h 196"/>
              <a:gd name="T23" fmla="*/ 72 w 72"/>
              <a:gd name="T24" fmla="*/ 196 h 19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2" h="196">
                <a:moveTo>
                  <a:pt x="18" y="0"/>
                </a:moveTo>
                <a:lnTo>
                  <a:pt x="0" y="8"/>
                </a:lnTo>
                <a:lnTo>
                  <a:pt x="54" y="196"/>
                </a:lnTo>
                <a:lnTo>
                  <a:pt x="54" y="188"/>
                </a:lnTo>
                <a:lnTo>
                  <a:pt x="72" y="188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47" name="Freeform 132">
            <a:extLst>
              <a:ext uri="{FF2B5EF4-FFF2-40B4-BE49-F238E27FC236}">
                <a16:creationId xmlns:a16="http://schemas.microsoft.com/office/drawing/2014/main" id="{FBA31893-0434-5E20-26F6-4B1F2AF2293C}"/>
              </a:ext>
            </a:extLst>
          </p:cNvPr>
          <p:cNvSpPr>
            <a:spLocks/>
          </p:cNvSpPr>
          <p:nvPr/>
        </p:nvSpPr>
        <p:spPr bwMode="auto">
          <a:xfrm>
            <a:off x="8620126" y="3124200"/>
            <a:ext cx="85725" cy="298450"/>
          </a:xfrm>
          <a:custGeom>
            <a:avLst/>
            <a:gdLst>
              <a:gd name="T0" fmla="*/ 2147483646 w 54"/>
              <a:gd name="T1" fmla="*/ 0 h 188"/>
              <a:gd name="T2" fmla="*/ 0 w 54"/>
              <a:gd name="T3" fmla="*/ 0 h 188"/>
              <a:gd name="T4" fmla="*/ 2147483646 w 54"/>
              <a:gd name="T5" fmla="*/ 2147483646 h 188"/>
              <a:gd name="T6" fmla="*/ 2147483646 w 54"/>
              <a:gd name="T7" fmla="*/ 2147483646 h 188"/>
              <a:gd name="T8" fmla="*/ 2147483646 w 54"/>
              <a:gd name="T9" fmla="*/ 2147483646 h 188"/>
              <a:gd name="T10" fmla="*/ 2147483646 w 54"/>
              <a:gd name="T11" fmla="*/ 2147483646 h 188"/>
              <a:gd name="T12" fmla="*/ 2147483646 w 54"/>
              <a:gd name="T13" fmla="*/ 0 h 1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54"/>
              <a:gd name="T22" fmla="*/ 0 h 188"/>
              <a:gd name="T23" fmla="*/ 54 w 54"/>
              <a:gd name="T24" fmla="*/ 188 h 1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54" h="188">
                <a:moveTo>
                  <a:pt x="18" y="0"/>
                </a:moveTo>
                <a:lnTo>
                  <a:pt x="0" y="0"/>
                </a:lnTo>
                <a:lnTo>
                  <a:pt x="36" y="188"/>
                </a:lnTo>
                <a:lnTo>
                  <a:pt x="54" y="188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48" name="Freeform 133">
            <a:extLst>
              <a:ext uri="{FF2B5EF4-FFF2-40B4-BE49-F238E27FC236}">
                <a16:creationId xmlns:a16="http://schemas.microsoft.com/office/drawing/2014/main" id="{58CC069C-BFEF-F090-0D98-02CFE11B9EEC}"/>
              </a:ext>
            </a:extLst>
          </p:cNvPr>
          <p:cNvSpPr>
            <a:spLocks/>
          </p:cNvSpPr>
          <p:nvPr/>
        </p:nvSpPr>
        <p:spPr bwMode="auto">
          <a:xfrm>
            <a:off x="8677276" y="3422651"/>
            <a:ext cx="42863" cy="595313"/>
          </a:xfrm>
          <a:custGeom>
            <a:avLst/>
            <a:gdLst>
              <a:gd name="T0" fmla="*/ 2147483646 w 27"/>
              <a:gd name="T1" fmla="*/ 0 h 375"/>
              <a:gd name="T2" fmla="*/ 0 w 27"/>
              <a:gd name="T3" fmla="*/ 0 h 375"/>
              <a:gd name="T4" fmla="*/ 2147483646 w 27"/>
              <a:gd name="T5" fmla="*/ 2147483646 h 375"/>
              <a:gd name="T6" fmla="*/ 2147483646 w 27"/>
              <a:gd name="T7" fmla="*/ 2147483646 h 375"/>
              <a:gd name="T8" fmla="*/ 2147483646 w 27"/>
              <a:gd name="T9" fmla="*/ 2147483646 h 375"/>
              <a:gd name="T10" fmla="*/ 2147483646 w 27"/>
              <a:gd name="T11" fmla="*/ 2147483646 h 375"/>
              <a:gd name="T12" fmla="*/ 2147483646 w 27"/>
              <a:gd name="T13" fmla="*/ 0 h 37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7"/>
              <a:gd name="T22" fmla="*/ 0 h 375"/>
              <a:gd name="T23" fmla="*/ 27 w 27"/>
              <a:gd name="T24" fmla="*/ 375 h 37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7" h="375">
                <a:moveTo>
                  <a:pt x="18" y="0"/>
                </a:moveTo>
                <a:lnTo>
                  <a:pt x="0" y="0"/>
                </a:lnTo>
                <a:lnTo>
                  <a:pt x="9" y="375"/>
                </a:lnTo>
                <a:lnTo>
                  <a:pt x="27" y="375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49" name="Freeform 134">
            <a:extLst>
              <a:ext uri="{FF2B5EF4-FFF2-40B4-BE49-F238E27FC236}">
                <a16:creationId xmlns:a16="http://schemas.microsoft.com/office/drawing/2014/main" id="{66D4FA03-C7B0-26EC-34EC-B23AA13A7DD5}"/>
              </a:ext>
            </a:extLst>
          </p:cNvPr>
          <p:cNvSpPr>
            <a:spLocks/>
          </p:cNvSpPr>
          <p:nvPr/>
        </p:nvSpPr>
        <p:spPr bwMode="auto">
          <a:xfrm>
            <a:off x="8620126" y="4017963"/>
            <a:ext cx="100013" cy="609600"/>
          </a:xfrm>
          <a:custGeom>
            <a:avLst/>
            <a:gdLst>
              <a:gd name="T0" fmla="*/ 2147483646 w 63"/>
              <a:gd name="T1" fmla="*/ 0 h 384"/>
              <a:gd name="T2" fmla="*/ 2147483646 w 63"/>
              <a:gd name="T3" fmla="*/ 0 h 384"/>
              <a:gd name="T4" fmla="*/ 0 w 63"/>
              <a:gd name="T5" fmla="*/ 2147483646 h 384"/>
              <a:gd name="T6" fmla="*/ 0 w 63"/>
              <a:gd name="T7" fmla="*/ 2147483646 h 384"/>
              <a:gd name="T8" fmla="*/ 2147483646 w 63"/>
              <a:gd name="T9" fmla="*/ 2147483646 h 384"/>
              <a:gd name="T10" fmla="*/ 2147483646 w 63"/>
              <a:gd name="T11" fmla="*/ 2147483646 h 384"/>
              <a:gd name="T12" fmla="*/ 2147483646 w 63"/>
              <a:gd name="T13" fmla="*/ 0 h 38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3"/>
              <a:gd name="T22" fmla="*/ 0 h 384"/>
              <a:gd name="T23" fmla="*/ 63 w 63"/>
              <a:gd name="T24" fmla="*/ 384 h 38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3" h="384">
                <a:moveTo>
                  <a:pt x="63" y="0"/>
                </a:moveTo>
                <a:lnTo>
                  <a:pt x="45" y="0"/>
                </a:lnTo>
                <a:lnTo>
                  <a:pt x="0" y="376"/>
                </a:lnTo>
                <a:lnTo>
                  <a:pt x="18" y="384"/>
                </a:lnTo>
                <a:lnTo>
                  <a:pt x="18" y="376"/>
                </a:lnTo>
                <a:lnTo>
                  <a:pt x="6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50" name="Freeform 135">
            <a:extLst>
              <a:ext uri="{FF2B5EF4-FFF2-40B4-BE49-F238E27FC236}">
                <a16:creationId xmlns:a16="http://schemas.microsoft.com/office/drawing/2014/main" id="{ACCB0DFF-E754-BE5D-ECBC-963AE85893A3}"/>
              </a:ext>
            </a:extLst>
          </p:cNvPr>
          <p:cNvSpPr>
            <a:spLocks/>
          </p:cNvSpPr>
          <p:nvPr/>
        </p:nvSpPr>
        <p:spPr bwMode="auto">
          <a:xfrm>
            <a:off x="8448676" y="4614863"/>
            <a:ext cx="200025" cy="596900"/>
          </a:xfrm>
          <a:custGeom>
            <a:avLst/>
            <a:gdLst>
              <a:gd name="T0" fmla="*/ 2147483646 w 126"/>
              <a:gd name="T1" fmla="*/ 2147483646 h 376"/>
              <a:gd name="T2" fmla="*/ 2147483646 w 126"/>
              <a:gd name="T3" fmla="*/ 0 h 376"/>
              <a:gd name="T4" fmla="*/ 0 w 126"/>
              <a:gd name="T5" fmla="*/ 2147483646 h 376"/>
              <a:gd name="T6" fmla="*/ 2147483646 w 126"/>
              <a:gd name="T7" fmla="*/ 2147483646 h 376"/>
              <a:gd name="T8" fmla="*/ 2147483646 w 126"/>
              <a:gd name="T9" fmla="*/ 2147483646 h 37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6"/>
              <a:gd name="T16" fmla="*/ 0 h 376"/>
              <a:gd name="T17" fmla="*/ 126 w 126"/>
              <a:gd name="T18" fmla="*/ 376 h 37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6" h="376">
                <a:moveTo>
                  <a:pt x="126" y="8"/>
                </a:moveTo>
                <a:lnTo>
                  <a:pt x="108" y="0"/>
                </a:lnTo>
                <a:lnTo>
                  <a:pt x="0" y="368"/>
                </a:lnTo>
                <a:lnTo>
                  <a:pt x="18" y="376"/>
                </a:lnTo>
                <a:lnTo>
                  <a:pt x="126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51" name="Oval 136">
            <a:extLst>
              <a:ext uri="{FF2B5EF4-FFF2-40B4-BE49-F238E27FC236}">
                <a16:creationId xmlns:a16="http://schemas.microsoft.com/office/drawing/2014/main" id="{CF04D76D-70DC-3C20-F81F-EC1764F54C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8638" y="2592389"/>
            <a:ext cx="800100" cy="43973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4952" name="Oval 137">
            <a:extLst>
              <a:ext uri="{FF2B5EF4-FFF2-40B4-BE49-F238E27FC236}">
                <a16:creationId xmlns:a16="http://schemas.microsoft.com/office/drawing/2014/main" id="{C736180A-CF1E-D4C7-E5FD-511C9B0932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8638" y="2593976"/>
            <a:ext cx="800100" cy="436563"/>
          </a:xfrm>
          <a:prstGeom prst="ellipse">
            <a:avLst/>
          </a:prstGeom>
          <a:noFill/>
          <a:ln w="57150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4953" name="Rectangle 138">
            <a:extLst>
              <a:ext uri="{FF2B5EF4-FFF2-40B4-BE49-F238E27FC236}">
                <a16:creationId xmlns:a16="http://schemas.microsoft.com/office/drawing/2014/main" id="{8636B1EC-E4E2-CF77-3BEF-DEDA9AF5F4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0089" y="2708275"/>
            <a:ext cx="407163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00">
                <a:solidFill>
                  <a:srgbClr val="0000FF"/>
                </a:solidFill>
                <a:latin typeface="Times New Roman" panose="02020603050405020304" pitchFamily="18" charset="0"/>
              </a:rPr>
              <a:t>JFK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4954" name="Freeform 139">
            <a:extLst>
              <a:ext uri="{FF2B5EF4-FFF2-40B4-BE49-F238E27FC236}">
                <a16:creationId xmlns:a16="http://schemas.microsoft.com/office/drawing/2014/main" id="{A54031C3-FED7-00F7-E172-E2DD00A7EFE5}"/>
              </a:ext>
            </a:extLst>
          </p:cNvPr>
          <p:cNvSpPr>
            <a:spLocks/>
          </p:cNvSpPr>
          <p:nvPr/>
        </p:nvSpPr>
        <p:spPr bwMode="auto">
          <a:xfrm>
            <a:off x="5948364" y="4964114"/>
            <a:ext cx="28575" cy="26987"/>
          </a:xfrm>
          <a:custGeom>
            <a:avLst/>
            <a:gdLst>
              <a:gd name="T0" fmla="*/ 2147483646 w 18"/>
              <a:gd name="T1" fmla="*/ 0 h 17"/>
              <a:gd name="T2" fmla="*/ 0 w 18"/>
              <a:gd name="T3" fmla="*/ 2147483646 h 17"/>
              <a:gd name="T4" fmla="*/ 2147483646 w 18"/>
              <a:gd name="T5" fmla="*/ 2147483646 h 17"/>
              <a:gd name="T6" fmla="*/ 2147483646 w 18"/>
              <a:gd name="T7" fmla="*/ 2147483646 h 17"/>
              <a:gd name="T8" fmla="*/ 2147483646 w 18"/>
              <a:gd name="T9" fmla="*/ 2147483646 h 17"/>
              <a:gd name="T10" fmla="*/ 2147483646 w 18"/>
              <a:gd name="T11" fmla="*/ 2147483646 h 17"/>
              <a:gd name="T12" fmla="*/ 2147483646 w 18"/>
              <a:gd name="T13" fmla="*/ 0 h 17"/>
              <a:gd name="T14" fmla="*/ 2147483646 w 18"/>
              <a:gd name="T15" fmla="*/ 0 h 17"/>
              <a:gd name="T16" fmla="*/ 2147483646 w 18"/>
              <a:gd name="T17" fmla="*/ 0 h 17"/>
              <a:gd name="T18" fmla="*/ 2147483646 w 18"/>
              <a:gd name="T19" fmla="*/ 0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7"/>
              <a:gd name="T32" fmla="*/ 18 w 18"/>
              <a:gd name="T33" fmla="*/ 17 h 17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7">
                <a:moveTo>
                  <a:pt x="9" y="0"/>
                </a:moveTo>
                <a:lnTo>
                  <a:pt x="0" y="9"/>
                </a:lnTo>
                <a:lnTo>
                  <a:pt x="9" y="9"/>
                </a:lnTo>
                <a:lnTo>
                  <a:pt x="9" y="17"/>
                </a:lnTo>
                <a:lnTo>
                  <a:pt x="18" y="9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55" name="Freeform 140">
            <a:extLst>
              <a:ext uri="{FF2B5EF4-FFF2-40B4-BE49-F238E27FC236}">
                <a16:creationId xmlns:a16="http://schemas.microsoft.com/office/drawing/2014/main" id="{46AEA9A8-4BF1-847A-0A35-D9F7A593A944}"/>
              </a:ext>
            </a:extLst>
          </p:cNvPr>
          <p:cNvSpPr>
            <a:spLocks/>
          </p:cNvSpPr>
          <p:nvPr/>
        </p:nvSpPr>
        <p:spPr bwMode="auto">
          <a:xfrm>
            <a:off x="5819775" y="4822826"/>
            <a:ext cx="185738" cy="180975"/>
          </a:xfrm>
          <a:custGeom>
            <a:avLst/>
            <a:gdLst>
              <a:gd name="T0" fmla="*/ 2147483646 w 117"/>
              <a:gd name="T1" fmla="*/ 2147483646 h 114"/>
              <a:gd name="T2" fmla="*/ 2147483646 w 117"/>
              <a:gd name="T3" fmla="*/ 2147483646 h 114"/>
              <a:gd name="T4" fmla="*/ 0 w 117"/>
              <a:gd name="T5" fmla="*/ 0 h 114"/>
              <a:gd name="T6" fmla="*/ 2147483646 w 117"/>
              <a:gd name="T7" fmla="*/ 2147483646 h 114"/>
              <a:gd name="T8" fmla="*/ 2147483646 w 117"/>
              <a:gd name="T9" fmla="*/ 2147483646 h 11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"/>
              <a:gd name="T16" fmla="*/ 0 h 114"/>
              <a:gd name="T17" fmla="*/ 117 w 117"/>
              <a:gd name="T18" fmla="*/ 114 h 11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" h="114">
                <a:moveTo>
                  <a:pt x="90" y="89"/>
                </a:moveTo>
                <a:lnTo>
                  <a:pt x="63" y="114"/>
                </a:lnTo>
                <a:lnTo>
                  <a:pt x="0" y="0"/>
                </a:lnTo>
                <a:lnTo>
                  <a:pt x="117" y="73"/>
                </a:lnTo>
                <a:lnTo>
                  <a:pt x="90" y="89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56" name="Freeform 141">
            <a:extLst>
              <a:ext uri="{FF2B5EF4-FFF2-40B4-BE49-F238E27FC236}">
                <a16:creationId xmlns:a16="http://schemas.microsoft.com/office/drawing/2014/main" id="{AF3B69D4-1702-5AF1-DE9F-AA3253C89B22}"/>
              </a:ext>
            </a:extLst>
          </p:cNvPr>
          <p:cNvSpPr>
            <a:spLocks/>
          </p:cNvSpPr>
          <p:nvPr/>
        </p:nvSpPr>
        <p:spPr bwMode="auto">
          <a:xfrm>
            <a:off x="5819775" y="4822826"/>
            <a:ext cx="185738" cy="180975"/>
          </a:xfrm>
          <a:custGeom>
            <a:avLst/>
            <a:gdLst>
              <a:gd name="T0" fmla="*/ 2147483646 w 117"/>
              <a:gd name="T1" fmla="*/ 2147483646 h 114"/>
              <a:gd name="T2" fmla="*/ 2147483646 w 117"/>
              <a:gd name="T3" fmla="*/ 2147483646 h 114"/>
              <a:gd name="T4" fmla="*/ 0 w 117"/>
              <a:gd name="T5" fmla="*/ 0 h 114"/>
              <a:gd name="T6" fmla="*/ 2147483646 w 117"/>
              <a:gd name="T7" fmla="*/ 2147483646 h 114"/>
              <a:gd name="T8" fmla="*/ 2147483646 w 117"/>
              <a:gd name="T9" fmla="*/ 2147483646 h 11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"/>
              <a:gd name="T16" fmla="*/ 0 h 114"/>
              <a:gd name="T17" fmla="*/ 117 w 117"/>
              <a:gd name="T18" fmla="*/ 114 h 11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" h="114">
                <a:moveTo>
                  <a:pt x="90" y="89"/>
                </a:moveTo>
                <a:lnTo>
                  <a:pt x="63" y="114"/>
                </a:lnTo>
                <a:lnTo>
                  <a:pt x="0" y="0"/>
                </a:lnTo>
                <a:lnTo>
                  <a:pt x="117" y="73"/>
                </a:lnTo>
                <a:lnTo>
                  <a:pt x="90" y="8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57" name="Freeform 142">
            <a:extLst>
              <a:ext uri="{FF2B5EF4-FFF2-40B4-BE49-F238E27FC236}">
                <a16:creationId xmlns:a16="http://schemas.microsoft.com/office/drawing/2014/main" id="{0A55DF4A-B84F-FBF4-1EDF-FD7DD2BB575A}"/>
              </a:ext>
            </a:extLst>
          </p:cNvPr>
          <p:cNvSpPr>
            <a:spLocks/>
          </p:cNvSpPr>
          <p:nvPr/>
        </p:nvSpPr>
        <p:spPr bwMode="auto">
          <a:xfrm>
            <a:off x="8034339" y="5626100"/>
            <a:ext cx="357187" cy="65088"/>
          </a:xfrm>
          <a:custGeom>
            <a:avLst/>
            <a:gdLst>
              <a:gd name="T0" fmla="*/ 2147483646 w 225"/>
              <a:gd name="T1" fmla="*/ 2147483646 h 41"/>
              <a:gd name="T2" fmla="*/ 2147483646 w 225"/>
              <a:gd name="T3" fmla="*/ 0 h 41"/>
              <a:gd name="T4" fmla="*/ 0 w 225"/>
              <a:gd name="T5" fmla="*/ 2147483646 h 41"/>
              <a:gd name="T6" fmla="*/ 0 w 225"/>
              <a:gd name="T7" fmla="*/ 2147483646 h 41"/>
              <a:gd name="T8" fmla="*/ 0 w 225"/>
              <a:gd name="T9" fmla="*/ 2147483646 h 41"/>
              <a:gd name="T10" fmla="*/ 0 w 225"/>
              <a:gd name="T11" fmla="*/ 2147483646 h 41"/>
              <a:gd name="T12" fmla="*/ 2147483646 w 225"/>
              <a:gd name="T13" fmla="*/ 2147483646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41"/>
              <a:gd name="T23" fmla="*/ 225 w 225"/>
              <a:gd name="T24" fmla="*/ 41 h 4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41">
                <a:moveTo>
                  <a:pt x="225" y="16"/>
                </a:moveTo>
                <a:lnTo>
                  <a:pt x="225" y="0"/>
                </a:lnTo>
                <a:lnTo>
                  <a:pt x="0" y="25"/>
                </a:lnTo>
                <a:lnTo>
                  <a:pt x="0" y="41"/>
                </a:lnTo>
                <a:lnTo>
                  <a:pt x="22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58" name="Freeform 143">
            <a:extLst>
              <a:ext uri="{FF2B5EF4-FFF2-40B4-BE49-F238E27FC236}">
                <a16:creationId xmlns:a16="http://schemas.microsoft.com/office/drawing/2014/main" id="{11427EBB-BA10-D51C-6BCC-A318592F1A3E}"/>
              </a:ext>
            </a:extLst>
          </p:cNvPr>
          <p:cNvSpPr>
            <a:spLocks/>
          </p:cNvSpPr>
          <p:nvPr/>
        </p:nvSpPr>
        <p:spPr bwMode="auto">
          <a:xfrm>
            <a:off x="7677150" y="5665788"/>
            <a:ext cx="357188" cy="25400"/>
          </a:xfrm>
          <a:custGeom>
            <a:avLst/>
            <a:gdLst>
              <a:gd name="T0" fmla="*/ 2147483646 w 225"/>
              <a:gd name="T1" fmla="*/ 2147483646 h 16"/>
              <a:gd name="T2" fmla="*/ 2147483646 w 225"/>
              <a:gd name="T3" fmla="*/ 0 h 16"/>
              <a:gd name="T4" fmla="*/ 0 w 225"/>
              <a:gd name="T5" fmla="*/ 0 h 16"/>
              <a:gd name="T6" fmla="*/ 0 w 225"/>
              <a:gd name="T7" fmla="*/ 0 h 16"/>
              <a:gd name="T8" fmla="*/ 0 w 225"/>
              <a:gd name="T9" fmla="*/ 2147483646 h 16"/>
              <a:gd name="T10" fmla="*/ 0 w 225"/>
              <a:gd name="T11" fmla="*/ 2147483646 h 16"/>
              <a:gd name="T12" fmla="*/ 2147483646 w 225"/>
              <a:gd name="T13" fmla="*/ 2147483646 h 1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16"/>
              <a:gd name="T23" fmla="*/ 225 w 225"/>
              <a:gd name="T24" fmla="*/ 16 h 1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16">
                <a:moveTo>
                  <a:pt x="225" y="16"/>
                </a:moveTo>
                <a:lnTo>
                  <a:pt x="225" y="0"/>
                </a:lnTo>
                <a:lnTo>
                  <a:pt x="0" y="0"/>
                </a:lnTo>
                <a:lnTo>
                  <a:pt x="0" y="16"/>
                </a:lnTo>
                <a:lnTo>
                  <a:pt x="22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59" name="Freeform 144">
            <a:extLst>
              <a:ext uri="{FF2B5EF4-FFF2-40B4-BE49-F238E27FC236}">
                <a16:creationId xmlns:a16="http://schemas.microsoft.com/office/drawing/2014/main" id="{058E47AE-2337-9E6F-0819-0DC2A0F58E49}"/>
              </a:ext>
            </a:extLst>
          </p:cNvPr>
          <p:cNvSpPr>
            <a:spLocks/>
          </p:cNvSpPr>
          <p:nvPr/>
        </p:nvSpPr>
        <p:spPr bwMode="auto">
          <a:xfrm>
            <a:off x="7334250" y="5626100"/>
            <a:ext cx="342900" cy="65088"/>
          </a:xfrm>
          <a:custGeom>
            <a:avLst/>
            <a:gdLst>
              <a:gd name="T0" fmla="*/ 2147483646 w 216"/>
              <a:gd name="T1" fmla="*/ 2147483646 h 41"/>
              <a:gd name="T2" fmla="*/ 2147483646 w 216"/>
              <a:gd name="T3" fmla="*/ 2147483646 h 41"/>
              <a:gd name="T4" fmla="*/ 0 w 216"/>
              <a:gd name="T5" fmla="*/ 0 h 41"/>
              <a:gd name="T6" fmla="*/ 0 w 216"/>
              <a:gd name="T7" fmla="*/ 0 h 41"/>
              <a:gd name="T8" fmla="*/ 0 w 216"/>
              <a:gd name="T9" fmla="*/ 2147483646 h 41"/>
              <a:gd name="T10" fmla="*/ 0 w 216"/>
              <a:gd name="T11" fmla="*/ 2147483646 h 41"/>
              <a:gd name="T12" fmla="*/ 2147483646 w 216"/>
              <a:gd name="T13" fmla="*/ 2147483646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41"/>
              <a:gd name="T23" fmla="*/ 216 w 216"/>
              <a:gd name="T24" fmla="*/ 41 h 4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41">
                <a:moveTo>
                  <a:pt x="216" y="41"/>
                </a:moveTo>
                <a:lnTo>
                  <a:pt x="216" y="25"/>
                </a:lnTo>
                <a:lnTo>
                  <a:pt x="0" y="0"/>
                </a:lnTo>
                <a:lnTo>
                  <a:pt x="0" y="16"/>
                </a:lnTo>
                <a:lnTo>
                  <a:pt x="216" y="4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60" name="Freeform 145">
            <a:extLst>
              <a:ext uri="{FF2B5EF4-FFF2-40B4-BE49-F238E27FC236}">
                <a16:creationId xmlns:a16="http://schemas.microsoft.com/office/drawing/2014/main" id="{5122A4DC-E51E-0B87-69D6-B2D519AE0BB6}"/>
              </a:ext>
            </a:extLst>
          </p:cNvPr>
          <p:cNvSpPr>
            <a:spLocks/>
          </p:cNvSpPr>
          <p:nvPr/>
        </p:nvSpPr>
        <p:spPr bwMode="auto">
          <a:xfrm>
            <a:off x="7005638" y="5561014"/>
            <a:ext cx="328612" cy="90487"/>
          </a:xfrm>
          <a:custGeom>
            <a:avLst/>
            <a:gdLst>
              <a:gd name="T0" fmla="*/ 2147483646 w 207"/>
              <a:gd name="T1" fmla="*/ 2147483646 h 57"/>
              <a:gd name="T2" fmla="*/ 2147483646 w 207"/>
              <a:gd name="T3" fmla="*/ 2147483646 h 57"/>
              <a:gd name="T4" fmla="*/ 0 w 207"/>
              <a:gd name="T5" fmla="*/ 0 h 57"/>
              <a:gd name="T6" fmla="*/ 2147483646 w 207"/>
              <a:gd name="T7" fmla="*/ 0 h 57"/>
              <a:gd name="T8" fmla="*/ 0 w 207"/>
              <a:gd name="T9" fmla="*/ 2147483646 h 57"/>
              <a:gd name="T10" fmla="*/ 0 w 207"/>
              <a:gd name="T11" fmla="*/ 2147483646 h 57"/>
              <a:gd name="T12" fmla="*/ 2147483646 w 207"/>
              <a:gd name="T13" fmla="*/ 2147483646 h 5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07"/>
              <a:gd name="T22" fmla="*/ 0 h 57"/>
              <a:gd name="T23" fmla="*/ 207 w 207"/>
              <a:gd name="T24" fmla="*/ 57 h 5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07" h="57">
                <a:moveTo>
                  <a:pt x="207" y="57"/>
                </a:moveTo>
                <a:lnTo>
                  <a:pt x="207" y="41"/>
                </a:lnTo>
                <a:lnTo>
                  <a:pt x="0" y="0"/>
                </a:lnTo>
                <a:lnTo>
                  <a:pt x="9" y="0"/>
                </a:lnTo>
                <a:lnTo>
                  <a:pt x="0" y="17"/>
                </a:lnTo>
                <a:lnTo>
                  <a:pt x="207" y="5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61" name="Freeform 146">
            <a:extLst>
              <a:ext uri="{FF2B5EF4-FFF2-40B4-BE49-F238E27FC236}">
                <a16:creationId xmlns:a16="http://schemas.microsoft.com/office/drawing/2014/main" id="{EA812381-34C8-0061-73EE-79D1BC644A42}"/>
              </a:ext>
            </a:extLst>
          </p:cNvPr>
          <p:cNvSpPr>
            <a:spLocks/>
          </p:cNvSpPr>
          <p:nvPr/>
        </p:nvSpPr>
        <p:spPr bwMode="auto">
          <a:xfrm>
            <a:off x="6705601" y="5457826"/>
            <a:ext cx="314325" cy="130175"/>
          </a:xfrm>
          <a:custGeom>
            <a:avLst/>
            <a:gdLst>
              <a:gd name="T0" fmla="*/ 2147483646 w 198"/>
              <a:gd name="T1" fmla="*/ 2147483646 h 82"/>
              <a:gd name="T2" fmla="*/ 2147483646 w 198"/>
              <a:gd name="T3" fmla="*/ 2147483646 h 82"/>
              <a:gd name="T4" fmla="*/ 2147483646 w 198"/>
              <a:gd name="T5" fmla="*/ 0 h 82"/>
              <a:gd name="T6" fmla="*/ 2147483646 w 198"/>
              <a:gd name="T7" fmla="*/ 0 h 82"/>
              <a:gd name="T8" fmla="*/ 0 w 198"/>
              <a:gd name="T9" fmla="*/ 2147483646 h 82"/>
              <a:gd name="T10" fmla="*/ 0 w 198"/>
              <a:gd name="T11" fmla="*/ 2147483646 h 82"/>
              <a:gd name="T12" fmla="*/ 2147483646 w 198"/>
              <a:gd name="T13" fmla="*/ 2147483646 h 8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98"/>
              <a:gd name="T22" fmla="*/ 0 h 82"/>
              <a:gd name="T23" fmla="*/ 198 w 198"/>
              <a:gd name="T24" fmla="*/ 82 h 8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98" h="82">
                <a:moveTo>
                  <a:pt x="189" y="82"/>
                </a:moveTo>
                <a:lnTo>
                  <a:pt x="198" y="65"/>
                </a:lnTo>
                <a:lnTo>
                  <a:pt x="9" y="0"/>
                </a:lnTo>
                <a:lnTo>
                  <a:pt x="0" y="16"/>
                </a:lnTo>
                <a:lnTo>
                  <a:pt x="189" y="8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62" name="Freeform 147">
            <a:extLst>
              <a:ext uri="{FF2B5EF4-FFF2-40B4-BE49-F238E27FC236}">
                <a16:creationId xmlns:a16="http://schemas.microsoft.com/office/drawing/2014/main" id="{80F634EA-85FC-D755-9CB8-D46285BEC1F3}"/>
              </a:ext>
            </a:extLst>
          </p:cNvPr>
          <p:cNvSpPr>
            <a:spLocks/>
          </p:cNvSpPr>
          <p:nvPr/>
        </p:nvSpPr>
        <p:spPr bwMode="auto">
          <a:xfrm>
            <a:off x="6419850" y="5327651"/>
            <a:ext cx="300038" cy="155575"/>
          </a:xfrm>
          <a:custGeom>
            <a:avLst/>
            <a:gdLst>
              <a:gd name="T0" fmla="*/ 2147483646 w 189"/>
              <a:gd name="T1" fmla="*/ 2147483646 h 98"/>
              <a:gd name="T2" fmla="*/ 2147483646 w 189"/>
              <a:gd name="T3" fmla="*/ 2147483646 h 98"/>
              <a:gd name="T4" fmla="*/ 2147483646 w 189"/>
              <a:gd name="T5" fmla="*/ 0 h 98"/>
              <a:gd name="T6" fmla="*/ 2147483646 w 189"/>
              <a:gd name="T7" fmla="*/ 0 h 98"/>
              <a:gd name="T8" fmla="*/ 0 w 189"/>
              <a:gd name="T9" fmla="*/ 2147483646 h 98"/>
              <a:gd name="T10" fmla="*/ 0 w 189"/>
              <a:gd name="T11" fmla="*/ 2147483646 h 98"/>
              <a:gd name="T12" fmla="*/ 2147483646 w 189"/>
              <a:gd name="T13" fmla="*/ 2147483646 h 9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98"/>
              <a:gd name="T23" fmla="*/ 189 w 189"/>
              <a:gd name="T24" fmla="*/ 98 h 9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98">
                <a:moveTo>
                  <a:pt x="180" y="98"/>
                </a:moveTo>
                <a:lnTo>
                  <a:pt x="189" y="82"/>
                </a:lnTo>
                <a:lnTo>
                  <a:pt x="9" y="0"/>
                </a:lnTo>
                <a:lnTo>
                  <a:pt x="0" y="17"/>
                </a:lnTo>
                <a:lnTo>
                  <a:pt x="180" y="9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63" name="Freeform 148">
            <a:extLst>
              <a:ext uri="{FF2B5EF4-FFF2-40B4-BE49-F238E27FC236}">
                <a16:creationId xmlns:a16="http://schemas.microsoft.com/office/drawing/2014/main" id="{8F009E41-7CED-B637-A0C7-6900C0997CED}"/>
              </a:ext>
            </a:extLst>
          </p:cNvPr>
          <p:cNvSpPr>
            <a:spLocks/>
          </p:cNvSpPr>
          <p:nvPr/>
        </p:nvSpPr>
        <p:spPr bwMode="auto">
          <a:xfrm>
            <a:off x="6162676" y="5159376"/>
            <a:ext cx="271463" cy="195263"/>
          </a:xfrm>
          <a:custGeom>
            <a:avLst/>
            <a:gdLst>
              <a:gd name="T0" fmla="*/ 2147483646 w 171"/>
              <a:gd name="T1" fmla="*/ 2147483646 h 123"/>
              <a:gd name="T2" fmla="*/ 2147483646 w 171"/>
              <a:gd name="T3" fmla="*/ 2147483646 h 123"/>
              <a:gd name="T4" fmla="*/ 2147483646 w 171"/>
              <a:gd name="T5" fmla="*/ 0 h 123"/>
              <a:gd name="T6" fmla="*/ 2147483646 w 171"/>
              <a:gd name="T7" fmla="*/ 2147483646 h 123"/>
              <a:gd name="T8" fmla="*/ 0 w 171"/>
              <a:gd name="T9" fmla="*/ 2147483646 h 123"/>
              <a:gd name="T10" fmla="*/ 2147483646 w 171"/>
              <a:gd name="T11" fmla="*/ 2147483646 h 123"/>
              <a:gd name="T12" fmla="*/ 2147483646 w 171"/>
              <a:gd name="T13" fmla="*/ 2147483646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71"/>
              <a:gd name="T22" fmla="*/ 0 h 123"/>
              <a:gd name="T23" fmla="*/ 171 w 171"/>
              <a:gd name="T24" fmla="*/ 123 h 12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71" h="123">
                <a:moveTo>
                  <a:pt x="162" y="123"/>
                </a:moveTo>
                <a:lnTo>
                  <a:pt x="171" y="106"/>
                </a:lnTo>
                <a:lnTo>
                  <a:pt x="18" y="0"/>
                </a:lnTo>
                <a:lnTo>
                  <a:pt x="18" y="8"/>
                </a:lnTo>
                <a:lnTo>
                  <a:pt x="0" y="16"/>
                </a:lnTo>
                <a:lnTo>
                  <a:pt x="9" y="16"/>
                </a:lnTo>
                <a:lnTo>
                  <a:pt x="162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64" name="Freeform 149">
            <a:extLst>
              <a:ext uri="{FF2B5EF4-FFF2-40B4-BE49-F238E27FC236}">
                <a16:creationId xmlns:a16="http://schemas.microsoft.com/office/drawing/2014/main" id="{A3B4BF85-C2CE-184F-7679-2F154779742C}"/>
              </a:ext>
            </a:extLst>
          </p:cNvPr>
          <p:cNvSpPr>
            <a:spLocks/>
          </p:cNvSpPr>
          <p:nvPr/>
        </p:nvSpPr>
        <p:spPr bwMode="auto">
          <a:xfrm>
            <a:off x="5948364" y="4964113"/>
            <a:ext cx="242887" cy="220662"/>
          </a:xfrm>
          <a:custGeom>
            <a:avLst/>
            <a:gdLst>
              <a:gd name="T0" fmla="*/ 2147483646 w 153"/>
              <a:gd name="T1" fmla="*/ 2147483646 h 139"/>
              <a:gd name="T2" fmla="*/ 2147483646 w 153"/>
              <a:gd name="T3" fmla="*/ 2147483646 h 139"/>
              <a:gd name="T4" fmla="*/ 2147483646 w 153"/>
              <a:gd name="T5" fmla="*/ 0 h 139"/>
              <a:gd name="T6" fmla="*/ 0 w 153"/>
              <a:gd name="T7" fmla="*/ 2147483646 h 139"/>
              <a:gd name="T8" fmla="*/ 2147483646 w 153"/>
              <a:gd name="T9" fmla="*/ 2147483646 h 13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"/>
              <a:gd name="T16" fmla="*/ 0 h 139"/>
              <a:gd name="T17" fmla="*/ 153 w 153"/>
              <a:gd name="T18" fmla="*/ 139 h 13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" h="139">
                <a:moveTo>
                  <a:pt x="135" y="139"/>
                </a:moveTo>
                <a:lnTo>
                  <a:pt x="153" y="131"/>
                </a:lnTo>
                <a:lnTo>
                  <a:pt x="18" y="0"/>
                </a:lnTo>
                <a:lnTo>
                  <a:pt x="0" y="9"/>
                </a:lnTo>
                <a:lnTo>
                  <a:pt x="135" y="13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65" name="Oval 150">
            <a:extLst>
              <a:ext uri="{FF2B5EF4-FFF2-40B4-BE49-F238E27FC236}">
                <a16:creationId xmlns:a16="http://schemas.microsoft.com/office/drawing/2014/main" id="{267A3BFF-1584-7B3A-0E1B-E00039C06C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1475" y="5418139"/>
            <a:ext cx="800100" cy="4413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4966" name="Oval 151">
            <a:extLst>
              <a:ext uri="{FF2B5EF4-FFF2-40B4-BE49-F238E27FC236}">
                <a16:creationId xmlns:a16="http://schemas.microsoft.com/office/drawing/2014/main" id="{A794DD21-FDD3-EC77-D022-32AF075ACA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1475" y="5421314"/>
            <a:ext cx="800100" cy="434975"/>
          </a:xfrm>
          <a:prstGeom prst="ellipse">
            <a:avLst/>
          </a:prstGeom>
          <a:noFill/>
          <a:ln w="571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4967" name="Rectangle 152">
            <a:extLst>
              <a:ext uri="{FF2B5EF4-FFF2-40B4-BE49-F238E27FC236}">
                <a16:creationId xmlns:a16="http://schemas.microsoft.com/office/drawing/2014/main" id="{49CDA8DC-3F79-A545-251B-71523EAE52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34351" y="5521325"/>
            <a:ext cx="474489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00">
                <a:solidFill>
                  <a:srgbClr val="0000FF"/>
                </a:solidFill>
                <a:latin typeface="Times New Roman" panose="02020603050405020304" pitchFamily="18" charset="0"/>
              </a:rPr>
              <a:t>MIA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4968" name="Oval 153">
            <a:extLst>
              <a:ext uri="{FF2B5EF4-FFF2-40B4-BE49-F238E27FC236}">
                <a16:creationId xmlns:a16="http://schemas.microsoft.com/office/drawing/2014/main" id="{65E0DACF-EBC5-F57C-AA1E-82386CBD35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6950" y="2085976"/>
            <a:ext cx="800100" cy="4413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4969" name="Oval 154">
            <a:extLst>
              <a:ext uri="{FF2B5EF4-FFF2-40B4-BE49-F238E27FC236}">
                <a16:creationId xmlns:a16="http://schemas.microsoft.com/office/drawing/2014/main" id="{6A135718-8370-65B4-D5B2-30D6AFF501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6950" y="2089151"/>
            <a:ext cx="800100" cy="434975"/>
          </a:xfrm>
          <a:prstGeom prst="ellipse">
            <a:avLst/>
          </a:prstGeom>
          <a:noFill/>
          <a:ln w="571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4970" name="Rectangle 155">
            <a:extLst>
              <a:ext uri="{FF2B5EF4-FFF2-40B4-BE49-F238E27FC236}">
                <a16:creationId xmlns:a16="http://schemas.microsoft.com/office/drawing/2014/main" id="{63593F51-B775-C5C0-DCE6-7DB6332BE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1250" y="2201863"/>
            <a:ext cx="514564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00">
                <a:solidFill>
                  <a:srgbClr val="0000FF"/>
                </a:solidFill>
                <a:latin typeface="Times New Roman" panose="02020603050405020304" pitchFamily="18" charset="0"/>
              </a:rPr>
              <a:t>ORD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4971" name="Oval 156">
            <a:extLst>
              <a:ext uri="{FF2B5EF4-FFF2-40B4-BE49-F238E27FC236}">
                <a16:creationId xmlns:a16="http://schemas.microsoft.com/office/drawing/2014/main" id="{E516A8CA-9590-2DDF-383E-011F31DDE9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7950" y="4667250"/>
            <a:ext cx="800100" cy="439738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4972" name="Oval 157">
            <a:extLst>
              <a:ext uri="{FF2B5EF4-FFF2-40B4-BE49-F238E27FC236}">
                <a16:creationId xmlns:a16="http://schemas.microsoft.com/office/drawing/2014/main" id="{C3792F9B-12F3-CA74-AEF2-93B3183203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7950" y="4668838"/>
            <a:ext cx="800100" cy="436562"/>
          </a:xfrm>
          <a:prstGeom prst="ellipse">
            <a:avLst/>
          </a:prstGeom>
          <a:noFill/>
          <a:ln w="571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4973" name="Rectangle 158">
            <a:extLst>
              <a:ext uri="{FF2B5EF4-FFF2-40B4-BE49-F238E27FC236}">
                <a16:creationId xmlns:a16="http://schemas.microsoft.com/office/drawing/2014/main" id="{865C7382-1915-C336-53A8-F43B5B8804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6538" y="4783138"/>
            <a:ext cx="50174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00">
                <a:solidFill>
                  <a:srgbClr val="0000FF"/>
                </a:solidFill>
                <a:latin typeface="Times New Roman" panose="02020603050405020304" pitchFamily="18" charset="0"/>
              </a:rPr>
              <a:t>LAX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4974" name="Oval 159">
            <a:extLst>
              <a:ext uri="{FF2B5EF4-FFF2-40B4-BE49-F238E27FC236}">
                <a16:creationId xmlns:a16="http://schemas.microsoft.com/office/drawing/2014/main" id="{39001DC7-ECBD-BB80-D749-5F17F5C184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9689" y="4419601"/>
            <a:ext cx="814387" cy="4413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4975" name="Oval 160">
            <a:extLst>
              <a:ext uri="{FF2B5EF4-FFF2-40B4-BE49-F238E27FC236}">
                <a16:creationId xmlns:a16="http://schemas.microsoft.com/office/drawing/2014/main" id="{C58D65D4-CFC9-3085-4A3F-59508C88BD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9689" y="4422776"/>
            <a:ext cx="814387" cy="434975"/>
          </a:xfrm>
          <a:prstGeom prst="ellipse">
            <a:avLst/>
          </a:prstGeom>
          <a:noFill/>
          <a:ln w="571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4976" name="Rectangle 161">
            <a:extLst>
              <a:ext uri="{FF2B5EF4-FFF2-40B4-BE49-F238E27FC236}">
                <a16:creationId xmlns:a16="http://schemas.microsoft.com/office/drawing/2014/main" id="{30CB2652-C50A-6E43-EE66-60D70B158C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3989" y="4537075"/>
            <a:ext cx="541815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00">
                <a:solidFill>
                  <a:srgbClr val="0000FF"/>
                </a:solidFill>
                <a:latin typeface="Times New Roman" panose="02020603050405020304" pitchFamily="18" charset="0"/>
              </a:rPr>
              <a:t>DFW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4977" name="Oval 162">
            <a:extLst>
              <a:ext uri="{FF2B5EF4-FFF2-40B4-BE49-F238E27FC236}">
                <a16:creationId xmlns:a16="http://schemas.microsoft.com/office/drawing/2014/main" id="{362C77F0-BAED-74EC-8134-93866A21A3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2213" y="3370264"/>
            <a:ext cx="800100" cy="4413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4978" name="Oval 163">
            <a:extLst>
              <a:ext uri="{FF2B5EF4-FFF2-40B4-BE49-F238E27FC236}">
                <a16:creationId xmlns:a16="http://schemas.microsoft.com/office/drawing/2014/main" id="{80C218D0-2492-731D-4C70-83C3340CFE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2213" y="3373439"/>
            <a:ext cx="800100" cy="434975"/>
          </a:xfrm>
          <a:prstGeom prst="ellipse">
            <a:avLst/>
          </a:prstGeom>
          <a:noFill/>
          <a:ln w="571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4979" name="Rectangle 164">
            <a:extLst>
              <a:ext uri="{FF2B5EF4-FFF2-40B4-BE49-F238E27FC236}">
                <a16:creationId xmlns:a16="http://schemas.microsoft.com/office/drawing/2014/main" id="{D558B19B-11D9-C736-9334-ADD0DA54AD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5089" y="3486150"/>
            <a:ext cx="448841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00">
                <a:solidFill>
                  <a:srgbClr val="0000FF"/>
                </a:solidFill>
                <a:latin typeface="Times New Roman" panose="02020603050405020304" pitchFamily="18" charset="0"/>
              </a:rPr>
              <a:t>SFO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4980" name="Rectangle 165">
            <a:extLst>
              <a:ext uri="{FF2B5EF4-FFF2-40B4-BE49-F238E27FC236}">
                <a16:creationId xmlns:a16="http://schemas.microsoft.com/office/drawing/2014/main" id="{BA43888A-E2BA-FD33-D9AC-EE33F18631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0775" y="2890838"/>
            <a:ext cx="400050" cy="34925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4981" name="Rectangle 166">
            <a:extLst>
              <a:ext uri="{FF2B5EF4-FFF2-40B4-BE49-F238E27FC236}">
                <a16:creationId xmlns:a16="http://schemas.microsoft.com/office/drawing/2014/main" id="{CD04A0A5-8B3A-C46D-4C5E-3AE159990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1" y="2916239"/>
            <a:ext cx="385763" cy="3508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4982" name="Rectangle 167">
            <a:extLst>
              <a:ext uri="{FF2B5EF4-FFF2-40B4-BE49-F238E27FC236}">
                <a16:creationId xmlns:a16="http://schemas.microsoft.com/office/drawing/2014/main" id="{E0D28949-26E9-B586-59D1-9F258B238D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1" y="2917826"/>
            <a:ext cx="385763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4983" name="Rectangle 168">
            <a:extLst>
              <a:ext uri="{FF2B5EF4-FFF2-40B4-BE49-F238E27FC236}">
                <a16:creationId xmlns:a16="http://schemas.microsoft.com/office/drawing/2014/main" id="{9FA75E9D-8162-C286-1D98-B88949C5C0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3638" y="2878139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4984" name="Rectangle 169">
            <a:extLst>
              <a:ext uri="{FF2B5EF4-FFF2-40B4-BE49-F238E27FC236}">
                <a16:creationId xmlns:a16="http://schemas.microsoft.com/office/drawing/2014/main" id="{6726A033-C4D1-792A-0E81-85CFCDF922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6513" y="3033713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4985" name="Rectangle 170">
            <a:extLst>
              <a:ext uri="{FF2B5EF4-FFF2-40B4-BE49-F238E27FC236}">
                <a16:creationId xmlns:a16="http://schemas.microsoft.com/office/drawing/2014/main" id="{1957BB19-A250-F62A-3B02-6C4C2E837F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5063" y="5199063"/>
            <a:ext cx="400050" cy="34925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4986" name="Rectangle 171">
            <a:extLst>
              <a:ext uri="{FF2B5EF4-FFF2-40B4-BE49-F238E27FC236}">
                <a16:creationId xmlns:a16="http://schemas.microsoft.com/office/drawing/2014/main" id="{77589C27-2F50-757D-7A9F-39012F3CF1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6488" y="5224463"/>
            <a:ext cx="385762" cy="3492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4987" name="Rectangle 172">
            <a:extLst>
              <a:ext uri="{FF2B5EF4-FFF2-40B4-BE49-F238E27FC236}">
                <a16:creationId xmlns:a16="http://schemas.microsoft.com/office/drawing/2014/main" id="{C4152E4B-BB5F-05E8-B61A-D158BACF1D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6488" y="5226051"/>
            <a:ext cx="385762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4988" name="Rectangle 173">
            <a:extLst>
              <a:ext uri="{FF2B5EF4-FFF2-40B4-BE49-F238E27FC236}">
                <a16:creationId xmlns:a16="http://schemas.microsoft.com/office/drawing/2014/main" id="{6812FF4F-3A1C-BAC1-175F-22D473E271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7925" y="5186364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4989" name="Rectangle 174">
            <a:extLst>
              <a:ext uri="{FF2B5EF4-FFF2-40B4-BE49-F238E27FC236}">
                <a16:creationId xmlns:a16="http://schemas.microsoft.com/office/drawing/2014/main" id="{D842EBD7-5193-49A5-B644-E16282C311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5341938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4990" name="Rectangle 175">
            <a:extLst>
              <a:ext uri="{FF2B5EF4-FFF2-40B4-BE49-F238E27FC236}">
                <a16:creationId xmlns:a16="http://schemas.microsoft.com/office/drawing/2014/main" id="{DC296C49-D2D1-8690-3D2D-6522EA35B4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6838" y="4978400"/>
            <a:ext cx="400050" cy="36195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4991" name="Rectangle 176">
            <a:extLst>
              <a:ext uri="{FF2B5EF4-FFF2-40B4-BE49-F238E27FC236}">
                <a16:creationId xmlns:a16="http://schemas.microsoft.com/office/drawing/2014/main" id="{F162A04C-043D-A847-8FF6-BE94268DA9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3975" y="5003800"/>
            <a:ext cx="400050" cy="3635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4992" name="Rectangle 177">
            <a:extLst>
              <a:ext uri="{FF2B5EF4-FFF2-40B4-BE49-F238E27FC236}">
                <a16:creationId xmlns:a16="http://schemas.microsoft.com/office/drawing/2014/main" id="{883E40E3-F744-D5DB-3A94-2B7CD98939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3975" y="5005388"/>
            <a:ext cx="400050" cy="360362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4993" name="Rectangle 178">
            <a:extLst>
              <a:ext uri="{FF2B5EF4-FFF2-40B4-BE49-F238E27FC236}">
                <a16:creationId xmlns:a16="http://schemas.microsoft.com/office/drawing/2014/main" id="{06C94498-186E-5BC2-7FD8-C92F615FE1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00" y="4978401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4994" name="Rectangle 179">
            <a:extLst>
              <a:ext uri="{FF2B5EF4-FFF2-40B4-BE49-F238E27FC236}">
                <a16:creationId xmlns:a16="http://schemas.microsoft.com/office/drawing/2014/main" id="{26208C26-B1ED-9896-853E-8B93ED414B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2575" y="5121275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4995" name="Rectangle 180">
            <a:extLst>
              <a:ext uri="{FF2B5EF4-FFF2-40B4-BE49-F238E27FC236}">
                <a16:creationId xmlns:a16="http://schemas.microsoft.com/office/drawing/2014/main" id="{31084878-1A6B-B377-52BF-F2335D653F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4213" y="2112963"/>
            <a:ext cx="385762" cy="34925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4996" name="Rectangle 181">
            <a:extLst>
              <a:ext uri="{FF2B5EF4-FFF2-40B4-BE49-F238E27FC236}">
                <a16:creationId xmlns:a16="http://schemas.microsoft.com/office/drawing/2014/main" id="{43096984-4E5D-B183-E1D4-EBAA1335D2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1351" y="2138364"/>
            <a:ext cx="385763" cy="3635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4997" name="Rectangle 182">
            <a:extLst>
              <a:ext uri="{FF2B5EF4-FFF2-40B4-BE49-F238E27FC236}">
                <a16:creationId xmlns:a16="http://schemas.microsoft.com/office/drawing/2014/main" id="{C56E2B9B-676A-732F-8D3C-594DD619A4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1351" y="2139951"/>
            <a:ext cx="385763" cy="3603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4998" name="Rectangle 183">
            <a:extLst>
              <a:ext uri="{FF2B5EF4-FFF2-40B4-BE49-F238E27FC236}">
                <a16:creationId xmlns:a16="http://schemas.microsoft.com/office/drawing/2014/main" id="{1F852E29-2743-5C93-0685-D7808F90CE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2788" y="2100264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4999" name="Rectangle 184">
            <a:extLst>
              <a:ext uri="{FF2B5EF4-FFF2-40B4-BE49-F238E27FC236}">
                <a16:creationId xmlns:a16="http://schemas.microsoft.com/office/drawing/2014/main" id="{3E6E029A-2D4D-CC96-FB41-5F11D8A984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5663" y="2255838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5000" name="Rectangle 185">
            <a:extLst>
              <a:ext uri="{FF2B5EF4-FFF2-40B4-BE49-F238E27FC236}">
                <a16:creationId xmlns:a16="http://schemas.microsoft.com/office/drawing/2014/main" id="{17939149-537D-9D66-4FD1-5C9A37035A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0038" y="5962650"/>
            <a:ext cx="400050" cy="363538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5001" name="Rectangle 186">
            <a:extLst>
              <a:ext uri="{FF2B5EF4-FFF2-40B4-BE49-F238E27FC236}">
                <a16:creationId xmlns:a16="http://schemas.microsoft.com/office/drawing/2014/main" id="{DFD77AC4-15A1-6FEA-9D53-13C219B726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7175" y="6002338"/>
            <a:ext cx="400050" cy="3492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5002" name="Rectangle 187">
            <a:extLst>
              <a:ext uri="{FF2B5EF4-FFF2-40B4-BE49-F238E27FC236}">
                <a16:creationId xmlns:a16="http://schemas.microsoft.com/office/drawing/2014/main" id="{2C208A16-A399-DCFC-BC37-0693F31B13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7175" y="6003926"/>
            <a:ext cx="400050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5003" name="Rectangle 188">
            <a:extLst>
              <a:ext uri="{FF2B5EF4-FFF2-40B4-BE49-F238E27FC236}">
                <a16:creationId xmlns:a16="http://schemas.microsoft.com/office/drawing/2014/main" id="{BE4D7217-C542-F5DA-CF1D-908718BA1B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48613" y="5964239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5004" name="Rectangle 189">
            <a:extLst>
              <a:ext uri="{FF2B5EF4-FFF2-40B4-BE49-F238E27FC236}">
                <a16:creationId xmlns:a16="http://schemas.microsoft.com/office/drawing/2014/main" id="{F8DED6B1-97CB-DEA2-A40D-1FCB8419D3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5775" y="6105525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t>5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5005" name="Rectangle 190">
            <a:extLst>
              <a:ext uri="{FF2B5EF4-FFF2-40B4-BE49-F238E27FC236}">
                <a16:creationId xmlns:a16="http://schemas.microsoft.com/office/drawing/2014/main" id="{F0325CB9-7DF5-5193-C6D2-10E7891E5E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3026" y="3019425"/>
            <a:ext cx="385763" cy="363538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5006" name="Rectangle 191">
            <a:extLst>
              <a:ext uri="{FF2B5EF4-FFF2-40B4-BE49-F238E27FC236}">
                <a16:creationId xmlns:a16="http://schemas.microsoft.com/office/drawing/2014/main" id="{8AFEB742-991F-E229-61F8-83E87A4405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0163" y="3059113"/>
            <a:ext cx="385762" cy="3492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5007" name="Rectangle 192">
            <a:extLst>
              <a:ext uri="{FF2B5EF4-FFF2-40B4-BE49-F238E27FC236}">
                <a16:creationId xmlns:a16="http://schemas.microsoft.com/office/drawing/2014/main" id="{2527C8B2-5DA1-CE5B-C6FC-80EA1996D5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0163" y="3060701"/>
            <a:ext cx="385762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5008" name="Rectangle 193">
            <a:extLst>
              <a:ext uri="{FF2B5EF4-FFF2-40B4-BE49-F238E27FC236}">
                <a16:creationId xmlns:a16="http://schemas.microsoft.com/office/drawing/2014/main" id="{CFBBACE8-1D3D-60C2-910A-5463C49100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1600" y="3021014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5009" name="Rectangle 194">
            <a:extLst>
              <a:ext uri="{FF2B5EF4-FFF2-40B4-BE49-F238E27FC236}">
                <a16:creationId xmlns:a16="http://schemas.microsoft.com/office/drawing/2014/main" id="{E8070865-F2CA-BCE7-1FAF-907D38DCA2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34475" y="3162300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t>6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pic>
        <p:nvPicPr>
          <p:cNvPr id="35010" name="Picture 195">
            <a:extLst>
              <a:ext uri="{FF2B5EF4-FFF2-40B4-BE49-F238E27FC236}">
                <a16:creationId xmlns:a16="http://schemas.microsoft.com/office/drawing/2014/main" id="{C6E57C3A-19C1-2C82-20F9-B94C773AC9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6913" y="1219200"/>
            <a:ext cx="419100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5011" name="AutoShape 196">
            <a:extLst>
              <a:ext uri="{FF2B5EF4-FFF2-40B4-BE49-F238E27FC236}">
                <a16:creationId xmlns:a16="http://schemas.microsoft.com/office/drawing/2014/main" id="{BDA3C7F5-5618-4156-11F2-2FD37EF51BAA}"/>
              </a:ext>
            </a:extLst>
          </p:cNvPr>
          <p:cNvCxnSpPr>
            <a:cxnSpLocks noChangeShapeType="1"/>
            <a:stCxn id="34966" idx="1"/>
            <a:endCxn id="34969" idx="5"/>
          </p:cNvCxnSpPr>
          <p:nvPr/>
        </p:nvCxnSpPr>
        <p:spPr bwMode="auto">
          <a:xfrm rot="5400000" flipH="1">
            <a:off x="5950744" y="3298032"/>
            <a:ext cx="2967038" cy="1349375"/>
          </a:xfrm>
          <a:prstGeom prst="curvedConnector3">
            <a:avLst>
              <a:gd name="adj1" fmla="val 49972"/>
            </a:avLst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012" name="AutoShape 197">
            <a:extLst>
              <a:ext uri="{FF2B5EF4-FFF2-40B4-BE49-F238E27FC236}">
                <a16:creationId xmlns:a16="http://schemas.microsoft.com/office/drawing/2014/main" id="{3324E50C-DAF1-3D54-0D0B-F5651595C1B6}"/>
              </a:ext>
            </a:extLst>
          </p:cNvPr>
          <p:cNvCxnSpPr>
            <a:cxnSpLocks noChangeShapeType="1"/>
            <a:stCxn id="34966" idx="3"/>
            <a:endCxn id="34978" idx="2"/>
          </p:cNvCxnSpPr>
          <p:nvPr/>
        </p:nvCxnSpPr>
        <p:spPr bwMode="auto">
          <a:xfrm rot="16200000" flipV="1">
            <a:off x="4156075" y="1868488"/>
            <a:ext cx="2230438" cy="5675312"/>
          </a:xfrm>
          <a:prstGeom prst="curvedConnector4">
            <a:avLst>
              <a:gd name="adj1" fmla="val -25125"/>
              <a:gd name="adj2" fmla="val 108838"/>
            </a:avLst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013" name="AutoShape 198">
            <a:extLst>
              <a:ext uri="{FF2B5EF4-FFF2-40B4-BE49-F238E27FC236}">
                <a16:creationId xmlns:a16="http://schemas.microsoft.com/office/drawing/2014/main" id="{FE1F8AC1-5032-4AA1-6786-2639ED821487}"/>
              </a:ext>
            </a:extLst>
          </p:cNvPr>
          <p:cNvCxnSpPr>
            <a:cxnSpLocks noChangeShapeType="1"/>
            <a:stCxn id="34952" idx="3"/>
            <a:endCxn id="34972" idx="7"/>
          </p:cNvCxnSpPr>
          <p:nvPr/>
        </p:nvCxnSpPr>
        <p:spPr bwMode="auto">
          <a:xfrm rot="5400000">
            <a:off x="4944269" y="1381919"/>
            <a:ext cx="1708150" cy="4935538"/>
          </a:xfrm>
          <a:prstGeom prst="curvedConnector3">
            <a:avLst>
              <a:gd name="adj1" fmla="val 50000"/>
            </a:avLst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014" name="AutoShape 199">
            <a:extLst>
              <a:ext uri="{FF2B5EF4-FFF2-40B4-BE49-F238E27FC236}">
                <a16:creationId xmlns:a16="http://schemas.microsoft.com/office/drawing/2014/main" id="{34A23370-EDED-DB66-8455-6298BAFDCFDF}"/>
              </a:ext>
            </a:extLst>
          </p:cNvPr>
          <p:cNvCxnSpPr>
            <a:cxnSpLocks noChangeShapeType="1"/>
            <a:stCxn id="34952" idx="2"/>
            <a:endCxn id="34969" idx="5"/>
          </p:cNvCxnSpPr>
          <p:nvPr/>
        </p:nvCxnSpPr>
        <p:spPr bwMode="auto">
          <a:xfrm rot="10800000">
            <a:off x="6759575" y="2489200"/>
            <a:ext cx="1360488" cy="323850"/>
          </a:xfrm>
          <a:prstGeom prst="curvedConnector2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015" name="AutoShape 200">
            <a:extLst>
              <a:ext uri="{FF2B5EF4-FFF2-40B4-BE49-F238E27FC236}">
                <a16:creationId xmlns:a16="http://schemas.microsoft.com/office/drawing/2014/main" id="{65778CD8-7EE6-5B8F-08BF-D97FBF40F0EC}"/>
              </a:ext>
            </a:extLst>
          </p:cNvPr>
          <p:cNvCxnSpPr>
            <a:cxnSpLocks noChangeShapeType="1"/>
            <a:stCxn id="34972" idx="7"/>
            <a:endCxn id="34975" idx="2"/>
          </p:cNvCxnSpPr>
          <p:nvPr/>
        </p:nvCxnSpPr>
        <p:spPr bwMode="auto">
          <a:xfrm rot="16200000">
            <a:off x="4179094" y="3791744"/>
            <a:ext cx="63500" cy="1760538"/>
          </a:xfrm>
          <a:prstGeom prst="curvedConnector2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016" name="AutoShape 201">
            <a:extLst>
              <a:ext uri="{FF2B5EF4-FFF2-40B4-BE49-F238E27FC236}">
                <a16:creationId xmlns:a16="http://schemas.microsoft.com/office/drawing/2014/main" id="{A3AD98EB-922E-C756-9ECD-AD987DB2B6EE}"/>
              </a:ext>
            </a:extLst>
          </p:cNvPr>
          <p:cNvCxnSpPr>
            <a:cxnSpLocks noChangeShapeType="1"/>
            <a:stCxn id="34817" idx="2"/>
            <a:endCxn id="34977" idx="7"/>
          </p:cNvCxnSpPr>
          <p:nvPr/>
        </p:nvCxnSpPr>
        <p:spPr bwMode="auto">
          <a:xfrm rot="10800000" flipV="1">
            <a:off x="3144838" y="1724026"/>
            <a:ext cx="5561012" cy="1711325"/>
          </a:xfrm>
          <a:prstGeom prst="curvedConnector2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017" name="AutoShape 202">
            <a:extLst>
              <a:ext uri="{FF2B5EF4-FFF2-40B4-BE49-F238E27FC236}">
                <a16:creationId xmlns:a16="http://schemas.microsoft.com/office/drawing/2014/main" id="{0947117C-6D80-58E5-C95D-A831BA73F20B}"/>
              </a:ext>
            </a:extLst>
          </p:cNvPr>
          <p:cNvCxnSpPr>
            <a:cxnSpLocks noChangeShapeType="1"/>
            <a:stCxn id="34817" idx="6"/>
            <a:endCxn id="34971" idx="5"/>
          </p:cNvCxnSpPr>
          <p:nvPr/>
        </p:nvCxnSpPr>
        <p:spPr bwMode="auto">
          <a:xfrm flipH="1">
            <a:off x="3330576" y="1724026"/>
            <a:ext cx="6232525" cy="3317875"/>
          </a:xfrm>
          <a:prstGeom prst="curvedConnector4">
            <a:avLst>
              <a:gd name="adj1" fmla="val -7264"/>
              <a:gd name="adj2" fmla="val 115597"/>
            </a:avLst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018" name="AutoShape 203">
            <a:extLst>
              <a:ext uri="{FF2B5EF4-FFF2-40B4-BE49-F238E27FC236}">
                <a16:creationId xmlns:a16="http://schemas.microsoft.com/office/drawing/2014/main" id="{C89669FA-E43D-509D-E3B5-0E640B68F314}"/>
              </a:ext>
            </a:extLst>
          </p:cNvPr>
          <p:cNvCxnSpPr>
            <a:cxnSpLocks noChangeShapeType="1"/>
            <a:stCxn id="35024" idx="2"/>
            <a:endCxn id="34975" idx="7"/>
          </p:cNvCxnSpPr>
          <p:nvPr/>
        </p:nvCxnSpPr>
        <p:spPr bwMode="auto">
          <a:xfrm flipH="1">
            <a:off x="5815013" y="1724026"/>
            <a:ext cx="2919412" cy="2733675"/>
          </a:xfrm>
          <a:prstGeom prst="straightConnector1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019" name="AutoShape 204">
            <a:extLst>
              <a:ext uri="{FF2B5EF4-FFF2-40B4-BE49-F238E27FC236}">
                <a16:creationId xmlns:a16="http://schemas.microsoft.com/office/drawing/2014/main" id="{B6B0C996-7CAC-AA43-72D0-FD7928A78D55}"/>
              </a:ext>
            </a:extLst>
          </p:cNvPr>
          <p:cNvCxnSpPr>
            <a:cxnSpLocks noChangeShapeType="1"/>
            <a:stCxn id="35024" idx="1"/>
            <a:endCxn id="34969" idx="7"/>
          </p:cNvCxnSpPr>
          <p:nvPr/>
        </p:nvCxnSpPr>
        <p:spPr bwMode="auto">
          <a:xfrm rot="16200000" flipH="1" flipV="1">
            <a:off x="7527926" y="800101"/>
            <a:ext cx="555625" cy="2092325"/>
          </a:xfrm>
          <a:prstGeom prst="curvedConnector3">
            <a:avLst>
              <a:gd name="adj1" fmla="val -18005"/>
            </a:avLst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35020" name="Group 205">
            <a:extLst>
              <a:ext uri="{FF2B5EF4-FFF2-40B4-BE49-F238E27FC236}">
                <a16:creationId xmlns:a16="http://schemas.microsoft.com/office/drawing/2014/main" id="{CA6A43EF-C510-E319-F5DF-1AC74F29584F}"/>
              </a:ext>
            </a:extLst>
          </p:cNvPr>
          <p:cNvGrpSpPr>
            <a:grpSpLocks/>
          </p:cNvGrpSpPr>
          <p:nvPr/>
        </p:nvGrpSpPr>
        <p:grpSpPr bwMode="auto">
          <a:xfrm>
            <a:off x="8734425" y="1503364"/>
            <a:ext cx="800100" cy="439737"/>
            <a:chOff x="4542" y="947"/>
            <a:chExt cx="504" cy="277"/>
          </a:xfrm>
        </p:grpSpPr>
        <p:sp>
          <p:nvSpPr>
            <p:cNvPr id="35024" name="Oval 206">
              <a:extLst>
                <a:ext uri="{FF2B5EF4-FFF2-40B4-BE49-F238E27FC236}">
                  <a16:creationId xmlns:a16="http://schemas.microsoft.com/office/drawing/2014/main" id="{E49F253C-D7AA-D651-A96A-DD4ABEED45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2" y="947"/>
              <a:ext cx="504" cy="27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5025" name="Rectangle 207">
              <a:extLst>
                <a:ext uri="{FF2B5EF4-FFF2-40B4-BE49-F238E27FC236}">
                  <a16:creationId xmlns:a16="http://schemas.microsoft.com/office/drawing/2014/main" id="{AE94847F-CAF7-42F6-8970-DD6C5ACDBE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5" y="1002"/>
              <a:ext cx="299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>
                  <a:solidFill>
                    <a:srgbClr val="0000FF"/>
                  </a:solidFill>
                  <a:latin typeface="Times New Roman" panose="02020603050405020304" pitchFamily="18" charset="0"/>
                </a:rPr>
                <a:t>BOS</a:t>
              </a:r>
              <a:endParaRPr lang="en-US" altLang="en-US" sz="1800" b="1">
                <a:latin typeface="Times" panose="02020603050405020304" pitchFamily="18" charset="0"/>
              </a:endParaRPr>
            </a:p>
          </p:txBody>
        </p:sp>
      </p:grpSp>
      <p:cxnSp>
        <p:nvCxnSpPr>
          <p:cNvPr id="35021" name="AutoShape 209">
            <a:extLst>
              <a:ext uri="{FF2B5EF4-FFF2-40B4-BE49-F238E27FC236}">
                <a16:creationId xmlns:a16="http://schemas.microsoft.com/office/drawing/2014/main" id="{B9A192FA-E1C6-C6CE-31D1-D3AE547B5CC3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H="1" flipV="1">
            <a:off x="3917950" y="1068388"/>
            <a:ext cx="1220788" cy="3332162"/>
          </a:xfrm>
          <a:prstGeom prst="curvedConnector3">
            <a:avLst>
              <a:gd name="adj1" fmla="val -21588"/>
            </a:avLst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022" name="AutoShape 210">
            <a:extLst>
              <a:ext uri="{FF2B5EF4-FFF2-40B4-BE49-F238E27FC236}">
                <a16:creationId xmlns:a16="http://schemas.microsoft.com/office/drawing/2014/main" id="{D32592E7-EC3E-3701-6976-8A023AACE75D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2862264" y="3836989"/>
            <a:ext cx="185737" cy="803275"/>
          </a:xfrm>
          <a:prstGeom prst="straightConnector1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023" name="AutoShape 211">
            <a:extLst>
              <a:ext uri="{FF2B5EF4-FFF2-40B4-BE49-F238E27FC236}">
                <a16:creationId xmlns:a16="http://schemas.microsoft.com/office/drawing/2014/main" id="{A06F2556-B6E0-0B0C-3839-EC43D5FFDAA2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 flipV="1">
            <a:off x="3124200" y="2228851"/>
            <a:ext cx="2971800" cy="2411413"/>
          </a:xfrm>
          <a:prstGeom prst="curvedConnector2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Oval 1026">
            <a:extLst>
              <a:ext uri="{FF2B5EF4-FFF2-40B4-BE49-F238E27FC236}">
                <a16:creationId xmlns:a16="http://schemas.microsoft.com/office/drawing/2014/main" id="{F37E186A-DFB0-05D7-EF70-0BF9233EAA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4425" y="1504951"/>
            <a:ext cx="800100" cy="436563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tx2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5842" name="Rectangle 1027">
            <a:extLst>
              <a:ext uri="{FF2B5EF4-FFF2-40B4-BE49-F238E27FC236}">
                <a16:creationId xmlns:a16="http://schemas.microsoft.com/office/drawing/2014/main" id="{273DF4AF-9E3F-35A7-8377-1A913D2B50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228600"/>
            <a:ext cx="7772400" cy="990600"/>
          </a:xfrm>
        </p:spPr>
        <p:txBody>
          <a:bodyPr/>
          <a:lstStyle/>
          <a:p>
            <a:r>
              <a:rPr lang="en-US" altLang="en-US"/>
              <a:t>Floyd-Warshall, Conclusion</a:t>
            </a:r>
          </a:p>
        </p:txBody>
      </p:sp>
      <p:sp>
        <p:nvSpPr>
          <p:cNvPr id="35843" name="Freeform 1028">
            <a:extLst>
              <a:ext uri="{FF2B5EF4-FFF2-40B4-BE49-F238E27FC236}">
                <a16:creationId xmlns:a16="http://schemas.microsoft.com/office/drawing/2014/main" id="{24DACC64-D27E-2F2B-81A2-F3C587686B6E}"/>
              </a:ext>
            </a:extLst>
          </p:cNvPr>
          <p:cNvSpPr>
            <a:spLocks/>
          </p:cNvSpPr>
          <p:nvPr/>
        </p:nvSpPr>
        <p:spPr bwMode="auto">
          <a:xfrm>
            <a:off x="5834064" y="2384425"/>
            <a:ext cx="28575" cy="25400"/>
          </a:xfrm>
          <a:custGeom>
            <a:avLst/>
            <a:gdLst>
              <a:gd name="T0" fmla="*/ 2147483646 w 18"/>
              <a:gd name="T1" fmla="*/ 0 h 16"/>
              <a:gd name="T2" fmla="*/ 2147483646 w 18"/>
              <a:gd name="T3" fmla="*/ 0 h 16"/>
              <a:gd name="T4" fmla="*/ 0 w 18"/>
              <a:gd name="T5" fmla="*/ 0 h 16"/>
              <a:gd name="T6" fmla="*/ 0 w 18"/>
              <a:gd name="T7" fmla="*/ 0 h 16"/>
              <a:gd name="T8" fmla="*/ 0 w 18"/>
              <a:gd name="T9" fmla="*/ 2147483646 h 16"/>
              <a:gd name="T10" fmla="*/ 0 w 18"/>
              <a:gd name="T11" fmla="*/ 2147483646 h 16"/>
              <a:gd name="T12" fmla="*/ 2147483646 w 18"/>
              <a:gd name="T13" fmla="*/ 2147483646 h 16"/>
              <a:gd name="T14" fmla="*/ 2147483646 w 18"/>
              <a:gd name="T15" fmla="*/ 2147483646 h 16"/>
              <a:gd name="T16" fmla="*/ 2147483646 w 18"/>
              <a:gd name="T17" fmla="*/ 0 h 16"/>
              <a:gd name="T18" fmla="*/ 2147483646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18" y="0"/>
                </a:move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lnTo>
                  <a:pt x="0" y="16"/>
                </a:lnTo>
                <a:lnTo>
                  <a:pt x="9" y="16"/>
                </a:lnTo>
                <a:lnTo>
                  <a:pt x="18" y="8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44" name="Freeform 1029">
            <a:extLst>
              <a:ext uri="{FF2B5EF4-FFF2-40B4-BE49-F238E27FC236}">
                <a16:creationId xmlns:a16="http://schemas.microsoft.com/office/drawing/2014/main" id="{590F7868-2DA3-FA6D-09A1-A4E9F043DEAE}"/>
              </a:ext>
            </a:extLst>
          </p:cNvPr>
          <p:cNvSpPr>
            <a:spLocks/>
          </p:cNvSpPr>
          <p:nvPr/>
        </p:nvSpPr>
        <p:spPr bwMode="auto">
          <a:xfrm>
            <a:off x="5834063" y="2319339"/>
            <a:ext cx="214312" cy="130175"/>
          </a:xfrm>
          <a:custGeom>
            <a:avLst/>
            <a:gdLst>
              <a:gd name="T0" fmla="*/ 2147483646 w 135"/>
              <a:gd name="T1" fmla="*/ 2147483646 h 82"/>
              <a:gd name="T2" fmla="*/ 0 w 135"/>
              <a:gd name="T3" fmla="*/ 2147483646 h 82"/>
              <a:gd name="T4" fmla="*/ 2147483646 w 135"/>
              <a:gd name="T5" fmla="*/ 0 h 82"/>
              <a:gd name="T6" fmla="*/ 2147483646 w 135"/>
              <a:gd name="T7" fmla="*/ 2147483646 h 82"/>
              <a:gd name="T8" fmla="*/ 2147483646 w 135"/>
              <a:gd name="T9" fmla="*/ 2147483646 h 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5"/>
              <a:gd name="T16" fmla="*/ 0 h 82"/>
              <a:gd name="T17" fmla="*/ 135 w 135"/>
              <a:gd name="T18" fmla="*/ 82 h 8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5" h="82">
                <a:moveTo>
                  <a:pt x="9" y="49"/>
                </a:moveTo>
                <a:lnTo>
                  <a:pt x="0" y="17"/>
                </a:lnTo>
                <a:lnTo>
                  <a:pt x="135" y="0"/>
                </a:lnTo>
                <a:lnTo>
                  <a:pt x="27" y="82"/>
                </a:lnTo>
                <a:lnTo>
                  <a:pt x="9" y="49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45" name="Freeform 1030">
            <a:extLst>
              <a:ext uri="{FF2B5EF4-FFF2-40B4-BE49-F238E27FC236}">
                <a16:creationId xmlns:a16="http://schemas.microsoft.com/office/drawing/2014/main" id="{A093700E-4CBE-CCAF-990B-63B9E4890495}"/>
              </a:ext>
            </a:extLst>
          </p:cNvPr>
          <p:cNvSpPr>
            <a:spLocks/>
          </p:cNvSpPr>
          <p:nvPr/>
        </p:nvSpPr>
        <p:spPr bwMode="auto">
          <a:xfrm>
            <a:off x="5834063" y="2319339"/>
            <a:ext cx="214312" cy="130175"/>
          </a:xfrm>
          <a:custGeom>
            <a:avLst/>
            <a:gdLst>
              <a:gd name="T0" fmla="*/ 2147483646 w 135"/>
              <a:gd name="T1" fmla="*/ 2147483646 h 82"/>
              <a:gd name="T2" fmla="*/ 0 w 135"/>
              <a:gd name="T3" fmla="*/ 2147483646 h 82"/>
              <a:gd name="T4" fmla="*/ 2147483646 w 135"/>
              <a:gd name="T5" fmla="*/ 0 h 82"/>
              <a:gd name="T6" fmla="*/ 2147483646 w 135"/>
              <a:gd name="T7" fmla="*/ 2147483646 h 82"/>
              <a:gd name="T8" fmla="*/ 2147483646 w 135"/>
              <a:gd name="T9" fmla="*/ 2147483646 h 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5"/>
              <a:gd name="T16" fmla="*/ 0 h 82"/>
              <a:gd name="T17" fmla="*/ 135 w 135"/>
              <a:gd name="T18" fmla="*/ 82 h 8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5" h="82">
                <a:moveTo>
                  <a:pt x="9" y="49"/>
                </a:moveTo>
                <a:lnTo>
                  <a:pt x="0" y="17"/>
                </a:lnTo>
                <a:lnTo>
                  <a:pt x="135" y="0"/>
                </a:lnTo>
                <a:lnTo>
                  <a:pt x="27" y="82"/>
                </a:lnTo>
                <a:lnTo>
                  <a:pt x="9" y="4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46" name="Freeform 1031">
            <a:extLst>
              <a:ext uri="{FF2B5EF4-FFF2-40B4-BE49-F238E27FC236}">
                <a16:creationId xmlns:a16="http://schemas.microsoft.com/office/drawing/2014/main" id="{AA90E3FF-CF51-474F-ABF8-EF9F5246667F}"/>
              </a:ext>
            </a:extLst>
          </p:cNvPr>
          <p:cNvSpPr>
            <a:spLocks/>
          </p:cNvSpPr>
          <p:nvPr/>
        </p:nvSpPr>
        <p:spPr bwMode="auto">
          <a:xfrm>
            <a:off x="3033714" y="4549775"/>
            <a:ext cx="242887" cy="363538"/>
          </a:xfrm>
          <a:custGeom>
            <a:avLst/>
            <a:gdLst>
              <a:gd name="T0" fmla="*/ 0 w 153"/>
              <a:gd name="T1" fmla="*/ 2147483646 h 229"/>
              <a:gd name="T2" fmla="*/ 2147483646 w 153"/>
              <a:gd name="T3" fmla="*/ 2147483646 h 229"/>
              <a:gd name="T4" fmla="*/ 2147483646 w 153"/>
              <a:gd name="T5" fmla="*/ 2147483646 h 229"/>
              <a:gd name="T6" fmla="*/ 2147483646 w 153"/>
              <a:gd name="T7" fmla="*/ 2147483646 h 229"/>
              <a:gd name="T8" fmla="*/ 2147483646 w 153"/>
              <a:gd name="T9" fmla="*/ 0 h 229"/>
              <a:gd name="T10" fmla="*/ 2147483646 w 153"/>
              <a:gd name="T11" fmla="*/ 0 h 229"/>
              <a:gd name="T12" fmla="*/ 0 w 153"/>
              <a:gd name="T13" fmla="*/ 2147483646 h 2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53"/>
              <a:gd name="T22" fmla="*/ 0 h 229"/>
              <a:gd name="T23" fmla="*/ 153 w 153"/>
              <a:gd name="T24" fmla="*/ 229 h 22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53" h="229">
                <a:moveTo>
                  <a:pt x="0" y="221"/>
                </a:moveTo>
                <a:lnTo>
                  <a:pt x="18" y="229"/>
                </a:lnTo>
                <a:lnTo>
                  <a:pt x="153" y="8"/>
                </a:lnTo>
                <a:lnTo>
                  <a:pt x="135" y="0"/>
                </a:lnTo>
                <a:lnTo>
                  <a:pt x="0" y="22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47" name="Freeform 1032">
            <a:extLst>
              <a:ext uri="{FF2B5EF4-FFF2-40B4-BE49-F238E27FC236}">
                <a16:creationId xmlns:a16="http://schemas.microsoft.com/office/drawing/2014/main" id="{25FF3935-750E-12BA-685C-DF12B9430FF1}"/>
              </a:ext>
            </a:extLst>
          </p:cNvPr>
          <p:cNvSpPr>
            <a:spLocks/>
          </p:cNvSpPr>
          <p:nvPr/>
        </p:nvSpPr>
        <p:spPr bwMode="auto">
          <a:xfrm>
            <a:off x="3248025" y="4186239"/>
            <a:ext cx="285750" cy="376237"/>
          </a:xfrm>
          <a:custGeom>
            <a:avLst/>
            <a:gdLst>
              <a:gd name="T0" fmla="*/ 0 w 180"/>
              <a:gd name="T1" fmla="*/ 2147483646 h 237"/>
              <a:gd name="T2" fmla="*/ 2147483646 w 180"/>
              <a:gd name="T3" fmla="*/ 2147483646 h 237"/>
              <a:gd name="T4" fmla="*/ 2147483646 w 180"/>
              <a:gd name="T5" fmla="*/ 2147483646 h 237"/>
              <a:gd name="T6" fmla="*/ 2147483646 w 180"/>
              <a:gd name="T7" fmla="*/ 2147483646 h 237"/>
              <a:gd name="T8" fmla="*/ 2147483646 w 180"/>
              <a:gd name="T9" fmla="*/ 0 h 237"/>
              <a:gd name="T10" fmla="*/ 2147483646 w 180"/>
              <a:gd name="T11" fmla="*/ 0 h 237"/>
              <a:gd name="T12" fmla="*/ 0 w 180"/>
              <a:gd name="T13" fmla="*/ 2147483646 h 23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0"/>
              <a:gd name="T22" fmla="*/ 0 h 237"/>
              <a:gd name="T23" fmla="*/ 180 w 180"/>
              <a:gd name="T24" fmla="*/ 237 h 23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0" h="237">
                <a:moveTo>
                  <a:pt x="0" y="229"/>
                </a:moveTo>
                <a:lnTo>
                  <a:pt x="18" y="237"/>
                </a:lnTo>
                <a:lnTo>
                  <a:pt x="180" y="9"/>
                </a:lnTo>
                <a:lnTo>
                  <a:pt x="162" y="0"/>
                </a:lnTo>
                <a:lnTo>
                  <a:pt x="0" y="22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48" name="Freeform 1033">
            <a:extLst>
              <a:ext uri="{FF2B5EF4-FFF2-40B4-BE49-F238E27FC236}">
                <a16:creationId xmlns:a16="http://schemas.microsoft.com/office/drawing/2014/main" id="{6D1FEBB3-8567-CC59-571F-3D91DB7AB179}"/>
              </a:ext>
            </a:extLst>
          </p:cNvPr>
          <p:cNvSpPr>
            <a:spLocks/>
          </p:cNvSpPr>
          <p:nvPr/>
        </p:nvSpPr>
        <p:spPr bwMode="auto">
          <a:xfrm>
            <a:off x="3505200" y="3824289"/>
            <a:ext cx="342900" cy="376237"/>
          </a:xfrm>
          <a:custGeom>
            <a:avLst/>
            <a:gdLst>
              <a:gd name="T0" fmla="*/ 0 w 216"/>
              <a:gd name="T1" fmla="*/ 2147483646 h 237"/>
              <a:gd name="T2" fmla="*/ 2147483646 w 216"/>
              <a:gd name="T3" fmla="*/ 2147483646 h 237"/>
              <a:gd name="T4" fmla="*/ 2147483646 w 216"/>
              <a:gd name="T5" fmla="*/ 2147483646 h 237"/>
              <a:gd name="T6" fmla="*/ 2147483646 w 216"/>
              <a:gd name="T7" fmla="*/ 2147483646 h 237"/>
              <a:gd name="T8" fmla="*/ 2147483646 w 216"/>
              <a:gd name="T9" fmla="*/ 0 h 237"/>
              <a:gd name="T10" fmla="*/ 2147483646 w 216"/>
              <a:gd name="T11" fmla="*/ 0 h 237"/>
              <a:gd name="T12" fmla="*/ 0 w 216"/>
              <a:gd name="T13" fmla="*/ 2147483646 h 23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237"/>
              <a:gd name="T23" fmla="*/ 216 w 216"/>
              <a:gd name="T24" fmla="*/ 237 h 23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237">
                <a:moveTo>
                  <a:pt x="0" y="228"/>
                </a:moveTo>
                <a:lnTo>
                  <a:pt x="18" y="237"/>
                </a:lnTo>
                <a:lnTo>
                  <a:pt x="216" y="8"/>
                </a:lnTo>
                <a:lnTo>
                  <a:pt x="198" y="0"/>
                </a:lnTo>
                <a:lnTo>
                  <a:pt x="0" y="22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49" name="Freeform 1034">
            <a:extLst>
              <a:ext uri="{FF2B5EF4-FFF2-40B4-BE49-F238E27FC236}">
                <a16:creationId xmlns:a16="http://schemas.microsoft.com/office/drawing/2014/main" id="{1A385AF3-7849-9722-7339-B2B530977E01}"/>
              </a:ext>
            </a:extLst>
          </p:cNvPr>
          <p:cNvSpPr>
            <a:spLocks/>
          </p:cNvSpPr>
          <p:nvPr/>
        </p:nvSpPr>
        <p:spPr bwMode="auto">
          <a:xfrm>
            <a:off x="3819526" y="3448050"/>
            <a:ext cx="385763" cy="388938"/>
          </a:xfrm>
          <a:custGeom>
            <a:avLst/>
            <a:gdLst>
              <a:gd name="T0" fmla="*/ 0 w 243"/>
              <a:gd name="T1" fmla="*/ 2147483646 h 245"/>
              <a:gd name="T2" fmla="*/ 2147483646 w 243"/>
              <a:gd name="T3" fmla="*/ 2147483646 h 245"/>
              <a:gd name="T4" fmla="*/ 2147483646 w 243"/>
              <a:gd name="T5" fmla="*/ 2147483646 h 245"/>
              <a:gd name="T6" fmla="*/ 2147483646 w 243"/>
              <a:gd name="T7" fmla="*/ 2147483646 h 245"/>
              <a:gd name="T8" fmla="*/ 2147483646 w 243"/>
              <a:gd name="T9" fmla="*/ 0 h 245"/>
              <a:gd name="T10" fmla="*/ 2147483646 w 243"/>
              <a:gd name="T11" fmla="*/ 2147483646 h 245"/>
              <a:gd name="T12" fmla="*/ 0 w 243"/>
              <a:gd name="T13" fmla="*/ 2147483646 h 24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3"/>
              <a:gd name="T22" fmla="*/ 0 h 245"/>
              <a:gd name="T23" fmla="*/ 243 w 243"/>
              <a:gd name="T24" fmla="*/ 245 h 24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3" h="245">
                <a:moveTo>
                  <a:pt x="0" y="237"/>
                </a:moveTo>
                <a:lnTo>
                  <a:pt x="18" y="245"/>
                </a:lnTo>
                <a:lnTo>
                  <a:pt x="243" y="16"/>
                </a:lnTo>
                <a:lnTo>
                  <a:pt x="234" y="0"/>
                </a:lnTo>
                <a:lnTo>
                  <a:pt x="225" y="8"/>
                </a:lnTo>
                <a:lnTo>
                  <a:pt x="0" y="23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50" name="Freeform 1035">
            <a:extLst>
              <a:ext uri="{FF2B5EF4-FFF2-40B4-BE49-F238E27FC236}">
                <a16:creationId xmlns:a16="http://schemas.microsoft.com/office/drawing/2014/main" id="{699D0795-E22B-91DB-D6E4-D763B570F633}"/>
              </a:ext>
            </a:extLst>
          </p:cNvPr>
          <p:cNvSpPr>
            <a:spLocks/>
          </p:cNvSpPr>
          <p:nvPr/>
        </p:nvSpPr>
        <p:spPr bwMode="auto">
          <a:xfrm>
            <a:off x="4191001" y="3124200"/>
            <a:ext cx="385763" cy="349250"/>
          </a:xfrm>
          <a:custGeom>
            <a:avLst/>
            <a:gdLst>
              <a:gd name="T0" fmla="*/ 0 w 243"/>
              <a:gd name="T1" fmla="*/ 2147483646 h 220"/>
              <a:gd name="T2" fmla="*/ 2147483646 w 243"/>
              <a:gd name="T3" fmla="*/ 2147483646 h 220"/>
              <a:gd name="T4" fmla="*/ 2147483646 w 243"/>
              <a:gd name="T5" fmla="*/ 2147483646 h 220"/>
              <a:gd name="T6" fmla="*/ 2147483646 w 243"/>
              <a:gd name="T7" fmla="*/ 2147483646 h 220"/>
              <a:gd name="T8" fmla="*/ 2147483646 w 243"/>
              <a:gd name="T9" fmla="*/ 0 h 220"/>
              <a:gd name="T10" fmla="*/ 2147483646 w 243"/>
              <a:gd name="T11" fmla="*/ 0 h 220"/>
              <a:gd name="T12" fmla="*/ 0 w 243"/>
              <a:gd name="T13" fmla="*/ 2147483646 h 22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3"/>
              <a:gd name="T22" fmla="*/ 0 h 220"/>
              <a:gd name="T23" fmla="*/ 243 w 243"/>
              <a:gd name="T24" fmla="*/ 220 h 22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3" h="220">
                <a:moveTo>
                  <a:pt x="0" y="204"/>
                </a:moveTo>
                <a:lnTo>
                  <a:pt x="9" y="220"/>
                </a:lnTo>
                <a:lnTo>
                  <a:pt x="243" y="16"/>
                </a:lnTo>
                <a:lnTo>
                  <a:pt x="234" y="0"/>
                </a:lnTo>
                <a:lnTo>
                  <a:pt x="0" y="20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51" name="Freeform 1036">
            <a:extLst>
              <a:ext uri="{FF2B5EF4-FFF2-40B4-BE49-F238E27FC236}">
                <a16:creationId xmlns:a16="http://schemas.microsoft.com/office/drawing/2014/main" id="{B1FC60CB-6F3F-5714-CC1B-16802C230478}"/>
              </a:ext>
            </a:extLst>
          </p:cNvPr>
          <p:cNvSpPr>
            <a:spLocks/>
          </p:cNvSpPr>
          <p:nvPr/>
        </p:nvSpPr>
        <p:spPr bwMode="auto">
          <a:xfrm>
            <a:off x="4562476" y="2825750"/>
            <a:ext cx="428625" cy="323850"/>
          </a:xfrm>
          <a:custGeom>
            <a:avLst/>
            <a:gdLst>
              <a:gd name="T0" fmla="*/ 0 w 270"/>
              <a:gd name="T1" fmla="*/ 2147483646 h 204"/>
              <a:gd name="T2" fmla="*/ 2147483646 w 270"/>
              <a:gd name="T3" fmla="*/ 2147483646 h 204"/>
              <a:gd name="T4" fmla="*/ 2147483646 w 270"/>
              <a:gd name="T5" fmla="*/ 2147483646 h 204"/>
              <a:gd name="T6" fmla="*/ 2147483646 w 270"/>
              <a:gd name="T7" fmla="*/ 2147483646 h 204"/>
              <a:gd name="T8" fmla="*/ 2147483646 w 270"/>
              <a:gd name="T9" fmla="*/ 0 h 204"/>
              <a:gd name="T10" fmla="*/ 2147483646 w 270"/>
              <a:gd name="T11" fmla="*/ 0 h 204"/>
              <a:gd name="T12" fmla="*/ 0 w 270"/>
              <a:gd name="T13" fmla="*/ 2147483646 h 20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70"/>
              <a:gd name="T22" fmla="*/ 0 h 204"/>
              <a:gd name="T23" fmla="*/ 270 w 270"/>
              <a:gd name="T24" fmla="*/ 204 h 20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70" h="204">
                <a:moveTo>
                  <a:pt x="0" y="188"/>
                </a:moveTo>
                <a:lnTo>
                  <a:pt x="9" y="204"/>
                </a:lnTo>
                <a:lnTo>
                  <a:pt x="270" y="16"/>
                </a:lnTo>
                <a:lnTo>
                  <a:pt x="261" y="0"/>
                </a:lnTo>
                <a:lnTo>
                  <a:pt x="0" y="18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52" name="Freeform 1037">
            <a:extLst>
              <a:ext uri="{FF2B5EF4-FFF2-40B4-BE49-F238E27FC236}">
                <a16:creationId xmlns:a16="http://schemas.microsoft.com/office/drawing/2014/main" id="{2BE17C0C-6B27-A382-914B-3015A6A96E16}"/>
              </a:ext>
            </a:extLst>
          </p:cNvPr>
          <p:cNvSpPr>
            <a:spLocks/>
          </p:cNvSpPr>
          <p:nvPr/>
        </p:nvSpPr>
        <p:spPr bwMode="auto">
          <a:xfrm>
            <a:off x="4976813" y="2579688"/>
            <a:ext cx="442912" cy="271462"/>
          </a:xfrm>
          <a:custGeom>
            <a:avLst/>
            <a:gdLst>
              <a:gd name="T0" fmla="*/ 0 w 279"/>
              <a:gd name="T1" fmla="*/ 2147483646 h 171"/>
              <a:gd name="T2" fmla="*/ 2147483646 w 279"/>
              <a:gd name="T3" fmla="*/ 2147483646 h 171"/>
              <a:gd name="T4" fmla="*/ 2147483646 w 279"/>
              <a:gd name="T5" fmla="*/ 2147483646 h 171"/>
              <a:gd name="T6" fmla="*/ 2147483646 w 279"/>
              <a:gd name="T7" fmla="*/ 2147483646 h 171"/>
              <a:gd name="T8" fmla="*/ 2147483646 w 279"/>
              <a:gd name="T9" fmla="*/ 0 h 171"/>
              <a:gd name="T10" fmla="*/ 2147483646 w 279"/>
              <a:gd name="T11" fmla="*/ 0 h 171"/>
              <a:gd name="T12" fmla="*/ 0 w 279"/>
              <a:gd name="T13" fmla="*/ 2147483646 h 17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79"/>
              <a:gd name="T22" fmla="*/ 0 h 171"/>
              <a:gd name="T23" fmla="*/ 279 w 279"/>
              <a:gd name="T24" fmla="*/ 171 h 17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79" h="171">
                <a:moveTo>
                  <a:pt x="0" y="155"/>
                </a:moveTo>
                <a:lnTo>
                  <a:pt x="9" y="171"/>
                </a:lnTo>
                <a:lnTo>
                  <a:pt x="279" y="16"/>
                </a:lnTo>
                <a:lnTo>
                  <a:pt x="270" y="0"/>
                </a:lnTo>
                <a:lnTo>
                  <a:pt x="0" y="15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53" name="Freeform 1038">
            <a:extLst>
              <a:ext uri="{FF2B5EF4-FFF2-40B4-BE49-F238E27FC236}">
                <a16:creationId xmlns:a16="http://schemas.microsoft.com/office/drawing/2014/main" id="{58A6E748-7F52-0CAE-F3CD-B78F6806E5D0}"/>
              </a:ext>
            </a:extLst>
          </p:cNvPr>
          <p:cNvSpPr>
            <a:spLocks/>
          </p:cNvSpPr>
          <p:nvPr/>
        </p:nvSpPr>
        <p:spPr bwMode="auto">
          <a:xfrm>
            <a:off x="5405438" y="2371726"/>
            <a:ext cx="457200" cy="233363"/>
          </a:xfrm>
          <a:custGeom>
            <a:avLst/>
            <a:gdLst>
              <a:gd name="T0" fmla="*/ 0 w 288"/>
              <a:gd name="T1" fmla="*/ 2147483646 h 147"/>
              <a:gd name="T2" fmla="*/ 2147483646 w 288"/>
              <a:gd name="T3" fmla="*/ 2147483646 h 147"/>
              <a:gd name="T4" fmla="*/ 2147483646 w 288"/>
              <a:gd name="T5" fmla="*/ 2147483646 h 147"/>
              <a:gd name="T6" fmla="*/ 2147483646 w 288"/>
              <a:gd name="T7" fmla="*/ 0 h 147"/>
              <a:gd name="T8" fmla="*/ 0 w 288"/>
              <a:gd name="T9" fmla="*/ 2147483646 h 14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88"/>
              <a:gd name="T16" fmla="*/ 0 h 147"/>
              <a:gd name="T17" fmla="*/ 288 w 288"/>
              <a:gd name="T18" fmla="*/ 147 h 14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88" h="147">
                <a:moveTo>
                  <a:pt x="0" y="131"/>
                </a:moveTo>
                <a:lnTo>
                  <a:pt x="9" y="147"/>
                </a:lnTo>
                <a:lnTo>
                  <a:pt x="288" y="16"/>
                </a:lnTo>
                <a:lnTo>
                  <a:pt x="279" y="0"/>
                </a:lnTo>
                <a:lnTo>
                  <a:pt x="0" y="13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54" name="Freeform 1039">
            <a:extLst>
              <a:ext uri="{FF2B5EF4-FFF2-40B4-BE49-F238E27FC236}">
                <a16:creationId xmlns:a16="http://schemas.microsoft.com/office/drawing/2014/main" id="{54DE3348-A547-0CDB-7D10-4FE164915195}"/>
              </a:ext>
            </a:extLst>
          </p:cNvPr>
          <p:cNvSpPr>
            <a:spLocks/>
          </p:cNvSpPr>
          <p:nvPr/>
        </p:nvSpPr>
        <p:spPr bwMode="auto">
          <a:xfrm>
            <a:off x="3162301" y="5289550"/>
            <a:ext cx="28575" cy="25400"/>
          </a:xfrm>
          <a:custGeom>
            <a:avLst/>
            <a:gdLst>
              <a:gd name="T0" fmla="*/ 2147483646 w 18"/>
              <a:gd name="T1" fmla="*/ 0 h 16"/>
              <a:gd name="T2" fmla="*/ 0 w 18"/>
              <a:gd name="T3" fmla="*/ 2147483646 h 16"/>
              <a:gd name="T4" fmla="*/ 2147483646 w 18"/>
              <a:gd name="T5" fmla="*/ 2147483646 h 16"/>
              <a:gd name="T6" fmla="*/ 2147483646 w 18"/>
              <a:gd name="T7" fmla="*/ 2147483646 h 16"/>
              <a:gd name="T8" fmla="*/ 2147483646 w 18"/>
              <a:gd name="T9" fmla="*/ 2147483646 h 16"/>
              <a:gd name="T10" fmla="*/ 2147483646 w 18"/>
              <a:gd name="T11" fmla="*/ 2147483646 h 16"/>
              <a:gd name="T12" fmla="*/ 2147483646 w 18"/>
              <a:gd name="T13" fmla="*/ 0 h 16"/>
              <a:gd name="T14" fmla="*/ 2147483646 w 18"/>
              <a:gd name="T15" fmla="*/ 0 h 16"/>
              <a:gd name="T16" fmla="*/ 2147483646 w 18"/>
              <a:gd name="T17" fmla="*/ 0 h 16"/>
              <a:gd name="T18" fmla="*/ 2147483646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9" y="0"/>
                </a:moveTo>
                <a:lnTo>
                  <a:pt x="0" y="8"/>
                </a:lnTo>
                <a:lnTo>
                  <a:pt x="9" y="8"/>
                </a:lnTo>
                <a:lnTo>
                  <a:pt x="9" y="16"/>
                </a:lnTo>
                <a:lnTo>
                  <a:pt x="18" y="16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55" name="Freeform 1040">
            <a:extLst>
              <a:ext uri="{FF2B5EF4-FFF2-40B4-BE49-F238E27FC236}">
                <a16:creationId xmlns:a16="http://schemas.microsoft.com/office/drawing/2014/main" id="{57FB5314-1498-EDB9-03DA-3AAAFD4E3F41}"/>
              </a:ext>
            </a:extLst>
          </p:cNvPr>
          <p:cNvSpPr>
            <a:spLocks/>
          </p:cNvSpPr>
          <p:nvPr/>
        </p:nvSpPr>
        <p:spPr bwMode="auto">
          <a:xfrm>
            <a:off x="3062288" y="5133976"/>
            <a:ext cx="171450" cy="193675"/>
          </a:xfrm>
          <a:custGeom>
            <a:avLst/>
            <a:gdLst>
              <a:gd name="T0" fmla="*/ 2147483646 w 108"/>
              <a:gd name="T1" fmla="*/ 2147483646 h 122"/>
              <a:gd name="T2" fmla="*/ 2147483646 w 108"/>
              <a:gd name="T3" fmla="*/ 2147483646 h 122"/>
              <a:gd name="T4" fmla="*/ 0 w 108"/>
              <a:gd name="T5" fmla="*/ 0 h 122"/>
              <a:gd name="T6" fmla="*/ 2147483646 w 108"/>
              <a:gd name="T7" fmla="*/ 2147483646 h 122"/>
              <a:gd name="T8" fmla="*/ 2147483646 w 108"/>
              <a:gd name="T9" fmla="*/ 2147483646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8"/>
              <a:gd name="T16" fmla="*/ 0 h 122"/>
              <a:gd name="T17" fmla="*/ 108 w 108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8" h="122">
                <a:moveTo>
                  <a:pt x="72" y="98"/>
                </a:moveTo>
                <a:lnTo>
                  <a:pt x="36" y="122"/>
                </a:lnTo>
                <a:lnTo>
                  <a:pt x="0" y="0"/>
                </a:lnTo>
                <a:lnTo>
                  <a:pt x="108" y="81"/>
                </a:lnTo>
                <a:lnTo>
                  <a:pt x="72" y="98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56" name="Freeform 1041">
            <a:extLst>
              <a:ext uri="{FF2B5EF4-FFF2-40B4-BE49-F238E27FC236}">
                <a16:creationId xmlns:a16="http://schemas.microsoft.com/office/drawing/2014/main" id="{82C77418-F7EE-DF81-0B9F-AA6875297926}"/>
              </a:ext>
            </a:extLst>
          </p:cNvPr>
          <p:cNvSpPr>
            <a:spLocks/>
          </p:cNvSpPr>
          <p:nvPr/>
        </p:nvSpPr>
        <p:spPr bwMode="auto">
          <a:xfrm>
            <a:off x="3062288" y="5133976"/>
            <a:ext cx="171450" cy="193675"/>
          </a:xfrm>
          <a:custGeom>
            <a:avLst/>
            <a:gdLst>
              <a:gd name="T0" fmla="*/ 2147483646 w 108"/>
              <a:gd name="T1" fmla="*/ 2147483646 h 122"/>
              <a:gd name="T2" fmla="*/ 2147483646 w 108"/>
              <a:gd name="T3" fmla="*/ 2147483646 h 122"/>
              <a:gd name="T4" fmla="*/ 0 w 108"/>
              <a:gd name="T5" fmla="*/ 0 h 122"/>
              <a:gd name="T6" fmla="*/ 2147483646 w 108"/>
              <a:gd name="T7" fmla="*/ 2147483646 h 122"/>
              <a:gd name="T8" fmla="*/ 2147483646 w 108"/>
              <a:gd name="T9" fmla="*/ 2147483646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8"/>
              <a:gd name="T16" fmla="*/ 0 h 122"/>
              <a:gd name="T17" fmla="*/ 108 w 108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8" h="122">
                <a:moveTo>
                  <a:pt x="72" y="98"/>
                </a:moveTo>
                <a:lnTo>
                  <a:pt x="36" y="122"/>
                </a:lnTo>
                <a:lnTo>
                  <a:pt x="0" y="0"/>
                </a:lnTo>
                <a:lnTo>
                  <a:pt x="108" y="81"/>
                </a:lnTo>
                <a:lnTo>
                  <a:pt x="72" y="9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57" name="Freeform 1042">
            <a:extLst>
              <a:ext uri="{FF2B5EF4-FFF2-40B4-BE49-F238E27FC236}">
                <a16:creationId xmlns:a16="http://schemas.microsoft.com/office/drawing/2014/main" id="{7180178D-FCCD-14AA-CB16-FAE8940EA669}"/>
              </a:ext>
            </a:extLst>
          </p:cNvPr>
          <p:cNvSpPr>
            <a:spLocks/>
          </p:cNvSpPr>
          <p:nvPr/>
        </p:nvSpPr>
        <p:spPr bwMode="auto">
          <a:xfrm>
            <a:off x="8105775" y="5626101"/>
            <a:ext cx="300038" cy="180975"/>
          </a:xfrm>
          <a:custGeom>
            <a:avLst/>
            <a:gdLst>
              <a:gd name="T0" fmla="*/ 2147483646 w 189"/>
              <a:gd name="T1" fmla="*/ 2147483646 h 114"/>
              <a:gd name="T2" fmla="*/ 2147483646 w 189"/>
              <a:gd name="T3" fmla="*/ 0 h 114"/>
              <a:gd name="T4" fmla="*/ 0 w 189"/>
              <a:gd name="T5" fmla="*/ 2147483646 h 114"/>
              <a:gd name="T6" fmla="*/ 0 w 189"/>
              <a:gd name="T7" fmla="*/ 2147483646 h 114"/>
              <a:gd name="T8" fmla="*/ 2147483646 w 189"/>
              <a:gd name="T9" fmla="*/ 2147483646 h 114"/>
              <a:gd name="T10" fmla="*/ 2147483646 w 189"/>
              <a:gd name="T11" fmla="*/ 2147483646 h 114"/>
              <a:gd name="T12" fmla="*/ 2147483646 w 189"/>
              <a:gd name="T13" fmla="*/ 2147483646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114"/>
              <a:gd name="T23" fmla="*/ 189 w 189"/>
              <a:gd name="T24" fmla="*/ 114 h 11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114">
                <a:moveTo>
                  <a:pt x="189" y="16"/>
                </a:moveTo>
                <a:lnTo>
                  <a:pt x="180" y="0"/>
                </a:lnTo>
                <a:lnTo>
                  <a:pt x="0" y="98"/>
                </a:lnTo>
                <a:lnTo>
                  <a:pt x="9" y="114"/>
                </a:lnTo>
                <a:lnTo>
                  <a:pt x="18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58" name="Freeform 1043">
            <a:extLst>
              <a:ext uri="{FF2B5EF4-FFF2-40B4-BE49-F238E27FC236}">
                <a16:creationId xmlns:a16="http://schemas.microsoft.com/office/drawing/2014/main" id="{A9DFE351-E499-A2DB-10FF-2F1112E0EBD9}"/>
              </a:ext>
            </a:extLst>
          </p:cNvPr>
          <p:cNvSpPr>
            <a:spLocks/>
          </p:cNvSpPr>
          <p:nvPr/>
        </p:nvSpPr>
        <p:spPr bwMode="auto">
          <a:xfrm>
            <a:off x="7777163" y="5781676"/>
            <a:ext cx="342900" cy="155575"/>
          </a:xfrm>
          <a:custGeom>
            <a:avLst/>
            <a:gdLst>
              <a:gd name="T0" fmla="*/ 2147483646 w 216"/>
              <a:gd name="T1" fmla="*/ 2147483646 h 98"/>
              <a:gd name="T2" fmla="*/ 2147483646 w 216"/>
              <a:gd name="T3" fmla="*/ 0 h 98"/>
              <a:gd name="T4" fmla="*/ 0 w 216"/>
              <a:gd name="T5" fmla="*/ 2147483646 h 98"/>
              <a:gd name="T6" fmla="*/ 0 w 216"/>
              <a:gd name="T7" fmla="*/ 2147483646 h 98"/>
              <a:gd name="T8" fmla="*/ 2147483646 w 216"/>
              <a:gd name="T9" fmla="*/ 2147483646 h 98"/>
              <a:gd name="T10" fmla="*/ 2147483646 w 216"/>
              <a:gd name="T11" fmla="*/ 2147483646 h 98"/>
              <a:gd name="T12" fmla="*/ 2147483646 w 216"/>
              <a:gd name="T13" fmla="*/ 2147483646 h 9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98"/>
              <a:gd name="T23" fmla="*/ 216 w 216"/>
              <a:gd name="T24" fmla="*/ 98 h 9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98">
                <a:moveTo>
                  <a:pt x="216" y="16"/>
                </a:moveTo>
                <a:lnTo>
                  <a:pt x="207" y="0"/>
                </a:lnTo>
                <a:lnTo>
                  <a:pt x="0" y="82"/>
                </a:lnTo>
                <a:lnTo>
                  <a:pt x="9" y="98"/>
                </a:lnTo>
                <a:lnTo>
                  <a:pt x="216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59" name="Freeform 1044">
            <a:extLst>
              <a:ext uri="{FF2B5EF4-FFF2-40B4-BE49-F238E27FC236}">
                <a16:creationId xmlns:a16="http://schemas.microsoft.com/office/drawing/2014/main" id="{A75CFC07-241D-A9EF-D4C4-E36E8624C30B}"/>
              </a:ext>
            </a:extLst>
          </p:cNvPr>
          <p:cNvSpPr>
            <a:spLocks/>
          </p:cNvSpPr>
          <p:nvPr/>
        </p:nvSpPr>
        <p:spPr bwMode="auto">
          <a:xfrm>
            <a:off x="7434264" y="5911850"/>
            <a:ext cx="357187" cy="128588"/>
          </a:xfrm>
          <a:custGeom>
            <a:avLst/>
            <a:gdLst>
              <a:gd name="T0" fmla="*/ 2147483646 w 225"/>
              <a:gd name="T1" fmla="*/ 2147483646 h 81"/>
              <a:gd name="T2" fmla="*/ 2147483646 w 225"/>
              <a:gd name="T3" fmla="*/ 0 h 81"/>
              <a:gd name="T4" fmla="*/ 0 w 225"/>
              <a:gd name="T5" fmla="*/ 2147483646 h 81"/>
              <a:gd name="T6" fmla="*/ 0 w 225"/>
              <a:gd name="T7" fmla="*/ 2147483646 h 81"/>
              <a:gd name="T8" fmla="*/ 0 w 225"/>
              <a:gd name="T9" fmla="*/ 2147483646 h 81"/>
              <a:gd name="T10" fmla="*/ 2147483646 w 225"/>
              <a:gd name="T11" fmla="*/ 2147483646 h 81"/>
              <a:gd name="T12" fmla="*/ 2147483646 w 225"/>
              <a:gd name="T13" fmla="*/ 2147483646 h 8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81"/>
              <a:gd name="T23" fmla="*/ 225 w 225"/>
              <a:gd name="T24" fmla="*/ 81 h 8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81">
                <a:moveTo>
                  <a:pt x="225" y="16"/>
                </a:moveTo>
                <a:lnTo>
                  <a:pt x="216" y="0"/>
                </a:lnTo>
                <a:lnTo>
                  <a:pt x="0" y="65"/>
                </a:lnTo>
                <a:lnTo>
                  <a:pt x="0" y="81"/>
                </a:lnTo>
                <a:lnTo>
                  <a:pt x="9" y="81"/>
                </a:lnTo>
                <a:lnTo>
                  <a:pt x="22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60" name="Freeform 1045">
            <a:extLst>
              <a:ext uri="{FF2B5EF4-FFF2-40B4-BE49-F238E27FC236}">
                <a16:creationId xmlns:a16="http://schemas.microsoft.com/office/drawing/2014/main" id="{88F63D86-EAAF-D756-CAA1-D3AE08ADD92E}"/>
              </a:ext>
            </a:extLst>
          </p:cNvPr>
          <p:cNvSpPr>
            <a:spLocks/>
          </p:cNvSpPr>
          <p:nvPr/>
        </p:nvSpPr>
        <p:spPr bwMode="auto">
          <a:xfrm>
            <a:off x="7062789" y="6015039"/>
            <a:ext cx="371475" cy="103187"/>
          </a:xfrm>
          <a:custGeom>
            <a:avLst/>
            <a:gdLst>
              <a:gd name="T0" fmla="*/ 2147483646 w 234"/>
              <a:gd name="T1" fmla="*/ 2147483646 h 65"/>
              <a:gd name="T2" fmla="*/ 2147483646 w 234"/>
              <a:gd name="T3" fmla="*/ 0 h 65"/>
              <a:gd name="T4" fmla="*/ 0 w 234"/>
              <a:gd name="T5" fmla="*/ 2147483646 h 65"/>
              <a:gd name="T6" fmla="*/ 0 w 234"/>
              <a:gd name="T7" fmla="*/ 2147483646 h 65"/>
              <a:gd name="T8" fmla="*/ 0 w 234"/>
              <a:gd name="T9" fmla="*/ 2147483646 h 65"/>
              <a:gd name="T10" fmla="*/ 0 w 234"/>
              <a:gd name="T11" fmla="*/ 2147483646 h 65"/>
              <a:gd name="T12" fmla="*/ 2147483646 w 234"/>
              <a:gd name="T13" fmla="*/ 2147483646 h 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34"/>
              <a:gd name="T22" fmla="*/ 0 h 65"/>
              <a:gd name="T23" fmla="*/ 234 w 234"/>
              <a:gd name="T24" fmla="*/ 65 h 6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34" h="65">
                <a:moveTo>
                  <a:pt x="234" y="16"/>
                </a:moveTo>
                <a:lnTo>
                  <a:pt x="234" y="0"/>
                </a:lnTo>
                <a:lnTo>
                  <a:pt x="0" y="49"/>
                </a:lnTo>
                <a:lnTo>
                  <a:pt x="0" y="65"/>
                </a:lnTo>
                <a:lnTo>
                  <a:pt x="234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61" name="Freeform 1046">
            <a:extLst>
              <a:ext uri="{FF2B5EF4-FFF2-40B4-BE49-F238E27FC236}">
                <a16:creationId xmlns:a16="http://schemas.microsoft.com/office/drawing/2014/main" id="{AB6A7A1F-F081-F536-00EC-B04B6B1B9598}"/>
              </a:ext>
            </a:extLst>
          </p:cNvPr>
          <p:cNvSpPr>
            <a:spLocks/>
          </p:cNvSpPr>
          <p:nvPr/>
        </p:nvSpPr>
        <p:spPr bwMode="auto">
          <a:xfrm>
            <a:off x="6276976" y="6092825"/>
            <a:ext cx="785813" cy="90488"/>
          </a:xfrm>
          <a:custGeom>
            <a:avLst/>
            <a:gdLst>
              <a:gd name="T0" fmla="*/ 2147483646 w 495"/>
              <a:gd name="T1" fmla="*/ 2147483646 h 57"/>
              <a:gd name="T2" fmla="*/ 2147483646 w 495"/>
              <a:gd name="T3" fmla="*/ 0 h 57"/>
              <a:gd name="T4" fmla="*/ 0 w 495"/>
              <a:gd name="T5" fmla="*/ 2147483646 h 57"/>
              <a:gd name="T6" fmla="*/ 0 w 495"/>
              <a:gd name="T7" fmla="*/ 2147483646 h 57"/>
              <a:gd name="T8" fmla="*/ 0 w 495"/>
              <a:gd name="T9" fmla="*/ 2147483646 h 57"/>
              <a:gd name="T10" fmla="*/ 0 w 495"/>
              <a:gd name="T11" fmla="*/ 2147483646 h 57"/>
              <a:gd name="T12" fmla="*/ 2147483646 w 495"/>
              <a:gd name="T13" fmla="*/ 2147483646 h 5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95"/>
              <a:gd name="T22" fmla="*/ 0 h 57"/>
              <a:gd name="T23" fmla="*/ 495 w 495"/>
              <a:gd name="T24" fmla="*/ 57 h 5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95" h="57">
                <a:moveTo>
                  <a:pt x="495" y="16"/>
                </a:moveTo>
                <a:lnTo>
                  <a:pt x="495" y="0"/>
                </a:lnTo>
                <a:lnTo>
                  <a:pt x="0" y="41"/>
                </a:lnTo>
                <a:lnTo>
                  <a:pt x="0" y="57"/>
                </a:lnTo>
                <a:lnTo>
                  <a:pt x="49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62" name="Freeform 1047">
            <a:extLst>
              <a:ext uri="{FF2B5EF4-FFF2-40B4-BE49-F238E27FC236}">
                <a16:creationId xmlns:a16="http://schemas.microsoft.com/office/drawing/2014/main" id="{D87F4496-72A2-D0E9-2007-8D577B413471}"/>
              </a:ext>
            </a:extLst>
          </p:cNvPr>
          <p:cNvSpPr>
            <a:spLocks/>
          </p:cNvSpPr>
          <p:nvPr/>
        </p:nvSpPr>
        <p:spPr bwMode="auto">
          <a:xfrm>
            <a:off x="5491163" y="6145213"/>
            <a:ext cx="785812" cy="38100"/>
          </a:xfrm>
          <a:custGeom>
            <a:avLst/>
            <a:gdLst>
              <a:gd name="T0" fmla="*/ 2147483646 w 495"/>
              <a:gd name="T1" fmla="*/ 2147483646 h 24"/>
              <a:gd name="T2" fmla="*/ 2147483646 w 495"/>
              <a:gd name="T3" fmla="*/ 2147483646 h 24"/>
              <a:gd name="T4" fmla="*/ 0 w 495"/>
              <a:gd name="T5" fmla="*/ 0 h 24"/>
              <a:gd name="T6" fmla="*/ 0 w 495"/>
              <a:gd name="T7" fmla="*/ 0 h 24"/>
              <a:gd name="T8" fmla="*/ 0 w 495"/>
              <a:gd name="T9" fmla="*/ 2147483646 h 24"/>
              <a:gd name="T10" fmla="*/ 0 w 495"/>
              <a:gd name="T11" fmla="*/ 2147483646 h 24"/>
              <a:gd name="T12" fmla="*/ 2147483646 w 495"/>
              <a:gd name="T13" fmla="*/ 2147483646 h 2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95"/>
              <a:gd name="T22" fmla="*/ 0 h 24"/>
              <a:gd name="T23" fmla="*/ 495 w 495"/>
              <a:gd name="T24" fmla="*/ 24 h 2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95" h="24">
                <a:moveTo>
                  <a:pt x="495" y="24"/>
                </a:moveTo>
                <a:lnTo>
                  <a:pt x="495" y="8"/>
                </a:lnTo>
                <a:lnTo>
                  <a:pt x="0" y="0"/>
                </a:lnTo>
                <a:lnTo>
                  <a:pt x="0" y="16"/>
                </a:lnTo>
                <a:lnTo>
                  <a:pt x="495" y="2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63" name="Freeform 1048">
            <a:extLst>
              <a:ext uri="{FF2B5EF4-FFF2-40B4-BE49-F238E27FC236}">
                <a16:creationId xmlns:a16="http://schemas.microsoft.com/office/drawing/2014/main" id="{D847D23A-EB3E-08A8-DD17-D4C2B03949E5}"/>
              </a:ext>
            </a:extLst>
          </p:cNvPr>
          <p:cNvSpPr>
            <a:spLocks/>
          </p:cNvSpPr>
          <p:nvPr/>
        </p:nvSpPr>
        <p:spPr bwMode="auto">
          <a:xfrm>
            <a:off x="4733925" y="6027739"/>
            <a:ext cx="757238" cy="142875"/>
          </a:xfrm>
          <a:custGeom>
            <a:avLst/>
            <a:gdLst>
              <a:gd name="T0" fmla="*/ 2147483646 w 477"/>
              <a:gd name="T1" fmla="*/ 2147483646 h 90"/>
              <a:gd name="T2" fmla="*/ 2147483646 w 477"/>
              <a:gd name="T3" fmla="*/ 2147483646 h 90"/>
              <a:gd name="T4" fmla="*/ 0 w 477"/>
              <a:gd name="T5" fmla="*/ 0 h 90"/>
              <a:gd name="T6" fmla="*/ 0 w 477"/>
              <a:gd name="T7" fmla="*/ 0 h 90"/>
              <a:gd name="T8" fmla="*/ 0 w 477"/>
              <a:gd name="T9" fmla="*/ 2147483646 h 90"/>
              <a:gd name="T10" fmla="*/ 0 w 477"/>
              <a:gd name="T11" fmla="*/ 2147483646 h 90"/>
              <a:gd name="T12" fmla="*/ 2147483646 w 477"/>
              <a:gd name="T13" fmla="*/ 2147483646 h 9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77"/>
              <a:gd name="T22" fmla="*/ 0 h 90"/>
              <a:gd name="T23" fmla="*/ 477 w 477"/>
              <a:gd name="T24" fmla="*/ 90 h 9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77" h="90">
                <a:moveTo>
                  <a:pt x="477" y="90"/>
                </a:moveTo>
                <a:lnTo>
                  <a:pt x="477" y="74"/>
                </a:lnTo>
                <a:lnTo>
                  <a:pt x="0" y="0"/>
                </a:lnTo>
                <a:lnTo>
                  <a:pt x="0" y="17"/>
                </a:lnTo>
                <a:lnTo>
                  <a:pt x="477" y="9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64" name="Freeform 1049">
            <a:extLst>
              <a:ext uri="{FF2B5EF4-FFF2-40B4-BE49-F238E27FC236}">
                <a16:creationId xmlns:a16="http://schemas.microsoft.com/office/drawing/2014/main" id="{D2748653-68D7-823B-2A5E-0760BFD3B85C}"/>
              </a:ext>
            </a:extLst>
          </p:cNvPr>
          <p:cNvSpPr>
            <a:spLocks/>
          </p:cNvSpPr>
          <p:nvPr/>
        </p:nvSpPr>
        <p:spPr bwMode="auto">
          <a:xfrm>
            <a:off x="4376739" y="5949951"/>
            <a:ext cx="357187" cy="104775"/>
          </a:xfrm>
          <a:custGeom>
            <a:avLst/>
            <a:gdLst>
              <a:gd name="T0" fmla="*/ 2147483646 w 225"/>
              <a:gd name="T1" fmla="*/ 2147483646 h 66"/>
              <a:gd name="T2" fmla="*/ 2147483646 w 225"/>
              <a:gd name="T3" fmla="*/ 2147483646 h 66"/>
              <a:gd name="T4" fmla="*/ 0 w 225"/>
              <a:gd name="T5" fmla="*/ 0 h 66"/>
              <a:gd name="T6" fmla="*/ 2147483646 w 225"/>
              <a:gd name="T7" fmla="*/ 0 h 66"/>
              <a:gd name="T8" fmla="*/ 0 w 225"/>
              <a:gd name="T9" fmla="*/ 2147483646 h 66"/>
              <a:gd name="T10" fmla="*/ 0 w 225"/>
              <a:gd name="T11" fmla="*/ 2147483646 h 66"/>
              <a:gd name="T12" fmla="*/ 2147483646 w 225"/>
              <a:gd name="T13" fmla="*/ 2147483646 h 6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66"/>
              <a:gd name="T23" fmla="*/ 225 w 225"/>
              <a:gd name="T24" fmla="*/ 66 h 6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66">
                <a:moveTo>
                  <a:pt x="225" y="66"/>
                </a:moveTo>
                <a:lnTo>
                  <a:pt x="225" y="49"/>
                </a:lnTo>
                <a:lnTo>
                  <a:pt x="0" y="0"/>
                </a:lnTo>
                <a:lnTo>
                  <a:pt x="9" y="0"/>
                </a:lnTo>
                <a:lnTo>
                  <a:pt x="0" y="17"/>
                </a:lnTo>
                <a:lnTo>
                  <a:pt x="225" y="6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65" name="Freeform 1050">
            <a:extLst>
              <a:ext uri="{FF2B5EF4-FFF2-40B4-BE49-F238E27FC236}">
                <a16:creationId xmlns:a16="http://schemas.microsoft.com/office/drawing/2014/main" id="{BD1A67F1-7FC3-2C2D-0925-A781ED3F91D2}"/>
              </a:ext>
            </a:extLst>
          </p:cNvPr>
          <p:cNvSpPr>
            <a:spLocks/>
          </p:cNvSpPr>
          <p:nvPr/>
        </p:nvSpPr>
        <p:spPr bwMode="auto">
          <a:xfrm>
            <a:off x="4062413" y="5846764"/>
            <a:ext cx="328612" cy="130175"/>
          </a:xfrm>
          <a:custGeom>
            <a:avLst/>
            <a:gdLst>
              <a:gd name="T0" fmla="*/ 2147483646 w 207"/>
              <a:gd name="T1" fmla="*/ 2147483646 h 82"/>
              <a:gd name="T2" fmla="*/ 2147483646 w 207"/>
              <a:gd name="T3" fmla="*/ 2147483646 h 82"/>
              <a:gd name="T4" fmla="*/ 2147483646 w 207"/>
              <a:gd name="T5" fmla="*/ 0 h 82"/>
              <a:gd name="T6" fmla="*/ 2147483646 w 207"/>
              <a:gd name="T7" fmla="*/ 0 h 82"/>
              <a:gd name="T8" fmla="*/ 0 w 207"/>
              <a:gd name="T9" fmla="*/ 2147483646 h 82"/>
              <a:gd name="T10" fmla="*/ 0 w 207"/>
              <a:gd name="T11" fmla="*/ 2147483646 h 82"/>
              <a:gd name="T12" fmla="*/ 2147483646 w 207"/>
              <a:gd name="T13" fmla="*/ 2147483646 h 8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07"/>
              <a:gd name="T22" fmla="*/ 0 h 82"/>
              <a:gd name="T23" fmla="*/ 207 w 207"/>
              <a:gd name="T24" fmla="*/ 82 h 8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07" h="82">
                <a:moveTo>
                  <a:pt x="198" y="82"/>
                </a:moveTo>
                <a:lnTo>
                  <a:pt x="207" y="65"/>
                </a:lnTo>
                <a:lnTo>
                  <a:pt x="9" y="0"/>
                </a:lnTo>
                <a:lnTo>
                  <a:pt x="0" y="16"/>
                </a:lnTo>
                <a:lnTo>
                  <a:pt x="198" y="8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66" name="Freeform 1051">
            <a:extLst>
              <a:ext uri="{FF2B5EF4-FFF2-40B4-BE49-F238E27FC236}">
                <a16:creationId xmlns:a16="http://schemas.microsoft.com/office/drawing/2014/main" id="{22BC611B-FACC-144F-3F66-202D43F98653}"/>
              </a:ext>
            </a:extLst>
          </p:cNvPr>
          <p:cNvSpPr>
            <a:spLocks/>
          </p:cNvSpPr>
          <p:nvPr/>
        </p:nvSpPr>
        <p:spPr bwMode="auto">
          <a:xfrm>
            <a:off x="3776664" y="5729289"/>
            <a:ext cx="300037" cy="142875"/>
          </a:xfrm>
          <a:custGeom>
            <a:avLst/>
            <a:gdLst>
              <a:gd name="T0" fmla="*/ 2147483646 w 189"/>
              <a:gd name="T1" fmla="*/ 2147483646 h 90"/>
              <a:gd name="T2" fmla="*/ 2147483646 w 189"/>
              <a:gd name="T3" fmla="*/ 2147483646 h 90"/>
              <a:gd name="T4" fmla="*/ 2147483646 w 189"/>
              <a:gd name="T5" fmla="*/ 0 h 90"/>
              <a:gd name="T6" fmla="*/ 2147483646 w 189"/>
              <a:gd name="T7" fmla="*/ 0 h 90"/>
              <a:gd name="T8" fmla="*/ 0 w 189"/>
              <a:gd name="T9" fmla="*/ 2147483646 h 90"/>
              <a:gd name="T10" fmla="*/ 0 w 189"/>
              <a:gd name="T11" fmla="*/ 2147483646 h 90"/>
              <a:gd name="T12" fmla="*/ 2147483646 w 189"/>
              <a:gd name="T13" fmla="*/ 2147483646 h 9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90"/>
              <a:gd name="T23" fmla="*/ 189 w 189"/>
              <a:gd name="T24" fmla="*/ 90 h 9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90">
                <a:moveTo>
                  <a:pt x="180" y="90"/>
                </a:moveTo>
                <a:lnTo>
                  <a:pt x="189" y="74"/>
                </a:lnTo>
                <a:lnTo>
                  <a:pt x="9" y="0"/>
                </a:lnTo>
                <a:lnTo>
                  <a:pt x="0" y="17"/>
                </a:lnTo>
                <a:lnTo>
                  <a:pt x="180" y="9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67" name="Freeform 1052">
            <a:extLst>
              <a:ext uri="{FF2B5EF4-FFF2-40B4-BE49-F238E27FC236}">
                <a16:creationId xmlns:a16="http://schemas.microsoft.com/office/drawing/2014/main" id="{61B2A6DE-88D4-CE60-FF7D-EFCCE3788618}"/>
              </a:ext>
            </a:extLst>
          </p:cNvPr>
          <p:cNvSpPr>
            <a:spLocks/>
          </p:cNvSpPr>
          <p:nvPr/>
        </p:nvSpPr>
        <p:spPr bwMode="auto">
          <a:xfrm>
            <a:off x="3519488" y="5600701"/>
            <a:ext cx="271462" cy="155575"/>
          </a:xfrm>
          <a:custGeom>
            <a:avLst/>
            <a:gdLst>
              <a:gd name="T0" fmla="*/ 2147483646 w 171"/>
              <a:gd name="T1" fmla="*/ 2147483646 h 98"/>
              <a:gd name="T2" fmla="*/ 2147483646 w 171"/>
              <a:gd name="T3" fmla="*/ 2147483646 h 98"/>
              <a:gd name="T4" fmla="*/ 2147483646 w 171"/>
              <a:gd name="T5" fmla="*/ 0 h 98"/>
              <a:gd name="T6" fmla="*/ 2147483646 w 171"/>
              <a:gd name="T7" fmla="*/ 0 h 98"/>
              <a:gd name="T8" fmla="*/ 0 w 171"/>
              <a:gd name="T9" fmla="*/ 2147483646 h 98"/>
              <a:gd name="T10" fmla="*/ 0 w 171"/>
              <a:gd name="T11" fmla="*/ 2147483646 h 98"/>
              <a:gd name="T12" fmla="*/ 2147483646 w 171"/>
              <a:gd name="T13" fmla="*/ 2147483646 h 9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71"/>
              <a:gd name="T22" fmla="*/ 0 h 98"/>
              <a:gd name="T23" fmla="*/ 171 w 171"/>
              <a:gd name="T24" fmla="*/ 98 h 9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71" h="98">
                <a:moveTo>
                  <a:pt x="162" y="98"/>
                </a:moveTo>
                <a:lnTo>
                  <a:pt x="171" y="81"/>
                </a:lnTo>
                <a:lnTo>
                  <a:pt x="9" y="0"/>
                </a:lnTo>
                <a:lnTo>
                  <a:pt x="0" y="16"/>
                </a:lnTo>
                <a:lnTo>
                  <a:pt x="162" y="9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68" name="Freeform 1053">
            <a:extLst>
              <a:ext uri="{FF2B5EF4-FFF2-40B4-BE49-F238E27FC236}">
                <a16:creationId xmlns:a16="http://schemas.microsoft.com/office/drawing/2014/main" id="{756F7FB8-E875-BB42-3A06-7BE847D8F4DA}"/>
              </a:ext>
            </a:extLst>
          </p:cNvPr>
          <p:cNvSpPr>
            <a:spLocks/>
          </p:cNvSpPr>
          <p:nvPr/>
        </p:nvSpPr>
        <p:spPr bwMode="auto">
          <a:xfrm>
            <a:off x="3319463" y="5445126"/>
            <a:ext cx="214312" cy="180975"/>
          </a:xfrm>
          <a:custGeom>
            <a:avLst/>
            <a:gdLst>
              <a:gd name="T0" fmla="*/ 2147483646 w 135"/>
              <a:gd name="T1" fmla="*/ 2147483646 h 114"/>
              <a:gd name="T2" fmla="*/ 2147483646 w 135"/>
              <a:gd name="T3" fmla="*/ 2147483646 h 114"/>
              <a:gd name="T4" fmla="*/ 2147483646 w 135"/>
              <a:gd name="T5" fmla="*/ 0 h 114"/>
              <a:gd name="T6" fmla="*/ 2147483646 w 135"/>
              <a:gd name="T7" fmla="*/ 2147483646 h 114"/>
              <a:gd name="T8" fmla="*/ 0 w 135"/>
              <a:gd name="T9" fmla="*/ 2147483646 h 114"/>
              <a:gd name="T10" fmla="*/ 2147483646 w 135"/>
              <a:gd name="T11" fmla="*/ 2147483646 h 114"/>
              <a:gd name="T12" fmla="*/ 2147483646 w 135"/>
              <a:gd name="T13" fmla="*/ 2147483646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35"/>
              <a:gd name="T22" fmla="*/ 0 h 114"/>
              <a:gd name="T23" fmla="*/ 135 w 135"/>
              <a:gd name="T24" fmla="*/ 114 h 11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35" h="114">
                <a:moveTo>
                  <a:pt x="126" y="114"/>
                </a:moveTo>
                <a:lnTo>
                  <a:pt x="135" y="98"/>
                </a:lnTo>
                <a:lnTo>
                  <a:pt x="18" y="0"/>
                </a:lnTo>
                <a:lnTo>
                  <a:pt x="18" y="8"/>
                </a:lnTo>
                <a:lnTo>
                  <a:pt x="0" y="16"/>
                </a:lnTo>
                <a:lnTo>
                  <a:pt x="9" y="16"/>
                </a:lnTo>
                <a:lnTo>
                  <a:pt x="126" y="1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69" name="Freeform 1054">
            <a:extLst>
              <a:ext uri="{FF2B5EF4-FFF2-40B4-BE49-F238E27FC236}">
                <a16:creationId xmlns:a16="http://schemas.microsoft.com/office/drawing/2014/main" id="{CB4DF042-0370-33B4-DDDC-1F06BB8AE9E1}"/>
              </a:ext>
            </a:extLst>
          </p:cNvPr>
          <p:cNvSpPr>
            <a:spLocks/>
          </p:cNvSpPr>
          <p:nvPr/>
        </p:nvSpPr>
        <p:spPr bwMode="auto">
          <a:xfrm>
            <a:off x="3162300" y="5302251"/>
            <a:ext cx="185738" cy="168275"/>
          </a:xfrm>
          <a:custGeom>
            <a:avLst/>
            <a:gdLst>
              <a:gd name="T0" fmla="*/ 2147483646 w 117"/>
              <a:gd name="T1" fmla="*/ 2147483646 h 106"/>
              <a:gd name="T2" fmla="*/ 2147483646 w 117"/>
              <a:gd name="T3" fmla="*/ 2147483646 h 106"/>
              <a:gd name="T4" fmla="*/ 2147483646 w 117"/>
              <a:gd name="T5" fmla="*/ 0 h 106"/>
              <a:gd name="T6" fmla="*/ 0 w 117"/>
              <a:gd name="T7" fmla="*/ 2147483646 h 106"/>
              <a:gd name="T8" fmla="*/ 2147483646 w 117"/>
              <a:gd name="T9" fmla="*/ 2147483646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"/>
              <a:gd name="T16" fmla="*/ 0 h 106"/>
              <a:gd name="T17" fmla="*/ 117 w 117"/>
              <a:gd name="T18" fmla="*/ 106 h 1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" h="106">
                <a:moveTo>
                  <a:pt x="99" y="106"/>
                </a:moveTo>
                <a:lnTo>
                  <a:pt x="117" y="98"/>
                </a:lnTo>
                <a:lnTo>
                  <a:pt x="18" y="0"/>
                </a:lnTo>
                <a:lnTo>
                  <a:pt x="0" y="8"/>
                </a:lnTo>
                <a:lnTo>
                  <a:pt x="99" y="10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70" name="Freeform 1055">
            <a:extLst>
              <a:ext uri="{FF2B5EF4-FFF2-40B4-BE49-F238E27FC236}">
                <a16:creationId xmlns:a16="http://schemas.microsoft.com/office/drawing/2014/main" id="{14CEADD2-58A4-3610-3FFD-4B89EAD7C7A7}"/>
              </a:ext>
            </a:extLst>
          </p:cNvPr>
          <p:cNvSpPr>
            <a:spLocks/>
          </p:cNvSpPr>
          <p:nvPr/>
        </p:nvSpPr>
        <p:spPr bwMode="auto">
          <a:xfrm>
            <a:off x="8834439" y="5302250"/>
            <a:ext cx="28575" cy="25400"/>
          </a:xfrm>
          <a:custGeom>
            <a:avLst/>
            <a:gdLst>
              <a:gd name="T0" fmla="*/ 0 w 18"/>
              <a:gd name="T1" fmla="*/ 2147483646 h 16"/>
              <a:gd name="T2" fmla="*/ 2147483646 w 18"/>
              <a:gd name="T3" fmla="*/ 2147483646 h 16"/>
              <a:gd name="T4" fmla="*/ 2147483646 w 18"/>
              <a:gd name="T5" fmla="*/ 2147483646 h 16"/>
              <a:gd name="T6" fmla="*/ 2147483646 w 18"/>
              <a:gd name="T7" fmla="*/ 2147483646 h 16"/>
              <a:gd name="T8" fmla="*/ 2147483646 w 18"/>
              <a:gd name="T9" fmla="*/ 0 h 16"/>
              <a:gd name="T10" fmla="*/ 2147483646 w 18"/>
              <a:gd name="T11" fmla="*/ 0 h 16"/>
              <a:gd name="T12" fmla="*/ 0 w 18"/>
              <a:gd name="T13" fmla="*/ 0 h 16"/>
              <a:gd name="T14" fmla="*/ 0 w 18"/>
              <a:gd name="T15" fmla="*/ 2147483646 h 16"/>
              <a:gd name="T16" fmla="*/ 0 w 18"/>
              <a:gd name="T17" fmla="*/ 2147483646 h 16"/>
              <a:gd name="T18" fmla="*/ 0 w 18"/>
              <a:gd name="T19" fmla="*/ 2147483646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0" y="16"/>
                </a:moveTo>
                <a:lnTo>
                  <a:pt x="9" y="16"/>
                </a:lnTo>
                <a:lnTo>
                  <a:pt x="18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lnTo>
                  <a:pt x="0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71" name="Freeform 1056">
            <a:extLst>
              <a:ext uri="{FF2B5EF4-FFF2-40B4-BE49-F238E27FC236}">
                <a16:creationId xmlns:a16="http://schemas.microsoft.com/office/drawing/2014/main" id="{E9143334-C6E2-9433-5606-12527C1F8004}"/>
              </a:ext>
            </a:extLst>
          </p:cNvPr>
          <p:cNvSpPr>
            <a:spLocks/>
          </p:cNvSpPr>
          <p:nvPr/>
        </p:nvSpPr>
        <p:spPr bwMode="auto">
          <a:xfrm>
            <a:off x="8691564" y="5289551"/>
            <a:ext cx="200025" cy="168275"/>
          </a:xfrm>
          <a:custGeom>
            <a:avLst/>
            <a:gdLst>
              <a:gd name="T0" fmla="*/ 2147483646 w 126"/>
              <a:gd name="T1" fmla="*/ 2147483646 h 106"/>
              <a:gd name="T2" fmla="*/ 2147483646 w 126"/>
              <a:gd name="T3" fmla="*/ 2147483646 h 106"/>
              <a:gd name="T4" fmla="*/ 0 w 126"/>
              <a:gd name="T5" fmla="*/ 2147483646 h 106"/>
              <a:gd name="T6" fmla="*/ 2147483646 w 126"/>
              <a:gd name="T7" fmla="*/ 0 h 106"/>
              <a:gd name="T8" fmla="*/ 2147483646 w 126"/>
              <a:gd name="T9" fmla="*/ 2147483646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6"/>
              <a:gd name="T16" fmla="*/ 0 h 106"/>
              <a:gd name="T17" fmla="*/ 126 w 126"/>
              <a:gd name="T18" fmla="*/ 106 h 1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6" h="106">
                <a:moveTo>
                  <a:pt x="90" y="24"/>
                </a:moveTo>
                <a:lnTo>
                  <a:pt x="126" y="41"/>
                </a:lnTo>
                <a:lnTo>
                  <a:pt x="0" y="106"/>
                </a:lnTo>
                <a:lnTo>
                  <a:pt x="63" y="0"/>
                </a:lnTo>
                <a:lnTo>
                  <a:pt x="90" y="24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72" name="Freeform 1057">
            <a:extLst>
              <a:ext uri="{FF2B5EF4-FFF2-40B4-BE49-F238E27FC236}">
                <a16:creationId xmlns:a16="http://schemas.microsoft.com/office/drawing/2014/main" id="{0AD04CA0-598D-1EC2-FFC5-7D620F59CAE8}"/>
              </a:ext>
            </a:extLst>
          </p:cNvPr>
          <p:cNvSpPr>
            <a:spLocks/>
          </p:cNvSpPr>
          <p:nvPr/>
        </p:nvSpPr>
        <p:spPr bwMode="auto">
          <a:xfrm>
            <a:off x="8691564" y="5289551"/>
            <a:ext cx="200025" cy="168275"/>
          </a:xfrm>
          <a:custGeom>
            <a:avLst/>
            <a:gdLst>
              <a:gd name="T0" fmla="*/ 2147483646 w 126"/>
              <a:gd name="T1" fmla="*/ 2147483646 h 106"/>
              <a:gd name="T2" fmla="*/ 2147483646 w 126"/>
              <a:gd name="T3" fmla="*/ 2147483646 h 106"/>
              <a:gd name="T4" fmla="*/ 0 w 126"/>
              <a:gd name="T5" fmla="*/ 2147483646 h 106"/>
              <a:gd name="T6" fmla="*/ 2147483646 w 126"/>
              <a:gd name="T7" fmla="*/ 0 h 106"/>
              <a:gd name="T8" fmla="*/ 2147483646 w 126"/>
              <a:gd name="T9" fmla="*/ 2147483646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6"/>
              <a:gd name="T16" fmla="*/ 0 h 106"/>
              <a:gd name="T17" fmla="*/ 126 w 126"/>
              <a:gd name="T18" fmla="*/ 106 h 1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6" h="106">
                <a:moveTo>
                  <a:pt x="90" y="24"/>
                </a:moveTo>
                <a:lnTo>
                  <a:pt x="126" y="41"/>
                </a:lnTo>
                <a:lnTo>
                  <a:pt x="0" y="106"/>
                </a:lnTo>
                <a:lnTo>
                  <a:pt x="63" y="0"/>
                </a:lnTo>
                <a:lnTo>
                  <a:pt x="90" y="2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73" name="Freeform 1058">
            <a:extLst>
              <a:ext uri="{FF2B5EF4-FFF2-40B4-BE49-F238E27FC236}">
                <a16:creationId xmlns:a16="http://schemas.microsoft.com/office/drawing/2014/main" id="{C0123D77-9824-2431-5B60-5973DF74DCC0}"/>
              </a:ext>
            </a:extLst>
          </p:cNvPr>
          <p:cNvSpPr>
            <a:spLocks/>
          </p:cNvSpPr>
          <p:nvPr/>
        </p:nvSpPr>
        <p:spPr bwMode="auto">
          <a:xfrm>
            <a:off x="9120188" y="1697038"/>
            <a:ext cx="228600" cy="246062"/>
          </a:xfrm>
          <a:custGeom>
            <a:avLst/>
            <a:gdLst>
              <a:gd name="T0" fmla="*/ 2147483646 w 144"/>
              <a:gd name="T1" fmla="*/ 0 h 155"/>
              <a:gd name="T2" fmla="*/ 0 w 144"/>
              <a:gd name="T3" fmla="*/ 2147483646 h 155"/>
              <a:gd name="T4" fmla="*/ 2147483646 w 144"/>
              <a:gd name="T5" fmla="*/ 2147483646 h 155"/>
              <a:gd name="T6" fmla="*/ 2147483646 w 144"/>
              <a:gd name="T7" fmla="*/ 2147483646 h 155"/>
              <a:gd name="T8" fmla="*/ 2147483646 w 144"/>
              <a:gd name="T9" fmla="*/ 2147483646 h 155"/>
              <a:gd name="T10" fmla="*/ 2147483646 w 144"/>
              <a:gd name="T11" fmla="*/ 2147483646 h 155"/>
              <a:gd name="T12" fmla="*/ 2147483646 w 144"/>
              <a:gd name="T13" fmla="*/ 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44"/>
              <a:gd name="T22" fmla="*/ 0 h 155"/>
              <a:gd name="T23" fmla="*/ 144 w 144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44" h="155">
                <a:moveTo>
                  <a:pt x="18" y="0"/>
                </a:moveTo>
                <a:lnTo>
                  <a:pt x="0" y="8"/>
                </a:lnTo>
                <a:lnTo>
                  <a:pt x="126" y="155"/>
                </a:lnTo>
                <a:lnTo>
                  <a:pt x="144" y="147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74" name="Freeform 1059">
            <a:extLst>
              <a:ext uri="{FF2B5EF4-FFF2-40B4-BE49-F238E27FC236}">
                <a16:creationId xmlns:a16="http://schemas.microsoft.com/office/drawing/2014/main" id="{572E9237-5523-CB90-E3A3-8D34750513C1}"/>
              </a:ext>
            </a:extLst>
          </p:cNvPr>
          <p:cNvSpPr>
            <a:spLocks/>
          </p:cNvSpPr>
          <p:nvPr/>
        </p:nvSpPr>
        <p:spPr bwMode="auto">
          <a:xfrm>
            <a:off x="9320214" y="1930400"/>
            <a:ext cx="185737" cy="260350"/>
          </a:xfrm>
          <a:custGeom>
            <a:avLst/>
            <a:gdLst>
              <a:gd name="T0" fmla="*/ 2147483646 w 117"/>
              <a:gd name="T1" fmla="*/ 0 h 164"/>
              <a:gd name="T2" fmla="*/ 0 w 117"/>
              <a:gd name="T3" fmla="*/ 2147483646 h 164"/>
              <a:gd name="T4" fmla="*/ 2147483646 w 117"/>
              <a:gd name="T5" fmla="*/ 2147483646 h 164"/>
              <a:gd name="T6" fmla="*/ 2147483646 w 117"/>
              <a:gd name="T7" fmla="*/ 2147483646 h 164"/>
              <a:gd name="T8" fmla="*/ 2147483646 w 117"/>
              <a:gd name="T9" fmla="*/ 2147483646 h 164"/>
              <a:gd name="T10" fmla="*/ 2147483646 w 117"/>
              <a:gd name="T11" fmla="*/ 2147483646 h 164"/>
              <a:gd name="T12" fmla="*/ 2147483646 w 117"/>
              <a:gd name="T13" fmla="*/ 0 h 16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17"/>
              <a:gd name="T22" fmla="*/ 0 h 164"/>
              <a:gd name="T23" fmla="*/ 117 w 117"/>
              <a:gd name="T24" fmla="*/ 164 h 16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17" h="164">
                <a:moveTo>
                  <a:pt x="18" y="0"/>
                </a:moveTo>
                <a:lnTo>
                  <a:pt x="0" y="8"/>
                </a:lnTo>
                <a:lnTo>
                  <a:pt x="99" y="164"/>
                </a:lnTo>
                <a:lnTo>
                  <a:pt x="117" y="155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75" name="Freeform 1060">
            <a:extLst>
              <a:ext uri="{FF2B5EF4-FFF2-40B4-BE49-F238E27FC236}">
                <a16:creationId xmlns:a16="http://schemas.microsoft.com/office/drawing/2014/main" id="{1A534027-FC8C-3BBF-4590-9AA716EB52CC}"/>
              </a:ext>
            </a:extLst>
          </p:cNvPr>
          <p:cNvSpPr>
            <a:spLocks/>
          </p:cNvSpPr>
          <p:nvPr/>
        </p:nvSpPr>
        <p:spPr bwMode="auto">
          <a:xfrm>
            <a:off x="9477376" y="2176463"/>
            <a:ext cx="142875" cy="247650"/>
          </a:xfrm>
          <a:custGeom>
            <a:avLst/>
            <a:gdLst>
              <a:gd name="T0" fmla="*/ 2147483646 w 90"/>
              <a:gd name="T1" fmla="*/ 0 h 156"/>
              <a:gd name="T2" fmla="*/ 0 w 90"/>
              <a:gd name="T3" fmla="*/ 2147483646 h 156"/>
              <a:gd name="T4" fmla="*/ 2147483646 w 90"/>
              <a:gd name="T5" fmla="*/ 2147483646 h 156"/>
              <a:gd name="T6" fmla="*/ 2147483646 w 90"/>
              <a:gd name="T7" fmla="*/ 2147483646 h 156"/>
              <a:gd name="T8" fmla="*/ 2147483646 w 90"/>
              <a:gd name="T9" fmla="*/ 2147483646 h 156"/>
              <a:gd name="T10" fmla="*/ 2147483646 w 90"/>
              <a:gd name="T11" fmla="*/ 2147483646 h 156"/>
              <a:gd name="T12" fmla="*/ 2147483646 w 90"/>
              <a:gd name="T13" fmla="*/ 0 h 15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90"/>
              <a:gd name="T22" fmla="*/ 0 h 156"/>
              <a:gd name="T23" fmla="*/ 90 w 90"/>
              <a:gd name="T24" fmla="*/ 156 h 15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90" h="156">
                <a:moveTo>
                  <a:pt x="18" y="0"/>
                </a:moveTo>
                <a:lnTo>
                  <a:pt x="0" y="9"/>
                </a:lnTo>
                <a:lnTo>
                  <a:pt x="72" y="156"/>
                </a:lnTo>
                <a:lnTo>
                  <a:pt x="90" y="147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76" name="Freeform 1061">
            <a:extLst>
              <a:ext uri="{FF2B5EF4-FFF2-40B4-BE49-F238E27FC236}">
                <a16:creationId xmlns:a16="http://schemas.microsoft.com/office/drawing/2014/main" id="{5F9F9A24-A061-3DEA-8860-468A2E58412C}"/>
              </a:ext>
            </a:extLst>
          </p:cNvPr>
          <p:cNvSpPr>
            <a:spLocks/>
          </p:cNvSpPr>
          <p:nvPr/>
        </p:nvSpPr>
        <p:spPr bwMode="auto">
          <a:xfrm>
            <a:off x="9591675" y="2409825"/>
            <a:ext cx="114300" cy="260350"/>
          </a:xfrm>
          <a:custGeom>
            <a:avLst/>
            <a:gdLst>
              <a:gd name="T0" fmla="*/ 2147483646 w 72"/>
              <a:gd name="T1" fmla="*/ 0 h 164"/>
              <a:gd name="T2" fmla="*/ 0 w 72"/>
              <a:gd name="T3" fmla="*/ 2147483646 h 164"/>
              <a:gd name="T4" fmla="*/ 2147483646 w 72"/>
              <a:gd name="T5" fmla="*/ 2147483646 h 164"/>
              <a:gd name="T6" fmla="*/ 2147483646 w 72"/>
              <a:gd name="T7" fmla="*/ 2147483646 h 164"/>
              <a:gd name="T8" fmla="*/ 2147483646 w 72"/>
              <a:gd name="T9" fmla="*/ 2147483646 h 164"/>
              <a:gd name="T10" fmla="*/ 2147483646 w 72"/>
              <a:gd name="T11" fmla="*/ 2147483646 h 164"/>
              <a:gd name="T12" fmla="*/ 2147483646 w 72"/>
              <a:gd name="T13" fmla="*/ 0 h 16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2"/>
              <a:gd name="T22" fmla="*/ 0 h 164"/>
              <a:gd name="T23" fmla="*/ 72 w 72"/>
              <a:gd name="T24" fmla="*/ 164 h 16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2" h="164">
                <a:moveTo>
                  <a:pt x="18" y="0"/>
                </a:moveTo>
                <a:lnTo>
                  <a:pt x="0" y="9"/>
                </a:lnTo>
                <a:lnTo>
                  <a:pt x="54" y="164"/>
                </a:lnTo>
                <a:lnTo>
                  <a:pt x="54" y="156"/>
                </a:lnTo>
                <a:lnTo>
                  <a:pt x="72" y="156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77" name="Freeform 1062">
            <a:extLst>
              <a:ext uri="{FF2B5EF4-FFF2-40B4-BE49-F238E27FC236}">
                <a16:creationId xmlns:a16="http://schemas.microsoft.com/office/drawing/2014/main" id="{B5FC2C00-FDCE-27FF-CA42-86F1B6DB93F1}"/>
              </a:ext>
            </a:extLst>
          </p:cNvPr>
          <p:cNvSpPr>
            <a:spLocks/>
          </p:cNvSpPr>
          <p:nvPr/>
        </p:nvSpPr>
        <p:spPr bwMode="auto">
          <a:xfrm>
            <a:off x="9677401" y="2657476"/>
            <a:ext cx="85725" cy="233363"/>
          </a:xfrm>
          <a:custGeom>
            <a:avLst/>
            <a:gdLst>
              <a:gd name="T0" fmla="*/ 2147483646 w 54"/>
              <a:gd name="T1" fmla="*/ 0 h 147"/>
              <a:gd name="T2" fmla="*/ 0 w 54"/>
              <a:gd name="T3" fmla="*/ 0 h 147"/>
              <a:gd name="T4" fmla="*/ 2147483646 w 54"/>
              <a:gd name="T5" fmla="*/ 2147483646 h 147"/>
              <a:gd name="T6" fmla="*/ 2147483646 w 54"/>
              <a:gd name="T7" fmla="*/ 2147483646 h 147"/>
              <a:gd name="T8" fmla="*/ 2147483646 w 54"/>
              <a:gd name="T9" fmla="*/ 2147483646 h 147"/>
              <a:gd name="T10" fmla="*/ 2147483646 w 54"/>
              <a:gd name="T11" fmla="*/ 2147483646 h 147"/>
              <a:gd name="T12" fmla="*/ 2147483646 w 54"/>
              <a:gd name="T13" fmla="*/ 0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54"/>
              <a:gd name="T22" fmla="*/ 0 h 147"/>
              <a:gd name="T23" fmla="*/ 54 w 54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54" h="147">
                <a:moveTo>
                  <a:pt x="18" y="0"/>
                </a:moveTo>
                <a:lnTo>
                  <a:pt x="0" y="0"/>
                </a:lnTo>
                <a:lnTo>
                  <a:pt x="36" y="147"/>
                </a:lnTo>
                <a:lnTo>
                  <a:pt x="54" y="147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78" name="Freeform 1063">
            <a:extLst>
              <a:ext uri="{FF2B5EF4-FFF2-40B4-BE49-F238E27FC236}">
                <a16:creationId xmlns:a16="http://schemas.microsoft.com/office/drawing/2014/main" id="{EE63BDFB-DCE9-4702-101D-9DE01F735EA1}"/>
              </a:ext>
            </a:extLst>
          </p:cNvPr>
          <p:cNvSpPr>
            <a:spLocks/>
          </p:cNvSpPr>
          <p:nvPr/>
        </p:nvSpPr>
        <p:spPr bwMode="auto">
          <a:xfrm>
            <a:off x="9734550" y="2890838"/>
            <a:ext cx="57150" cy="246062"/>
          </a:xfrm>
          <a:custGeom>
            <a:avLst/>
            <a:gdLst>
              <a:gd name="T0" fmla="*/ 2147483646 w 36"/>
              <a:gd name="T1" fmla="*/ 0 h 155"/>
              <a:gd name="T2" fmla="*/ 0 w 36"/>
              <a:gd name="T3" fmla="*/ 0 h 155"/>
              <a:gd name="T4" fmla="*/ 2147483646 w 36"/>
              <a:gd name="T5" fmla="*/ 2147483646 h 155"/>
              <a:gd name="T6" fmla="*/ 2147483646 w 36"/>
              <a:gd name="T7" fmla="*/ 2147483646 h 155"/>
              <a:gd name="T8" fmla="*/ 2147483646 w 36"/>
              <a:gd name="T9" fmla="*/ 2147483646 h 155"/>
              <a:gd name="T10" fmla="*/ 2147483646 w 36"/>
              <a:gd name="T11" fmla="*/ 2147483646 h 155"/>
              <a:gd name="T12" fmla="*/ 2147483646 w 36"/>
              <a:gd name="T13" fmla="*/ 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6"/>
              <a:gd name="T22" fmla="*/ 0 h 155"/>
              <a:gd name="T23" fmla="*/ 36 w 36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6" h="155">
                <a:moveTo>
                  <a:pt x="18" y="0"/>
                </a:moveTo>
                <a:lnTo>
                  <a:pt x="0" y="0"/>
                </a:lnTo>
                <a:lnTo>
                  <a:pt x="18" y="155"/>
                </a:lnTo>
                <a:lnTo>
                  <a:pt x="36" y="155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79" name="Freeform 1064">
            <a:extLst>
              <a:ext uri="{FF2B5EF4-FFF2-40B4-BE49-F238E27FC236}">
                <a16:creationId xmlns:a16="http://schemas.microsoft.com/office/drawing/2014/main" id="{672FB3E7-95B2-DF3E-8284-27678D1D9F38}"/>
              </a:ext>
            </a:extLst>
          </p:cNvPr>
          <p:cNvSpPr>
            <a:spLocks/>
          </p:cNvSpPr>
          <p:nvPr/>
        </p:nvSpPr>
        <p:spPr bwMode="auto">
          <a:xfrm>
            <a:off x="9720264" y="3136901"/>
            <a:ext cx="71437" cy="479425"/>
          </a:xfrm>
          <a:custGeom>
            <a:avLst/>
            <a:gdLst>
              <a:gd name="T0" fmla="*/ 2147483646 w 45"/>
              <a:gd name="T1" fmla="*/ 0 h 302"/>
              <a:gd name="T2" fmla="*/ 2147483646 w 45"/>
              <a:gd name="T3" fmla="*/ 0 h 302"/>
              <a:gd name="T4" fmla="*/ 0 w 45"/>
              <a:gd name="T5" fmla="*/ 2147483646 h 302"/>
              <a:gd name="T6" fmla="*/ 0 w 45"/>
              <a:gd name="T7" fmla="*/ 2147483646 h 302"/>
              <a:gd name="T8" fmla="*/ 2147483646 w 45"/>
              <a:gd name="T9" fmla="*/ 2147483646 h 302"/>
              <a:gd name="T10" fmla="*/ 2147483646 w 45"/>
              <a:gd name="T11" fmla="*/ 2147483646 h 302"/>
              <a:gd name="T12" fmla="*/ 2147483646 w 45"/>
              <a:gd name="T13" fmla="*/ 0 h 30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5"/>
              <a:gd name="T22" fmla="*/ 0 h 302"/>
              <a:gd name="T23" fmla="*/ 45 w 45"/>
              <a:gd name="T24" fmla="*/ 302 h 30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5" h="302">
                <a:moveTo>
                  <a:pt x="45" y="0"/>
                </a:moveTo>
                <a:lnTo>
                  <a:pt x="27" y="0"/>
                </a:lnTo>
                <a:lnTo>
                  <a:pt x="0" y="294"/>
                </a:lnTo>
                <a:lnTo>
                  <a:pt x="18" y="302"/>
                </a:lnTo>
                <a:lnTo>
                  <a:pt x="18" y="294"/>
                </a:lnTo>
                <a:lnTo>
                  <a:pt x="4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80" name="Freeform 1065">
            <a:extLst>
              <a:ext uri="{FF2B5EF4-FFF2-40B4-BE49-F238E27FC236}">
                <a16:creationId xmlns:a16="http://schemas.microsoft.com/office/drawing/2014/main" id="{ED8AAB9E-C55B-A977-45DF-FFEA32E4A423}"/>
              </a:ext>
            </a:extLst>
          </p:cNvPr>
          <p:cNvSpPr>
            <a:spLocks/>
          </p:cNvSpPr>
          <p:nvPr/>
        </p:nvSpPr>
        <p:spPr bwMode="auto">
          <a:xfrm>
            <a:off x="9605964" y="3603625"/>
            <a:ext cx="142875" cy="427038"/>
          </a:xfrm>
          <a:custGeom>
            <a:avLst/>
            <a:gdLst>
              <a:gd name="T0" fmla="*/ 2147483646 w 90"/>
              <a:gd name="T1" fmla="*/ 2147483646 h 269"/>
              <a:gd name="T2" fmla="*/ 2147483646 w 90"/>
              <a:gd name="T3" fmla="*/ 0 h 269"/>
              <a:gd name="T4" fmla="*/ 0 w 90"/>
              <a:gd name="T5" fmla="*/ 2147483646 h 269"/>
              <a:gd name="T6" fmla="*/ 0 w 90"/>
              <a:gd name="T7" fmla="*/ 2147483646 h 269"/>
              <a:gd name="T8" fmla="*/ 2147483646 w 90"/>
              <a:gd name="T9" fmla="*/ 2147483646 h 269"/>
              <a:gd name="T10" fmla="*/ 2147483646 w 90"/>
              <a:gd name="T11" fmla="*/ 2147483646 h 269"/>
              <a:gd name="T12" fmla="*/ 2147483646 w 90"/>
              <a:gd name="T13" fmla="*/ 2147483646 h 26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90"/>
              <a:gd name="T22" fmla="*/ 0 h 269"/>
              <a:gd name="T23" fmla="*/ 90 w 90"/>
              <a:gd name="T24" fmla="*/ 269 h 26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90" h="269">
                <a:moveTo>
                  <a:pt x="90" y="8"/>
                </a:moveTo>
                <a:lnTo>
                  <a:pt x="72" y="0"/>
                </a:lnTo>
                <a:lnTo>
                  <a:pt x="0" y="261"/>
                </a:lnTo>
                <a:lnTo>
                  <a:pt x="18" y="269"/>
                </a:lnTo>
                <a:lnTo>
                  <a:pt x="9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81" name="Freeform 1066">
            <a:extLst>
              <a:ext uri="{FF2B5EF4-FFF2-40B4-BE49-F238E27FC236}">
                <a16:creationId xmlns:a16="http://schemas.microsoft.com/office/drawing/2014/main" id="{9B74F02F-38CA-CBDB-2978-5D0398B647AD}"/>
              </a:ext>
            </a:extLst>
          </p:cNvPr>
          <p:cNvSpPr>
            <a:spLocks/>
          </p:cNvSpPr>
          <p:nvPr/>
        </p:nvSpPr>
        <p:spPr bwMode="auto">
          <a:xfrm>
            <a:off x="9420226" y="4017964"/>
            <a:ext cx="214313" cy="466725"/>
          </a:xfrm>
          <a:custGeom>
            <a:avLst/>
            <a:gdLst>
              <a:gd name="T0" fmla="*/ 2147483646 w 135"/>
              <a:gd name="T1" fmla="*/ 2147483646 h 294"/>
              <a:gd name="T2" fmla="*/ 2147483646 w 135"/>
              <a:gd name="T3" fmla="*/ 0 h 294"/>
              <a:gd name="T4" fmla="*/ 0 w 135"/>
              <a:gd name="T5" fmla="*/ 2147483646 h 294"/>
              <a:gd name="T6" fmla="*/ 0 w 135"/>
              <a:gd name="T7" fmla="*/ 2147483646 h 294"/>
              <a:gd name="T8" fmla="*/ 2147483646 w 135"/>
              <a:gd name="T9" fmla="*/ 2147483646 h 294"/>
              <a:gd name="T10" fmla="*/ 2147483646 w 135"/>
              <a:gd name="T11" fmla="*/ 2147483646 h 294"/>
              <a:gd name="T12" fmla="*/ 2147483646 w 135"/>
              <a:gd name="T13" fmla="*/ 2147483646 h 29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35"/>
              <a:gd name="T22" fmla="*/ 0 h 294"/>
              <a:gd name="T23" fmla="*/ 135 w 135"/>
              <a:gd name="T24" fmla="*/ 294 h 29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35" h="294">
                <a:moveTo>
                  <a:pt x="135" y="8"/>
                </a:moveTo>
                <a:lnTo>
                  <a:pt x="117" y="0"/>
                </a:lnTo>
                <a:lnTo>
                  <a:pt x="0" y="286"/>
                </a:lnTo>
                <a:lnTo>
                  <a:pt x="18" y="294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82" name="Freeform 1067">
            <a:extLst>
              <a:ext uri="{FF2B5EF4-FFF2-40B4-BE49-F238E27FC236}">
                <a16:creationId xmlns:a16="http://schemas.microsoft.com/office/drawing/2014/main" id="{83A0D8A4-3F30-4793-4D4F-B5254EE6FFB7}"/>
              </a:ext>
            </a:extLst>
          </p:cNvPr>
          <p:cNvSpPr>
            <a:spLocks/>
          </p:cNvSpPr>
          <p:nvPr/>
        </p:nvSpPr>
        <p:spPr bwMode="auto">
          <a:xfrm>
            <a:off x="9163050" y="4471989"/>
            <a:ext cx="285750" cy="454025"/>
          </a:xfrm>
          <a:custGeom>
            <a:avLst/>
            <a:gdLst>
              <a:gd name="T0" fmla="*/ 2147483646 w 180"/>
              <a:gd name="T1" fmla="*/ 2147483646 h 286"/>
              <a:gd name="T2" fmla="*/ 2147483646 w 180"/>
              <a:gd name="T3" fmla="*/ 0 h 286"/>
              <a:gd name="T4" fmla="*/ 0 w 180"/>
              <a:gd name="T5" fmla="*/ 2147483646 h 286"/>
              <a:gd name="T6" fmla="*/ 0 w 180"/>
              <a:gd name="T7" fmla="*/ 2147483646 h 286"/>
              <a:gd name="T8" fmla="*/ 2147483646 w 180"/>
              <a:gd name="T9" fmla="*/ 2147483646 h 286"/>
              <a:gd name="T10" fmla="*/ 2147483646 w 180"/>
              <a:gd name="T11" fmla="*/ 2147483646 h 286"/>
              <a:gd name="T12" fmla="*/ 2147483646 w 180"/>
              <a:gd name="T13" fmla="*/ 2147483646 h 28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0"/>
              <a:gd name="T22" fmla="*/ 0 h 286"/>
              <a:gd name="T23" fmla="*/ 180 w 180"/>
              <a:gd name="T24" fmla="*/ 286 h 28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0" h="286">
                <a:moveTo>
                  <a:pt x="180" y="8"/>
                </a:moveTo>
                <a:lnTo>
                  <a:pt x="162" y="0"/>
                </a:lnTo>
                <a:lnTo>
                  <a:pt x="0" y="278"/>
                </a:lnTo>
                <a:lnTo>
                  <a:pt x="18" y="286"/>
                </a:lnTo>
                <a:lnTo>
                  <a:pt x="18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83" name="Freeform 1068">
            <a:extLst>
              <a:ext uri="{FF2B5EF4-FFF2-40B4-BE49-F238E27FC236}">
                <a16:creationId xmlns:a16="http://schemas.microsoft.com/office/drawing/2014/main" id="{A1381D06-5FE7-9E00-7E82-D4D0BD2B9B37}"/>
              </a:ext>
            </a:extLst>
          </p:cNvPr>
          <p:cNvSpPr>
            <a:spLocks/>
          </p:cNvSpPr>
          <p:nvPr/>
        </p:nvSpPr>
        <p:spPr bwMode="auto">
          <a:xfrm>
            <a:off x="9005889" y="4913313"/>
            <a:ext cx="185737" cy="220662"/>
          </a:xfrm>
          <a:custGeom>
            <a:avLst/>
            <a:gdLst>
              <a:gd name="T0" fmla="*/ 2147483646 w 117"/>
              <a:gd name="T1" fmla="*/ 2147483646 h 139"/>
              <a:gd name="T2" fmla="*/ 2147483646 w 117"/>
              <a:gd name="T3" fmla="*/ 0 h 139"/>
              <a:gd name="T4" fmla="*/ 0 w 117"/>
              <a:gd name="T5" fmla="*/ 2147483646 h 139"/>
              <a:gd name="T6" fmla="*/ 0 w 117"/>
              <a:gd name="T7" fmla="*/ 2147483646 h 139"/>
              <a:gd name="T8" fmla="*/ 2147483646 w 117"/>
              <a:gd name="T9" fmla="*/ 2147483646 h 139"/>
              <a:gd name="T10" fmla="*/ 2147483646 w 117"/>
              <a:gd name="T11" fmla="*/ 2147483646 h 139"/>
              <a:gd name="T12" fmla="*/ 2147483646 w 117"/>
              <a:gd name="T13" fmla="*/ 2147483646 h 13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17"/>
              <a:gd name="T22" fmla="*/ 0 h 139"/>
              <a:gd name="T23" fmla="*/ 117 w 117"/>
              <a:gd name="T24" fmla="*/ 139 h 13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17" h="139">
                <a:moveTo>
                  <a:pt x="117" y="8"/>
                </a:moveTo>
                <a:lnTo>
                  <a:pt x="99" y="0"/>
                </a:lnTo>
                <a:lnTo>
                  <a:pt x="0" y="131"/>
                </a:lnTo>
                <a:lnTo>
                  <a:pt x="18" y="139"/>
                </a:lnTo>
                <a:lnTo>
                  <a:pt x="117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84" name="Freeform 1069">
            <a:extLst>
              <a:ext uri="{FF2B5EF4-FFF2-40B4-BE49-F238E27FC236}">
                <a16:creationId xmlns:a16="http://schemas.microsoft.com/office/drawing/2014/main" id="{5B237035-5605-6AE7-4BC5-280D44AA9744}"/>
              </a:ext>
            </a:extLst>
          </p:cNvPr>
          <p:cNvSpPr>
            <a:spLocks/>
          </p:cNvSpPr>
          <p:nvPr/>
        </p:nvSpPr>
        <p:spPr bwMode="auto">
          <a:xfrm>
            <a:off x="8820151" y="5121276"/>
            <a:ext cx="214313" cy="206375"/>
          </a:xfrm>
          <a:custGeom>
            <a:avLst/>
            <a:gdLst>
              <a:gd name="T0" fmla="*/ 2147483646 w 135"/>
              <a:gd name="T1" fmla="*/ 2147483646 h 130"/>
              <a:gd name="T2" fmla="*/ 2147483646 w 135"/>
              <a:gd name="T3" fmla="*/ 0 h 130"/>
              <a:gd name="T4" fmla="*/ 0 w 135"/>
              <a:gd name="T5" fmla="*/ 2147483646 h 130"/>
              <a:gd name="T6" fmla="*/ 2147483646 w 135"/>
              <a:gd name="T7" fmla="*/ 2147483646 h 130"/>
              <a:gd name="T8" fmla="*/ 2147483646 w 135"/>
              <a:gd name="T9" fmla="*/ 2147483646 h 13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5"/>
              <a:gd name="T16" fmla="*/ 0 h 130"/>
              <a:gd name="T17" fmla="*/ 135 w 135"/>
              <a:gd name="T18" fmla="*/ 130 h 13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5" h="130">
                <a:moveTo>
                  <a:pt x="135" y="8"/>
                </a:moveTo>
                <a:lnTo>
                  <a:pt x="117" y="0"/>
                </a:lnTo>
                <a:lnTo>
                  <a:pt x="0" y="122"/>
                </a:lnTo>
                <a:lnTo>
                  <a:pt x="18" y="130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85" name="Freeform 1070">
            <a:extLst>
              <a:ext uri="{FF2B5EF4-FFF2-40B4-BE49-F238E27FC236}">
                <a16:creationId xmlns:a16="http://schemas.microsoft.com/office/drawing/2014/main" id="{60F4D0EA-96DC-30BB-4BB9-8222B077C293}"/>
              </a:ext>
            </a:extLst>
          </p:cNvPr>
          <p:cNvSpPr>
            <a:spLocks/>
          </p:cNvSpPr>
          <p:nvPr/>
        </p:nvSpPr>
        <p:spPr bwMode="auto">
          <a:xfrm>
            <a:off x="3033714" y="3162300"/>
            <a:ext cx="28575" cy="26988"/>
          </a:xfrm>
          <a:custGeom>
            <a:avLst/>
            <a:gdLst>
              <a:gd name="T0" fmla="*/ 2147483646 w 18"/>
              <a:gd name="T1" fmla="*/ 2147483646 h 17"/>
              <a:gd name="T2" fmla="*/ 2147483646 w 18"/>
              <a:gd name="T3" fmla="*/ 2147483646 h 17"/>
              <a:gd name="T4" fmla="*/ 2147483646 w 18"/>
              <a:gd name="T5" fmla="*/ 2147483646 h 17"/>
              <a:gd name="T6" fmla="*/ 2147483646 w 18"/>
              <a:gd name="T7" fmla="*/ 2147483646 h 17"/>
              <a:gd name="T8" fmla="*/ 2147483646 w 18"/>
              <a:gd name="T9" fmla="*/ 0 h 17"/>
              <a:gd name="T10" fmla="*/ 2147483646 w 18"/>
              <a:gd name="T11" fmla="*/ 0 h 17"/>
              <a:gd name="T12" fmla="*/ 0 w 18"/>
              <a:gd name="T13" fmla="*/ 2147483646 h 17"/>
              <a:gd name="T14" fmla="*/ 0 w 18"/>
              <a:gd name="T15" fmla="*/ 2147483646 h 17"/>
              <a:gd name="T16" fmla="*/ 2147483646 w 18"/>
              <a:gd name="T17" fmla="*/ 2147483646 h 17"/>
              <a:gd name="T18" fmla="*/ 2147483646 w 18"/>
              <a:gd name="T19" fmla="*/ 2147483646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7"/>
              <a:gd name="T32" fmla="*/ 18 w 18"/>
              <a:gd name="T33" fmla="*/ 17 h 17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7">
                <a:moveTo>
                  <a:pt x="9" y="17"/>
                </a:moveTo>
                <a:lnTo>
                  <a:pt x="9" y="17"/>
                </a:lnTo>
                <a:lnTo>
                  <a:pt x="18" y="17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lnTo>
                  <a:pt x="0" y="8"/>
                </a:lnTo>
                <a:lnTo>
                  <a:pt x="0" y="17"/>
                </a:lnTo>
                <a:lnTo>
                  <a:pt x="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86" name="Freeform 1071">
            <a:extLst>
              <a:ext uri="{FF2B5EF4-FFF2-40B4-BE49-F238E27FC236}">
                <a16:creationId xmlns:a16="http://schemas.microsoft.com/office/drawing/2014/main" id="{BC6F712A-1865-2E51-201B-D879F3D55B8A}"/>
              </a:ext>
            </a:extLst>
          </p:cNvPr>
          <p:cNvSpPr>
            <a:spLocks/>
          </p:cNvSpPr>
          <p:nvPr/>
        </p:nvSpPr>
        <p:spPr bwMode="auto">
          <a:xfrm>
            <a:off x="2933700" y="3162301"/>
            <a:ext cx="171450" cy="195263"/>
          </a:xfrm>
          <a:custGeom>
            <a:avLst/>
            <a:gdLst>
              <a:gd name="T0" fmla="*/ 2147483646 w 108"/>
              <a:gd name="T1" fmla="*/ 2147483646 h 123"/>
              <a:gd name="T2" fmla="*/ 2147483646 w 108"/>
              <a:gd name="T3" fmla="*/ 2147483646 h 123"/>
              <a:gd name="T4" fmla="*/ 0 w 108"/>
              <a:gd name="T5" fmla="*/ 2147483646 h 123"/>
              <a:gd name="T6" fmla="*/ 2147483646 w 108"/>
              <a:gd name="T7" fmla="*/ 0 h 123"/>
              <a:gd name="T8" fmla="*/ 2147483646 w 108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8"/>
              <a:gd name="T16" fmla="*/ 0 h 123"/>
              <a:gd name="T17" fmla="*/ 108 w 108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8" h="123">
                <a:moveTo>
                  <a:pt x="72" y="17"/>
                </a:moveTo>
                <a:lnTo>
                  <a:pt x="108" y="33"/>
                </a:lnTo>
                <a:lnTo>
                  <a:pt x="0" y="123"/>
                </a:lnTo>
                <a:lnTo>
                  <a:pt x="36" y="0"/>
                </a:lnTo>
                <a:lnTo>
                  <a:pt x="72" y="17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87" name="Freeform 1072">
            <a:extLst>
              <a:ext uri="{FF2B5EF4-FFF2-40B4-BE49-F238E27FC236}">
                <a16:creationId xmlns:a16="http://schemas.microsoft.com/office/drawing/2014/main" id="{C7ED7C98-F316-8463-B634-D712E6E50ADF}"/>
              </a:ext>
            </a:extLst>
          </p:cNvPr>
          <p:cNvSpPr>
            <a:spLocks/>
          </p:cNvSpPr>
          <p:nvPr/>
        </p:nvSpPr>
        <p:spPr bwMode="auto">
          <a:xfrm>
            <a:off x="2933700" y="3162301"/>
            <a:ext cx="171450" cy="195263"/>
          </a:xfrm>
          <a:custGeom>
            <a:avLst/>
            <a:gdLst>
              <a:gd name="T0" fmla="*/ 2147483646 w 108"/>
              <a:gd name="T1" fmla="*/ 2147483646 h 123"/>
              <a:gd name="T2" fmla="*/ 2147483646 w 108"/>
              <a:gd name="T3" fmla="*/ 2147483646 h 123"/>
              <a:gd name="T4" fmla="*/ 0 w 108"/>
              <a:gd name="T5" fmla="*/ 2147483646 h 123"/>
              <a:gd name="T6" fmla="*/ 2147483646 w 108"/>
              <a:gd name="T7" fmla="*/ 0 h 123"/>
              <a:gd name="T8" fmla="*/ 2147483646 w 108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8"/>
              <a:gd name="T16" fmla="*/ 0 h 123"/>
              <a:gd name="T17" fmla="*/ 108 w 108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8" h="123">
                <a:moveTo>
                  <a:pt x="72" y="17"/>
                </a:moveTo>
                <a:lnTo>
                  <a:pt x="108" y="33"/>
                </a:lnTo>
                <a:lnTo>
                  <a:pt x="0" y="123"/>
                </a:lnTo>
                <a:lnTo>
                  <a:pt x="36" y="0"/>
                </a:lnTo>
                <a:lnTo>
                  <a:pt x="72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88" name="Freeform 1073">
            <a:extLst>
              <a:ext uri="{FF2B5EF4-FFF2-40B4-BE49-F238E27FC236}">
                <a16:creationId xmlns:a16="http://schemas.microsoft.com/office/drawing/2014/main" id="{6F09BDDA-3B65-483C-DA51-62048BAAA596}"/>
              </a:ext>
            </a:extLst>
          </p:cNvPr>
          <p:cNvSpPr>
            <a:spLocks/>
          </p:cNvSpPr>
          <p:nvPr/>
        </p:nvSpPr>
        <p:spPr bwMode="auto">
          <a:xfrm>
            <a:off x="8277225" y="2514600"/>
            <a:ext cx="285750" cy="311150"/>
          </a:xfrm>
          <a:custGeom>
            <a:avLst/>
            <a:gdLst>
              <a:gd name="T0" fmla="*/ 2147483646 w 180"/>
              <a:gd name="T1" fmla="*/ 2147483646 h 196"/>
              <a:gd name="T2" fmla="*/ 2147483646 w 180"/>
              <a:gd name="T3" fmla="*/ 2147483646 h 196"/>
              <a:gd name="T4" fmla="*/ 2147483646 w 180"/>
              <a:gd name="T5" fmla="*/ 0 h 196"/>
              <a:gd name="T6" fmla="*/ 2147483646 w 180"/>
              <a:gd name="T7" fmla="*/ 0 h 196"/>
              <a:gd name="T8" fmla="*/ 0 w 180"/>
              <a:gd name="T9" fmla="*/ 2147483646 h 196"/>
              <a:gd name="T10" fmla="*/ 0 w 180"/>
              <a:gd name="T11" fmla="*/ 2147483646 h 196"/>
              <a:gd name="T12" fmla="*/ 2147483646 w 180"/>
              <a:gd name="T13" fmla="*/ 2147483646 h 19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0"/>
              <a:gd name="T22" fmla="*/ 0 h 196"/>
              <a:gd name="T23" fmla="*/ 180 w 180"/>
              <a:gd name="T24" fmla="*/ 196 h 19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0" h="196">
                <a:moveTo>
                  <a:pt x="162" y="196"/>
                </a:moveTo>
                <a:lnTo>
                  <a:pt x="180" y="188"/>
                </a:lnTo>
                <a:lnTo>
                  <a:pt x="18" y="0"/>
                </a:lnTo>
                <a:lnTo>
                  <a:pt x="0" y="8"/>
                </a:lnTo>
                <a:lnTo>
                  <a:pt x="162" y="19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89" name="Freeform 1074">
            <a:extLst>
              <a:ext uri="{FF2B5EF4-FFF2-40B4-BE49-F238E27FC236}">
                <a16:creationId xmlns:a16="http://schemas.microsoft.com/office/drawing/2014/main" id="{F1FB6F67-AB17-D4D9-BCA4-E974D10D3D5C}"/>
              </a:ext>
            </a:extLst>
          </p:cNvPr>
          <p:cNvSpPr>
            <a:spLocks/>
          </p:cNvSpPr>
          <p:nvPr/>
        </p:nvSpPr>
        <p:spPr bwMode="auto">
          <a:xfrm>
            <a:off x="7991476" y="2228850"/>
            <a:ext cx="314325" cy="298450"/>
          </a:xfrm>
          <a:custGeom>
            <a:avLst/>
            <a:gdLst>
              <a:gd name="T0" fmla="*/ 2147483646 w 198"/>
              <a:gd name="T1" fmla="*/ 2147483646 h 188"/>
              <a:gd name="T2" fmla="*/ 2147483646 w 198"/>
              <a:gd name="T3" fmla="*/ 2147483646 h 188"/>
              <a:gd name="T4" fmla="*/ 2147483646 w 198"/>
              <a:gd name="T5" fmla="*/ 2147483646 h 188"/>
              <a:gd name="T6" fmla="*/ 2147483646 w 198"/>
              <a:gd name="T7" fmla="*/ 0 h 188"/>
              <a:gd name="T8" fmla="*/ 2147483646 w 198"/>
              <a:gd name="T9" fmla="*/ 2147483646 h 188"/>
              <a:gd name="T10" fmla="*/ 0 w 198"/>
              <a:gd name="T11" fmla="*/ 2147483646 h 188"/>
              <a:gd name="T12" fmla="*/ 2147483646 w 198"/>
              <a:gd name="T13" fmla="*/ 2147483646 h 1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98"/>
              <a:gd name="T22" fmla="*/ 0 h 188"/>
              <a:gd name="T23" fmla="*/ 198 w 198"/>
              <a:gd name="T24" fmla="*/ 188 h 1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98" h="188">
                <a:moveTo>
                  <a:pt x="180" y="188"/>
                </a:moveTo>
                <a:lnTo>
                  <a:pt x="198" y="180"/>
                </a:lnTo>
                <a:lnTo>
                  <a:pt x="18" y="8"/>
                </a:lnTo>
                <a:lnTo>
                  <a:pt x="18" y="0"/>
                </a:lnTo>
                <a:lnTo>
                  <a:pt x="9" y="16"/>
                </a:lnTo>
                <a:lnTo>
                  <a:pt x="0" y="16"/>
                </a:lnTo>
                <a:lnTo>
                  <a:pt x="180" y="18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90" name="Freeform 1075">
            <a:extLst>
              <a:ext uri="{FF2B5EF4-FFF2-40B4-BE49-F238E27FC236}">
                <a16:creationId xmlns:a16="http://schemas.microsoft.com/office/drawing/2014/main" id="{648C8E91-78C9-D8A5-126B-6AF0E7DA3736}"/>
              </a:ext>
            </a:extLst>
          </p:cNvPr>
          <p:cNvSpPr>
            <a:spLocks/>
          </p:cNvSpPr>
          <p:nvPr/>
        </p:nvSpPr>
        <p:spPr bwMode="auto">
          <a:xfrm>
            <a:off x="7677150" y="2020888"/>
            <a:ext cx="342900" cy="233362"/>
          </a:xfrm>
          <a:custGeom>
            <a:avLst/>
            <a:gdLst>
              <a:gd name="T0" fmla="*/ 2147483646 w 216"/>
              <a:gd name="T1" fmla="*/ 2147483646 h 147"/>
              <a:gd name="T2" fmla="*/ 2147483646 w 216"/>
              <a:gd name="T3" fmla="*/ 2147483646 h 147"/>
              <a:gd name="T4" fmla="*/ 2147483646 w 216"/>
              <a:gd name="T5" fmla="*/ 0 h 147"/>
              <a:gd name="T6" fmla="*/ 2147483646 w 216"/>
              <a:gd name="T7" fmla="*/ 0 h 147"/>
              <a:gd name="T8" fmla="*/ 0 w 216"/>
              <a:gd name="T9" fmla="*/ 2147483646 h 147"/>
              <a:gd name="T10" fmla="*/ 0 w 216"/>
              <a:gd name="T11" fmla="*/ 2147483646 h 147"/>
              <a:gd name="T12" fmla="*/ 2147483646 w 216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147"/>
              <a:gd name="T23" fmla="*/ 216 w 216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147">
                <a:moveTo>
                  <a:pt x="207" y="147"/>
                </a:moveTo>
                <a:lnTo>
                  <a:pt x="216" y="131"/>
                </a:lnTo>
                <a:lnTo>
                  <a:pt x="9" y="0"/>
                </a:lnTo>
                <a:lnTo>
                  <a:pt x="0" y="17"/>
                </a:lnTo>
                <a:lnTo>
                  <a:pt x="207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91" name="Freeform 1076">
            <a:extLst>
              <a:ext uri="{FF2B5EF4-FFF2-40B4-BE49-F238E27FC236}">
                <a16:creationId xmlns:a16="http://schemas.microsoft.com/office/drawing/2014/main" id="{1CC12790-3687-6BB0-A84C-5B2539638365}"/>
              </a:ext>
            </a:extLst>
          </p:cNvPr>
          <p:cNvSpPr>
            <a:spLocks/>
          </p:cNvSpPr>
          <p:nvPr/>
        </p:nvSpPr>
        <p:spPr bwMode="auto">
          <a:xfrm>
            <a:off x="7334250" y="1839913"/>
            <a:ext cx="357188" cy="207962"/>
          </a:xfrm>
          <a:custGeom>
            <a:avLst/>
            <a:gdLst>
              <a:gd name="T0" fmla="*/ 2147483646 w 225"/>
              <a:gd name="T1" fmla="*/ 2147483646 h 131"/>
              <a:gd name="T2" fmla="*/ 2147483646 w 225"/>
              <a:gd name="T3" fmla="*/ 2147483646 h 131"/>
              <a:gd name="T4" fmla="*/ 2147483646 w 225"/>
              <a:gd name="T5" fmla="*/ 0 h 131"/>
              <a:gd name="T6" fmla="*/ 2147483646 w 225"/>
              <a:gd name="T7" fmla="*/ 0 h 131"/>
              <a:gd name="T8" fmla="*/ 0 w 225"/>
              <a:gd name="T9" fmla="*/ 2147483646 h 131"/>
              <a:gd name="T10" fmla="*/ 0 w 225"/>
              <a:gd name="T11" fmla="*/ 2147483646 h 131"/>
              <a:gd name="T12" fmla="*/ 2147483646 w 225"/>
              <a:gd name="T13" fmla="*/ 2147483646 h 13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131"/>
              <a:gd name="T23" fmla="*/ 225 w 225"/>
              <a:gd name="T24" fmla="*/ 131 h 13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131">
                <a:moveTo>
                  <a:pt x="216" y="131"/>
                </a:moveTo>
                <a:lnTo>
                  <a:pt x="225" y="114"/>
                </a:lnTo>
                <a:lnTo>
                  <a:pt x="9" y="0"/>
                </a:lnTo>
                <a:lnTo>
                  <a:pt x="0" y="16"/>
                </a:lnTo>
                <a:lnTo>
                  <a:pt x="216" y="13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92" name="Freeform 1077">
            <a:extLst>
              <a:ext uri="{FF2B5EF4-FFF2-40B4-BE49-F238E27FC236}">
                <a16:creationId xmlns:a16="http://schemas.microsoft.com/office/drawing/2014/main" id="{0FF0B03D-3BA1-3A36-E1D9-A1C01EC99086}"/>
              </a:ext>
            </a:extLst>
          </p:cNvPr>
          <p:cNvSpPr>
            <a:spLocks/>
          </p:cNvSpPr>
          <p:nvPr/>
        </p:nvSpPr>
        <p:spPr bwMode="auto">
          <a:xfrm>
            <a:off x="6948488" y="1724025"/>
            <a:ext cx="400050" cy="141288"/>
          </a:xfrm>
          <a:custGeom>
            <a:avLst/>
            <a:gdLst>
              <a:gd name="T0" fmla="*/ 2147483646 w 252"/>
              <a:gd name="T1" fmla="*/ 2147483646 h 89"/>
              <a:gd name="T2" fmla="*/ 2147483646 w 252"/>
              <a:gd name="T3" fmla="*/ 2147483646 h 89"/>
              <a:gd name="T4" fmla="*/ 2147483646 w 252"/>
              <a:gd name="T5" fmla="*/ 0 h 89"/>
              <a:gd name="T6" fmla="*/ 0 w 252"/>
              <a:gd name="T7" fmla="*/ 0 h 89"/>
              <a:gd name="T8" fmla="*/ 0 w 252"/>
              <a:gd name="T9" fmla="*/ 2147483646 h 89"/>
              <a:gd name="T10" fmla="*/ 0 w 252"/>
              <a:gd name="T11" fmla="*/ 2147483646 h 89"/>
              <a:gd name="T12" fmla="*/ 2147483646 w 252"/>
              <a:gd name="T13" fmla="*/ 2147483646 h 8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52"/>
              <a:gd name="T22" fmla="*/ 0 h 89"/>
              <a:gd name="T23" fmla="*/ 252 w 252"/>
              <a:gd name="T24" fmla="*/ 89 h 8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52" h="89">
                <a:moveTo>
                  <a:pt x="243" y="89"/>
                </a:moveTo>
                <a:lnTo>
                  <a:pt x="252" y="73"/>
                </a:lnTo>
                <a:lnTo>
                  <a:pt x="9" y="0"/>
                </a:lnTo>
                <a:lnTo>
                  <a:pt x="0" y="0"/>
                </a:lnTo>
                <a:lnTo>
                  <a:pt x="0" y="16"/>
                </a:lnTo>
                <a:lnTo>
                  <a:pt x="243" y="8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93" name="Freeform 1078">
            <a:extLst>
              <a:ext uri="{FF2B5EF4-FFF2-40B4-BE49-F238E27FC236}">
                <a16:creationId xmlns:a16="http://schemas.microsoft.com/office/drawing/2014/main" id="{D77D8E5B-0B0D-8E83-468D-CC0BD098B156}"/>
              </a:ext>
            </a:extLst>
          </p:cNvPr>
          <p:cNvSpPr>
            <a:spLocks/>
          </p:cNvSpPr>
          <p:nvPr/>
        </p:nvSpPr>
        <p:spPr bwMode="auto">
          <a:xfrm>
            <a:off x="6534150" y="1646239"/>
            <a:ext cx="414338" cy="103187"/>
          </a:xfrm>
          <a:custGeom>
            <a:avLst/>
            <a:gdLst>
              <a:gd name="T0" fmla="*/ 2147483646 w 261"/>
              <a:gd name="T1" fmla="*/ 2147483646 h 65"/>
              <a:gd name="T2" fmla="*/ 2147483646 w 261"/>
              <a:gd name="T3" fmla="*/ 2147483646 h 65"/>
              <a:gd name="T4" fmla="*/ 0 w 261"/>
              <a:gd name="T5" fmla="*/ 0 h 65"/>
              <a:gd name="T6" fmla="*/ 0 w 261"/>
              <a:gd name="T7" fmla="*/ 0 h 65"/>
              <a:gd name="T8" fmla="*/ 0 w 261"/>
              <a:gd name="T9" fmla="*/ 2147483646 h 65"/>
              <a:gd name="T10" fmla="*/ 0 w 261"/>
              <a:gd name="T11" fmla="*/ 2147483646 h 65"/>
              <a:gd name="T12" fmla="*/ 2147483646 w 261"/>
              <a:gd name="T13" fmla="*/ 2147483646 h 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1"/>
              <a:gd name="T22" fmla="*/ 0 h 65"/>
              <a:gd name="T23" fmla="*/ 261 w 261"/>
              <a:gd name="T24" fmla="*/ 65 h 6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1" h="65">
                <a:moveTo>
                  <a:pt x="261" y="65"/>
                </a:moveTo>
                <a:lnTo>
                  <a:pt x="261" y="49"/>
                </a:lnTo>
                <a:lnTo>
                  <a:pt x="0" y="0"/>
                </a:lnTo>
                <a:lnTo>
                  <a:pt x="0" y="16"/>
                </a:lnTo>
                <a:lnTo>
                  <a:pt x="261" y="6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94" name="Freeform 1079">
            <a:extLst>
              <a:ext uri="{FF2B5EF4-FFF2-40B4-BE49-F238E27FC236}">
                <a16:creationId xmlns:a16="http://schemas.microsoft.com/office/drawing/2014/main" id="{554F51D9-095A-128F-91EC-1D6B16BD129B}"/>
              </a:ext>
            </a:extLst>
          </p:cNvPr>
          <p:cNvSpPr>
            <a:spLocks/>
          </p:cNvSpPr>
          <p:nvPr/>
        </p:nvSpPr>
        <p:spPr bwMode="auto">
          <a:xfrm>
            <a:off x="6091238" y="1631950"/>
            <a:ext cx="442912" cy="39688"/>
          </a:xfrm>
          <a:custGeom>
            <a:avLst/>
            <a:gdLst>
              <a:gd name="T0" fmla="*/ 2147483646 w 279"/>
              <a:gd name="T1" fmla="*/ 2147483646 h 25"/>
              <a:gd name="T2" fmla="*/ 2147483646 w 279"/>
              <a:gd name="T3" fmla="*/ 2147483646 h 25"/>
              <a:gd name="T4" fmla="*/ 0 w 279"/>
              <a:gd name="T5" fmla="*/ 0 h 25"/>
              <a:gd name="T6" fmla="*/ 0 w 279"/>
              <a:gd name="T7" fmla="*/ 0 h 25"/>
              <a:gd name="T8" fmla="*/ 0 w 279"/>
              <a:gd name="T9" fmla="*/ 2147483646 h 25"/>
              <a:gd name="T10" fmla="*/ 0 w 279"/>
              <a:gd name="T11" fmla="*/ 2147483646 h 25"/>
              <a:gd name="T12" fmla="*/ 2147483646 w 279"/>
              <a:gd name="T13" fmla="*/ 2147483646 h 2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79"/>
              <a:gd name="T22" fmla="*/ 0 h 25"/>
              <a:gd name="T23" fmla="*/ 279 w 279"/>
              <a:gd name="T24" fmla="*/ 25 h 2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79" h="25">
                <a:moveTo>
                  <a:pt x="279" y="25"/>
                </a:moveTo>
                <a:lnTo>
                  <a:pt x="279" y="9"/>
                </a:lnTo>
                <a:lnTo>
                  <a:pt x="0" y="0"/>
                </a:lnTo>
                <a:lnTo>
                  <a:pt x="0" y="17"/>
                </a:lnTo>
                <a:lnTo>
                  <a:pt x="279" y="2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95" name="Freeform 1080">
            <a:extLst>
              <a:ext uri="{FF2B5EF4-FFF2-40B4-BE49-F238E27FC236}">
                <a16:creationId xmlns:a16="http://schemas.microsoft.com/office/drawing/2014/main" id="{175CED1F-21CC-44DF-36A0-FAE8E1B888AC}"/>
              </a:ext>
            </a:extLst>
          </p:cNvPr>
          <p:cNvSpPr>
            <a:spLocks/>
          </p:cNvSpPr>
          <p:nvPr/>
        </p:nvSpPr>
        <p:spPr bwMode="auto">
          <a:xfrm>
            <a:off x="5634038" y="1631950"/>
            <a:ext cx="457200" cy="65088"/>
          </a:xfrm>
          <a:custGeom>
            <a:avLst/>
            <a:gdLst>
              <a:gd name="T0" fmla="*/ 2147483646 w 288"/>
              <a:gd name="T1" fmla="*/ 2147483646 h 41"/>
              <a:gd name="T2" fmla="*/ 2147483646 w 288"/>
              <a:gd name="T3" fmla="*/ 0 h 41"/>
              <a:gd name="T4" fmla="*/ 0 w 288"/>
              <a:gd name="T5" fmla="*/ 2147483646 h 41"/>
              <a:gd name="T6" fmla="*/ 0 w 288"/>
              <a:gd name="T7" fmla="*/ 2147483646 h 41"/>
              <a:gd name="T8" fmla="*/ 0 w 288"/>
              <a:gd name="T9" fmla="*/ 2147483646 h 41"/>
              <a:gd name="T10" fmla="*/ 0 w 288"/>
              <a:gd name="T11" fmla="*/ 2147483646 h 41"/>
              <a:gd name="T12" fmla="*/ 2147483646 w 288"/>
              <a:gd name="T13" fmla="*/ 2147483646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88"/>
              <a:gd name="T22" fmla="*/ 0 h 41"/>
              <a:gd name="T23" fmla="*/ 288 w 288"/>
              <a:gd name="T24" fmla="*/ 41 h 4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88" h="41">
                <a:moveTo>
                  <a:pt x="288" y="17"/>
                </a:moveTo>
                <a:lnTo>
                  <a:pt x="288" y="0"/>
                </a:lnTo>
                <a:lnTo>
                  <a:pt x="0" y="25"/>
                </a:lnTo>
                <a:lnTo>
                  <a:pt x="0" y="41"/>
                </a:lnTo>
                <a:lnTo>
                  <a:pt x="288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96" name="Freeform 1081">
            <a:extLst>
              <a:ext uri="{FF2B5EF4-FFF2-40B4-BE49-F238E27FC236}">
                <a16:creationId xmlns:a16="http://schemas.microsoft.com/office/drawing/2014/main" id="{516743A2-D970-AAA8-B9D4-42A9F15D2B91}"/>
              </a:ext>
            </a:extLst>
          </p:cNvPr>
          <p:cNvSpPr>
            <a:spLocks/>
          </p:cNvSpPr>
          <p:nvPr/>
        </p:nvSpPr>
        <p:spPr bwMode="auto">
          <a:xfrm>
            <a:off x="5162550" y="1671639"/>
            <a:ext cx="471488" cy="103187"/>
          </a:xfrm>
          <a:custGeom>
            <a:avLst/>
            <a:gdLst>
              <a:gd name="T0" fmla="*/ 2147483646 w 297"/>
              <a:gd name="T1" fmla="*/ 2147483646 h 65"/>
              <a:gd name="T2" fmla="*/ 2147483646 w 297"/>
              <a:gd name="T3" fmla="*/ 0 h 65"/>
              <a:gd name="T4" fmla="*/ 0 w 297"/>
              <a:gd name="T5" fmla="*/ 2147483646 h 65"/>
              <a:gd name="T6" fmla="*/ 0 w 297"/>
              <a:gd name="T7" fmla="*/ 2147483646 h 65"/>
              <a:gd name="T8" fmla="*/ 2147483646 w 297"/>
              <a:gd name="T9" fmla="*/ 2147483646 h 65"/>
              <a:gd name="T10" fmla="*/ 0 w 297"/>
              <a:gd name="T11" fmla="*/ 2147483646 h 65"/>
              <a:gd name="T12" fmla="*/ 2147483646 w 297"/>
              <a:gd name="T13" fmla="*/ 2147483646 h 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97"/>
              <a:gd name="T22" fmla="*/ 0 h 65"/>
              <a:gd name="T23" fmla="*/ 297 w 297"/>
              <a:gd name="T24" fmla="*/ 65 h 6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97" h="65">
                <a:moveTo>
                  <a:pt x="297" y="16"/>
                </a:moveTo>
                <a:lnTo>
                  <a:pt x="297" y="0"/>
                </a:lnTo>
                <a:lnTo>
                  <a:pt x="0" y="49"/>
                </a:lnTo>
                <a:lnTo>
                  <a:pt x="9" y="65"/>
                </a:lnTo>
                <a:lnTo>
                  <a:pt x="0" y="65"/>
                </a:lnTo>
                <a:lnTo>
                  <a:pt x="297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97" name="Freeform 1082">
            <a:extLst>
              <a:ext uri="{FF2B5EF4-FFF2-40B4-BE49-F238E27FC236}">
                <a16:creationId xmlns:a16="http://schemas.microsoft.com/office/drawing/2014/main" id="{3CAE237C-9C8E-046E-4001-E10FAB919EFB}"/>
              </a:ext>
            </a:extLst>
          </p:cNvPr>
          <p:cNvSpPr>
            <a:spLocks/>
          </p:cNvSpPr>
          <p:nvPr/>
        </p:nvSpPr>
        <p:spPr bwMode="auto">
          <a:xfrm>
            <a:off x="4748214" y="1749426"/>
            <a:ext cx="428625" cy="130175"/>
          </a:xfrm>
          <a:custGeom>
            <a:avLst/>
            <a:gdLst>
              <a:gd name="T0" fmla="*/ 2147483646 w 270"/>
              <a:gd name="T1" fmla="*/ 2147483646 h 82"/>
              <a:gd name="T2" fmla="*/ 2147483646 w 270"/>
              <a:gd name="T3" fmla="*/ 0 h 82"/>
              <a:gd name="T4" fmla="*/ 0 w 270"/>
              <a:gd name="T5" fmla="*/ 2147483646 h 82"/>
              <a:gd name="T6" fmla="*/ 0 w 270"/>
              <a:gd name="T7" fmla="*/ 2147483646 h 82"/>
              <a:gd name="T8" fmla="*/ 2147483646 w 270"/>
              <a:gd name="T9" fmla="*/ 2147483646 h 82"/>
              <a:gd name="T10" fmla="*/ 2147483646 w 270"/>
              <a:gd name="T11" fmla="*/ 2147483646 h 82"/>
              <a:gd name="T12" fmla="*/ 2147483646 w 270"/>
              <a:gd name="T13" fmla="*/ 2147483646 h 8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70"/>
              <a:gd name="T22" fmla="*/ 0 h 82"/>
              <a:gd name="T23" fmla="*/ 270 w 270"/>
              <a:gd name="T24" fmla="*/ 82 h 8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70" h="82">
                <a:moveTo>
                  <a:pt x="270" y="16"/>
                </a:moveTo>
                <a:lnTo>
                  <a:pt x="261" y="0"/>
                </a:lnTo>
                <a:lnTo>
                  <a:pt x="0" y="65"/>
                </a:lnTo>
                <a:lnTo>
                  <a:pt x="9" y="82"/>
                </a:lnTo>
                <a:lnTo>
                  <a:pt x="270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98" name="Freeform 1083">
            <a:extLst>
              <a:ext uri="{FF2B5EF4-FFF2-40B4-BE49-F238E27FC236}">
                <a16:creationId xmlns:a16="http://schemas.microsoft.com/office/drawing/2014/main" id="{383A50EB-BB29-3506-1ED9-BE9A02BF127C}"/>
              </a:ext>
            </a:extLst>
          </p:cNvPr>
          <p:cNvSpPr>
            <a:spLocks/>
          </p:cNvSpPr>
          <p:nvPr/>
        </p:nvSpPr>
        <p:spPr bwMode="auto">
          <a:xfrm>
            <a:off x="4376738" y="1852614"/>
            <a:ext cx="385762" cy="168275"/>
          </a:xfrm>
          <a:custGeom>
            <a:avLst/>
            <a:gdLst>
              <a:gd name="T0" fmla="*/ 2147483646 w 243"/>
              <a:gd name="T1" fmla="*/ 2147483646 h 106"/>
              <a:gd name="T2" fmla="*/ 2147483646 w 243"/>
              <a:gd name="T3" fmla="*/ 0 h 106"/>
              <a:gd name="T4" fmla="*/ 0 w 243"/>
              <a:gd name="T5" fmla="*/ 2147483646 h 106"/>
              <a:gd name="T6" fmla="*/ 0 w 243"/>
              <a:gd name="T7" fmla="*/ 2147483646 h 106"/>
              <a:gd name="T8" fmla="*/ 2147483646 w 243"/>
              <a:gd name="T9" fmla="*/ 2147483646 h 106"/>
              <a:gd name="T10" fmla="*/ 2147483646 w 243"/>
              <a:gd name="T11" fmla="*/ 2147483646 h 106"/>
              <a:gd name="T12" fmla="*/ 2147483646 w 243"/>
              <a:gd name="T13" fmla="*/ 2147483646 h 10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3"/>
              <a:gd name="T22" fmla="*/ 0 h 106"/>
              <a:gd name="T23" fmla="*/ 243 w 243"/>
              <a:gd name="T24" fmla="*/ 106 h 10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3" h="106">
                <a:moveTo>
                  <a:pt x="243" y="17"/>
                </a:moveTo>
                <a:lnTo>
                  <a:pt x="234" y="0"/>
                </a:lnTo>
                <a:lnTo>
                  <a:pt x="0" y="90"/>
                </a:lnTo>
                <a:lnTo>
                  <a:pt x="9" y="106"/>
                </a:lnTo>
                <a:lnTo>
                  <a:pt x="243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99" name="Freeform 1084">
            <a:extLst>
              <a:ext uri="{FF2B5EF4-FFF2-40B4-BE49-F238E27FC236}">
                <a16:creationId xmlns:a16="http://schemas.microsoft.com/office/drawing/2014/main" id="{3FEE0487-3630-5E72-AF30-F3C24A3B1C26}"/>
              </a:ext>
            </a:extLst>
          </p:cNvPr>
          <p:cNvSpPr>
            <a:spLocks/>
          </p:cNvSpPr>
          <p:nvPr/>
        </p:nvSpPr>
        <p:spPr bwMode="auto">
          <a:xfrm>
            <a:off x="4048125" y="1995488"/>
            <a:ext cx="342900" cy="195262"/>
          </a:xfrm>
          <a:custGeom>
            <a:avLst/>
            <a:gdLst>
              <a:gd name="T0" fmla="*/ 2147483646 w 216"/>
              <a:gd name="T1" fmla="*/ 2147483646 h 123"/>
              <a:gd name="T2" fmla="*/ 2147483646 w 216"/>
              <a:gd name="T3" fmla="*/ 0 h 123"/>
              <a:gd name="T4" fmla="*/ 0 w 216"/>
              <a:gd name="T5" fmla="*/ 2147483646 h 123"/>
              <a:gd name="T6" fmla="*/ 0 w 216"/>
              <a:gd name="T7" fmla="*/ 2147483646 h 123"/>
              <a:gd name="T8" fmla="*/ 2147483646 w 216"/>
              <a:gd name="T9" fmla="*/ 2147483646 h 123"/>
              <a:gd name="T10" fmla="*/ 2147483646 w 216"/>
              <a:gd name="T11" fmla="*/ 2147483646 h 123"/>
              <a:gd name="T12" fmla="*/ 2147483646 w 216"/>
              <a:gd name="T13" fmla="*/ 2147483646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123"/>
              <a:gd name="T23" fmla="*/ 216 w 216"/>
              <a:gd name="T24" fmla="*/ 123 h 12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123">
                <a:moveTo>
                  <a:pt x="216" y="16"/>
                </a:moveTo>
                <a:lnTo>
                  <a:pt x="207" y="0"/>
                </a:lnTo>
                <a:lnTo>
                  <a:pt x="0" y="106"/>
                </a:lnTo>
                <a:lnTo>
                  <a:pt x="9" y="123"/>
                </a:lnTo>
                <a:lnTo>
                  <a:pt x="216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00" name="Freeform 1085">
            <a:extLst>
              <a:ext uri="{FF2B5EF4-FFF2-40B4-BE49-F238E27FC236}">
                <a16:creationId xmlns:a16="http://schemas.microsoft.com/office/drawing/2014/main" id="{6FEA3BAC-4F44-D9F1-0C52-AD34B269848C}"/>
              </a:ext>
            </a:extLst>
          </p:cNvPr>
          <p:cNvSpPr>
            <a:spLocks/>
          </p:cNvSpPr>
          <p:nvPr/>
        </p:nvSpPr>
        <p:spPr bwMode="auto">
          <a:xfrm>
            <a:off x="3762375" y="2163763"/>
            <a:ext cx="300038" cy="233362"/>
          </a:xfrm>
          <a:custGeom>
            <a:avLst/>
            <a:gdLst>
              <a:gd name="T0" fmla="*/ 2147483646 w 189"/>
              <a:gd name="T1" fmla="*/ 2147483646 h 147"/>
              <a:gd name="T2" fmla="*/ 2147483646 w 189"/>
              <a:gd name="T3" fmla="*/ 0 h 147"/>
              <a:gd name="T4" fmla="*/ 0 w 189"/>
              <a:gd name="T5" fmla="*/ 2147483646 h 147"/>
              <a:gd name="T6" fmla="*/ 0 w 189"/>
              <a:gd name="T7" fmla="*/ 2147483646 h 147"/>
              <a:gd name="T8" fmla="*/ 2147483646 w 189"/>
              <a:gd name="T9" fmla="*/ 2147483646 h 147"/>
              <a:gd name="T10" fmla="*/ 2147483646 w 189"/>
              <a:gd name="T11" fmla="*/ 2147483646 h 147"/>
              <a:gd name="T12" fmla="*/ 2147483646 w 189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147"/>
              <a:gd name="T23" fmla="*/ 189 w 189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147">
                <a:moveTo>
                  <a:pt x="189" y="17"/>
                </a:moveTo>
                <a:lnTo>
                  <a:pt x="180" y="0"/>
                </a:lnTo>
                <a:lnTo>
                  <a:pt x="0" y="131"/>
                </a:lnTo>
                <a:lnTo>
                  <a:pt x="9" y="147"/>
                </a:lnTo>
                <a:lnTo>
                  <a:pt x="18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01" name="Freeform 1086">
            <a:extLst>
              <a:ext uri="{FF2B5EF4-FFF2-40B4-BE49-F238E27FC236}">
                <a16:creationId xmlns:a16="http://schemas.microsoft.com/office/drawing/2014/main" id="{A278F1E1-14CE-26E0-BBDD-7B54506A9F5A}"/>
              </a:ext>
            </a:extLst>
          </p:cNvPr>
          <p:cNvSpPr>
            <a:spLocks/>
          </p:cNvSpPr>
          <p:nvPr/>
        </p:nvSpPr>
        <p:spPr bwMode="auto">
          <a:xfrm>
            <a:off x="3476625" y="2371726"/>
            <a:ext cx="300038" cy="258763"/>
          </a:xfrm>
          <a:custGeom>
            <a:avLst/>
            <a:gdLst>
              <a:gd name="T0" fmla="*/ 2147483646 w 189"/>
              <a:gd name="T1" fmla="*/ 2147483646 h 163"/>
              <a:gd name="T2" fmla="*/ 2147483646 w 189"/>
              <a:gd name="T3" fmla="*/ 0 h 163"/>
              <a:gd name="T4" fmla="*/ 2147483646 w 189"/>
              <a:gd name="T5" fmla="*/ 2147483646 h 163"/>
              <a:gd name="T6" fmla="*/ 0 w 189"/>
              <a:gd name="T7" fmla="*/ 2147483646 h 163"/>
              <a:gd name="T8" fmla="*/ 2147483646 w 189"/>
              <a:gd name="T9" fmla="*/ 2147483646 h 163"/>
              <a:gd name="T10" fmla="*/ 2147483646 w 189"/>
              <a:gd name="T11" fmla="*/ 2147483646 h 163"/>
              <a:gd name="T12" fmla="*/ 2147483646 w 189"/>
              <a:gd name="T13" fmla="*/ 2147483646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163"/>
              <a:gd name="T23" fmla="*/ 189 w 189"/>
              <a:gd name="T24" fmla="*/ 163 h 16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163">
                <a:moveTo>
                  <a:pt x="189" y="16"/>
                </a:moveTo>
                <a:lnTo>
                  <a:pt x="180" y="0"/>
                </a:lnTo>
                <a:lnTo>
                  <a:pt x="9" y="147"/>
                </a:lnTo>
                <a:lnTo>
                  <a:pt x="0" y="155"/>
                </a:lnTo>
                <a:lnTo>
                  <a:pt x="18" y="163"/>
                </a:lnTo>
                <a:lnTo>
                  <a:pt x="18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02" name="Freeform 1087">
            <a:extLst>
              <a:ext uri="{FF2B5EF4-FFF2-40B4-BE49-F238E27FC236}">
                <a16:creationId xmlns:a16="http://schemas.microsoft.com/office/drawing/2014/main" id="{AC5CDD7A-39AA-ECB8-806C-0C0454CE0557}"/>
              </a:ext>
            </a:extLst>
          </p:cNvPr>
          <p:cNvSpPr>
            <a:spLocks/>
          </p:cNvSpPr>
          <p:nvPr/>
        </p:nvSpPr>
        <p:spPr bwMode="auto">
          <a:xfrm>
            <a:off x="3248026" y="2617788"/>
            <a:ext cx="257175" cy="273050"/>
          </a:xfrm>
          <a:custGeom>
            <a:avLst/>
            <a:gdLst>
              <a:gd name="T0" fmla="*/ 2147483646 w 162"/>
              <a:gd name="T1" fmla="*/ 2147483646 h 172"/>
              <a:gd name="T2" fmla="*/ 2147483646 w 162"/>
              <a:gd name="T3" fmla="*/ 0 h 172"/>
              <a:gd name="T4" fmla="*/ 0 w 162"/>
              <a:gd name="T5" fmla="*/ 2147483646 h 172"/>
              <a:gd name="T6" fmla="*/ 0 w 162"/>
              <a:gd name="T7" fmla="*/ 2147483646 h 172"/>
              <a:gd name="T8" fmla="*/ 2147483646 w 162"/>
              <a:gd name="T9" fmla="*/ 2147483646 h 172"/>
              <a:gd name="T10" fmla="*/ 2147483646 w 162"/>
              <a:gd name="T11" fmla="*/ 2147483646 h 172"/>
              <a:gd name="T12" fmla="*/ 2147483646 w 162"/>
              <a:gd name="T13" fmla="*/ 2147483646 h 1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2"/>
              <a:gd name="T22" fmla="*/ 0 h 172"/>
              <a:gd name="T23" fmla="*/ 162 w 162"/>
              <a:gd name="T24" fmla="*/ 172 h 17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2" h="172">
                <a:moveTo>
                  <a:pt x="162" y="8"/>
                </a:moveTo>
                <a:lnTo>
                  <a:pt x="144" y="0"/>
                </a:lnTo>
                <a:lnTo>
                  <a:pt x="0" y="163"/>
                </a:lnTo>
                <a:lnTo>
                  <a:pt x="18" y="172"/>
                </a:lnTo>
                <a:lnTo>
                  <a:pt x="16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03" name="Freeform 1088">
            <a:extLst>
              <a:ext uri="{FF2B5EF4-FFF2-40B4-BE49-F238E27FC236}">
                <a16:creationId xmlns:a16="http://schemas.microsoft.com/office/drawing/2014/main" id="{6DF12601-A9C2-60EB-9F2B-E6AAA0E88413}"/>
              </a:ext>
            </a:extLst>
          </p:cNvPr>
          <p:cNvSpPr>
            <a:spLocks/>
          </p:cNvSpPr>
          <p:nvPr/>
        </p:nvSpPr>
        <p:spPr bwMode="auto">
          <a:xfrm>
            <a:off x="3033714" y="2876550"/>
            <a:ext cx="242887" cy="312738"/>
          </a:xfrm>
          <a:custGeom>
            <a:avLst/>
            <a:gdLst>
              <a:gd name="T0" fmla="*/ 2147483646 w 153"/>
              <a:gd name="T1" fmla="*/ 2147483646 h 197"/>
              <a:gd name="T2" fmla="*/ 2147483646 w 153"/>
              <a:gd name="T3" fmla="*/ 0 h 197"/>
              <a:gd name="T4" fmla="*/ 0 w 153"/>
              <a:gd name="T5" fmla="*/ 2147483646 h 197"/>
              <a:gd name="T6" fmla="*/ 2147483646 w 153"/>
              <a:gd name="T7" fmla="*/ 2147483646 h 197"/>
              <a:gd name="T8" fmla="*/ 2147483646 w 153"/>
              <a:gd name="T9" fmla="*/ 2147483646 h 19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"/>
              <a:gd name="T16" fmla="*/ 0 h 197"/>
              <a:gd name="T17" fmla="*/ 153 w 153"/>
              <a:gd name="T18" fmla="*/ 197 h 19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" h="197">
                <a:moveTo>
                  <a:pt x="153" y="9"/>
                </a:moveTo>
                <a:lnTo>
                  <a:pt x="135" y="0"/>
                </a:lnTo>
                <a:lnTo>
                  <a:pt x="0" y="188"/>
                </a:lnTo>
                <a:lnTo>
                  <a:pt x="18" y="197"/>
                </a:lnTo>
                <a:lnTo>
                  <a:pt x="153" y="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04" name="Freeform 1089">
            <a:extLst>
              <a:ext uri="{FF2B5EF4-FFF2-40B4-BE49-F238E27FC236}">
                <a16:creationId xmlns:a16="http://schemas.microsoft.com/office/drawing/2014/main" id="{E2085731-CD3F-1413-7173-AF9279AECB99}"/>
              </a:ext>
            </a:extLst>
          </p:cNvPr>
          <p:cNvSpPr>
            <a:spLocks/>
          </p:cNvSpPr>
          <p:nvPr/>
        </p:nvSpPr>
        <p:spPr bwMode="auto">
          <a:xfrm>
            <a:off x="9063039" y="2138363"/>
            <a:ext cx="28575" cy="25400"/>
          </a:xfrm>
          <a:custGeom>
            <a:avLst/>
            <a:gdLst>
              <a:gd name="T0" fmla="*/ 2147483646 w 18"/>
              <a:gd name="T1" fmla="*/ 0 h 16"/>
              <a:gd name="T2" fmla="*/ 2147483646 w 18"/>
              <a:gd name="T3" fmla="*/ 0 h 16"/>
              <a:gd name="T4" fmla="*/ 0 w 18"/>
              <a:gd name="T5" fmla="*/ 2147483646 h 16"/>
              <a:gd name="T6" fmla="*/ 2147483646 w 18"/>
              <a:gd name="T7" fmla="*/ 2147483646 h 16"/>
              <a:gd name="T8" fmla="*/ 2147483646 w 18"/>
              <a:gd name="T9" fmla="*/ 2147483646 h 16"/>
              <a:gd name="T10" fmla="*/ 2147483646 w 18"/>
              <a:gd name="T11" fmla="*/ 2147483646 h 16"/>
              <a:gd name="T12" fmla="*/ 2147483646 w 18"/>
              <a:gd name="T13" fmla="*/ 2147483646 h 16"/>
              <a:gd name="T14" fmla="*/ 2147483646 w 18"/>
              <a:gd name="T15" fmla="*/ 0 h 16"/>
              <a:gd name="T16" fmla="*/ 2147483646 w 18"/>
              <a:gd name="T17" fmla="*/ 0 h 16"/>
              <a:gd name="T18" fmla="*/ 2147483646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9" y="0"/>
                </a:moveTo>
                <a:lnTo>
                  <a:pt x="9" y="0"/>
                </a:lnTo>
                <a:lnTo>
                  <a:pt x="0" y="8"/>
                </a:lnTo>
                <a:lnTo>
                  <a:pt x="9" y="8"/>
                </a:lnTo>
                <a:lnTo>
                  <a:pt x="9" y="16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05" name="Freeform 1090">
            <a:extLst>
              <a:ext uri="{FF2B5EF4-FFF2-40B4-BE49-F238E27FC236}">
                <a16:creationId xmlns:a16="http://schemas.microsoft.com/office/drawing/2014/main" id="{0EEFA280-8E30-7E13-4770-911BA26D3E07}"/>
              </a:ext>
            </a:extLst>
          </p:cNvPr>
          <p:cNvSpPr>
            <a:spLocks/>
          </p:cNvSpPr>
          <p:nvPr/>
        </p:nvSpPr>
        <p:spPr bwMode="auto">
          <a:xfrm>
            <a:off x="9020175" y="1943101"/>
            <a:ext cx="128588" cy="195263"/>
          </a:xfrm>
          <a:custGeom>
            <a:avLst/>
            <a:gdLst>
              <a:gd name="T0" fmla="*/ 2147483646 w 81"/>
              <a:gd name="T1" fmla="*/ 2147483646 h 123"/>
              <a:gd name="T2" fmla="*/ 0 w 81"/>
              <a:gd name="T3" fmla="*/ 2147483646 h 123"/>
              <a:gd name="T4" fmla="*/ 2147483646 w 81"/>
              <a:gd name="T5" fmla="*/ 0 h 123"/>
              <a:gd name="T6" fmla="*/ 2147483646 w 81"/>
              <a:gd name="T7" fmla="*/ 2147483646 h 123"/>
              <a:gd name="T8" fmla="*/ 2147483646 w 81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36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36" y="12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06" name="Freeform 1091">
            <a:extLst>
              <a:ext uri="{FF2B5EF4-FFF2-40B4-BE49-F238E27FC236}">
                <a16:creationId xmlns:a16="http://schemas.microsoft.com/office/drawing/2014/main" id="{BBF5B565-0E92-D4C8-A9DD-A3FCFA30F104}"/>
              </a:ext>
            </a:extLst>
          </p:cNvPr>
          <p:cNvSpPr>
            <a:spLocks/>
          </p:cNvSpPr>
          <p:nvPr/>
        </p:nvSpPr>
        <p:spPr bwMode="auto">
          <a:xfrm>
            <a:off x="9020175" y="1943101"/>
            <a:ext cx="128588" cy="195263"/>
          </a:xfrm>
          <a:custGeom>
            <a:avLst/>
            <a:gdLst>
              <a:gd name="T0" fmla="*/ 2147483646 w 81"/>
              <a:gd name="T1" fmla="*/ 2147483646 h 123"/>
              <a:gd name="T2" fmla="*/ 0 w 81"/>
              <a:gd name="T3" fmla="*/ 2147483646 h 123"/>
              <a:gd name="T4" fmla="*/ 2147483646 w 81"/>
              <a:gd name="T5" fmla="*/ 0 h 123"/>
              <a:gd name="T6" fmla="*/ 2147483646 w 81"/>
              <a:gd name="T7" fmla="*/ 2147483646 h 123"/>
              <a:gd name="T8" fmla="*/ 2147483646 w 81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36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36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07" name="Freeform 1092">
            <a:extLst>
              <a:ext uri="{FF2B5EF4-FFF2-40B4-BE49-F238E27FC236}">
                <a16:creationId xmlns:a16="http://schemas.microsoft.com/office/drawing/2014/main" id="{6A87ECD9-0F62-5068-CB9D-DB3C7EE18C78}"/>
              </a:ext>
            </a:extLst>
          </p:cNvPr>
          <p:cNvSpPr>
            <a:spLocks/>
          </p:cNvSpPr>
          <p:nvPr/>
        </p:nvSpPr>
        <p:spPr bwMode="auto">
          <a:xfrm>
            <a:off x="8620126" y="2695576"/>
            <a:ext cx="200025" cy="180975"/>
          </a:xfrm>
          <a:custGeom>
            <a:avLst/>
            <a:gdLst>
              <a:gd name="T0" fmla="*/ 0 w 126"/>
              <a:gd name="T1" fmla="*/ 2147483646 h 114"/>
              <a:gd name="T2" fmla="*/ 2147483646 w 126"/>
              <a:gd name="T3" fmla="*/ 2147483646 h 114"/>
              <a:gd name="T4" fmla="*/ 2147483646 w 126"/>
              <a:gd name="T5" fmla="*/ 2147483646 h 114"/>
              <a:gd name="T6" fmla="*/ 2147483646 w 126"/>
              <a:gd name="T7" fmla="*/ 2147483646 h 114"/>
              <a:gd name="T8" fmla="*/ 2147483646 w 126"/>
              <a:gd name="T9" fmla="*/ 0 h 114"/>
              <a:gd name="T10" fmla="*/ 2147483646 w 126"/>
              <a:gd name="T11" fmla="*/ 0 h 114"/>
              <a:gd name="T12" fmla="*/ 0 w 126"/>
              <a:gd name="T13" fmla="*/ 2147483646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26"/>
              <a:gd name="T22" fmla="*/ 0 h 114"/>
              <a:gd name="T23" fmla="*/ 126 w 126"/>
              <a:gd name="T24" fmla="*/ 114 h 11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26" h="114">
                <a:moveTo>
                  <a:pt x="0" y="106"/>
                </a:moveTo>
                <a:lnTo>
                  <a:pt x="18" y="114"/>
                </a:lnTo>
                <a:lnTo>
                  <a:pt x="126" y="8"/>
                </a:lnTo>
                <a:lnTo>
                  <a:pt x="10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08" name="Freeform 1093">
            <a:extLst>
              <a:ext uri="{FF2B5EF4-FFF2-40B4-BE49-F238E27FC236}">
                <a16:creationId xmlns:a16="http://schemas.microsoft.com/office/drawing/2014/main" id="{949F5CD3-63EF-31B9-B03D-A827629952BB}"/>
              </a:ext>
            </a:extLst>
          </p:cNvPr>
          <p:cNvSpPr>
            <a:spLocks/>
          </p:cNvSpPr>
          <p:nvPr/>
        </p:nvSpPr>
        <p:spPr bwMode="auto">
          <a:xfrm>
            <a:off x="8791575" y="2514601"/>
            <a:ext cx="171450" cy="193675"/>
          </a:xfrm>
          <a:custGeom>
            <a:avLst/>
            <a:gdLst>
              <a:gd name="T0" fmla="*/ 0 w 108"/>
              <a:gd name="T1" fmla="*/ 2147483646 h 122"/>
              <a:gd name="T2" fmla="*/ 2147483646 w 108"/>
              <a:gd name="T3" fmla="*/ 2147483646 h 122"/>
              <a:gd name="T4" fmla="*/ 2147483646 w 108"/>
              <a:gd name="T5" fmla="*/ 2147483646 h 122"/>
              <a:gd name="T6" fmla="*/ 2147483646 w 108"/>
              <a:gd name="T7" fmla="*/ 2147483646 h 122"/>
              <a:gd name="T8" fmla="*/ 2147483646 w 108"/>
              <a:gd name="T9" fmla="*/ 0 h 122"/>
              <a:gd name="T10" fmla="*/ 2147483646 w 108"/>
              <a:gd name="T11" fmla="*/ 0 h 122"/>
              <a:gd name="T12" fmla="*/ 0 w 108"/>
              <a:gd name="T13" fmla="*/ 2147483646 h 12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08"/>
              <a:gd name="T22" fmla="*/ 0 h 122"/>
              <a:gd name="T23" fmla="*/ 108 w 108"/>
              <a:gd name="T24" fmla="*/ 122 h 12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08" h="122">
                <a:moveTo>
                  <a:pt x="0" y="114"/>
                </a:moveTo>
                <a:lnTo>
                  <a:pt x="18" y="122"/>
                </a:lnTo>
                <a:lnTo>
                  <a:pt x="108" y="8"/>
                </a:lnTo>
                <a:lnTo>
                  <a:pt x="9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09" name="Freeform 1094">
            <a:extLst>
              <a:ext uri="{FF2B5EF4-FFF2-40B4-BE49-F238E27FC236}">
                <a16:creationId xmlns:a16="http://schemas.microsoft.com/office/drawing/2014/main" id="{B716695A-B0BF-0DD0-A4EB-256B4E0375E3}"/>
              </a:ext>
            </a:extLst>
          </p:cNvPr>
          <p:cNvSpPr>
            <a:spLocks/>
          </p:cNvSpPr>
          <p:nvPr/>
        </p:nvSpPr>
        <p:spPr bwMode="auto">
          <a:xfrm>
            <a:off x="8934450" y="2332038"/>
            <a:ext cx="128588" cy="195262"/>
          </a:xfrm>
          <a:custGeom>
            <a:avLst/>
            <a:gdLst>
              <a:gd name="T0" fmla="*/ 0 w 81"/>
              <a:gd name="T1" fmla="*/ 2147483646 h 123"/>
              <a:gd name="T2" fmla="*/ 2147483646 w 81"/>
              <a:gd name="T3" fmla="*/ 2147483646 h 123"/>
              <a:gd name="T4" fmla="*/ 2147483646 w 81"/>
              <a:gd name="T5" fmla="*/ 2147483646 h 123"/>
              <a:gd name="T6" fmla="*/ 2147483646 w 81"/>
              <a:gd name="T7" fmla="*/ 0 h 123"/>
              <a:gd name="T8" fmla="*/ 2147483646 w 81"/>
              <a:gd name="T9" fmla="*/ 0 h 123"/>
              <a:gd name="T10" fmla="*/ 2147483646 w 81"/>
              <a:gd name="T11" fmla="*/ 0 h 123"/>
              <a:gd name="T12" fmla="*/ 0 w 81"/>
              <a:gd name="T13" fmla="*/ 2147483646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1"/>
              <a:gd name="T22" fmla="*/ 0 h 123"/>
              <a:gd name="T23" fmla="*/ 81 w 81"/>
              <a:gd name="T24" fmla="*/ 123 h 12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1" h="123">
                <a:moveTo>
                  <a:pt x="0" y="115"/>
                </a:moveTo>
                <a:lnTo>
                  <a:pt x="18" y="123"/>
                </a:lnTo>
                <a:lnTo>
                  <a:pt x="81" y="9"/>
                </a:lnTo>
                <a:lnTo>
                  <a:pt x="81" y="0"/>
                </a:lnTo>
                <a:lnTo>
                  <a:pt x="63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10" name="Freeform 1095">
            <a:extLst>
              <a:ext uri="{FF2B5EF4-FFF2-40B4-BE49-F238E27FC236}">
                <a16:creationId xmlns:a16="http://schemas.microsoft.com/office/drawing/2014/main" id="{9B4C1A51-386B-7AF3-A0A0-8B7C945378AD}"/>
              </a:ext>
            </a:extLst>
          </p:cNvPr>
          <p:cNvSpPr>
            <a:spLocks/>
          </p:cNvSpPr>
          <p:nvPr/>
        </p:nvSpPr>
        <p:spPr bwMode="auto">
          <a:xfrm>
            <a:off x="9034463" y="2138364"/>
            <a:ext cx="57150" cy="193675"/>
          </a:xfrm>
          <a:custGeom>
            <a:avLst/>
            <a:gdLst>
              <a:gd name="T0" fmla="*/ 0 w 36"/>
              <a:gd name="T1" fmla="*/ 2147483646 h 122"/>
              <a:gd name="T2" fmla="*/ 2147483646 w 36"/>
              <a:gd name="T3" fmla="*/ 2147483646 h 122"/>
              <a:gd name="T4" fmla="*/ 2147483646 w 36"/>
              <a:gd name="T5" fmla="*/ 0 h 122"/>
              <a:gd name="T6" fmla="*/ 2147483646 w 36"/>
              <a:gd name="T7" fmla="*/ 0 h 122"/>
              <a:gd name="T8" fmla="*/ 0 w 36"/>
              <a:gd name="T9" fmla="*/ 2147483646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6"/>
              <a:gd name="T16" fmla="*/ 0 h 122"/>
              <a:gd name="T17" fmla="*/ 36 w 36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6" h="122">
                <a:moveTo>
                  <a:pt x="0" y="122"/>
                </a:moveTo>
                <a:lnTo>
                  <a:pt x="18" y="122"/>
                </a:lnTo>
                <a:lnTo>
                  <a:pt x="36" y="0"/>
                </a:lnTo>
                <a:lnTo>
                  <a:pt x="18" y="0"/>
                </a:lnTo>
                <a:lnTo>
                  <a:pt x="0" y="12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11" name="Freeform 1096">
            <a:extLst>
              <a:ext uri="{FF2B5EF4-FFF2-40B4-BE49-F238E27FC236}">
                <a16:creationId xmlns:a16="http://schemas.microsoft.com/office/drawing/2014/main" id="{C4E59C01-59BA-A8A3-2CF2-5A7F09C30E2D}"/>
              </a:ext>
            </a:extLst>
          </p:cNvPr>
          <p:cNvSpPr>
            <a:spLocks/>
          </p:cNvSpPr>
          <p:nvPr/>
        </p:nvSpPr>
        <p:spPr bwMode="auto">
          <a:xfrm>
            <a:off x="8534401" y="2359025"/>
            <a:ext cx="28575" cy="25400"/>
          </a:xfrm>
          <a:custGeom>
            <a:avLst/>
            <a:gdLst>
              <a:gd name="T0" fmla="*/ 2147483646 w 18"/>
              <a:gd name="T1" fmla="*/ 2147483646 h 16"/>
              <a:gd name="T2" fmla="*/ 2147483646 w 18"/>
              <a:gd name="T3" fmla="*/ 2147483646 h 16"/>
              <a:gd name="T4" fmla="*/ 2147483646 w 18"/>
              <a:gd name="T5" fmla="*/ 2147483646 h 16"/>
              <a:gd name="T6" fmla="*/ 2147483646 w 18"/>
              <a:gd name="T7" fmla="*/ 0 h 16"/>
              <a:gd name="T8" fmla="*/ 2147483646 w 18"/>
              <a:gd name="T9" fmla="*/ 0 h 16"/>
              <a:gd name="T10" fmla="*/ 2147483646 w 18"/>
              <a:gd name="T11" fmla="*/ 0 h 16"/>
              <a:gd name="T12" fmla="*/ 0 w 18"/>
              <a:gd name="T13" fmla="*/ 2147483646 h 16"/>
              <a:gd name="T14" fmla="*/ 2147483646 w 18"/>
              <a:gd name="T15" fmla="*/ 2147483646 h 16"/>
              <a:gd name="T16" fmla="*/ 2147483646 w 18"/>
              <a:gd name="T17" fmla="*/ 2147483646 h 16"/>
              <a:gd name="T18" fmla="*/ 2147483646 w 18"/>
              <a:gd name="T19" fmla="*/ 2147483646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9" y="16"/>
                </a:moveTo>
                <a:lnTo>
                  <a:pt x="18" y="16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lnTo>
                  <a:pt x="0" y="8"/>
                </a:lnTo>
                <a:lnTo>
                  <a:pt x="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12" name="Freeform 1097">
            <a:extLst>
              <a:ext uri="{FF2B5EF4-FFF2-40B4-BE49-F238E27FC236}">
                <a16:creationId xmlns:a16="http://schemas.microsoft.com/office/drawing/2014/main" id="{16E94279-4A9D-6147-F11D-AD214E87AB63}"/>
              </a:ext>
            </a:extLst>
          </p:cNvPr>
          <p:cNvSpPr>
            <a:spLocks/>
          </p:cNvSpPr>
          <p:nvPr/>
        </p:nvSpPr>
        <p:spPr bwMode="auto">
          <a:xfrm>
            <a:off x="8491539" y="2384426"/>
            <a:ext cx="128587" cy="195263"/>
          </a:xfrm>
          <a:custGeom>
            <a:avLst/>
            <a:gdLst>
              <a:gd name="T0" fmla="*/ 2147483646 w 81"/>
              <a:gd name="T1" fmla="*/ 0 h 123"/>
              <a:gd name="T2" fmla="*/ 2147483646 w 81"/>
              <a:gd name="T3" fmla="*/ 0 h 123"/>
              <a:gd name="T4" fmla="*/ 2147483646 w 81"/>
              <a:gd name="T5" fmla="*/ 2147483646 h 123"/>
              <a:gd name="T6" fmla="*/ 0 w 81"/>
              <a:gd name="T7" fmla="*/ 0 h 123"/>
              <a:gd name="T8" fmla="*/ 2147483646 w 81"/>
              <a:gd name="T9" fmla="*/ 0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36" y="0"/>
                </a:moveTo>
                <a:lnTo>
                  <a:pt x="81" y="0"/>
                </a:lnTo>
                <a:lnTo>
                  <a:pt x="36" y="123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13" name="Freeform 1098">
            <a:extLst>
              <a:ext uri="{FF2B5EF4-FFF2-40B4-BE49-F238E27FC236}">
                <a16:creationId xmlns:a16="http://schemas.microsoft.com/office/drawing/2014/main" id="{51A7E926-26A4-0B87-5C86-26E7D1938B3E}"/>
              </a:ext>
            </a:extLst>
          </p:cNvPr>
          <p:cNvSpPr>
            <a:spLocks/>
          </p:cNvSpPr>
          <p:nvPr/>
        </p:nvSpPr>
        <p:spPr bwMode="auto">
          <a:xfrm>
            <a:off x="8491539" y="2384426"/>
            <a:ext cx="128587" cy="195263"/>
          </a:xfrm>
          <a:custGeom>
            <a:avLst/>
            <a:gdLst>
              <a:gd name="T0" fmla="*/ 2147483646 w 81"/>
              <a:gd name="T1" fmla="*/ 0 h 123"/>
              <a:gd name="T2" fmla="*/ 2147483646 w 81"/>
              <a:gd name="T3" fmla="*/ 0 h 123"/>
              <a:gd name="T4" fmla="*/ 2147483646 w 81"/>
              <a:gd name="T5" fmla="*/ 2147483646 h 123"/>
              <a:gd name="T6" fmla="*/ 0 w 81"/>
              <a:gd name="T7" fmla="*/ 0 h 123"/>
              <a:gd name="T8" fmla="*/ 2147483646 w 81"/>
              <a:gd name="T9" fmla="*/ 0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36" y="0"/>
                </a:moveTo>
                <a:lnTo>
                  <a:pt x="81" y="0"/>
                </a:lnTo>
                <a:lnTo>
                  <a:pt x="36" y="123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14" name="Freeform 1099">
            <a:extLst>
              <a:ext uri="{FF2B5EF4-FFF2-40B4-BE49-F238E27FC236}">
                <a16:creationId xmlns:a16="http://schemas.microsoft.com/office/drawing/2014/main" id="{374CFCF3-00A3-3334-CABD-242CACDDF01A}"/>
              </a:ext>
            </a:extLst>
          </p:cNvPr>
          <p:cNvSpPr>
            <a:spLocks/>
          </p:cNvSpPr>
          <p:nvPr/>
        </p:nvSpPr>
        <p:spPr bwMode="auto">
          <a:xfrm>
            <a:off x="8805863" y="1646239"/>
            <a:ext cx="214312" cy="193675"/>
          </a:xfrm>
          <a:custGeom>
            <a:avLst/>
            <a:gdLst>
              <a:gd name="T0" fmla="*/ 2147483646 w 135"/>
              <a:gd name="T1" fmla="*/ 2147483646 h 122"/>
              <a:gd name="T2" fmla="*/ 2147483646 w 135"/>
              <a:gd name="T3" fmla="*/ 0 h 122"/>
              <a:gd name="T4" fmla="*/ 0 w 135"/>
              <a:gd name="T5" fmla="*/ 2147483646 h 122"/>
              <a:gd name="T6" fmla="*/ 0 w 135"/>
              <a:gd name="T7" fmla="*/ 2147483646 h 122"/>
              <a:gd name="T8" fmla="*/ 2147483646 w 135"/>
              <a:gd name="T9" fmla="*/ 2147483646 h 122"/>
              <a:gd name="T10" fmla="*/ 2147483646 w 135"/>
              <a:gd name="T11" fmla="*/ 2147483646 h 122"/>
              <a:gd name="T12" fmla="*/ 2147483646 w 135"/>
              <a:gd name="T13" fmla="*/ 2147483646 h 12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35"/>
              <a:gd name="T22" fmla="*/ 0 h 122"/>
              <a:gd name="T23" fmla="*/ 135 w 135"/>
              <a:gd name="T24" fmla="*/ 122 h 12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35" h="122">
                <a:moveTo>
                  <a:pt x="135" y="8"/>
                </a:moveTo>
                <a:lnTo>
                  <a:pt x="117" y="0"/>
                </a:lnTo>
                <a:lnTo>
                  <a:pt x="0" y="114"/>
                </a:lnTo>
                <a:lnTo>
                  <a:pt x="18" y="122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15" name="Freeform 1100">
            <a:extLst>
              <a:ext uri="{FF2B5EF4-FFF2-40B4-BE49-F238E27FC236}">
                <a16:creationId xmlns:a16="http://schemas.microsoft.com/office/drawing/2014/main" id="{648BF13B-A840-9988-C845-20BA8637BDC8}"/>
              </a:ext>
            </a:extLst>
          </p:cNvPr>
          <p:cNvSpPr>
            <a:spLocks/>
          </p:cNvSpPr>
          <p:nvPr/>
        </p:nvSpPr>
        <p:spPr bwMode="auto">
          <a:xfrm>
            <a:off x="8662988" y="1827214"/>
            <a:ext cx="171450" cy="180975"/>
          </a:xfrm>
          <a:custGeom>
            <a:avLst/>
            <a:gdLst>
              <a:gd name="T0" fmla="*/ 2147483646 w 108"/>
              <a:gd name="T1" fmla="*/ 2147483646 h 114"/>
              <a:gd name="T2" fmla="*/ 2147483646 w 108"/>
              <a:gd name="T3" fmla="*/ 0 h 114"/>
              <a:gd name="T4" fmla="*/ 0 w 108"/>
              <a:gd name="T5" fmla="*/ 2147483646 h 114"/>
              <a:gd name="T6" fmla="*/ 0 w 108"/>
              <a:gd name="T7" fmla="*/ 2147483646 h 114"/>
              <a:gd name="T8" fmla="*/ 2147483646 w 108"/>
              <a:gd name="T9" fmla="*/ 2147483646 h 114"/>
              <a:gd name="T10" fmla="*/ 2147483646 w 108"/>
              <a:gd name="T11" fmla="*/ 2147483646 h 114"/>
              <a:gd name="T12" fmla="*/ 2147483646 w 108"/>
              <a:gd name="T13" fmla="*/ 2147483646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08"/>
              <a:gd name="T22" fmla="*/ 0 h 114"/>
              <a:gd name="T23" fmla="*/ 108 w 108"/>
              <a:gd name="T24" fmla="*/ 114 h 11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08" h="114">
                <a:moveTo>
                  <a:pt x="108" y="8"/>
                </a:moveTo>
                <a:lnTo>
                  <a:pt x="90" y="0"/>
                </a:lnTo>
                <a:lnTo>
                  <a:pt x="0" y="106"/>
                </a:lnTo>
                <a:lnTo>
                  <a:pt x="18" y="114"/>
                </a:lnTo>
                <a:lnTo>
                  <a:pt x="108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16" name="Freeform 1101">
            <a:extLst>
              <a:ext uri="{FF2B5EF4-FFF2-40B4-BE49-F238E27FC236}">
                <a16:creationId xmlns:a16="http://schemas.microsoft.com/office/drawing/2014/main" id="{6D2DD35C-08F6-E073-2A9B-B59CD111153D}"/>
              </a:ext>
            </a:extLst>
          </p:cNvPr>
          <p:cNvSpPr>
            <a:spLocks/>
          </p:cNvSpPr>
          <p:nvPr/>
        </p:nvSpPr>
        <p:spPr bwMode="auto">
          <a:xfrm>
            <a:off x="8577263" y="1995488"/>
            <a:ext cx="114300" cy="195262"/>
          </a:xfrm>
          <a:custGeom>
            <a:avLst/>
            <a:gdLst>
              <a:gd name="T0" fmla="*/ 2147483646 w 72"/>
              <a:gd name="T1" fmla="*/ 2147483646 h 123"/>
              <a:gd name="T2" fmla="*/ 2147483646 w 72"/>
              <a:gd name="T3" fmla="*/ 0 h 123"/>
              <a:gd name="T4" fmla="*/ 0 w 72"/>
              <a:gd name="T5" fmla="*/ 2147483646 h 123"/>
              <a:gd name="T6" fmla="*/ 0 w 72"/>
              <a:gd name="T7" fmla="*/ 2147483646 h 123"/>
              <a:gd name="T8" fmla="*/ 2147483646 w 72"/>
              <a:gd name="T9" fmla="*/ 2147483646 h 123"/>
              <a:gd name="T10" fmla="*/ 2147483646 w 72"/>
              <a:gd name="T11" fmla="*/ 2147483646 h 123"/>
              <a:gd name="T12" fmla="*/ 2147483646 w 72"/>
              <a:gd name="T13" fmla="*/ 2147483646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2"/>
              <a:gd name="T22" fmla="*/ 0 h 123"/>
              <a:gd name="T23" fmla="*/ 72 w 72"/>
              <a:gd name="T24" fmla="*/ 123 h 12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2" h="123">
                <a:moveTo>
                  <a:pt x="72" y="8"/>
                </a:moveTo>
                <a:lnTo>
                  <a:pt x="54" y="0"/>
                </a:lnTo>
                <a:lnTo>
                  <a:pt x="0" y="114"/>
                </a:lnTo>
                <a:lnTo>
                  <a:pt x="18" y="114"/>
                </a:lnTo>
                <a:lnTo>
                  <a:pt x="18" y="123"/>
                </a:lnTo>
                <a:lnTo>
                  <a:pt x="7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17" name="Freeform 1102">
            <a:extLst>
              <a:ext uri="{FF2B5EF4-FFF2-40B4-BE49-F238E27FC236}">
                <a16:creationId xmlns:a16="http://schemas.microsoft.com/office/drawing/2014/main" id="{99332411-1028-5799-DEFB-F4BFF8037EFE}"/>
              </a:ext>
            </a:extLst>
          </p:cNvPr>
          <p:cNvSpPr>
            <a:spLocks/>
          </p:cNvSpPr>
          <p:nvPr/>
        </p:nvSpPr>
        <p:spPr bwMode="auto">
          <a:xfrm>
            <a:off x="8534400" y="2176463"/>
            <a:ext cx="71438" cy="195262"/>
          </a:xfrm>
          <a:custGeom>
            <a:avLst/>
            <a:gdLst>
              <a:gd name="T0" fmla="*/ 2147483646 w 45"/>
              <a:gd name="T1" fmla="*/ 0 h 123"/>
              <a:gd name="T2" fmla="*/ 2147483646 w 45"/>
              <a:gd name="T3" fmla="*/ 0 h 123"/>
              <a:gd name="T4" fmla="*/ 0 w 45"/>
              <a:gd name="T5" fmla="*/ 2147483646 h 123"/>
              <a:gd name="T6" fmla="*/ 2147483646 w 45"/>
              <a:gd name="T7" fmla="*/ 2147483646 h 123"/>
              <a:gd name="T8" fmla="*/ 2147483646 w 45"/>
              <a:gd name="T9" fmla="*/ 0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5"/>
              <a:gd name="T16" fmla="*/ 0 h 123"/>
              <a:gd name="T17" fmla="*/ 45 w 45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5" h="123">
                <a:moveTo>
                  <a:pt x="45" y="0"/>
                </a:moveTo>
                <a:lnTo>
                  <a:pt x="27" y="0"/>
                </a:lnTo>
                <a:lnTo>
                  <a:pt x="0" y="123"/>
                </a:lnTo>
                <a:lnTo>
                  <a:pt x="18" y="123"/>
                </a:lnTo>
                <a:lnTo>
                  <a:pt x="4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18" name="Freeform 1103">
            <a:extLst>
              <a:ext uri="{FF2B5EF4-FFF2-40B4-BE49-F238E27FC236}">
                <a16:creationId xmlns:a16="http://schemas.microsoft.com/office/drawing/2014/main" id="{1F2A2D44-758C-7A9C-4D61-19674C8215C6}"/>
              </a:ext>
            </a:extLst>
          </p:cNvPr>
          <p:cNvSpPr>
            <a:spLocks/>
          </p:cNvSpPr>
          <p:nvPr/>
        </p:nvSpPr>
        <p:spPr bwMode="auto">
          <a:xfrm>
            <a:off x="6148389" y="4549775"/>
            <a:ext cx="28575" cy="25400"/>
          </a:xfrm>
          <a:custGeom>
            <a:avLst/>
            <a:gdLst>
              <a:gd name="T0" fmla="*/ 0 w 18"/>
              <a:gd name="T1" fmla="*/ 2147483646 h 16"/>
              <a:gd name="T2" fmla="*/ 0 w 18"/>
              <a:gd name="T3" fmla="*/ 2147483646 h 16"/>
              <a:gd name="T4" fmla="*/ 2147483646 w 18"/>
              <a:gd name="T5" fmla="*/ 2147483646 h 16"/>
              <a:gd name="T6" fmla="*/ 2147483646 w 18"/>
              <a:gd name="T7" fmla="*/ 2147483646 h 16"/>
              <a:gd name="T8" fmla="*/ 2147483646 w 18"/>
              <a:gd name="T9" fmla="*/ 2147483646 h 16"/>
              <a:gd name="T10" fmla="*/ 2147483646 w 18"/>
              <a:gd name="T11" fmla="*/ 0 h 16"/>
              <a:gd name="T12" fmla="*/ 0 w 18"/>
              <a:gd name="T13" fmla="*/ 0 h 16"/>
              <a:gd name="T14" fmla="*/ 0 w 18"/>
              <a:gd name="T15" fmla="*/ 2147483646 h 16"/>
              <a:gd name="T16" fmla="*/ 0 w 18"/>
              <a:gd name="T17" fmla="*/ 2147483646 h 16"/>
              <a:gd name="T18" fmla="*/ 0 w 18"/>
              <a:gd name="T19" fmla="*/ 2147483646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0" y="16"/>
                </a:moveTo>
                <a:lnTo>
                  <a:pt x="0" y="16"/>
                </a:lnTo>
                <a:lnTo>
                  <a:pt x="9" y="16"/>
                </a:lnTo>
                <a:lnTo>
                  <a:pt x="18" y="16"/>
                </a:lnTo>
                <a:lnTo>
                  <a:pt x="18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lnTo>
                  <a:pt x="0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19" name="Freeform 1104">
            <a:extLst>
              <a:ext uri="{FF2B5EF4-FFF2-40B4-BE49-F238E27FC236}">
                <a16:creationId xmlns:a16="http://schemas.microsoft.com/office/drawing/2014/main" id="{C8571E9A-7F33-CF4C-F852-64847CB2962D}"/>
              </a:ext>
            </a:extLst>
          </p:cNvPr>
          <p:cNvSpPr>
            <a:spLocks/>
          </p:cNvSpPr>
          <p:nvPr/>
        </p:nvSpPr>
        <p:spPr bwMode="auto">
          <a:xfrm>
            <a:off x="5948363" y="4524375"/>
            <a:ext cx="228600" cy="115888"/>
          </a:xfrm>
          <a:custGeom>
            <a:avLst/>
            <a:gdLst>
              <a:gd name="T0" fmla="*/ 2147483646 w 144"/>
              <a:gd name="T1" fmla="*/ 2147483646 h 73"/>
              <a:gd name="T2" fmla="*/ 2147483646 w 144"/>
              <a:gd name="T3" fmla="*/ 2147483646 h 73"/>
              <a:gd name="T4" fmla="*/ 0 w 144"/>
              <a:gd name="T5" fmla="*/ 2147483646 h 73"/>
              <a:gd name="T6" fmla="*/ 2147483646 w 144"/>
              <a:gd name="T7" fmla="*/ 0 h 73"/>
              <a:gd name="T8" fmla="*/ 2147483646 w 144"/>
              <a:gd name="T9" fmla="*/ 2147483646 h 7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73"/>
              <a:gd name="T17" fmla="*/ 144 w 144"/>
              <a:gd name="T18" fmla="*/ 73 h 7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73">
                <a:moveTo>
                  <a:pt x="126" y="32"/>
                </a:moveTo>
                <a:lnTo>
                  <a:pt x="144" y="65"/>
                </a:lnTo>
                <a:lnTo>
                  <a:pt x="0" y="73"/>
                </a:lnTo>
                <a:lnTo>
                  <a:pt x="117" y="0"/>
                </a:lnTo>
                <a:lnTo>
                  <a:pt x="126" y="32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20" name="Freeform 1105">
            <a:extLst>
              <a:ext uri="{FF2B5EF4-FFF2-40B4-BE49-F238E27FC236}">
                <a16:creationId xmlns:a16="http://schemas.microsoft.com/office/drawing/2014/main" id="{12C60FC3-95B2-2A54-DEFB-C8706B58F607}"/>
              </a:ext>
            </a:extLst>
          </p:cNvPr>
          <p:cNvSpPr>
            <a:spLocks/>
          </p:cNvSpPr>
          <p:nvPr/>
        </p:nvSpPr>
        <p:spPr bwMode="auto">
          <a:xfrm>
            <a:off x="5948363" y="4524375"/>
            <a:ext cx="228600" cy="115888"/>
          </a:xfrm>
          <a:custGeom>
            <a:avLst/>
            <a:gdLst>
              <a:gd name="T0" fmla="*/ 2147483646 w 144"/>
              <a:gd name="T1" fmla="*/ 2147483646 h 73"/>
              <a:gd name="T2" fmla="*/ 2147483646 w 144"/>
              <a:gd name="T3" fmla="*/ 2147483646 h 73"/>
              <a:gd name="T4" fmla="*/ 0 w 144"/>
              <a:gd name="T5" fmla="*/ 2147483646 h 73"/>
              <a:gd name="T6" fmla="*/ 2147483646 w 144"/>
              <a:gd name="T7" fmla="*/ 0 h 73"/>
              <a:gd name="T8" fmla="*/ 2147483646 w 144"/>
              <a:gd name="T9" fmla="*/ 2147483646 h 7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73"/>
              <a:gd name="T17" fmla="*/ 144 w 144"/>
              <a:gd name="T18" fmla="*/ 73 h 7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73">
                <a:moveTo>
                  <a:pt x="126" y="32"/>
                </a:moveTo>
                <a:lnTo>
                  <a:pt x="144" y="65"/>
                </a:lnTo>
                <a:lnTo>
                  <a:pt x="0" y="73"/>
                </a:lnTo>
                <a:lnTo>
                  <a:pt x="117" y="0"/>
                </a:lnTo>
                <a:lnTo>
                  <a:pt x="126" y="3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21" name="Freeform 1106">
            <a:extLst>
              <a:ext uri="{FF2B5EF4-FFF2-40B4-BE49-F238E27FC236}">
                <a16:creationId xmlns:a16="http://schemas.microsoft.com/office/drawing/2014/main" id="{A59D3A65-6F60-132D-459A-3F8B5B6555A9}"/>
              </a:ext>
            </a:extLst>
          </p:cNvPr>
          <p:cNvSpPr>
            <a:spLocks/>
          </p:cNvSpPr>
          <p:nvPr/>
        </p:nvSpPr>
        <p:spPr bwMode="auto">
          <a:xfrm>
            <a:off x="8348663" y="2825751"/>
            <a:ext cx="214312" cy="271463"/>
          </a:xfrm>
          <a:custGeom>
            <a:avLst/>
            <a:gdLst>
              <a:gd name="T0" fmla="*/ 2147483646 w 135"/>
              <a:gd name="T1" fmla="*/ 2147483646 h 171"/>
              <a:gd name="T2" fmla="*/ 2147483646 w 135"/>
              <a:gd name="T3" fmla="*/ 0 h 171"/>
              <a:gd name="T4" fmla="*/ 0 w 135"/>
              <a:gd name="T5" fmla="*/ 2147483646 h 171"/>
              <a:gd name="T6" fmla="*/ 0 w 135"/>
              <a:gd name="T7" fmla="*/ 2147483646 h 171"/>
              <a:gd name="T8" fmla="*/ 2147483646 w 135"/>
              <a:gd name="T9" fmla="*/ 2147483646 h 171"/>
              <a:gd name="T10" fmla="*/ 2147483646 w 135"/>
              <a:gd name="T11" fmla="*/ 2147483646 h 171"/>
              <a:gd name="T12" fmla="*/ 2147483646 w 135"/>
              <a:gd name="T13" fmla="*/ 2147483646 h 17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35"/>
              <a:gd name="T22" fmla="*/ 0 h 171"/>
              <a:gd name="T23" fmla="*/ 135 w 135"/>
              <a:gd name="T24" fmla="*/ 171 h 17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35" h="171">
                <a:moveTo>
                  <a:pt x="135" y="8"/>
                </a:moveTo>
                <a:lnTo>
                  <a:pt x="117" y="0"/>
                </a:lnTo>
                <a:lnTo>
                  <a:pt x="0" y="163"/>
                </a:lnTo>
                <a:lnTo>
                  <a:pt x="18" y="171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22" name="Freeform 1107">
            <a:extLst>
              <a:ext uri="{FF2B5EF4-FFF2-40B4-BE49-F238E27FC236}">
                <a16:creationId xmlns:a16="http://schemas.microsoft.com/office/drawing/2014/main" id="{4FEECF8D-44D9-680A-7A2D-7E9B70B6BDFC}"/>
              </a:ext>
            </a:extLst>
          </p:cNvPr>
          <p:cNvSpPr>
            <a:spLocks/>
          </p:cNvSpPr>
          <p:nvPr/>
        </p:nvSpPr>
        <p:spPr bwMode="auto">
          <a:xfrm>
            <a:off x="8120064" y="3084513"/>
            <a:ext cx="257175" cy="273050"/>
          </a:xfrm>
          <a:custGeom>
            <a:avLst/>
            <a:gdLst>
              <a:gd name="T0" fmla="*/ 2147483646 w 162"/>
              <a:gd name="T1" fmla="*/ 2147483646 h 172"/>
              <a:gd name="T2" fmla="*/ 2147483646 w 162"/>
              <a:gd name="T3" fmla="*/ 0 h 172"/>
              <a:gd name="T4" fmla="*/ 0 w 162"/>
              <a:gd name="T5" fmla="*/ 2147483646 h 172"/>
              <a:gd name="T6" fmla="*/ 0 w 162"/>
              <a:gd name="T7" fmla="*/ 2147483646 h 172"/>
              <a:gd name="T8" fmla="*/ 2147483646 w 162"/>
              <a:gd name="T9" fmla="*/ 2147483646 h 172"/>
              <a:gd name="T10" fmla="*/ 2147483646 w 162"/>
              <a:gd name="T11" fmla="*/ 2147483646 h 172"/>
              <a:gd name="T12" fmla="*/ 2147483646 w 162"/>
              <a:gd name="T13" fmla="*/ 2147483646 h 1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2"/>
              <a:gd name="T22" fmla="*/ 0 h 172"/>
              <a:gd name="T23" fmla="*/ 162 w 162"/>
              <a:gd name="T24" fmla="*/ 172 h 17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2" h="172">
                <a:moveTo>
                  <a:pt x="162" y="8"/>
                </a:moveTo>
                <a:lnTo>
                  <a:pt x="144" y="0"/>
                </a:lnTo>
                <a:lnTo>
                  <a:pt x="0" y="164"/>
                </a:lnTo>
                <a:lnTo>
                  <a:pt x="0" y="155"/>
                </a:lnTo>
                <a:lnTo>
                  <a:pt x="18" y="172"/>
                </a:lnTo>
                <a:lnTo>
                  <a:pt x="16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23" name="Freeform 1108">
            <a:extLst>
              <a:ext uri="{FF2B5EF4-FFF2-40B4-BE49-F238E27FC236}">
                <a16:creationId xmlns:a16="http://schemas.microsoft.com/office/drawing/2014/main" id="{D034E146-03E9-824F-9C38-02432D7110D1}"/>
              </a:ext>
            </a:extLst>
          </p:cNvPr>
          <p:cNvSpPr>
            <a:spLocks/>
          </p:cNvSpPr>
          <p:nvPr/>
        </p:nvSpPr>
        <p:spPr bwMode="auto">
          <a:xfrm>
            <a:off x="7848600" y="3330575"/>
            <a:ext cx="300038" cy="273050"/>
          </a:xfrm>
          <a:custGeom>
            <a:avLst/>
            <a:gdLst>
              <a:gd name="T0" fmla="*/ 2147483646 w 189"/>
              <a:gd name="T1" fmla="*/ 2147483646 h 172"/>
              <a:gd name="T2" fmla="*/ 2147483646 w 189"/>
              <a:gd name="T3" fmla="*/ 0 h 172"/>
              <a:gd name="T4" fmla="*/ 0 w 189"/>
              <a:gd name="T5" fmla="*/ 2147483646 h 172"/>
              <a:gd name="T6" fmla="*/ 2147483646 w 189"/>
              <a:gd name="T7" fmla="*/ 2147483646 h 172"/>
              <a:gd name="T8" fmla="*/ 2147483646 w 189"/>
              <a:gd name="T9" fmla="*/ 2147483646 h 172"/>
              <a:gd name="T10" fmla="*/ 2147483646 w 189"/>
              <a:gd name="T11" fmla="*/ 2147483646 h 172"/>
              <a:gd name="T12" fmla="*/ 2147483646 w 189"/>
              <a:gd name="T13" fmla="*/ 2147483646 h 1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172"/>
              <a:gd name="T23" fmla="*/ 189 w 189"/>
              <a:gd name="T24" fmla="*/ 172 h 17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172">
                <a:moveTo>
                  <a:pt x="189" y="17"/>
                </a:moveTo>
                <a:lnTo>
                  <a:pt x="171" y="0"/>
                </a:lnTo>
                <a:lnTo>
                  <a:pt x="0" y="156"/>
                </a:lnTo>
                <a:lnTo>
                  <a:pt x="9" y="156"/>
                </a:lnTo>
                <a:lnTo>
                  <a:pt x="18" y="172"/>
                </a:lnTo>
                <a:lnTo>
                  <a:pt x="18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24" name="Freeform 1109">
            <a:extLst>
              <a:ext uri="{FF2B5EF4-FFF2-40B4-BE49-F238E27FC236}">
                <a16:creationId xmlns:a16="http://schemas.microsoft.com/office/drawing/2014/main" id="{4663A88C-DB2F-6A6A-F0E7-F2B92A113628}"/>
              </a:ext>
            </a:extLst>
          </p:cNvPr>
          <p:cNvSpPr>
            <a:spLocks/>
          </p:cNvSpPr>
          <p:nvPr/>
        </p:nvSpPr>
        <p:spPr bwMode="auto">
          <a:xfrm>
            <a:off x="7577139" y="3578226"/>
            <a:ext cx="300037" cy="258763"/>
          </a:xfrm>
          <a:custGeom>
            <a:avLst/>
            <a:gdLst>
              <a:gd name="T0" fmla="*/ 2147483646 w 189"/>
              <a:gd name="T1" fmla="*/ 2147483646 h 163"/>
              <a:gd name="T2" fmla="*/ 2147483646 w 189"/>
              <a:gd name="T3" fmla="*/ 0 h 163"/>
              <a:gd name="T4" fmla="*/ 0 w 189"/>
              <a:gd name="T5" fmla="*/ 2147483646 h 163"/>
              <a:gd name="T6" fmla="*/ 0 w 189"/>
              <a:gd name="T7" fmla="*/ 2147483646 h 163"/>
              <a:gd name="T8" fmla="*/ 2147483646 w 189"/>
              <a:gd name="T9" fmla="*/ 2147483646 h 163"/>
              <a:gd name="T10" fmla="*/ 2147483646 w 189"/>
              <a:gd name="T11" fmla="*/ 2147483646 h 163"/>
              <a:gd name="T12" fmla="*/ 2147483646 w 189"/>
              <a:gd name="T13" fmla="*/ 2147483646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163"/>
              <a:gd name="T23" fmla="*/ 189 w 189"/>
              <a:gd name="T24" fmla="*/ 163 h 16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163">
                <a:moveTo>
                  <a:pt x="189" y="16"/>
                </a:moveTo>
                <a:lnTo>
                  <a:pt x="180" y="0"/>
                </a:lnTo>
                <a:lnTo>
                  <a:pt x="0" y="147"/>
                </a:lnTo>
                <a:lnTo>
                  <a:pt x="9" y="163"/>
                </a:lnTo>
                <a:lnTo>
                  <a:pt x="18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25" name="Freeform 1110">
            <a:extLst>
              <a:ext uri="{FF2B5EF4-FFF2-40B4-BE49-F238E27FC236}">
                <a16:creationId xmlns:a16="http://schemas.microsoft.com/office/drawing/2014/main" id="{D4382813-7743-4FE7-9921-EFB542EA5225}"/>
              </a:ext>
            </a:extLst>
          </p:cNvPr>
          <p:cNvSpPr>
            <a:spLocks/>
          </p:cNvSpPr>
          <p:nvPr/>
        </p:nvSpPr>
        <p:spPr bwMode="auto">
          <a:xfrm>
            <a:off x="7248525" y="3811588"/>
            <a:ext cx="342900" cy="246062"/>
          </a:xfrm>
          <a:custGeom>
            <a:avLst/>
            <a:gdLst>
              <a:gd name="T0" fmla="*/ 2147483646 w 216"/>
              <a:gd name="T1" fmla="*/ 2147483646 h 155"/>
              <a:gd name="T2" fmla="*/ 2147483646 w 216"/>
              <a:gd name="T3" fmla="*/ 0 h 155"/>
              <a:gd name="T4" fmla="*/ 0 w 216"/>
              <a:gd name="T5" fmla="*/ 2147483646 h 155"/>
              <a:gd name="T6" fmla="*/ 0 w 216"/>
              <a:gd name="T7" fmla="*/ 2147483646 h 155"/>
              <a:gd name="T8" fmla="*/ 2147483646 w 216"/>
              <a:gd name="T9" fmla="*/ 2147483646 h 155"/>
              <a:gd name="T10" fmla="*/ 2147483646 w 216"/>
              <a:gd name="T11" fmla="*/ 2147483646 h 155"/>
              <a:gd name="T12" fmla="*/ 2147483646 w 216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155"/>
              <a:gd name="T23" fmla="*/ 216 w 216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155">
                <a:moveTo>
                  <a:pt x="216" y="16"/>
                </a:moveTo>
                <a:lnTo>
                  <a:pt x="207" y="0"/>
                </a:lnTo>
                <a:lnTo>
                  <a:pt x="0" y="138"/>
                </a:lnTo>
                <a:lnTo>
                  <a:pt x="9" y="155"/>
                </a:lnTo>
                <a:lnTo>
                  <a:pt x="216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26" name="Freeform 1111">
            <a:extLst>
              <a:ext uri="{FF2B5EF4-FFF2-40B4-BE49-F238E27FC236}">
                <a16:creationId xmlns:a16="http://schemas.microsoft.com/office/drawing/2014/main" id="{2CA1531E-4E71-2535-24ED-93B8D3DFE142}"/>
              </a:ext>
            </a:extLst>
          </p:cNvPr>
          <p:cNvSpPr>
            <a:spLocks/>
          </p:cNvSpPr>
          <p:nvPr/>
        </p:nvSpPr>
        <p:spPr bwMode="auto">
          <a:xfrm>
            <a:off x="6905625" y="4030663"/>
            <a:ext cx="357188" cy="220662"/>
          </a:xfrm>
          <a:custGeom>
            <a:avLst/>
            <a:gdLst>
              <a:gd name="T0" fmla="*/ 2147483646 w 225"/>
              <a:gd name="T1" fmla="*/ 2147483646 h 139"/>
              <a:gd name="T2" fmla="*/ 2147483646 w 225"/>
              <a:gd name="T3" fmla="*/ 0 h 139"/>
              <a:gd name="T4" fmla="*/ 0 w 225"/>
              <a:gd name="T5" fmla="*/ 2147483646 h 139"/>
              <a:gd name="T6" fmla="*/ 0 w 225"/>
              <a:gd name="T7" fmla="*/ 2147483646 h 139"/>
              <a:gd name="T8" fmla="*/ 2147483646 w 225"/>
              <a:gd name="T9" fmla="*/ 2147483646 h 139"/>
              <a:gd name="T10" fmla="*/ 2147483646 w 225"/>
              <a:gd name="T11" fmla="*/ 2147483646 h 139"/>
              <a:gd name="T12" fmla="*/ 2147483646 w 225"/>
              <a:gd name="T13" fmla="*/ 2147483646 h 13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139"/>
              <a:gd name="T23" fmla="*/ 225 w 225"/>
              <a:gd name="T24" fmla="*/ 139 h 13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139">
                <a:moveTo>
                  <a:pt x="225" y="17"/>
                </a:moveTo>
                <a:lnTo>
                  <a:pt x="216" y="0"/>
                </a:lnTo>
                <a:lnTo>
                  <a:pt x="0" y="123"/>
                </a:lnTo>
                <a:lnTo>
                  <a:pt x="9" y="139"/>
                </a:lnTo>
                <a:lnTo>
                  <a:pt x="225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27" name="Freeform 1112">
            <a:extLst>
              <a:ext uri="{FF2B5EF4-FFF2-40B4-BE49-F238E27FC236}">
                <a16:creationId xmlns:a16="http://schemas.microsoft.com/office/drawing/2014/main" id="{083F108C-86D0-4ECF-5372-30D2088F7372}"/>
              </a:ext>
            </a:extLst>
          </p:cNvPr>
          <p:cNvSpPr>
            <a:spLocks/>
          </p:cNvSpPr>
          <p:nvPr/>
        </p:nvSpPr>
        <p:spPr bwMode="auto">
          <a:xfrm>
            <a:off x="6534151" y="4225926"/>
            <a:ext cx="385763" cy="207963"/>
          </a:xfrm>
          <a:custGeom>
            <a:avLst/>
            <a:gdLst>
              <a:gd name="T0" fmla="*/ 2147483646 w 243"/>
              <a:gd name="T1" fmla="*/ 2147483646 h 131"/>
              <a:gd name="T2" fmla="*/ 2147483646 w 243"/>
              <a:gd name="T3" fmla="*/ 0 h 131"/>
              <a:gd name="T4" fmla="*/ 0 w 243"/>
              <a:gd name="T5" fmla="*/ 2147483646 h 131"/>
              <a:gd name="T6" fmla="*/ 0 w 243"/>
              <a:gd name="T7" fmla="*/ 2147483646 h 131"/>
              <a:gd name="T8" fmla="*/ 2147483646 w 243"/>
              <a:gd name="T9" fmla="*/ 2147483646 h 131"/>
              <a:gd name="T10" fmla="*/ 2147483646 w 243"/>
              <a:gd name="T11" fmla="*/ 2147483646 h 131"/>
              <a:gd name="T12" fmla="*/ 2147483646 w 243"/>
              <a:gd name="T13" fmla="*/ 2147483646 h 13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3"/>
              <a:gd name="T22" fmla="*/ 0 h 131"/>
              <a:gd name="T23" fmla="*/ 243 w 243"/>
              <a:gd name="T24" fmla="*/ 131 h 13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3" h="131">
                <a:moveTo>
                  <a:pt x="243" y="16"/>
                </a:moveTo>
                <a:lnTo>
                  <a:pt x="234" y="0"/>
                </a:lnTo>
                <a:lnTo>
                  <a:pt x="0" y="114"/>
                </a:lnTo>
                <a:lnTo>
                  <a:pt x="9" y="131"/>
                </a:lnTo>
                <a:lnTo>
                  <a:pt x="243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28" name="Freeform 1113">
            <a:extLst>
              <a:ext uri="{FF2B5EF4-FFF2-40B4-BE49-F238E27FC236}">
                <a16:creationId xmlns:a16="http://schemas.microsoft.com/office/drawing/2014/main" id="{F20F545A-3AE6-0686-9569-E872EA972ADD}"/>
              </a:ext>
            </a:extLst>
          </p:cNvPr>
          <p:cNvSpPr>
            <a:spLocks/>
          </p:cNvSpPr>
          <p:nvPr/>
        </p:nvSpPr>
        <p:spPr bwMode="auto">
          <a:xfrm>
            <a:off x="6148388" y="4406901"/>
            <a:ext cx="400050" cy="168275"/>
          </a:xfrm>
          <a:custGeom>
            <a:avLst/>
            <a:gdLst>
              <a:gd name="T0" fmla="*/ 2147483646 w 252"/>
              <a:gd name="T1" fmla="*/ 2147483646 h 106"/>
              <a:gd name="T2" fmla="*/ 2147483646 w 252"/>
              <a:gd name="T3" fmla="*/ 0 h 106"/>
              <a:gd name="T4" fmla="*/ 0 w 252"/>
              <a:gd name="T5" fmla="*/ 2147483646 h 106"/>
              <a:gd name="T6" fmla="*/ 2147483646 w 252"/>
              <a:gd name="T7" fmla="*/ 2147483646 h 106"/>
              <a:gd name="T8" fmla="*/ 2147483646 w 252"/>
              <a:gd name="T9" fmla="*/ 2147483646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52"/>
              <a:gd name="T16" fmla="*/ 0 h 106"/>
              <a:gd name="T17" fmla="*/ 252 w 252"/>
              <a:gd name="T18" fmla="*/ 106 h 1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52" h="106">
                <a:moveTo>
                  <a:pt x="252" y="17"/>
                </a:moveTo>
                <a:lnTo>
                  <a:pt x="243" y="0"/>
                </a:lnTo>
                <a:lnTo>
                  <a:pt x="0" y="90"/>
                </a:lnTo>
                <a:lnTo>
                  <a:pt x="9" y="106"/>
                </a:lnTo>
                <a:lnTo>
                  <a:pt x="252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29" name="Freeform 1114">
            <a:extLst>
              <a:ext uri="{FF2B5EF4-FFF2-40B4-BE49-F238E27FC236}">
                <a16:creationId xmlns:a16="http://schemas.microsoft.com/office/drawing/2014/main" id="{55ADE59F-3125-0B76-93B2-64EDC57BE78B}"/>
              </a:ext>
            </a:extLst>
          </p:cNvPr>
          <p:cNvSpPr>
            <a:spLocks/>
          </p:cNvSpPr>
          <p:nvPr/>
        </p:nvSpPr>
        <p:spPr bwMode="auto">
          <a:xfrm>
            <a:off x="3676651" y="4926013"/>
            <a:ext cx="28575" cy="25400"/>
          </a:xfrm>
          <a:custGeom>
            <a:avLst/>
            <a:gdLst>
              <a:gd name="T0" fmla="*/ 0 w 18"/>
              <a:gd name="T1" fmla="*/ 2147483646 h 16"/>
              <a:gd name="T2" fmla="*/ 0 w 18"/>
              <a:gd name="T3" fmla="*/ 2147483646 h 16"/>
              <a:gd name="T4" fmla="*/ 2147483646 w 18"/>
              <a:gd name="T5" fmla="*/ 2147483646 h 16"/>
              <a:gd name="T6" fmla="*/ 2147483646 w 18"/>
              <a:gd name="T7" fmla="*/ 2147483646 h 16"/>
              <a:gd name="T8" fmla="*/ 2147483646 w 18"/>
              <a:gd name="T9" fmla="*/ 2147483646 h 16"/>
              <a:gd name="T10" fmla="*/ 2147483646 w 18"/>
              <a:gd name="T11" fmla="*/ 2147483646 h 16"/>
              <a:gd name="T12" fmla="*/ 2147483646 w 18"/>
              <a:gd name="T13" fmla="*/ 0 h 16"/>
              <a:gd name="T14" fmla="*/ 0 w 18"/>
              <a:gd name="T15" fmla="*/ 0 h 16"/>
              <a:gd name="T16" fmla="*/ 0 w 18"/>
              <a:gd name="T17" fmla="*/ 2147483646 h 16"/>
              <a:gd name="T18" fmla="*/ 0 w 18"/>
              <a:gd name="T19" fmla="*/ 2147483646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0" y="8"/>
                </a:moveTo>
                <a:lnTo>
                  <a:pt x="0" y="16"/>
                </a:lnTo>
                <a:lnTo>
                  <a:pt x="9" y="16"/>
                </a:lnTo>
                <a:lnTo>
                  <a:pt x="18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30" name="Freeform 1115">
            <a:extLst>
              <a:ext uri="{FF2B5EF4-FFF2-40B4-BE49-F238E27FC236}">
                <a16:creationId xmlns:a16="http://schemas.microsoft.com/office/drawing/2014/main" id="{B0172F2D-381F-351A-66EF-48CF1A50BD25}"/>
              </a:ext>
            </a:extLst>
          </p:cNvPr>
          <p:cNvSpPr>
            <a:spLocks/>
          </p:cNvSpPr>
          <p:nvPr/>
        </p:nvSpPr>
        <p:spPr bwMode="auto">
          <a:xfrm>
            <a:off x="3476625" y="4886326"/>
            <a:ext cx="228600" cy="104775"/>
          </a:xfrm>
          <a:custGeom>
            <a:avLst/>
            <a:gdLst>
              <a:gd name="T0" fmla="*/ 2147483646 w 144"/>
              <a:gd name="T1" fmla="*/ 2147483646 h 66"/>
              <a:gd name="T2" fmla="*/ 2147483646 w 144"/>
              <a:gd name="T3" fmla="*/ 2147483646 h 66"/>
              <a:gd name="T4" fmla="*/ 0 w 144"/>
              <a:gd name="T5" fmla="*/ 0 h 66"/>
              <a:gd name="T6" fmla="*/ 2147483646 w 144"/>
              <a:gd name="T7" fmla="*/ 0 h 66"/>
              <a:gd name="T8" fmla="*/ 2147483646 w 144"/>
              <a:gd name="T9" fmla="*/ 2147483646 h 6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66"/>
              <a:gd name="T17" fmla="*/ 144 w 144"/>
              <a:gd name="T18" fmla="*/ 66 h 6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66">
                <a:moveTo>
                  <a:pt x="126" y="33"/>
                </a:moveTo>
                <a:lnTo>
                  <a:pt x="117" y="66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31" name="Freeform 1116">
            <a:extLst>
              <a:ext uri="{FF2B5EF4-FFF2-40B4-BE49-F238E27FC236}">
                <a16:creationId xmlns:a16="http://schemas.microsoft.com/office/drawing/2014/main" id="{6927D26C-ACBA-E35C-7435-30A72E5DF885}"/>
              </a:ext>
            </a:extLst>
          </p:cNvPr>
          <p:cNvSpPr>
            <a:spLocks/>
          </p:cNvSpPr>
          <p:nvPr/>
        </p:nvSpPr>
        <p:spPr bwMode="auto">
          <a:xfrm>
            <a:off x="3476625" y="4886326"/>
            <a:ext cx="228600" cy="104775"/>
          </a:xfrm>
          <a:custGeom>
            <a:avLst/>
            <a:gdLst>
              <a:gd name="T0" fmla="*/ 2147483646 w 144"/>
              <a:gd name="T1" fmla="*/ 2147483646 h 66"/>
              <a:gd name="T2" fmla="*/ 2147483646 w 144"/>
              <a:gd name="T3" fmla="*/ 2147483646 h 66"/>
              <a:gd name="T4" fmla="*/ 0 w 144"/>
              <a:gd name="T5" fmla="*/ 0 h 66"/>
              <a:gd name="T6" fmla="*/ 2147483646 w 144"/>
              <a:gd name="T7" fmla="*/ 0 h 66"/>
              <a:gd name="T8" fmla="*/ 2147483646 w 144"/>
              <a:gd name="T9" fmla="*/ 2147483646 h 6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66"/>
              <a:gd name="T17" fmla="*/ 144 w 144"/>
              <a:gd name="T18" fmla="*/ 66 h 6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66">
                <a:moveTo>
                  <a:pt x="126" y="33"/>
                </a:moveTo>
                <a:lnTo>
                  <a:pt x="117" y="66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32" name="Freeform 1117">
            <a:extLst>
              <a:ext uri="{FF2B5EF4-FFF2-40B4-BE49-F238E27FC236}">
                <a16:creationId xmlns:a16="http://schemas.microsoft.com/office/drawing/2014/main" id="{A3F7D795-AD66-46E8-AF50-E230E2130184}"/>
              </a:ext>
            </a:extLst>
          </p:cNvPr>
          <p:cNvSpPr>
            <a:spLocks/>
          </p:cNvSpPr>
          <p:nvPr/>
        </p:nvSpPr>
        <p:spPr bwMode="auto">
          <a:xfrm>
            <a:off x="5362575" y="4627564"/>
            <a:ext cx="171450" cy="142875"/>
          </a:xfrm>
          <a:custGeom>
            <a:avLst/>
            <a:gdLst>
              <a:gd name="T0" fmla="*/ 2147483646 w 108"/>
              <a:gd name="T1" fmla="*/ 2147483646 h 90"/>
              <a:gd name="T2" fmla="*/ 2147483646 w 108"/>
              <a:gd name="T3" fmla="*/ 0 h 90"/>
              <a:gd name="T4" fmla="*/ 0 w 108"/>
              <a:gd name="T5" fmla="*/ 2147483646 h 90"/>
              <a:gd name="T6" fmla="*/ 0 w 108"/>
              <a:gd name="T7" fmla="*/ 2147483646 h 90"/>
              <a:gd name="T8" fmla="*/ 2147483646 w 108"/>
              <a:gd name="T9" fmla="*/ 2147483646 h 90"/>
              <a:gd name="T10" fmla="*/ 2147483646 w 108"/>
              <a:gd name="T11" fmla="*/ 2147483646 h 90"/>
              <a:gd name="T12" fmla="*/ 2147483646 w 108"/>
              <a:gd name="T13" fmla="*/ 2147483646 h 9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08"/>
              <a:gd name="T22" fmla="*/ 0 h 90"/>
              <a:gd name="T23" fmla="*/ 108 w 108"/>
              <a:gd name="T24" fmla="*/ 90 h 9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08" h="90">
                <a:moveTo>
                  <a:pt x="108" y="16"/>
                </a:moveTo>
                <a:lnTo>
                  <a:pt x="99" y="0"/>
                </a:lnTo>
                <a:lnTo>
                  <a:pt x="0" y="74"/>
                </a:lnTo>
                <a:lnTo>
                  <a:pt x="9" y="90"/>
                </a:lnTo>
                <a:lnTo>
                  <a:pt x="108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33" name="Freeform 1118">
            <a:extLst>
              <a:ext uri="{FF2B5EF4-FFF2-40B4-BE49-F238E27FC236}">
                <a16:creationId xmlns:a16="http://schemas.microsoft.com/office/drawing/2014/main" id="{DF7EDF12-43B2-3BCB-A881-E58095085F20}"/>
              </a:ext>
            </a:extLst>
          </p:cNvPr>
          <p:cNvSpPr>
            <a:spLocks/>
          </p:cNvSpPr>
          <p:nvPr/>
        </p:nvSpPr>
        <p:spPr bwMode="auto">
          <a:xfrm>
            <a:off x="5162551" y="4745039"/>
            <a:ext cx="214313" cy="115887"/>
          </a:xfrm>
          <a:custGeom>
            <a:avLst/>
            <a:gdLst>
              <a:gd name="T0" fmla="*/ 2147483646 w 135"/>
              <a:gd name="T1" fmla="*/ 2147483646 h 73"/>
              <a:gd name="T2" fmla="*/ 2147483646 w 135"/>
              <a:gd name="T3" fmla="*/ 0 h 73"/>
              <a:gd name="T4" fmla="*/ 0 w 135"/>
              <a:gd name="T5" fmla="*/ 2147483646 h 73"/>
              <a:gd name="T6" fmla="*/ 0 w 135"/>
              <a:gd name="T7" fmla="*/ 2147483646 h 73"/>
              <a:gd name="T8" fmla="*/ 2147483646 w 135"/>
              <a:gd name="T9" fmla="*/ 2147483646 h 73"/>
              <a:gd name="T10" fmla="*/ 2147483646 w 135"/>
              <a:gd name="T11" fmla="*/ 2147483646 h 73"/>
              <a:gd name="T12" fmla="*/ 2147483646 w 135"/>
              <a:gd name="T13" fmla="*/ 2147483646 h 7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35"/>
              <a:gd name="T22" fmla="*/ 0 h 73"/>
              <a:gd name="T23" fmla="*/ 135 w 135"/>
              <a:gd name="T24" fmla="*/ 73 h 7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35" h="73">
                <a:moveTo>
                  <a:pt x="135" y="16"/>
                </a:moveTo>
                <a:lnTo>
                  <a:pt x="126" y="0"/>
                </a:lnTo>
                <a:lnTo>
                  <a:pt x="0" y="57"/>
                </a:lnTo>
                <a:lnTo>
                  <a:pt x="9" y="73"/>
                </a:lnTo>
                <a:lnTo>
                  <a:pt x="13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34" name="Freeform 1119">
            <a:extLst>
              <a:ext uri="{FF2B5EF4-FFF2-40B4-BE49-F238E27FC236}">
                <a16:creationId xmlns:a16="http://schemas.microsoft.com/office/drawing/2014/main" id="{04A6895F-4770-64F6-8477-E844381A1FB6}"/>
              </a:ext>
            </a:extLst>
          </p:cNvPr>
          <p:cNvSpPr>
            <a:spLocks/>
          </p:cNvSpPr>
          <p:nvPr/>
        </p:nvSpPr>
        <p:spPr bwMode="auto">
          <a:xfrm>
            <a:off x="4948238" y="4835525"/>
            <a:ext cx="228600" cy="90488"/>
          </a:xfrm>
          <a:custGeom>
            <a:avLst/>
            <a:gdLst>
              <a:gd name="T0" fmla="*/ 2147483646 w 144"/>
              <a:gd name="T1" fmla="*/ 2147483646 h 57"/>
              <a:gd name="T2" fmla="*/ 2147483646 w 144"/>
              <a:gd name="T3" fmla="*/ 0 h 57"/>
              <a:gd name="T4" fmla="*/ 0 w 144"/>
              <a:gd name="T5" fmla="*/ 2147483646 h 57"/>
              <a:gd name="T6" fmla="*/ 0 w 144"/>
              <a:gd name="T7" fmla="*/ 2147483646 h 57"/>
              <a:gd name="T8" fmla="*/ 0 w 144"/>
              <a:gd name="T9" fmla="*/ 2147483646 h 57"/>
              <a:gd name="T10" fmla="*/ 2147483646 w 144"/>
              <a:gd name="T11" fmla="*/ 2147483646 h 57"/>
              <a:gd name="T12" fmla="*/ 2147483646 w 144"/>
              <a:gd name="T13" fmla="*/ 2147483646 h 5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44"/>
              <a:gd name="T22" fmla="*/ 0 h 57"/>
              <a:gd name="T23" fmla="*/ 144 w 144"/>
              <a:gd name="T24" fmla="*/ 57 h 5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44" h="57">
                <a:moveTo>
                  <a:pt x="144" y="16"/>
                </a:moveTo>
                <a:lnTo>
                  <a:pt x="135" y="0"/>
                </a:lnTo>
                <a:lnTo>
                  <a:pt x="0" y="41"/>
                </a:lnTo>
                <a:lnTo>
                  <a:pt x="0" y="57"/>
                </a:lnTo>
                <a:lnTo>
                  <a:pt x="9" y="57"/>
                </a:lnTo>
                <a:lnTo>
                  <a:pt x="144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35" name="Freeform 1120">
            <a:extLst>
              <a:ext uri="{FF2B5EF4-FFF2-40B4-BE49-F238E27FC236}">
                <a16:creationId xmlns:a16="http://schemas.microsoft.com/office/drawing/2014/main" id="{2607200F-1293-B001-4D3F-1AB286746365}"/>
              </a:ext>
            </a:extLst>
          </p:cNvPr>
          <p:cNvSpPr>
            <a:spLocks/>
          </p:cNvSpPr>
          <p:nvPr/>
        </p:nvSpPr>
        <p:spPr bwMode="auto">
          <a:xfrm>
            <a:off x="4705350" y="4900614"/>
            <a:ext cx="242888" cy="77787"/>
          </a:xfrm>
          <a:custGeom>
            <a:avLst/>
            <a:gdLst>
              <a:gd name="T0" fmla="*/ 2147483646 w 153"/>
              <a:gd name="T1" fmla="*/ 2147483646 h 49"/>
              <a:gd name="T2" fmla="*/ 2147483646 w 153"/>
              <a:gd name="T3" fmla="*/ 0 h 49"/>
              <a:gd name="T4" fmla="*/ 0 w 153"/>
              <a:gd name="T5" fmla="*/ 2147483646 h 49"/>
              <a:gd name="T6" fmla="*/ 0 w 153"/>
              <a:gd name="T7" fmla="*/ 2147483646 h 49"/>
              <a:gd name="T8" fmla="*/ 0 w 153"/>
              <a:gd name="T9" fmla="*/ 2147483646 h 49"/>
              <a:gd name="T10" fmla="*/ 0 w 153"/>
              <a:gd name="T11" fmla="*/ 2147483646 h 49"/>
              <a:gd name="T12" fmla="*/ 2147483646 w 153"/>
              <a:gd name="T13" fmla="*/ 2147483646 h 4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53"/>
              <a:gd name="T22" fmla="*/ 0 h 49"/>
              <a:gd name="T23" fmla="*/ 153 w 153"/>
              <a:gd name="T24" fmla="*/ 49 h 4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53" h="49">
                <a:moveTo>
                  <a:pt x="153" y="16"/>
                </a:moveTo>
                <a:lnTo>
                  <a:pt x="153" y="0"/>
                </a:lnTo>
                <a:lnTo>
                  <a:pt x="0" y="32"/>
                </a:lnTo>
                <a:lnTo>
                  <a:pt x="0" y="49"/>
                </a:lnTo>
                <a:lnTo>
                  <a:pt x="153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36" name="Freeform 1121">
            <a:extLst>
              <a:ext uri="{FF2B5EF4-FFF2-40B4-BE49-F238E27FC236}">
                <a16:creationId xmlns:a16="http://schemas.microsoft.com/office/drawing/2014/main" id="{FE7534A2-616A-57D5-2F63-26B974DB9335}"/>
              </a:ext>
            </a:extLst>
          </p:cNvPr>
          <p:cNvSpPr>
            <a:spLocks/>
          </p:cNvSpPr>
          <p:nvPr/>
        </p:nvSpPr>
        <p:spPr bwMode="auto">
          <a:xfrm>
            <a:off x="4205288" y="4951414"/>
            <a:ext cx="500062" cy="65087"/>
          </a:xfrm>
          <a:custGeom>
            <a:avLst/>
            <a:gdLst>
              <a:gd name="T0" fmla="*/ 2147483646 w 315"/>
              <a:gd name="T1" fmla="*/ 2147483646 h 41"/>
              <a:gd name="T2" fmla="*/ 2147483646 w 315"/>
              <a:gd name="T3" fmla="*/ 0 h 41"/>
              <a:gd name="T4" fmla="*/ 0 w 315"/>
              <a:gd name="T5" fmla="*/ 2147483646 h 41"/>
              <a:gd name="T6" fmla="*/ 0 w 315"/>
              <a:gd name="T7" fmla="*/ 2147483646 h 41"/>
              <a:gd name="T8" fmla="*/ 0 w 315"/>
              <a:gd name="T9" fmla="*/ 2147483646 h 41"/>
              <a:gd name="T10" fmla="*/ 0 w 315"/>
              <a:gd name="T11" fmla="*/ 2147483646 h 41"/>
              <a:gd name="T12" fmla="*/ 2147483646 w 315"/>
              <a:gd name="T13" fmla="*/ 2147483646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15"/>
              <a:gd name="T22" fmla="*/ 0 h 41"/>
              <a:gd name="T23" fmla="*/ 315 w 315"/>
              <a:gd name="T24" fmla="*/ 41 h 4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15" h="41">
                <a:moveTo>
                  <a:pt x="315" y="17"/>
                </a:moveTo>
                <a:lnTo>
                  <a:pt x="315" y="0"/>
                </a:lnTo>
                <a:lnTo>
                  <a:pt x="0" y="25"/>
                </a:lnTo>
                <a:lnTo>
                  <a:pt x="0" y="41"/>
                </a:lnTo>
                <a:lnTo>
                  <a:pt x="315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37" name="Freeform 1122">
            <a:extLst>
              <a:ext uri="{FF2B5EF4-FFF2-40B4-BE49-F238E27FC236}">
                <a16:creationId xmlns:a16="http://schemas.microsoft.com/office/drawing/2014/main" id="{3A17EF5E-75AC-A3E3-D976-15358E546DF4}"/>
              </a:ext>
            </a:extLst>
          </p:cNvPr>
          <p:cNvSpPr>
            <a:spLocks/>
          </p:cNvSpPr>
          <p:nvPr/>
        </p:nvSpPr>
        <p:spPr bwMode="auto">
          <a:xfrm>
            <a:off x="3690938" y="4926014"/>
            <a:ext cx="514350" cy="90487"/>
          </a:xfrm>
          <a:custGeom>
            <a:avLst/>
            <a:gdLst>
              <a:gd name="T0" fmla="*/ 2147483646 w 324"/>
              <a:gd name="T1" fmla="*/ 2147483646 h 57"/>
              <a:gd name="T2" fmla="*/ 2147483646 w 324"/>
              <a:gd name="T3" fmla="*/ 2147483646 h 57"/>
              <a:gd name="T4" fmla="*/ 0 w 324"/>
              <a:gd name="T5" fmla="*/ 0 h 57"/>
              <a:gd name="T6" fmla="*/ 0 w 324"/>
              <a:gd name="T7" fmla="*/ 2147483646 h 57"/>
              <a:gd name="T8" fmla="*/ 2147483646 w 324"/>
              <a:gd name="T9" fmla="*/ 2147483646 h 5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4"/>
              <a:gd name="T16" fmla="*/ 0 h 57"/>
              <a:gd name="T17" fmla="*/ 324 w 324"/>
              <a:gd name="T18" fmla="*/ 57 h 5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4" h="57">
                <a:moveTo>
                  <a:pt x="324" y="57"/>
                </a:moveTo>
                <a:lnTo>
                  <a:pt x="324" y="41"/>
                </a:lnTo>
                <a:lnTo>
                  <a:pt x="0" y="0"/>
                </a:lnTo>
                <a:lnTo>
                  <a:pt x="0" y="16"/>
                </a:lnTo>
                <a:lnTo>
                  <a:pt x="324" y="5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38" name="Freeform 1123">
            <a:extLst>
              <a:ext uri="{FF2B5EF4-FFF2-40B4-BE49-F238E27FC236}">
                <a16:creationId xmlns:a16="http://schemas.microsoft.com/office/drawing/2014/main" id="{55B1DCFB-EC78-952C-3FC0-58AE6E6E7CE6}"/>
              </a:ext>
            </a:extLst>
          </p:cNvPr>
          <p:cNvSpPr>
            <a:spLocks/>
          </p:cNvSpPr>
          <p:nvPr/>
        </p:nvSpPr>
        <p:spPr bwMode="auto">
          <a:xfrm>
            <a:off x="5462589" y="4186239"/>
            <a:ext cx="28575" cy="26987"/>
          </a:xfrm>
          <a:custGeom>
            <a:avLst/>
            <a:gdLst>
              <a:gd name="T0" fmla="*/ 2147483646 w 18"/>
              <a:gd name="T1" fmla="*/ 2147483646 h 17"/>
              <a:gd name="T2" fmla="*/ 2147483646 w 18"/>
              <a:gd name="T3" fmla="*/ 2147483646 h 17"/>
              <a:gd name="T4" fmla="*/ 2147483646 w 18"/>
              <a:gd name="T5" fmla="*/ 0 h 17"/>
              <a:gd name="T6" fmla="*/ 2147483646 w 18"/>
              <a:gd name="T7" fmla="*/ 0 h 17"/>
              <a:gd name="T8" fmla="*/ 2147483646 w 18"/>
              <a:gd name="T9" fmla="*/ 0 h 17"/>
              <a:gd name="T10" fmla="*/ 2147483646 w 18"/>
              <a:gd name="T11" fmla="*/ 0 h 17"/>
              <a:gd name="T12" fmla="*/ 0 w 18"/>
              <a:gd name="T13" fmla="*/ 2147483646 h 17"/>
              <a:gd name="T14" fmla="*/ 2147483646 w 18"/>
              <a:gd name="T15" fmla="*/ 2147483646 h 17"/>
              <a:gd name="T16" fmla="*/ 2147483646 w 18"/>
              <a:gd name="T17" fmla="*/ 2147483646 h 17"/>
              <a:gd name="T18" fmla="*/ 2147483646 w 18"/>
              <a:gd name="T19" fmla="*/ 2147483646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7"/>
              <a:gd name="T32" fmla="*/ 18 w 18"/>
              <a:gd name="T33" fmla="*/ 17 h 17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7">
                <a:moveTo>
                  <a:pt x="9" y="17"/>
                </a:moveTo>
                <a:lnTo>
                  <a:pt x="18" y="9"/>
                </a:lnTo>
                <a:lnTo>
                  <a:pt x="18" y="0"/>
                </a:lnTo>
                <a:lnTo>
                  <a:pt x="9" y="0"/>
                </a:lnTo>
                <a:lnTo>
                  <a:pt x="0" y="9"/>
                </a:lnTo>
                <a:lnTo>
                  <a:pt x="9" y="9"/>
                </a:lnTo>
                <a:lnTo>
                  <a:pt x="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39" name="Freeform 1124">
            <a:extLst>
              <a:ext uri="{FF2B5EF4-FFF2-40B4-BE49-F238E27FC236}">
                <a16:creationId xmlns:a16="http://schemas.microsoft.com/office/drawing/2014/main" id="{062DD5FA-54AA-EF8D-71AD-78D37FAB03E2}"/>
              </a:ext>
            </a:extLst>
          </p:cNvPr>
          <p:cNvSpPr>
            <a:spLocks/>
          </p:cNvSpPr>
          <p:nvPr/>
        </p:nvSpPr>
        <p:spPr bwMode="auto">
          <a:xfrm>
            <a:off x="5419725" y="4200526"/>
            <a:ext cx="128588" cy="193675"/>
          </a:xfrm>
          <a:custGeom>
            <a:avLst/>
            <a:gdLst>
              <a:gd name="T0" fmla="*/ 2147483646 w 81"/>
              <a:gd name="T1" fmla="*/ 0 h 122"/>
              <a:gd name="T2" fmla="*/ 2147483646 w 81"/>
              <a:gd name="T3" fmla="*/ 0 h 122"/>
              <a:gd name="T4" fmla="*/ 2147483646 w 81"/>
              <a:gd name="T5" fmla="*/ 2147483646 h 122"/>
              <a:gd name="T6" fmla="*/ 0 w 81"/>
              <a:gd name="T7" fmla="*/ 0 h 122"/>
              <a:gd name="T8" fmla="*/ 2147483646 w 81"/>
              <a:gd name="T9" fmla="*/ 0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2"/>
              <a:gd name="T17" fmla="*/ 81 w 81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2">
                <a:moveTo>
                  <a:pt x="36" y="0"/>
                </a:moveTo>
                <a:lnTo>
                  <a:pt x="81" y="0"/>
                </a:lnTo>
                <a:lnTo>
                  <a:pt x="45" y="122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40" name="Freeform 1125">
            <a:extLst>
              <a:ext uri="{FF2B5EF4-FFF2-40B4-BE49-F238E27FC236}">
                <a16:creationId xmlns:a16="http://schemas.microsoft.com/office/drawing/2014/main" id="{9CBFC22F-7AD3-D148-64FB-1C801BFEFD1A}"/>
              </a:ext>
            </a:extLst>
          </p:cNvPr>
          <p:cNvSpPr>
            <a:spLocks/>
          </p:cNvSpPr>
          <p:nvPr/>
        </p:nvSpPr>
        <p:spPr bwMode="auto">
          <a:xfrm>
            <a:off x="5419725" y="4200526"/>
            <a:ext cx="128588" cy="193675"/>
          </a:xfrm>
          <a:custGeom>
            <a:avLst/>
            <a:gdLst>
              <a:gd name="T0" fmla="*/ 2147483646 w 81"/>
              <a:gd name="T1" fmla="*/ 0 h 122"/>
              <a:gd name="T2" fmla="*/ 2147483646 w 81"/>
              <a:gd name="T3" fmla="*/ 0 h 122"/>
              <a:gd name="T4" fmla="*/ 2147483646 w 81"/>
              <a:gd name="T5" fmla="*/ 2147483646 h 122"/>
              <a:gd name="T6" fmla="*/ 0 w 81"/>
              <a:gd name="T7" fmla="*/ 0 h 122"/>
              <a:gd name="T8" fmla="*/ 2147483646 w 81"/>
              <a:gd name="T9" fmla="*/ 0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2"/>
              <a:gd name="T17" fmla="*/ 81 w 81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2">
                <a:moveTo>
                  <a:pt x="36" y="0"/>
                </a:moveTo>
                <a:lnTo>
                  <a:pt x="81" y="0"/>
                </a:lnTo>
                <a:lnTo>
                  <a:pt x="45" y="122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41" name="Freeform 1126">
            <a:extLst>
              <a:ext uri="{FF2B5EF4-FFF2-40B4-BE49-F238E27FC236}">
                <a16:creationId xmlns:a16="http://schemas.microsoft.com/office/drawing/2014/main" id="{C8E79420-A286-997D-EF3C-7F630EFF67A8}"/>
              </a:ext>
            </a:extLst>
          </p:cNvPr>
          <p:cNvSpPr>
            <a:spLocks/>
          </p:cNvSpPr>
          <p:nvPr/>
        </p:nvSpPr>
        <p:spPr bwMode="auto">
          <a:xfrm>
            <a:off x="6191251" y="2293938"/>
            <a:ext cx="257175" cy="233362"/>
          </a:xfrm>
          <a:custGeom>
            <a:avLst/>
            <a:gdLst>
              <a:gd name="T0" fmla="*/ 2147483646 w 162"/>
              <a:gd name="T1" fmla="*/ 2147483646 h 147"/>
              <a:gd name="T2" fmla="*/ 2147483646 w 162"/>
              <a:gd name="T3" fmla="*/ 0 h 147"/>
              <a:gd name="T4" fmla="*/ 0 w 162"/>
              <a:gd name="T5" fmla="*/ 2147483646 h 147"/>
              <a:gd name="T6" fmla="*/ 0 w 162"/>
              <a:gd name="T7" fmla="*/ 2147483646 h 147"/>
              <a:gd name="T8" fmla="*/ 2147483646 w 162"/>
              <a:gd name="T9" fmla="*/ 2147483646 h 147"/>
              <a:gd name="T10" fmla="*/ 2147483646 w 162"/>
              <a:gd name="T11" fmla="*/ 2147483646 h 147"/>
              <a:gd name="T12" fmla="*/ 2147483646 w 162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2"/>
              <a:gd name="T22" fmla="*/ 0 h 147"/>
              <a:gd name="T23" fmla="*/ 162 w 162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2" h="147">
                <a:moveTo>
                  <a:pt x="162" y="8"/>
                </a:moveTo>
                <a:lnTo>
                  <a:pt x="144" y="0"/>
                </a:lnTo>
                <a:lnTo>
                  <a:pt x="0" y="139"/>
                </a:lnTo>
                <a:lnTo>
                  <a:pt x="18" y="147"/>
                </a:lnTo>
                <a:lnTo>
                  <a:pt x="16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42" name="Freeform 1127">
            <a:extLst>
              <a:ext uri="{FF2B5EF4-FFF2-40B4-BE49-F238E27FC236}">
                <a16:creationId xmlns:a16="http://schemas.microsoft.com/office/drawing/2014/main" id="{54CAC587-21B2-39B7-3A51-75A80ED5FF38}"/>
              </a:ext>
            </a:extLst>
          </p:cNvPr>
          <p:cNvSpPr>
            <a:spLocks/>
          </p:cNvSpPr>
          <p:nvPr/>
        </p:nvSpPr>
        <p:spPr bwMode="auto">
          <a:xfrm>
            <a:off x="5991225" y="2514601"/>
            <a:ext cx="228600" cy="246063"/>
          </a:xfrm>
          <a:custGeom>
            <a:avLst/>
            <a:gdLst>
              <a:gd name="T0" fmla="*/ 2147483646 w 144"/>
              <a:gd name="T1" fmla="*/ 2147483646 h 155"/>
              <a:gd name="T2" fmla="*/ 2147483646 w 144"/>
              <a:gd name="T3" fmla="*/ 0 h 155"/>
              <a:gd name="T4" fmla="*/ 0 w 144"/>
              <a:gd name="T5" fmla="*/ 2147483646 h 155"/>
              <a:gd name="T6" fmla="*/ 0 w 144"/>
              <a:gd name="T7" fmla="*/ 2147483646 h 155"/>
              <a:gd name="T8" fmla="*/ 2147483646 w 144"/>
              <a:gd name="T9" fmla="*/ 2147483646 h 155"/>
              <a:gd name="T10" fmla="*/ 2147483646 w 144"/>
              <a:gd name="T11" fmla="*/ 2147483646 h 155"/>
              <a:gd name="T12" fmla="*/ 2147483646 w 144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44"/>
              <a:gd name="T22" fmla="*/ 0 h 155"/>
              <a:gd name="T23" fmla="*/ 144 w 144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44" h="155">
                <a:moveTo>
                  <a:pt x="144" y="8"/>
                </a:moveTo>
                <a:lnTo>
                  <a:pt x="126" y="0"/>
                </a:lnTo>
                <a:lnTo>
                  <a:pt x="0" y="147"/>
                </a:lnTo>
                <a:lnTo>
                  <a:pt x="18" y="155"/>
                </a:lnTo>
                <a:lnTo>
                  <a:pt x="144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43" name="Freeform 1128">
            <a:extLst>
              <a:ext uri="{FF2B5EF4-FFF2-40B4-BE49-F238E27FC236}">
                <a16:creationId xmlns:a16="http://schemas.microsoft.com/office/drawing/2014/main" id="{398E7EE9-1EB1-139C-BD1C-A5B47E030DB0}"/>
              </a:ext>
            </a:extLst>
          </p:cNvPr>
          <p:cNvSpPr>
            <a:spLocks/>
          </p:cNvSpPr>
          <p:nvPr/>
        </p:nvSpPr>
        <p:spPr bwMode="auto">
          <a:xfrm>
            <a:off x="5819776" y="2747963"/>
            <a:ext cx="200025" cy="233362"/>
          </a:xfrm>
          <a:custGeom>
            <a:avLst/>
            <a:gdLst>
              <a:gd name="T0" fmla="*/ 2147483646 w 126"/>
              <a:gd name="T1" fmla="*/ 2147483646 h 147"/>
              <a:gd name="T2" fmla="*/ 2147483646 w 126"/>
              <a:gd name="T3" fmla="*/ 0 h 147"/>
              <a:gd name="T4" fmla="*/ 0 w 126"/>
              <a:gd name="T5" fmla="*/ 2147483646 h 147"/>
              <a:gd name="T6" fmla="*/ 0 w 126"/>
              <a:gd name="T7" fmla="*/ 2147483646 h 147"/>
              <a:gd name="T8" fmla="*/ 2147483646 w 126"/>
              <a:gd name="T9" fmla="*/ 2147483646 h 147"/>
              <a:gd name="T10" fmla="*/ 2147483646 w 126"/>
              <a:gd name="T11" fmla="*/ 2147483646 h 147"/>
              <a:gd name="T12" fmla="*/ 2147483646 w 126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26"/>
              <a:gd name="T22" fmla="*/ 0 h 147"/>
              <a:gd name="T23" fmla="*/ 126 w 126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26" h="147">
                <a:moveTo>
                  <a:pt x="126" y="8"/>
                </a:moveTo>
                <a:lnTo>
                  <a:pt x="108" y="0"/>
                </a:lnTo>
                <a:lnTo>
                  <a:pt x="0" y="139"/>
                </a:lnTo>
                <a:lnTo>
                  <a:pt x="18" y="147"/>
                </a:lnTo>
                <a:lnTo>
                  <a:pt x="126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44" name="Freeform 1129">
            <a:extLst>
              <a:ext uri="{FF2B5EF4-FFF2-40B4-BE49-F238E27FC236}">
                <a16:creationId xmlns:a16="http://schemas.microsoft.com/office/drawing/2014/main" id="{FEC1FD51-1A34-B6EF-7BBC-A7A40FE90014}"/>
              </a:ext>
            </a:extLst>
          </p:cNvPr>
          <p:cNvSpPr>
            <a:spLocks/>
          </p:cNvSpPr>
          <p:nvPr/>
        </p:nvSpPr>
        <p:spPr bwMode="auto">
          <a:xfrm>
            <a:off x="5691188" y="2968626"/>
            <a:ext cx="157162" cy="246063"/>
          </a:xfrm>
          <a:custGeom>
            <a:avLst/>
            <a:gdLst>
              <a:gd name="T0" fmla="*/ 2147483646 w 99"/>
              <a:gd name="T1" fmla="*/ 2147483646 h 155"/>
              <a:gd name="T2" fmla="*/ 2147483646 w 99"/>
              <a:gd name="T3" fmla="*/ 0 h 155"/>
              <a:gd name="T4" fmla="*/ 0 w 99"/>
              <a:gd name="T5" fmla="*/ 2147483646 h 155"/>
              <a:gd name="T6" fmla="*/ 0 w 99"/>
              <a:gd name="T7" fmla="*/ 2147483646 h 155"/>
              <a:gd name="T8" fmla="*/ 2147483646 w 99"/>
              <a:gd name="T9" fmla="*/ 2147483646 h 155"/>
              <a:gd name="T10" fmla="*/ 2147483646 w 99"/>
              <a:gd name="T11" fmla="*/ 2147483646 h 155"/>
              <a:gd name="T12" fmla="*/ 2147483646 w 99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99"/>
              <a:gd name="T22" fmla="*/ 0 h 155"/>
              <a:gd name="T23" fmla="*/ 99 w 99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99" h="155">
                <a:moveTo>
                  <a:pt x="99" y="8"/>
                </a:moveTo>
                <a:lnTo>
                  <a:pt x="81" y="0"/>
                </a:lnTo>
                <a:lnTo>
                  <a:pt x="0" y="147"/>
                </a:lnTo>
                <a:lnTo>
                  <a:pt x="18" y="155"/>
                </a:lnTo>
                <a:lnTo>
                  <a:pt x="99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45" name="Freeform 1130">
            <a:extLst>
              <a:ext uri="{FF2B5EF4-FFF2-40B4-BE49-F238E27FC236}">
                <a16:creationId xmlns:a16="http://schemas.microsoft.com/office/drawing/2014/main" id="{833D49CC-806D-D0F2-A91A-2F4765CAAEB9}"/>
              </a:ext>
            </a:extLst>
          </p:cNvPr>
          <p:cNvSpPr>
            <a:spLocks/>
          </p:cNvSpPr>
          <p:nvPr/>
        </p:nvSpPr>
        <p:spPr bwMode="auto">
          <a:xfrm>
            <a:off x="5576889" y="3201988"/>
            <a:ext cx="142875" cy="258762"/>
          </a:xfrm>
          <a:custGeom>
            <a:avLst/>
            <a:gdLst>
              <a:gd name="T0" fmla="*/ 2147483646 w 90"/>
              <a:gd name="T1" fmla="*/ 2147483646 h 163"/>
              <a:gd name="T2" fmla="*/ 2147483646 w 90"/>
              <a:gd name="T3" fmla="*/ 0 h 163"/>
              <a:gd name="T4" fmla="*/ 0 w 90"/>
              <a:gd name="T5" fmla="*/ 2147483646 h 163"/>
              <a:gd name="T6" fmla="*/ 0 w 90"/>
              <a:gd name="T7" fmla="*/ 2147483646 h 163"/>
              <a:gd name="T8" fmla="*/ 2147483646 w 90"/>
              <a:gd name="T9" fmla="*/ 2147483646 h 163"/>
              <a:gd name="T10" fmla="*/ 2147483646 w 90"/>
              <a:gd name="T11" fmla="*/ 2147483646 h 163"/>
              <a:gd name="T12" fmla="*/ 2147483646 w 90"/>
              <a:gd name="T13" fmla="*/ 2147483646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90"/>
              <a:gd name="T22" fmla="*/ 0 h 163"/>
              <a:gd name="T23" fmla="*/ 90 w 90"/>
              <a:gd name="T24" fmla="*/ 163 h 16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90" h="163">
                <a:moveTo>
                  <a:pt x="90" y="8"/>
                </a:moveTo>
                <a:lnTo>
                  <a:pt x="72" y="0"/>
                </a:lnTo>
                <a:lnTo>
                  <a:pt x="0" y="155"/>
                </a:lnTo>
                <a:lnTo>
                  <a:pt x="18" y="163"/>
                </a:lnTo>
                <a:lnTo>
                  <a:pt x="9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46" name="Freeform 1131">
            <a:extLst>
              <a:ext uri="{FF2B5EF4-FFF2-40B4-BE49-F238E27FC236}">
                <a16:creationId xmlns:a16="http://schemas.microsoft.com/office/drawing/2014/main" id="{2C1E72F9-0695-953B-302C-9A8505F5A288}"/>
              </a:ext>
            </a:extLst>
          </p:cNvPr>
          <p:cNvSpPr>
            <a:spLocks/>
          </p:cNvSpPr>
          <p:nvPr/>
        </p:nvSpPr>
        <p:spPr bwMode="auto">
          <a:xfrm>
            <a:off x="5505451" y="3448051"/>
            <a:ext cx="100013" cy="258763"/>
          </a:xfrm>
          <a:custGeom>
            <a:avLst/>
            <a:gdLst>
              <a:gd name="T0" fmla="*/ 2147483646 w 63"/>
              <a:gd name="T1" fmla="*/ 2147483646 h 163"/>
              <a:gd name="T2" fmla="*/ 2147483646 w 63"/>
              <a:gd name="T3" fmla="*/ 0 h 163"/>
              <a:gd name="T4" fmla="*/ 0 w 63"/>
              <a:gd name="T5" fmla="*/ 2147483646 h 163"/>
              <a:gd name="T6" fmla="*/ 0 w 63"/>
              <a:gd name="T7" fmla="*/ 2147483646 h 163"/>
              <a:gd name="T8" fmla="*/ 2147483646 w 63"/>
              <a:gd name="T9" fmla="*/ 2147483646 h 163"/>
              <a:gd name="T10" fmla="*/ 2147483646 w 63"/>
              <a:gd name="T11" fmla="*/ 2147483646 h 163"/>
              <a:gd name="T12" fmla="*/ 2147483646 w 63"/>
              <a:gd name="T13" fmla="*/ 2147483646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3"/>
              <a:gd name="T22" fmla="*/ 0 h 163"/>
              <a:gd name="T23" fmla="*/ 63 w 63"/>
              <a:gd name="T24" fmla="*/ 163 h 16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3" h="163">
                <a:moveTo>
                  <a:pt x="63" y="8"/>
                </a:moveTo>
                <a:lnTo>
                  <a:pt x="45" y="0"/>
                </a:lnTo>
                <a:lnTo>
                  <a:pt x="0" y="155"/>
                </a:lnTo>
                <a:lnTo>
                  <a:pt x="18" y="155"/>
                </a:lnTo>
                <a:lnTo>
                  <a:pt x="18" y="163"/>
                </a:lnTo>
                <a:lnTo>
                  <a:pt x="63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47" name="Freeform 1132">
            <a:extLst>
              <a:ext uri="{FF2B5EF4-FFF2-40B4-BE49-F238E27FC236}">
                <a16:creationId xmlns:a16="http://schemas.microsoft.com/office/drawing/2014/main" id="{43C9C6F1-E671-2143-0DB2-AB0A9D9A7C46}"/>
              </a:ext>
            </a:extLst>
          </p:cNvPr>
          <p:cNvSpPr>
            <a:spLocks/>
          </p:cNvSpPr>
          <p:nvPr/>
        </p:nvSpPr>
        <p:spPr bwMode="auto">
          <a:xfrm>
            <a:off x="5462589" y="3694113"/>
            <a:ext cx="71437" cy="246062"/>
          </a:xfrm>
          <a:custGeom>
            <a:avLst/>
            <a:gdLst>
              <a:gd name="T0" fmla="*/ 2147483646 w 45"/>
              <a:gd name="T1" fmla="*/ 0 h 155"/>
              <a:gd name="T2" fmla="*/ 2147483646 w 45"/>
              <a:gd name="T3" fmla="*/ 0 h 155"/>
              <a:gd name="T4" fmla="*/ 0 w 45"/>
              <a:gd name="T5" fmla="*/ 2147483646 h 155"/>
              <a:gd name="T6" fmla="*/ 0 w 45"/>
              <a:gd name="T7" fmla="*/ 2147483646 h 155"/>
              <a:gd name="T8" fmla="*/ 2147483646 w 45"/>
              <a:gd name="T9" fmla="*/ 2147483646 h 155"/>
              <a:gd name="T10" fmla="*/ 2147483646 w 45"/>
              <a:gd name="T11" fmla="*/ 2147483646 h 155"/>
              <a:gd name="T12" fmla="*/ 2147483646 w 45"/>
              <a:gd name="T13" fmla="*/ 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5"/>
              <a:gd name="T22" fmla="*/ 0 h 155"/>
              <a:gd name="T23" fmla="*/ 45 w 45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5" h="155">
                <a:moveTo>
                  <a:pt x="45" y="0"/>
                </a:moveTo>
                <a:lnTo>
                  <a:pt x="27" y="0"/>
                </a:lnTo>
                <a:lnTo>
                  <a:pt x="0" y="155"/>
                </a:lnTo>
                <a:lnTo>
                  <a:pt x="18" y="155"/>
                </a:lnTo>
                <a:lnTo>
                  <a:pt x="4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48" name="Rectangle 1133">
            <a:extLst>
              <a:ext uri="{FF2B5EF4-FFF2-40B4-BE49-F238E27FC236}">
                <a16:creationId xmlns:a16="http://schemas.microsoft.com/office/drawing/2014/main" id="{4F0EF822-594F-0832-D600-52AD05C64C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2589" y="3940176"/>
            <a:ext cx="28575" cy="246063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5949" name="Freeform 1134">
            <a:extLst>
              <a:ext uri="{FF2B5EF4-FFF2-40B4-BE49-F238E27FC236}">
                <a16:creationId xmlns:a16="http://schemas.microsoft.com/office/drawing/2014/main" id="{81C2D444-8455-FD0B-6EA5-2A3F9C31FD8A}"/>
              </a:ext>
            </a:extLst>
          </p:cNvPr>
          <p:cNvSpPr>
            <a:spLocks/>
          </p:cNvSpPr>
          <p:nvPr/>
        </p:nvSpPr>
        <p:spPr bwMode="auto">
          <a:xfrm>
            <a:off x="3548064" y="3641725"/>
            <a:ext cx="28575" cy="26988"/>
          </a:xfrm>
          <a:custGeom>
            <a:avLst/>
            <a:gdLst>
              <a:gd name="T0" fmla="*/ 0 w 18"/>
              <a:gd name="T1" fmla="*/ 2147483646 h 17"/>
              <a:gd name="T2" fmla="*/ 0 w 18"/>
              <a:gd name="T3" fmla="*/ 2147483646 h 17"/>
              <a:gd name="T4" fmla="*/ 2147483646 w 18"/>
              <a:gd name="T5" fmla="*/ 2147483646 h 17"/>
              <a:gd name="T6" fmla="*/ 2147483646 w 18"/>
              <a:gd name="T7" fmla="*/ 2147483646 h 17"/>
              <a:gd name="T8" fmla="*/ 2147483646 w 18"/>
              <a:gd name="T9" fmla="*/ 2147483646 h 17"/>
              <a:gd name="T10" fmla="*/ 2147483646 w 18"/>
              <a:gd name="T11" fmla="*/ 2147483646 h 17"/>
              <a:gd name="T12" fmla="*/ 2147483646 w 18"/>
              <a:gd name="T13" fmla="*/ 0 h 17"/>
              <a:gd name="T14" fmla="*/ 0 w 18"/>
              <a:gd name="T15" fmla="*/ 0 h 17"/>
              <a:gd name="T16" fmla="*/ 0 w 18"/>
              <a:gd name="T17" fmla="*/ 2147483646 h 17"/>
              <a:gd name="T18" fmla="*/ 0 w 18"/>
              <a:gd name="T19" fmla="*/ 2147483646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7"/>
              <a:gd name="T32" fmla="*/ 18 w 18"/>
              <a:gd name="T33" fmla="*/ 17 h 17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7">
                <a:moveTo>
                  <a:pt x="0" y="9"/>
                </a:moveTo>
                <a:lnTo>
                  <a:pt x="0" y="17"/>
                </a:lnTo>
                <a:lnTo>
                  <a:pt x="9" y="17"/>
                </a:lnTo>
                <a:lnTo>
                  <a:pt x="18" y="17"/>
                </a:lnTo>
                <a:lnTo>
                  <a:pt x="18" y="9"/>
                </a:lnTo>
                <a:lnTo>
                  <a:pt x="9" y="0"/>
                </a:lnTo>
                <a:lnTo>
                  <a:pt x="0" y="0"/>
                </a:lnTo>
                <a:lnTo>
                  <a:pt x="0" y="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50" name="Freeform 1135">
            <a:extLst>
              <a:ext uri="{FF2B5EF4-FFF2-40B4-BE49-F238E27FC236}">
                <a16:creationId xmlns:a16="http://schemas.microsoft.com/office/drawing/2014/main" id="{86785F96-6384-2A06-3AD1-06F43D9E80F2}"/>
              </a:ext>
            </a:extLst>
          </p:cNvPr>
          <p:cNvSpPr>
            <a:spLocks/>
          </p:cNvSpPr>
          <p:nvPr/>
        </p:nvSpPr>
        <p:spPr bwMode="auto">
          <a:xfrm>
            <a:off x="3348038" y="3603625"/>
            <a:ext cx="228600" cy="103188"/>
          </a:xfrm>
          <a:custGeom>
            <a:avLst/>
            <a:gdLst>
              <a:gd name="T0" fmla="*/ 2147483646 w 144"/>
              <a:gd name="T1" fmla="*/ 2147483646 h 65"/>
              <a:gd name="T2" fmla="*/ 2147483646 w 144"/>
              <a:gd name="T3" fmla="*/ 2147483646 h 65"/>
              <a:gd name="T4" fmla="*/ 0 w 144"/>
              <a:gd name="T5" fmla="*/ 0 h 65"/>
              <a:gd name="T6" fmla="*/ 2147483646 w 144"/>
              <a:gd name="T7" fmla="*/ 0 h 65"/>
              <a:gd name="T8" fmla="*/ 2147483646 w 144"/>
              <a:gd name="T9" fmla="*/ 2147483646 h 6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65"/>
              <a:gd name="T17" fmla="*/ 144 w 144"/>
              <a:gd name="T18" fmla="*/ 65 h 6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65">
                <a:moveTo>
                  <a:pt x="126" y="33"/>
                </a:moveTo>
                <a:lnTo>
                  <a:pt x="117" y="65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51" name="Freeform 1136">
            <a:extLst>
              <a:ext uri="{FF2B5EF4-FFF2-40B4-BE49-F238E27FC236}">
                <a16:creationId xmlns:a16="http://schemas.microsoft.com/office/drawing/2014/main" id="{F919EB12-9D3E-89D6-D464-3DBC363C6673}"/>
              </a:ext>
            </a:extLst>
          </p:cNvPr>
          <p:cNvSpPr>
            <a:spLocks/>
          </p:cNvSpPr>
          <p:nvPr/>
        </p:nvSpPr>
        <p:spPr bwMode="auto">
          <a:xfrm>
            <a:off x="3348038" y="3603625"/>
            <a:ext cx="228600" cy="103188"/>
          </a:xfrm>
          <a:custGeom>
            <a:avLst/>
            <a:gdLst>
              <a:gd name="T0" fmla="*/ 2147483646 w 144"/>
              <a:gd name="T1" fmla="*/ 2147483646 h 65"/>
              <a:gd name="T2" fmla="*/ 2147483646 w 144"/>
              <a:gd name="T3" fmla="*/ 2147483646 h 65"/>
              <a:gd name="T4" fmla="*/ 0 w 144"/>
              <a:gd name="T5" fmla="*/ 0 h 65"/>
              <a:gd name="T6" fmla="*/ 2147483646 w 144"/>
              <a:gd name="T7" fmla="*/ 0 h 65"/>
              <a:gd name="T8" fmla="*/ 2147483646 w 144"/>
              <a:gd name="T9" fmla="*/ 2147483646 h 6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65"/>
              <a:gd name="T17" fmla="*/ 144 w 144"/>
              <a:gd name="T18" fmla="*/ 65 h 6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65">
                <a:moveTo>
                  <a:pt x="126" y="33"/>
                </a:moveTo>
                <a:lnTo>
                  <a:pt x="117" y="65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52" name="Freeform 1137">
            <a:extLst>
              <a:ext uri="{FF2B5EF4-FFF2-40B4-BE49-F238E27FC236}">
                <a16:creationId xmlns:a16="http://schemas.microsoft.com/office/drawing/2014/main" id="{1148709B-9556-75AE-140E-68A4CC1ECF60}"/>
              </a:ext>
            </a:extLst>
          </p:cNvPr>
          <p:cNvSpPr>
            <a:spLocks/>
          </p:cNvSpPr>
          <p:nvPr/>
        </p:nvSpPr>
        <p:spPr bwMode="auto">
          <a:xfrm>
            <a:off x="5062539" y="4303714"/>
            <a:ext cx="471487" cy="363537"/>
          </a:xfrm>
          <a:custGeom>
            <a:avLst/>
            <a:gdLst>
              <a:gd name="T0" fmla="*/ 2147483646 w 297"/>
              <a:gd name="T1" fmla="*/ 2147483646 h 229"/>
              <a:gd name="T2" fmla="*/ 2147483646 w 297"/>
              <a:gd name="T3" fmla="*/ 2147483646 h 229"/>
              <a:gd name="T4" fmla="*/ 2147483646 w 297"/>
              <a:gd name="T5" fmla="*/ 0 h 229"/>
              <a:gd name="T6" fmla="*/ 2147483646 w 297"/>
              <a:gd name="T7" fmla="*/ 0 h 229"/>
              <a:gd name="T8" fmla="*/ 0 w 297"/>
              <a:gd name="T9" fmla="*/ 2147483646 h 229"/>
              <a:gd name="T10" fmla="*/ 0 w 297"/>
              <a:gd name="T11" fmla="*/ 2147483646 h 229"/>
              <a:gd name="T12" fmla="*/ 2147483646 w 297"/>
              <a:gd name="T13" fmla="*/ 2147483646 h 2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97"/>
              <a:gd name="T22" fmla="*/ 0 h 229"/>
              <a:gd name="T23" fmla="*/ 297 w 297"/>
              <a:gd name="T24" fmla="*/ 229 h 22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97" h="229">
                <a:moveTo>
                  <a:pt x="288" y="229"/>
                </a:moveTo>
                <a:lnTo>
                  <a:pt x="297" y="212"/>
                </a:lnTo>
                <a:lnTo>
                  <a:pt x="9" y="0"/>
                </a:lnTo>
                <a:lnTo>
                  <a:pt x="0" y="16"/>
                </a:lnTo>
                <a:lnTo>
                  <a:pt x="288" y="22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53" name="Freeform 1138">
            <a:extLst>
              <a:ext uri="{FF2B5EF4-FFF2-40B4-BE49-F238E27FC236}">
                <a16:creationId xmlns:a16="http://schemas.microsoft.com/office/drawing/2014/main" id="{3794EB7E-78C0-C4BA-9360-85337E7A5BC4}"/>
              </a:ext>
            </a:extLst>
          </p:cNvPr>
          <p:cNvSpPr>
            <a:spLocks/>
          </p:cNvSpPr>
          <p:nvPr/>
        </p:nvSpPr>
        <p:spPr bwMode="auto">
          <a:xfrm>
            <a:off x="4591051" y="4030663"/>
            <a:ext cx="485775" cy="298450"/>
          </a:xfrm>
          <a:custGeom>
            <a:avLst/>
            <a:gdLst>
              <a:gd name="T0" fmla="*/ 2147483646 w 306"/>
              <a:gd name="T1" fmla="*/ 2147483646 h 188"/>
              <a:gd name="T2" fmla="*/ 2147483646 w 306"/>
              <a:gd name="T3" fmla="*/ 2147483646 h 188"/>
              <a:gd name="T4" fmla="*/ 2147483646 w 306"/>
              <a:gd name="T5" fmla="*/ 0 h 188"/>
              <a:gd name="T6" fmla="*/ 2147483646 w 306"/>
              <a:gd name="T7" fmla="*/ 0 h 188"/>
              <a:gd name="T8" fmla="*/ 0 w 306"/>
              <a:gd name="T9" fmla="*/ 2147483646 h 188"/>
              <a:gd name="T10" fmla="*/ 0 w 306"/>
              <a:gd name="T11" fmla="*/ 2147483646 h 188"/>
              <a:gd name="T12" fmla="*/ 2147483646 w 306"/>
              <a:gd name="T13" fmla="*/ 2147483646 h 1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06"/>
              <a:gd name="T22" fmla="*/ 0 h 188"/>
              <a:gd name="T23" fmla="*/ 306 w 306"/>
              <a:gd name="T24" fmla="*/ 188 h 1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06" h="188">
                <a:moveTo>
                  <a:pt x="297" y="188"/>
                </a:moveTo>
                <a:lnTo>
                  <a:pt x="306" y="172"/>
                </a:lnTo>
                <a:lnTo>
                  <a:pt x="9" y="0"/>
                </a:lnTo>
                <a:lnTo>
                  <a:pt x="0" y="17"/>
                </a:lnTo>
                <a:lnTo>
                  <a:pt x="297" y="18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54" name="Freeform 1139">
            <a:extLst>
              <a:ext uri="{FF2B5EF4-FFF2-40B4-BE49-F238E27FC236}">
                <a16:creationId xmlns:a16="http://schemas.microsoft.com/office/drawing/2014/main" id="{46D6F7A4-0D2E-8C13-3D3B-DEE8D467433E}"/>
              </a:ext>
            </a:extLst>
          </p:cNvPr>
          <p:cNvSpPr>
            <a:spLocks/>
          </p:cNvSpPr>
          <p:nvPr/>
        </p:nvSpPr>
        <p:spPr bwMode="auto">
          <a:xfrm>
            <a:off x="4076700" y="3811588"/>
            <a:ext cx="528638" cy="246062"/>
          </a:xfrm>
          <a:custGeom>
            <a:avLst/>
            <a:gdLst>
              <a:gd name="T0" fmla="*/ 2147483646 w 333"/>
              <a:gd name="T1" fmla="*/ 2147483646 h 155"/>
              <a:gd name="T2" fmla="*/ 2147483646 w 333"/>
              <a:gd name="T3" fmla="*/ 2147483646 h 155"/>
              <a:gd name="T4" fmla="*/ 2147483646 w 333"/>
              <a:gd name="T5" fmla="*/ 0 h 155"/>
              <a:gd name="T6" fmla="*/ 2147483646 w 333"/>
              <a:gd name="T7" fmla="*/ 0 h 155"/>
              <a:gd name="T8" fmla="*/ 0 w 333"/>
              <a:gd name="T9" fmla="*/ 2147483646 h 155"/>
              <a:gd name="T10" fmla="*/ 0 w 333"/>
              <a:gd name="T11" fmla="*/ 2147483646 h 155"/>
              <a:gd name="T12" fmla="*/ 2147483646 w 333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33"/>
              <a:gd name="T22" fmla="*/ 0 h 155"/>
              <a:gd name="T23" fmla="*/ 333 w 333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33" h="155">
                <a:moveTo>
                  <a:pt x="324" y="155"/>
                </a:moveTo>
                <a:lnTo>
                  <a:pt x="333" y="138"/>
                </a:lnTo>
                <a:lnTo>
                  <a:pt x="9" y="0"/>
                </a:lnTo>
                <a:lnTo>
                  <a:pt x="0" y="16"/>
                </a:lnTo>
                <a:lnTo>
                  <a:pt x="324" y="15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55" name="Freeform 1140">
            <a:extLst>
              <a:ext uri="{FF2B5EF4-FFF2-40B4-BE49-F238E27FC236}">
                <a16:creationId xmlns:a16="http://schemas.microsoft.com/office/drawing/2014/main" id="{732A9463-BD66-2AD0-B4BE-D631495D90C4}"/>
              </a:ext>
            </a:extLst>
          </p:cNvPr>
          <p:cNvSpPr>
            <a:spLocks/>
          </p:cNvSpPr>
          <p:nvPr/>
        </p:nvSpPr>
        <p:spPr bwMode="auto">
          <a:xfrm>
            <a:off x="3562350" y="3641726"/>
            <a:ext cx="528638" cy="195263"/>
          </a:xfrm>
          <a:custGeom>
            <a:avLst/>
            <a:gdLst>
              <a:gd name="T0" fmla="*/ 2147483646 w 333"/>
              <a:gd name="T1" fmla="*/ 2147483646 h 123"/>
              <a:gd name="T2" fmla="*/ 2147483646 w 333"/>
              <a:gd name="T3" fmla="*/ 2147483646 h 123"/>
              <a:gd name="T4" fmla="*/ 2147483646 w 333"/>
              <a:gd name="T5" fmla="*/ 0 h 123"/>
              <a:gd name="T6" fmla="*/ 0 w 333"/>
              <a:gd name="T7" fmla="*/ 2147483646 h 123"/>
              <a:gd name="T8" fmla="*/ 2147483646 w 333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33"/>
              <a:gd name="T16" fmla="*/ 0 h 123"/>
              <a:gd name="T17" fmla="*/ 333 w 333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33" h="123">
                <a:moveTo>
                  <a:pt x="324" y="123"/>
                </a:moveTo>
                <a:lnTo>
                  <a:pt x="333" y="107"/>
                </a:lnTo>
                <a:lnTo>
                  <a:pt x="9" y="0"/>
                </a:lnTo>
                <a:lnTo>
                  <a:pt x="0" y="17"/>
                </a:lnTo>
                <a:lnTo>
                  <a:pt x="324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56" name="Freeform 1141">
            <a:extLst>
              <a:ext uri="{FF2B5EF4-FFF2-40B4-BE49-F238E27FC236}">
                <a16:creationId xmlns:a16="http://schemas.microsoft.com/office/drawing/2014/main" id="{48B56B53-686E-B162-63A3-BDBA55F89177}"/>
              </a:ext>
            </a:extLst>
          </p:cNvPr>
          <p:cNvSpPr>
            <a:spLocks/>
          </p:cNvSpPr>
          <p:nvPr/>
        </p:nvSpPr>
        <p:spPr bwMode="auto">
          <a:xfrm>
            <a:off x="6477001" y="2747963"/>
            <a:ext cx="28575" cy="25400"/>
          </a:xfrm>
          <a:custGeom>
            <a:avLst/>
            <a:gdLst>
              <a:gd name="T0" fmla="*/ 2147483646 w 18"/>
              <a:gd name="T1" fmla="*/ 0 h 16"/>
              <a:gd name="T2" fmla="*/ 0 w 18"/>
              <a:gd name="T3" fmla="*/ 0 h 16"/>
              <a:gd name="T4" fmla="*/ 0 w 18"/>
              <a:gd name="T5" fmla="*/ 2147483646 h 16"/>
              <a:gd name="T6" fmla="*/ 0 w 18"/>
              <a:gd name="T7" fmla="*/ 2147483646 h 16"/>
              <a:gd name="T8" fmla="*/ 2147483646 w 18"/>
              <a:gd name="T9" fmla="*/ 2147483646 h 16"/>
              <a:gd name="T10" fmla="*/ 2147483646 w 18"/>
              <a:gd name="T11" fmla="*/ 2147483646 h 16"/>
              <a:gd name="T12" fmla="*/ 2147483646 w 18"/>
              <a:gd name="T13" fmla="*/ 0 h 16"/>
              <a:gd name="T14" fmla="*/ 2147483646 w 18"/>
              <a:gd name="T15" fmla="*/ 0 h 16"/>
              <a:gd name="T16" fmla="*/ 2147483646 w 18"/>
              <a:gd name="T17" fmla="*/ 0 h 16"/>
              <a:gd name="T18" fmla="*/ 2147483646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9" y="0"/>
                </a:moveTo>
                <a:lnTo>
                  <a:pt x="0" y="0"/>
                </a:lnTo>
                <a:lnTo>
                  <a:pt x="0" y="8"/>
                </a:lnTo>
                <a:lnTo>
                  <a:pt x="9" y="16"/>
                </a:lnTo>
                <a:lnTo>
                  <a:pt x="9" y="8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57" name="Freeform 1142">
            <a:extLst>
              <a:ext uri="{FF2B5EF4-FFF2-40B4-BE49-F238E27FC236}">
                <a16:creationId xmlns:a16="http://schemas.microsoft.com/office/drawing/2014/main" id="{30D311BD-0E18-EFCD-97F5-2B0925A05411}"/>
              </a:ext>
            </a:extLst>
          </p:cNvPr>
          <p:cNvSpPr>
            <a:spLocks/>
          </p:cNvSpPr>
          <p:nvPr/>
        </p:nvSpPr>
        <p:spPr bwMode="auto">
          <a:xfrm>
            <a:off x="6419850" y="2552701"/>
            <a:ext cx="128588" cy="195263"/>
          </a:xfrm>
          <a:custGeom>
            <a:avLst/>
            <a:gdLst>
              <a:gd name="T0" fmla="*/ 2147483646 w 81"/>
              <a:gd name="T1" fmla="*/ 2147483646 h 123"/>
              <a:gd name="T2" fmla="*/ 0 w 81"/>
              <a:gd name="T3" fmla="*/ 2147483646 h 123"/>
              <a:gd name="T4" fmla="*/ 2147483646 w 81"/>
              <a:gd name="T5" fmla="*/ 0 h 123"/>
              <a:gd name="T6" fmla="*/ 2147483646 w 81"/>
              <a:gd name="T7" fmla="*/ 2147483646 h 123"/>
              <a:gd name="T8" fmla="*/ 2147483646 w 81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45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45" y="12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58" name="Freeform 1143">
            <a:extLst>
              <a:ext uri="{FF2B5EF4-FFF2-40B4-BE49-F238E27FC236}">
                <a16:creationId xmlns:a16="http://schemas.microsoft.com/office/drawing/2014/main" id="{31D888EE-A2F1-C1F1-25C4-54E272EAF329}"/>
              </a:ext>
            </a:extLst>
          </p:cNvPr>
          <p:cNvSpPr>
            <a:spLocks/>
          </p:cNvSpPr>
          <p:nvPr/>
        </p:nvSpPr>
        <p:spPr bwMode="auto">
          <a:xfrm>
            <a:off x="6419850" y="2552701"/>
            <a:ext cx="128588" cy="195263"/>
          </a:xfrm>
          <a:custGeom>
            <a:avLst/>
            <a:gdLst>
              <a:gd name="T0" fmla="*/ 2147483646 w 81"/>
              <a:gd name="T1" fmla="*/ 2147483646 h 123"/>
              <a:gd name="T2" fmla="*/ 0 w 81"/>
              <a:gd name="T3" fmla="*/ 2147483646 h 123"/>
              <a:gd name="T4" fmla="*/ 2147483646 w 81"/>
              <a:gd name="T5" fmla="*/ 0 h 123"/>
              <a:gd name="T6" fmla="*/ 2147483646 w 81"/>
              <a:gd name="T7" fmla="*/ 2147483646 h 123"/>
              <a:gd name="T8" fmla="*/ 2147483646 w 81"/>
              <a:gd name="T9" fmla="*/ 2147483646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45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45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59" name="Freeform 1144">
            <a:extLst>
              <a:ext uri="{FF2B5EF4-FFF2-40B4-BE49-F238E27FC236}">
                <a16:creationId xmlns:a16="http://schemas.microsoft.com/office/drawing/2014/main" id="{EBCF3945-ED80-11FD-168A-E801383FBD13}"/>
              </a:ext>
            </a:extLst>
          </p:cNvPr>
          <p:cNvSpPr>
            <a:spLocks/>
          </p:cNvSpPr>
          <p:nvPr/>
        </p:nvSpPr>
        <p:spPr bwMode="auto">
          <a:xfrm>
            <a:off x="5505451" y="4419601"/>
            <a:ext cx="257175" cy="233363"/>
          </a:xfrm>
          <a:custGeom>
            <a:avLst/>
            <a:gdLst>
              <a:gd name="T0" fmla="*/ 0 w 162"/>
              <a:gd name="T1" fmla="*/ 2147483646 h 147"/>
              <a:gd name="T2" fmla="*/ 2147483646 w 162"/>
              <a:gd name="T3" fmla="*/ 2147483646 h 147"/>
              <a:gd name="T4" fmla="*/ 2147483646 w 162"/>
              <a:gd name="T5" fmla="*/ 2147483646 h 147"/>
              <a:gd name="T6" fmla="*/ 2147483646 w 162"/>
              <a:gd name="T7" fmla="*/ 2147483646 h 147"/>
              <a:gd name="T8" fmla="*/ 2147483646 w 162"/>
              <a:gd name="T9" fmla="*/ 0 h 147"/>
              <a:gd name="T10" fmla="*/ 2147483646 w 162"/>
              <a:gd name="T11" fmla="*/ 0 h 147"/>
              <a:gd name="T12" fmla="*/ 0 w 162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2"/>
              <a:gd name="T22" fmla="*/ 0 h 147"/>
              <a:gd name="T23" fmla="*/ 162 w 162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2" h="147">
                <a:moveTo>
                  <a:pt x="0" y="139"/>
                </a:moveTo>
                <a:lnTo>
                  <a:pt x="18" y="147"/>
                </a:lnTo>
                <a:lnTo>
                  <a:pt x="162" y="9"/>
                </a:lnTo>
                <a:lnTo>
                  <a:pt x="144" y="0"/>
                </a:lnTo>
                <a:lnTo>
                  <a:pt x="0" y="13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60" name="Freeform 1145">
            <a:extLst>
              <a:ext uri="{FF2B5EF4-FFF2-40B4-BE49-F238E27FC236}">
                <a16:creationId xmlns:a16="http://schemas.microsoft.com/office/drawing/2014/main" id="{21AC5EAB-474C-6F2C-A890-20B79DD66506}"/>
              </a:ext>
            </a:extLst>
          </p:cNvPr>
          <p:cNvSpPr>
            <a:spLocks/>
          </p:cNvSpPr>
          <p:nvPr/>
        </p:nvSpPr>
        <p:spPr bwMode="auto">
          <a:xfrm>
            <a:off x="5734050" y="4200526"/>
            <a:ext cx="228600" cy="233363"/>
          </a:xfrm>
          <a:custGeom>
            <a:avLst/>
            <a:gdLst>
              <a:gd name="T0" fmla="*/ 0 w 144"/>
              <a:gd name="T1" fmla="*/ 2147483646 h 147"/>
              <a:gd name="T2" fmla="*/ 2147483646 w 144"/>
              <a:gd name="T3" fmla="*/ 2147483646 h 147"/>
              <a:gd name="T4" fmla="*/ 2147483646 w 144"/>
              <a:gd name="T5" fmla="*/ 2147483646 h 147"/>
              <a:gd name="T6" fmla="*/ 2147483646 w 144"/>
              <a:gd name="T7" fmla="*/ 2147483646 h 147"/>
              <a:gd name="T8" fmla="*/ 2147483646 w 144"/>
              <a:gd name="T9" fmla="*/ 0 h 147"/>
              <a:gd name="T10" fmla="*/ 2147483646 w 144"/>
              <a:gd name="T11" fmla="*/ 0 h 147"/>
              <a:gd name="T12" fmla="*/ 0 w 144"/>
              <a:gd name="T13" fmla="*/ 2147483646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44"/>
              <a:gd name="T22" fmla="*/ 0 h 147"/>
              <a:gd name="T23" fmla="*/ 144 w 144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44" h="147">
                <a:moveTo>
                  <a:pt x="0" y="138"/>
                </a:moveTo>
                <a:lnTo>
                  <a:pt x="18" y="147"/>
                </a:lnTo>
                <a:lnTo>
                  <a:pt x="144" y="8"/>
                </a:lnTo>
                <a:lnTo>
                  <a:pt x="126" y="0"/>
                </a:lnTo>
                <a:lnTo>
                  <a:pt x="0" y="13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61" name="Freeform 1146">
            <a:extLst>
              <a:ext uri="{FF2B5EF4-FFF2-40B4-BE49-F238E27FC236}">
                <a16:creationId xmlns:a16="http://schemas.microsoft.com/office/drawing/2014/main" id="{18691BFA-3F6D-59C2-23A8-7D3ECAE7FA72}"/>
              </a:ext>
            </a:extLst>
          </p:cNvPr>
          <p:cNvSpPr>
            <a:spLocks/>
          </p:cNvSpPr>
          <p:nvPr/>
        </p:nvSpPr>
        <p:spPr bwMode="auto">
          <a:xfrm>
            <a:off x="5934076" y="3967163"/>
            <a:ext cx="200025" cy="246062"/>
          </a:xfrm>
          <a:custGeom>
            <a:avLst/>
            <a:gdLst>
              <a:gd name="T0" fmla="*/ 0 w 126"/>
              <a:gd name="T1" fmla="*/ 2147483646 h 155"/>
              <a:gd name="T2" fmla="*/ 2147483646 w 126"/>
              <a:gd name="T3" fmla="*/ 2147483646 h 155"/>
              <a:gd name="T4" fmla="*/ 2147483646 w 126"/>
              <a:gd name="T5" fmla="*/ 2147483646 h 155"/>
              <a:gd name="T6" fmla="*/ 2147483646 w 126"/>
              <a:gd name="T7" fmla="*/ 2147483646 h 155"/>
              <a:gd name="T8" fmla="*/ 2147483646 w 126"/>
              <a:gd name="T9" fmla="*/ 0 h 155"/>
              <a:gd name="T10" fmla="*/ 2147483646 w 126"/>
              <a:gd name="T11" fmla="*/ 0 h 155"/>
              <a:gd name="T12" fmla="*/ 0 w 126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26"/>
              <a:gd name="T22" fmla="*/ 0 h 155"/>
              <a:gd name="T23" fmla="*/ 126 w 126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26" h="155">
                <a:moveTo>
                  <a:pt x="0" y="147"/>
                </a:moveTo>
                <a:lnTo>
                  <a:pt x="18" y="155"/>
                </a:lnTo>
                <a:lnTo>
                  <a:pt x="126" y="8"/>
                </a:lnTo>
                <a:lnTo>
                  <a:pt x="108" y="0"/>
                </a:lnTo>
                <a:lnTo>
                  <a:pt x="0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62" name="Freeform 1147">
            <a:extLst>
              <a:ext uri="{FF2B5EF4-FFF2-40B4-BE49-F238E27FC236}">
                <a16:creationId xmlns:a16="http://schemas.microsoft.com/office/drawing/2014/main" id="{E5938B2D-AE6D-32CC-C426-6BF827EA38FE}"/>
              </a:ext>
            </a:extLst>
          </p:cNvPr>
          <p:cNvSpPr>
            <a:spLocks/>
          </p:cNvSpPr>
          <p:nvPr/>
        </p:nvSpPr>
        <p:spPr bwMode="auto">
          <a:xfrm>
            <a:off x="6105525" y="3733801"/>
            <a:ext cx="171450" cy="246063"/>
          </a:xfrm>
          <a:custGeom>
            <a:avLst/>
            <a:gdLst>
              <a:gd name="T0" fmla="*/ 0 w 108"/>
              <a:gd name="T1" fmla="*/ 2147483646 h 155"/>
              <a:gd name="T2" fmla="*/ 2147483646 w 108"/>
              <a:gd name="T3" fmla="*/ 2147483646 h 155"/>
              <a:gd name="T4" fmla="*/ 2147483646 w 108"/>
              <a:gd name="T5" fmla="*/ 2147483646 h 155"/>
              <a:gd name="T6" fmla="*/ 2147483646 w 108"/>
              <a:gd name="T7" fmla="*/ 2147483646 h 155"/>
              <a:gd name="T8" fmla="*/ 2147483646 w 108"/>
              <a:gd name="T9" fmla="*/ 0 h 155"/>
              <a:gd name="T10" fmla="*/ 2147483646 w 108"/>
              <a:gd name="T11" fmla="*/ 0 h 155"/>
              <a:gd name="T12" fmla="*/ 0 w 108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08"/>
              <a:gd name="T22" fmla="*/ 0 h 155"/>
              <a:gd name="T23" fmla="*/ 108 w 108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08" h="155">
                <a:moveTo>
                  <a:pt x="0" y="147"/>
                </a:moveTo>
                <a:lnTo>
                  <a:pt x="18" y="155"/>
                </a:lnTo>
                <a:lnTo>
                  <a:pt x="108" y="8"/>
                </a:lnTo>
                <a:lnTo>
                  <a:pt x="90" y="0"/>
                </a:lnTo>
                <a:lnTo>
                  <a:pt x="0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63" name="Freeform 1148">
            <a:extLst>
              <a:ext uri="{FF2B5EF4-FFF2-40B4-BE49-F238E27FC236}">
                <a16:creationId xmlns:a16="http://schemas.microsoft.com/office/drawing/2014/main" id="{A1A04D71-10F0-5B92-D022-8F7E70FD6D6C}"/>
              </a:ext>
            </a:extLst>
          </p:cNvPr>
          <p:cNvSpPr>
            <a:spLocks/>
          </p:cNvSpPr>
          <p:nvPr/>
        </p:nvSpPr>
        <p:spPr bwMode="auto">
          <a:xfrm>
            <a:off x="6248400" y="3500438"/>
            <a:ext cx="128588" cy="246062"/>
          </a:xfrm>
          <a:custGeom>
            <a:avLst/>
            <a:gdLst>
              <a:gd name="T0" fmla="*/ 0 w 81"/>
              <a:gd name="T1" fmla="*/ 2147483646 h 155"/>
              <a:gd name="T2" fmla="*/ 2147483646 w 81"/>
              <a:gd name="T3" fmla="*/ 2147483646 h 155"/>
              <a:gd name="T4" fmla="*/ 2147483646 w 81"/>
              <a:gd name="T5" fmla="*/ 2147483646 h 155"/>
              <a:gd name="T6" fmla="*/ 2147483646 w 81"/>
              <a:gd name="T7" fmla="*/ 2147483646 h 155"/>
              <a:gd name="T8" fmla="*/ 2147483646 w 81"/>
              <a:gd name="T9" fmla="*/ 0 h 155"/>
              <a:gd name="T10" fmla="*/ 2147483646 w 81"/>
              <a:gd name="T11" fmla="*/ 0 h 155"/>
              <a:gd name="T12" fmla="*/ 0 w 81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1"/>
              <a:gd name="T22" fmla="*/ 0 h 155"/>
              <a:gd name="T23" fmla="*/ 81 w 81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1" h="155">
                <a:moveTo>
                  <a:pt x="0" y="147"/>
                </a:moveTo>
                <a:lnTo>
                  <a:pt x="18" y="155"/>
                </a:lnTo>
                <a:lnTo>
                  <a:pt x="81" y="8"/>
                </a:lnTo>
                <a:lnTo>
                  <a:pt x="63" y="0"/>
                </a:lnTo>
                <a:lnTo>
                  <a:pt x="0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64" name="Freeform 1149">
            <a:extLst>
              <a:ext uri="{FF2B5EF4-FFF2-40B4-BE49-F238E27FC236}">
                <a16:creationId xmlns:a16="http://schemas.microsoft.com/office/drawing/2014/main" id="{C1FFD39E-3D0F-73CD-694F-4A9AF7EF58DC}"/>
              </a:ext>
            </a:extLst>
          </p:cNvPr>
          <p:cNvSpPr>
            <a:spLocks/>
          </p:cNvSpPr>
          <p:nvPr/>
        </p:nvSpPr>
        <p:spPr bwMode="auto">
          <a:xfrm>
            <a:off x="6348413" y="3252788"/>
            <a:ext cx="100012" cy="260350"/>
          </a:xfrm>
          <a:custGeom>
            <a:avLst/>
            <a:gdLst>
              <a:gd name="T0" fmla="*/ 0 w 63"/>
              <a:gd name="T1" fmla="*/ 2147483646 h 164"/>
              <a:gd name="T2" fmla="*/ 2147483646 w 63"/>
              <a:gd name="T3" fmla="*/ 2147483646 h 164"/>
              <a:gd name="T4" fmla="*/ 2147483646 w 63"/>
              <a:gd name="T5" fmla="*/ 2147483646 h 164"/>
              <a:gd name="T6" fmla="*/ 2147483646 w 63"/>
              <a:gd name="T7" fmla="*/ 0 h 164"/>
              <a:gd name="T8" fmla="*/ 2147483646 w 63"/>
              <a:gd name="T9" fmla="*/ 0 h 164"/>
              <a:gd name="T10" fmla="*/ 2147483646 w 63"/>
              <a:gd name="T11" fmla="*/ 0 h 164"/>
              <a:gd name="T12" fmla="*/ 0 w 63"/>
              <a:gd name="T13" fmla="*/ 2147483646 h 16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3"/>
              <a:gd name="T22" fmla="*/ 0 h 164"/>
              <a:gd name="T23" fmla="*/ 63 w 63"/>
              <a:gd name="T24" fmla="*/ 164 h 16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3" h="164">
                <a:moveTo>
                  <a:pt x="0" y="156"/>
                </a:moveTo>
                <a:lnTo>
                  <a:pt x="18" y="164"/>
                </a:lnTo>
                <a:lnTo>
                  <a:pt x="63" y="9"/>
                </a:lnTo>
                <a:lnTo>
                  <a:pt x="63" y="0"/>
                </a:lnTo>
                <a:lnTo>
                  <a:pt x="45" y="0"/>
                </a:lnTo>
                <a:lnTo>
                  <a:pt x="0" y="15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65" name="Freeform 1150">
            <a:extLst>
              <a:ext uri="{FF2B5EF4-FFF2-40B4-BE49-F238E27FC236}">
                <a16:creationId xmlns:a16="http://schemas.microsoft.com/office/drawing/2014/main" id="{23B38828-9F9C-47BE-7A6D-B4C3C43AE8FF}"/>
              </a:ext>
            </a:extLst>
          </p:cNvPr>
          <p:cNvSpPr>
            <a:spLocks/>
          </p:cNvSpPr>
          <p:nvPr/>
        </p:nvSpPr>
        <p:spPr bwMode="auto">
          <a:xfrm>
            <a:off x="6419850" y="3006726"/>
            <a:ext cx="71438" cy="246063"/>
          </a:xfrm>
          <a:custGeom>
            <a:avLst/>
            <a:gdLst>
              <a:gd name="T0" fmla="*/ 0 w 45"/>
              <a:gd name="T1" fmla="*/ 2147483646 h 155"/>
              <a:gd name="T2" fmla="*/ 2147483646 w 45"/>
              <a:gd name="T3" fmla="*/ 2147483646 h 155"/>
              <a:gd name="T4" fmla="*/ 2147483646 w 45"/>
              <a:gd name="T5" fmla="*/ 0 h 155"/>
              <a:gd name="T6" fmla="*/ 2147483646 w 45"/>
              <a:gd name="T7" fmla="*/ 0 h 155"/>
              <a:gd name="T8" fmla="*/ 2147483646 w 45"/>
              <a:gd name="T9" fmla="*/ 0 h 155"/>
              <a:gd name="T10" fmla="*/ 2147483646 w 45"/>
              <a:gd name="T11" fmla="*/ 0 h 155"/>
              <a:gd name="T12" fmla="*/ 0 w 45"/>
              <a:gd name="T13" fmla="*/ 2147483646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5"/>
              <a:gd name="T22" fmla="*/ 0 h 155"/>
              <a:gd name="T23" fmla="*/ 45 w 45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5" h="155">
                <a:moveTo>
                  <a:pt x="0" y="155"/>
                </a:moveTo>
                <a:lnTo>
                  <a:pt x="18" y="155"/>
                </a:lnTo>
                <a:lnTo>
                  <a:pt x="45" y="0"/>
                </a:lnTo>
                <a:lnTo>
                  <a:pt x="27" y="0"/>
                </a:lnTo>
                <a:lnTo>
                  <a:pt x="0" y="15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66" name="Rectangle 1151">
            <a:extLst>
              <a:ext uri="{FF2B5EF4-FFF2-40B4-BE49-F238E27FC236}">
                <a16:creationId xmlns:a16="http://schemas.microsoft.com/office/drawing/2014/main" id="{3856F678-899A-6A42-CF56-13F30044C0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2714" y="2747963"/>
            <a:ext cx="28575" cy="25876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5967" name="Freeform 1152">
            <a:extLst>
              <a:ext uri="{FF2B5EF4-FFF2-40B4-BE49-F238E27FC236}">
                <a16:creationId xmlns:a16="http://schemas.microsoft.com/office/drawing/2014/main" id="{D9E084C9-627A-E009-657A-2F156B83C67D}"/>
              </a:ext>
            </a:extLst>
          </p:cNvPr>
          <p:cNvSpPr>
            <a:spLocks/>
          </p:cNvSpPr>
          <p:nvPr/>
        </p:nvSpPr>
        <p:spPr bwMode="auto">
          <a:xfrm>
            <a:off x="8462964" y="5199063"/>
            <a:ext cx="14287" cy="12700"/>
          </a:xfrm>
          <a:custGeom>
            <a:avLst/>
            <a:gdLst>
              <a:gd name="T0" fmla="*/ 0 w 9"/>
              <a:gd name="T1" fmla="*/ 2147483646 h 8"/>
              <a:gd name="T2" fmla="*/ 2147483646 w 9"/>
              <a:gd name="T3" fmla="*/ 2147483646 h 8"/>
              <a:gd name="T4" fmla="*/ 2147483646 w 9"/>
              <a:gd name="T5" fmla="*/ 2147483646 h 8"/>
              <a:gd name="T6" fmla="*/ 2147483646 w 9"/>
              <a:gd name="T7" fmla="*/ 0 h 8"/>
              <a:gd name="T8" fmla="*/ 2147483646 w 9"/>
              <a:gd name="T9" fmla="*/ 0 h 8"/>
              <a:gd name="T10" fmla="*/ 0 w 9"/>
              <a:gd name="T11" fmla="*/ 0 h 8"/>
              <a:gd name="T12" fmla="*/ 0 w 9"/>
              <a:gd name="T13" fmla="*/ 0 h 8"/>
              <a:gd name="T14" fmla="*/ 0 w 9"/>
              <a:gd name="T15" fmla="*/ 2147483646 h 8"/>
              <a:gd name="T16" fmla="*/ 0 w 9"/>
              <a:gd name="T17" fmla="*/ 2147483646 h 8"/>
              <a:gd name="T18" fmla="*/ 0 w 9"/>
              <a:gd name="T19" fmla="*/ 2147483646 h 8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9"/>
              <a:gd name="T31" fmla="*/ 0 h 8"/>
              <a:gd name="T32" fmla="*/ 9 w 9"/>
              <a:gd name="T33" fmla="*/ 8 h 8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9" h="8">
                <a:moveTo>
                  <a:pt x="0" y="8"/>
                </a:moveTo>
                <a:lnTo>
                  <a:pt x="9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68" name="Freeform 1153">
            <a:extLst>
              <a:ext uri="{FF2B5EF4-FFF2-40B4-BE49-F238E27FC236}">
                <a16:creationId xmlns:a16="http://schemas.microsoft.com/office/drawing/2014/main" id="{D3A9E95B-40A1-1C0B-920F-B1D06216572F}"/>
              </a:ext>
            </a:extLst>
          </p:cNvPr>
          <p:cNvSpPr>
            <a:spLocks/>
          </p:cNvSpPr>
          <p:nvPr/>
        </p:nvSpPr>
        <p:spPr bwMode="auto">
          <a:xfrm>
            <a:off x="8405813" y="5199064"/>
            <a:ext cx="114300" cy="193675"/>
          </a:xfrm>
          <a:custGeom>
            <a:avLst/>
            <a:gdLst>
              <a:gd name="T0" fmla="*/ 2147483646 w 72"/>
              <a:gd name="T1" fmla="*/ 2147483646 h 122"/>
              <a:gd name="T2" fmla="*/ 2147483646 w 72"/>
              <a:gd name="T3" fmla="*/ 2147483646 h 122"/>
              <a:gd name="T4" fmla="*/ 0 w 72"/>
              <a:gd name="T5" fmla="*/ 2147483646 h 122"/>
              <a:gd name="T6" fmla="*/ 0 w 72"/>
              <a:gd name="T7" fmla="*/ 0 h 122"/>
              <a:gd name="T8" fmla="*/ 2147483646 w 72"/>
              <a:gd name="T9" fmla="*/ 2147483646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2"/>
              <a:gd name="T16" fmla="*/ 0 h 122"/>
              <a:gd name="T17" fmla="*/ 72 w 72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2" h="122">
                <a:moveTo>
                  <a:pt x="36" y="8"/>
                </a:moveTo>
                <a:lnTo>
                  <a:pt x="72" y="16"/>
                </a:lnTo>
                <a:lnTo>
                  <a:pt x="0" y="122"/>
                </a:lnTo>
                <a:lnTo>
                  <a:pt x="0" y="0"/>
                </a:lnTo>
                <a:lnTo>
                  <a:pt x="36" y="8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69" name="Freeform 1154">
            <a:extLst>
              <a:ext uri="{FF2B5EF4-FFF2-40B4-BE49-F238E27FC236}">
                <a16:creationId xmlns:a16="http://schemas.microsoft.com/office/drawing/2014/main" id="{292F11AB-447A-95F2-0705-8A3C9303DC2F}"/>
              </a:ext>
            </a:extLst>
          </p:cNvPr>
          <p:cNvSpPr>
            <a:spLocks/>
          </p:cNvSpPr>
          <p:nvPr/>
        </p:nvSpPr>
        <p:spPr bwMode="auto">
          <a:xfrm>
            <a:off x="8405813" y="5199064"/>
            <a:ext cx="114300" cy="193675"/>
          </a:xfrm>
          <a:custGeom>
            <a:avLst/>
            <a:gdLst>
              <a:gd name="T0" fmla="*/ 2147483646 w 72"/>
              <a:gd name="T1" fmla="*/ 2147483646 h 122"/>
              <a:gd name="T2" fmla="*/ 2147483646 w 72"/>
              <a:gd name="T3" fmla="*/ 2147483646 h 122"/>
              <a:gd name="T4" fmla="*/ 0 w 72"/>
              <a:gd name="T5" fmla="*/ 2147483646 h 122"/>
              <a:gd name="T6" fmla="*/ 0 w 72"/>
              <a:gd name="T7" fmla="*/ 0 h 122"/>
              <a:gd name="T8" fmla="*/ 2147483646 w 72"/>
              <a:gd name="T9" fmla="*/ 2147483646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2"/>
              <a:gd name="T16" fmla="*/ 0 h 122"/>
              <a:gd name="T17" fmla="*/ 72 w 72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2" h="122">
                <a:moveTo>
                  <a:pt x="36" y="8"/>
                </a:moveTo>
                <a:lnTo>
                  <a:pt x="72" y="16"/>
                </a:lnTo>
                <a:lnTo>
                  <a:pt x="0" y="122"/>
                </a:lnTo>
                <a:lnTo>
                  <a:pt x="0" y="0"/>
                </a:lnTo>
                <a:lnTo>
                  <a:pt x="36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70" name="Freeform 1155">
            <a:extLst>
              <a:ext uri="{FF2B5EF4-FFF2-40B4-BE49-F238E27FC236}">
                <a16:creationId xmlns:a16="http://schemas.microsoft.com/office/drawing/2014/main" id="{3E9D88E8-B66D-55ED-B508-AB0C2CAC7AD5}"/>
              </a:ext>
            </a:extLst>
          </p:cNvPr>
          <p:cNvSpPr>
            <a:spLocks/>
          </p:cNvSpPr>
          <p:nvPr/>
        </p:nvSpPr>
        <p:spPr bwMode="auto">
          <a:xfrm>
            <a:off x="8534400" y="2825750"/>
            <a:ext cx="114300" cy="311150"/>
          </a:xfrm>
          <a:custGeom>
            <a:avLst/>
            <a:gdLst>
              <a:gd name="T0" fmla="*/ 2147483646 w 72"/>
              <a:gd name="T1" fmla="*/ 0 h 196"/>
              <a:gd name="T2" fmla="*/ 0 w 72"/>
              <a:gd name="T3" fmla="*/ 2147483646 h 196"/>
              <a:gd name="T4" fmla="*/ 2147483646 w 72"/>
              <a:gd name="T5" fmla="*/ 2147483646 h 196"/>
              <a:gd name="T6" fmla="*/ 2147483646 w 72"/>
              <a:gd name="T7" fmla="*/ 2147483646 h 196"/>
              <a:gd name="T8" fmla="*/ 2147483646 w 72"/>
              <a:gd name="T9" fmla="*/ 2147483646 h 196"/>
              <a:gd name="T10" fmla="*/ 2147483646 w 72"/>
              <a:gd name="T11" fmla="*/ 2147483646 h 196"/>
              <a:gd name="T12" fmla="*/ 2147483646 w 72"/>
              <a:gd name="T13" fmla="*/ 0 h 19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2"/>
              <a:gd name="T22" fmla="*/ 0 h 196"/>
              <a:gd name="T23" fmla="*/ 72 w 72"/>
              <a:gd name="T24" fmla="*/ 196 h 19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2" h="196">
                <a:moveTo>
                  <a:pt x="18" y="0"/>
                </a:moveTo>
                <a:lnTo>
                  <a:pt x="0" y="8"/>
                </a:lnTo>
                <a:lnTo>
                  <a:pt x="54" y="196"/>
                </a:lnTo>
                <a:lnTo>
                  <a:pt x="54" y="188"/>
                </a:lnTo>
                <a:lnTo>
                  <a:pt x="72" y="188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71" name="Freeform 1156">
            <a:extLst>
              <a:ext uri="{FF2B5EF4-FFF2-40B4-BE49-F238E27FC236}">
                <a16:creationId xmlns:a16="http://schemas.microsoft.com/office/drawing/2014/main" id="{4ACABC97-7FE7-65EE-0241-5E06BE8548BE}"/>
              </a:ext>
            </a:extLst>
          </p:cNvPr>
          <p:cNvSpPr>
            <a:spLocks/>
          </p:cNvSpPr>
          <p:nvPr/>
        </p:nvSpPr>
        <p:spPr bwMode="auto">
          <a:xfrm>
            <a:off x="8620126" y="3124200"/>
            <a:ext cx="85725" cy="298450"/>
          </a:xfrm>
          <a:custGeom>
            <a:avLst/>
            <a:gdLst>
              <a:gd name="T0" fmla="*/ 2147483646 w 54"/>
              <a:gd name="T1" fmla="*/ 0 h 188"/>
              <a:gd name="T2" fmla="*/ 0 w 54"/>
              <a:gd name="T3" fmla="*/ 0 h 188"/>
              <a:gd name="T4" fmla="*/ 2147483646 w 54"/>
              <a:gd name="T5" fmla="*/ 2147483646 h 188"/>
              <a:gd name="T6" fmla="*/ 2147483646 w 54"/>
              <a:gd name="T7" fmla="*/ 2147483646 h 188"/>
              <a:gd name="T8" fmla="*/ 2147483646 w 54"/>
              <a:gd name="T9" fmla="*/ 2147483646 h 188"/>
              <a:gd name="T10" fmla="*/ 2147483646 w 54"/>
              <a:gd name="T11" fmla="*/ 2147483646 h 188"/>
              <a:gd name="T12" fmla="*/ 2147483646 w 54"/>
              <a:gd name="T13" fmla="*/ 0 h 1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54"/>
              <a:gd name="T22" fmla="*/ 0 h 188"/>
              <a:gd name="T23" fmla="*/ 54 w 54"/>
              <a:gd name="T24" fmla="*/ 188 h 1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54" h="188">
                <a:moveTo>
                  <a:pt x="18" y="0"/>
                </a:moveTo>
                <a:lnTo>
                  <a:pt x="0" y="0"/>
                </a:lnTo>
                <a:lnTo>
                  <a:pt x="36" y="188"/>
                </a:lnTo>
                <a:lnTo>
                  <a:pt x="54" y="188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72" name="Freeform 1157">
            <a:extLst>
              <a:ext uri="{FF2B5EF4-FFF2-40B4-BE49-F238E27FC236}">
                <a16:creationId xmlns:a16="http://schemas.microsoft.com/office/drawing/2014/main" id="{AFB2C743-6EFF-F84B-F932-E051ECC87D32}"/>
              </a:ext>
            </a:extLst>
          </p:cNvPr>
          <p:cNvSpPr>
            <a:spLocks/>
          </p:cNvSpPr>
          <p:nvPr/>
        </p:nvSpPr>
        <p:spPr bwMode="auto">
          <a:xfrm>
            <a:off x="8677276" y="3422651"/>
            <a:ext cx="42863" cy="595313"/>
          </a:xfrm>
          <a:custGeom>
            <a:avLst/>
            <a:gdLst>
              <a:gd name="T0" fmla="*/ 2147483646 w 27"/>
              <a:gd name="T1" fmla="*/ 0 h 375"/>
              <a:gd name="T2" fmla="*/ 0 w 27"/>
              <a:gd name="T3" fmla="*/ 0 h 375"/>
              <a:gd name="T4" fmla="*/ 2147483646 w 27"/>
              <a:gd name="T5" fmla="*/ 2147483646 h 375"/>
              <a:gd name="T6" fmla="*/ 2147483646 w 27"/>
              <a:gd name="T7" fmla="*/ 2147483646 h 375"/>
              <a:gd name="T8" fmla="*/ 2147483646 w 27"/>
              <a:gd name="T9" fmla="*/ 2147483646 h 375"/>
              <a:gd name="T10" fmla="*/ 2147483646 w 27"/>
              <a:gd name="T11" fmla="*/ 2147483646 h 375"/>
              <a:gd name="T12" fmla="*/ 2147483646 w 27"/>
              <a:gd name="T13" fmla="*/ 0 h 37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7"/>
              <a:gd name="T22" fmla="*/ 0 h 375"/>
              <a:gd name="T23" fmla="*/ 27 w 27"/>
              <a:gd name="T24" fmla="*/ 375 h 37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7" h="375">
                <a:moveTo>
                  <a:pt x="18" y="0"/>
                </a:moveTo>
                <a:lnTo>
                  <a:pt x="0" y="0"/>
                </a:lnTo>
                <a:lnTo>
                  <a:pt x="9" y="375"/>
                </a:lnTo>
                <a:lnTo>
                  <a:pt x="27" y="375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73" name="Freeform 1158">
            <a:extLst>
              <a:ext uri="{FF2B5EF4-FFF2-40B4-BE49-F238E27FC236}">
                <a16:creationId xmlns:a16="http://schemas.microsoft.com/office/drawing/2014/main" id="{6E1BD3F1-141E-C011-22BF-A15FE6F48E98}"/>
              </a:ext>
            </a:extLst>
          </p:cNvPr>
          <p:cNvSpPr>
            <a:spLocks/>
          </p:cNvSpPr>
          <p:nvPr/>
        </p:nvSpPr>
        <p:spPr bwMode="auto">
          <a:xfrm>
            <a:off x="8620126" y="4017963"/>
            <a:ext cx="100013" cy="609600"/>
          </a:xfrm>
          <a:custGeom>
            <a:avLst/>
            <a:gdLst>
              <a:gd name="T0" fmla="*/ 2147483646 w 63"/>
              <a:gd name="T1" fmla="*/ 0 h 384"/>
              <a:gd name="T2" fmla="*/ 2147483646 w 63"/>
              <a:gd name="T3" fmla="*/ 0 h 384"/>
              <a:gd name="T4" fmla="*/ 0 w 63"/>
              <a:gd name="T5" fmla="*/ 2147483646 h 384"/>
              <a:gd name="T6" fmla="*/ 0 w 63"/>
              <a:gd name="T7" fmla="*/ 2147483646 h 384"/>
              <a:gd name="T8" fmla="*/ 2147483646 w 63"/>
              <a:gd name="T9" fmla="*/ 2147483646 h 384"/>
              <a:gd name="T10" fmla="*/ 2147483646 w 63"/>
              <a:gd name="T11" fmla="*/ 2147483646 h 384"/>
              <a:gd name="T12" fmla="*/ 2147483646 w 63"/>
              <a:gd name="T13" fmla="*/ 0 h 38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3"/>
              <a:gd name="T22" fmla="*/ 0 h 384"/>
              <a:gd name="T23" fmla="*/ 63 w 63"/>
              <a:gd name="T24" fmla="*/ 384 h 38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3" h="384">
                <a:moveTo>
                  <a:pt x="63" y="0"/>
                </a:moveTo>
                <a:lnTo>
                  <a:pt x="45" y="0"/>
                </a:lnTo>
                <a:lnTo>
                  <a:pt x="0" y="376"/>
                </a:lnTo>
                <a:lnTo>
                  <a:pt x="18" y="384"/>
                </a:lnTo>
                <a:lnTo>
                  <a:pt x="18" y="376"/>
                </a:lnTo>
                <a:lnTo>
                  <a:pt x="6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74" name="Freeform 1159">
            <a:extLst>
              <a:ext uri="{FF2B5EF4-FFF2-40B4-BE49-F238E27FC236}">
                <a16:creationId xmlns:a16="http://schemas.microsoft.com/office/drawing/2014/main" id="{93C448F3-5F8C-E31D-AE5A-325A87906301}"/>
              </a:ext>
            </a:extLst>
          </p:cNvPr>
          <p:cNvSpPr>
            <a:spLocks/>
          </p:cNvSpPr>
          <p:nvPr/>
        </p:nvSpPr>
        <p:spPr bwMode="auto">
          <a:xfrm>
            <a:off x="8448676" y="4614863"/>
            <a:ext cx="200025" cy="596900"/>
          </a:xfrm>
          <a:custGeom>
            <a:avLst/>
            <a:gdLst>
              <a:gd name="T0" fmla="*/ 2147483646 w 126"/>
              <a:gd name="T1" fmla="*/ 2147483646 h 376"/>
              <a:gd name="T2" fmla="*/ 2147483646 w 126"/>
              <a:gd name="T3" fmla="*/ 0 h 376"/>
              <a:gd name="T4" fmla="*/ 0 w 126"/>
              <a:gd name="T5" fmla="*/ 2147483646 h 376"/>
              <a:gd name="T6" fmla="*/ 2147483646 w 126"/>
              <a:gd name="T7" fmla="*/ 2147483646 h 376"/>
              <a:gd name="T8" fmla="*/ 2147483646 w 126"/>
              <a:gd name="T9" fmla="*/ 2147483646 h 37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6"/>
              <a:gd name="T16" fmla="*/ 0 h 376"/>
              <a:gd name="T17" fmla="*/ 126 w 126"/>
              <a:gd name="T18" fmla="*/ 376 h 37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6" h="376">
                <a:moveTo>
                  <a:pt x="126" y="8"/>
                </a:moveTo>
                <a:lnTo>
                  <a:pt x="108" y="0"/>
                </a:lnTo>
                <a:lnTo>
                  <a:pt x="0" y="368"/>
                </a:lnTo>
                <a:lnTo>
                  <a:pt x="18" y="376"/>
                </a:lnTo>
                <a:lnTo>
                  <a:pt x="126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75" name="Oval 1160">
            <a:extLst>
              <a:ext uri="{FF2B5EF4-FFF2-40B4-BE49-F238E27FC236}">
                <a16:creationId xmlns:a16="http://schemas.microsoft.com/office/drawing/2014/main" id="{85AC6D64-4ADA-C2B5-58B9-4E7DD4AFBC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8638" y="2592389"/>
            <a:ext cx="800100" cy="43973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5976" name="Oval 1161">
            <a:extLst>
              <a:ext uri="{FF2B5EF4-FFF2-40B4-BE49-F238E27FC236}">
                <a16:creationId xmlns:a16="http://schemas.microsoft.com/office/drawing/2014/main" id="{45749601-B6B9-212C-6A62-733C0F2A58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8638" y="2593976"/>
            <a:ext cx="800100" cy="436563"/>
          </a:xfrm>
          <a:prstGeom prst="ellipse">
            <a:avLst/>
          </a:prstGeom>
          <a:noFill/>
          <a:ln w="571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5977" name="Rectangle 1162">
            <a:extLst>
              <a:ext uri="{FF2B5EF4-FFF2-40B4-BE49-F238E27FC236}">
                <a16:creationId xmlns:a16="http://schemas.microsoft.com/office/drawing/2014/main" id="{208359EB-EACC-9E61-2C03-DD1C5EAC77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0089" y="2708275"/>
            <a:ext cx="407163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00">
                <a:solidFill>
                  <a:srgbClr val="0000FF"/>
                </a:solidFill>
                <a:latin typeface="Times New Roman" panose="02020603050405020304" pitchFamily="18" charset="0"/>
              </a:rPr>
              <a:t>JFK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5978" name="Freeform 1163">
            <a:extLst>
              <a:ext uri="{FF2B5EF4-FFF2-40B4-BE49-F238E27FC236}">
                <a16:creationId xmlns:a16="http://schemas.microsoft.com/office/drawing/2014/main" id="{445D974A-5E48-F432-DDC1-B0E650AEB701}"/>
              </a:ext>
            </a:extLst>
          </p:cNvPr>
          <p:cNvSpPr>
            <a:spLocks/>
          </p:cNvSpPr>
          <p:nvPr/>
        </p:nvSpPr>
        <p:spPr bwMode="auto">
          <a:xfrm>
            <a:off x="5948364" y="4964114"/>
            <a:ext cx="28575" cy="26987"/>
          </a:xfrm>
          <a:custGeom>
            <a:avLst/>
            <a:gdLst>
              <a:gd name="T0" fmla="*/ 2147483646 w 18"/>
              <a:gd name="T1" fmla="*/ 0 h 17"/>
              <a:gd name="T2" fmla="*/ 0 w 18"/>
              <a:gd name="T3" fmla="*/ 2147483646 h 17"/>
              <a:gd name="T4" fmla="*/ 2147483646 w 18"/>
              <a:gd name="T5" fmla="*/ 2147483646 h 17"/>
              <a:gd name="T6" fmla="*/ 2147483646 w 18"/>
              <a:gd name="T7" fmla="*/ 2147483646 h 17"/>
              <a:gd name="T8" fmla="*/ 2147483646 w 18"/>
              <a:gd name="T9" fmla="*/ 2147483646 h 17"/>
              <a:gd name="T10" fmla="*/ 2147483646 w 18"/>
              <a:gd name="T11" fmla="*/ 2147483646 h 17"/>
              <a:gd name="T12" fmla="*/ 2147483646 w 18"/>
              <a:gd name="T13" fmla="*/ 0 h 17"/>
              <a:gd name="T14" fmla="*/ 2147483646 w 18"/>
              <a:gd name="T15" fmla="*/ 0 h 17"/>
              <a:gd name="T16" fmla="*/ 2147483646 w 18"/>
              <a:gd name="T17" fmla="*/ 0 h 17"/>
              <a:gd name="T18" fmla="*/ 2147483646 w 18"/>
              <a:gd name="T19" fmla="*/ 0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7"/>
              <a:gd name="T32" fmla="*/ 18 w 18"/>
              <a:gd name="T33" fmla="*/ 17 h 17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7">
                <a:moveTo>
                  <a:pt x="9" y="0"/>
                </a:moveTo>
                <a:lnTo>
                  <a:pt x="0" y="9"/>
                </a:lnTo>
                <a:lnTo>
                  <a:pt x="9" y="9"/>
                </a:lnTo>
                <a:lnTo>
                  <a:pt x="9" y="17"/>
                </a:lnTo>
                <a:lnTo>
                  <a:pt x="18" y="9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79" name="Freeform 1164">
            <a:extLst>
              <a:ext uri="{FF2B5EF4-FFF2-40B4-BE49-F238E27FC236}">
                <a16:creationId xmlns:a16="http://schemas.microsoft.com/office/drawing/2014/main" id="{9C4A1BE1-36BB-C0D3-C3D1-168EBBC6641C}"/>
              </a:ext>
            </a:extLst>
          </p:cNvPr>
          <p:cNvSpPr>
            <a:spLocks/>
          </p:cNvSpPr>
          <p:nvPr/>
        </p:nvSpPr>
        <p:spPr bwMode="auto">
          <a:xfrm>
            <a:off x="5819775" y="4822826"/>
            <a:ext cx="185738" cy="180975"/>
          </a:xfrm>
          <a:custGeom>
            <a:avLst/>
            <a:gdLst>
              <a:gd name="T0" fmla="*/ 2147483646 w 117"/>
              <a:gd name="T1" fmla="*/ 2147483646 h 114"/>
              <a:gd name="T2" fmla="*/ 2147483646 w 117"/>
              <a:gd name="T3" fmla="*/ 2147483646 h 114"/>
              <a:gd name="T4" fmla="*/ 0 w 117"/>
              <a:gd name="T5" fmla="*/ 0 h 114"/>
              <a:gd name="T6" fmla="*/ 2147483646 w 117"/>
              <a:gd name="T7" fmla="*/ 2147483646 h 114"/>
              <a:gd name="T8" fmla="*/ 2147483646 w 117"/>
              <a:gd name="T9" fmla="*/ 2147483646 h 11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"/>
              <a:gd name="T16" fmla="*/ 0 h 114"/>
              <a:gd name="T17" fmla="*/ 117 w 117"/>
              <a:gd name="T18" fmla="*/ 114 h 11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" h="114">
                <a:moveTo>
                  <a:pt x="90" y="89"/>
                </a:moveTo>
                <a:lnTo>
                  <a:pt x="63" y="114"/>
                </a:lnTo>
                <a:lnTo>
                  <a:pt x="0" y="0"/>
                </a:lnTo>
                <a:lnTo>
                  <a:pt x="117" y="73"/>
                </a:lnTo>
                <a:lnTo>
                  <a:pt x="90" y="89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80" name="Freeform 1165">
            <a:extLst>
              <a:ext uri="{FF2B5EF4-FFF2-40B4-BE49-F238E27FC236}">
                <a16:creationId xmlns:a16="http://schemas.microsoft.com/office/drawing/2014/main" id="{16F878CD-A6E6-6452-18A1-3D45D200F145}"/>
              </a:ext>
            </a:extLst>
          </p:cNvPr>
          <p:cNvSpPr>
            <a:spLocks/>
          </p:cNvSpPr>
          <p:nvPr/>
        </p:nvSpPr>
        <p:spPr bwMode="auto">
          <a:xfrm>
            <a:off x="5819775" y="4822826"/>
            <a:ext cx="185738" cy="180975"/>
          </a:xfrm>
          <a:custGeom>
            <a:avLst/>
            <a:gdLst>
              <a:gd name="T0" fmla="*/ 2147483646 w 117"/>
              <a:gd name="T1" fmla="*/ 2147483646 h 114"/>
              <a:gd name="T2" fmla="*/ 2147483646 w 117"/>
              <a:gd name="T3" fmla="*/ 2147483646 h 114"/>
              <a:gd name="T4" fmla="*/ 0 w 117"/>
              <a:gd name="T5" fmla="*/ 0 h 114"/>
              <a:gd name="T6" fmla="*/ 2147483646 w 117"/>
              <a:gd name="T7" fmla="*/ 2147483646 h 114"/>
              <a:gd name="T8" fmla="*/ 2147483646 w 117"/>
              <a:gd name="T9" fmla="*/ 2147483646 h 11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"/>
              <a:gd name="T16" fmla="*/ 0 h 114"/>
              <a:gd name="T17" fmla="*/ 117 w 117"/>
              <a:gd name="T18" fmla="*/ 114 h 11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" h="114">
                <a:moveTo>
                  <a:pt x="90" y="89"/>
                </a:moveTo>
                <a:lnTo>
                  <a:pt x="63" y="114"/>
                </a:lnTo>
                <a:lnTo>
                  <a:pt x="0" y="0"/>
                </a:lnTo>
                <a:lnTo>
                  <a:pt x="117" y="73"/>
                </a:lnTo>
                <a:lnTo>
                  <a:pt x="90" y="8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81" name="Freeform 1166">
            <a:extLst>
              <a:ext uri="{FF2B5EF4-FFF2-40B4-BE49-F238E27FC236}">
                <a16:creationId xmlns:a16="http://schemas.microsoft.com/office/drawing/2014/main" id="{A7F7A071-54E1-DFD4-E4F1-F3E1D2EB26B3}"/>
              </a:ext>
            </a:extLst>
          </p:cNvPr>
          <p:cNvSpPr>
            <a:spLocks/>
          </p:cNvSpPr>
          <p:nvPr/>
        </p:nvSpPr>
        <p:spPr bwMode="auto">
          <a:xfrm>
            <a:off x="8034339" y="5626100"/>
            <a:ext cx="357187" cy="65088"/>
          </a:xfrm>
          <a:custGeom>
            <a:avLst/>
            <a:gdLst>
              <a:gd name="T0" fmla="*/ 2147483646 w 225"/>
              <a:gd name="T1" fmla="*/ 2147483646 h 41"/>
              <a:gd name="T2" fmla="*/ 2147483646 w 225"/>
              <a:gd name="T3" fmla="*/ 0 h 41"/>
              <a:gd name="T4" fmla="*/ 0 w 225"/>
              <a:gd name="T5" fmla="*/ 2147483646 h 41"/>
              <a:gd name="T6" fmla="*/ 0 w 225"/>
              <a:gd name="T7" fmla="*/ 2147483646 h 41"/>
              <a:gd name="T8" fmla="*/ 0 w 225"/>
              <a:gd name="T9" fmla="*/ 2147483646 h 41"/>
              <a:gd name="T10" fmla="*/ 0 w 225"/>
              <a:gd name="T11" fmla="*/ 2147483646 h 41"/>
              <a:gd name="T12" fmla="*/ 2147483646 w 225"/>
              <a:gd name="T13" fmla="*/ 2147483646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41"/>
              <a:gd name="T23" fmla="*/ 225 w 225"/>
              <a:gd name="T24" fmla="*/ 41 h 4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41">
                <a:moveTo>
                  <a:pt x="225" y="16"/>
                </a:moveTo>
                <a:lnTo>
                  <a:pt x="225" y="0"/>
                </a:lnTo>
                <a:lnTo>
                  <a:pt x="0" y="25"/>
                </a:lnTo>
                <a:lnTo>
                  <a:pt x="0" y="41"/>
                </a:lnTo>
                <a:lnTo>
                  <a:pt x="22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82" name="Freeform 1167">
            <a:extLst>
              <a:ext uri="{FF2B5EF4-FFF2-40B4-BE49-F238E27FC236}">
                <a16:creationId xmlns:a16="http://schemas.microsoft.com/office/drawing/2014/main" id="{99A0990A-569E-F4F3-0FB4-C5E685B4D04E}"/>
              </a:ext>
            </a:extLst>
          </p:cNvPr>
          <p:cNvSpPr>
            <a:spLocks/>
          </p:cNvSpPr>
          <p:nvPr/>
        </p:nvSpPr>
        <p:spPr bwMode="auto">
          <a:xfrm>
            <a:off x="7677150" y="5665788"/>
            <a:ext cx="357188" cy="25400"/>
          </a:xfrm>
          <a:custGeom>
            <a:avLst/>
            <a:gdLst>
              <a:gd name="T0" fmla="*/ 2147483646 w 225"/>
              <a:gd name="T1" fmla="*/ 2147483646 h 16"/>
              <a:gd name="T2" fmla="*/ 2147483646 w 225"/>
              <a:gd name="T3" fmla="*/ 0 h 16"/>
              <a:gd name="T4" fmla="*/ 0 w 225"/>
              <a:gd name="T5" fmla="*/ 0 h 16"/>
              <a:gd name="T6" fmla="*/ 0 w 225"/>
              <a:gd name="T7" fmla="*/ 0 h 16"/>
              <a:gd name="T8" fmla="*/ 0 w 225"/>
              <a:gd name="T9" fmla="*/ 2147483646 h 16"/>
              <a:gd name="T10" fmla="*/ 0 w 225"/>
              <a:gd name="T11" fmla="*/ 2147483646 h 16"/>
              <a:gd name="T12" fmla="*/ 2147483646 w 225"/>
              <a:gd name="T13" fmla="*/ 2147483646 h 1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16"/>
              <a:gd name="T23" fmla="*/ 225 w 225"/>
              <a:gd name="T24" fmla="*/ 16 h 1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16">
                <a:moveTo>
                  <a:pt x="225" y="16"/>
                </a:moveTo>
                <a:lnTo>
                  <a:pt x="225" y="0"/>
                </a:lnTo>
                <a:lnTo>
                  <a:pt x="0" y="0"/>
                </a:lnTo>
                <a:lnTo>
                  <a:pt x="0" y="16"/>
                </a:lnTo>
                <a:lnTo>
                  <a:pt x="22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83" name="Freeform 1168">
            <a:extLst>
              <a:ext uri="{FF2B5EF4-FFF2-40B4-BE49-F238E27FC236}">
                <a16:creationId xmlns:a16="http://schemas.microsoft.com/office/drawing/2014/main" id="{9521F7EF-1C04-FFF1-F426-C3D746F25BCE}"/>
              </a:ext>
            </a:extLst>
          </p:cNvPr>
          <p:cNvSpPr>
            <a:spLocks/>
          </p:cNvSpPr>
          <p:nvPr/>
        </p:nvSpPr>
        <p:spPr bwMode="auto">
          <a:xfrm>
            <a:off x="7334250" y="5626100"/>
            <a:ext cx="342900" cy="65088"/>
          </a:xfrm>
          <a:custGeom>
            <a:avLst/>
            <a:gdLst>
              <a:gd name="T0" fmla="*/ 2147483646 w 216"/>
              <a:gd name="T1" fmla="*/ 2147483646 h 41"/>
              <a:gd name="T2" fmla="*/ 2147483646 w 216"/>
              <a:gd name="T3" fmla="*/ 2147483646 h 41"/>
              <a:gd name="T4" fmla="*/ 0 w 216"/>
              <a:gd name="T5" fmla="*/ 0 h 41"/>
              <a:gd name="T6" fmla="*/ 0 w 216"/>
              <a:gd name="T7" fmla="*/ 0 h 41"/>
              <a:gd name="T8" fmla="*/ 0 w 216"/>
              <a:gd name="T9" fmla="*/ 2147483646 h 41"/>
              <a:gd name="T10" fmla="*/ 0 w 216"/>
              <a:gd name="T11" fmla="*/ 2147483646 h 41"/>
              <a:gd name="T12" fmla="*/ 2147483646 w 216"/>
              <a:gd name="T13" fmla="*/ 2147483646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41"/>
              <a:gd name="T23" fmla="*/ 216 w 216"/>
              <a:gd name="T24" fmla="*/ 41 h 4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41">
                <a:moveTo>
                  <a:pt x="216" y="41"/>
                </a:moveTo>
                <a:lnTo>
                  <a:pt x="216" y="25"/>
                </a:lnTo>
                <a:lnTo>
                  <a:pt x="0" y="0"/>
                </a:lnTo>
                <a:lnTo>
                  <a:pt x="0" y="16"/>
                </a:lnTo>
                <a:lnTo>
                  <a:pt x="216" y="4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84" name="Freeform 1169">
            <a:extLst>
              <a:ext uri="{FF2B5EF4-FFF2-40B4-BE49-F238E27FC236}">
                <a16:creationId xmlns:a16="http://schemas.microsoft.com/office/drawing/2014/main" id="{5E3DC6B1-1A97-81ED-CABB-5B66865B7620}"/>
              </a:ext>
            </a:extLst>
          </p:cNvPr>
          <p:cNvSpPr>
            <a:spLocks/>
          </p:cNvSpPr>
          <p:nvPr/>
        </p:nvSpPr>
        <p:spPr bwMode="auto">
          <a:xfrm>
            <a:off x="7005638" y="5561014"/>
            <a:ext cx="328612" cy="90487"/>
          </a:xfrm>
          <a:custGeom>
            <a:avLst/>
            <a:gdLst>
              <a:gd name="T0" fmla="*/ 2147483646 w 207"/>
              <a:gd name="T1" fmla="*/ 2147483646 h 57"/>
              <a:gd name="T2" fmla="*/ 2147483646 w 207"/>
              <a:gd name="T3" fmla="*/ 2147483646 h 57"/>
              <a:gd name="T4" fmla="*/ 0 w 207"/>
              <a:gd name="T5" fmla="*/ 0 h 57"/>
              <a:gd name="T6" fmla="*/ 2147483646 w 207"/>
              <a:gd name="T7" fmla="*/ 0 h 57"/>
              <a:gd name="T8" fmla="*/ 0 w 207"/>
              <a:gd name="T9" fmla="*/ 2147483646 h 57"/>
              <a:gd name="T10" fmla="*/ 0 w 207"/>
              <a:gd name="T11" fmla="*/ 2147483646 h 57"/>
              <a:gd name="T12" fmla="*/ 2147483646 w 207"/>
              <a:gd name="T13" fmla="*/ 2147483646 h 5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07"/>
              <a:gd name="T22" fmla="*/ 0 h 57"/>
              <a:gd name="T23" fmla="*/ 207 w 207"/>
              <a:gd name="T24" fmla="*/ 57 h 5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07" h="57">
                <a:moveTo>
                  <a:pt x="207" y="57"/>
                </a:moveTo>
                <a:lnTo>
                  <a:pt x="207" y="41"/>
                </a:lnTo>
                <a:lnTo>
                  <a:pt x="0" y="0"/>
                </a:lnTo>
                <a:lnTo>
                  <a:pt x="9" y="0"/>
                </a:lnTo>
                <a:lnTo>
                  <a:pt x="0" y="17"/>
                </a:lnTo>
                <a:lnTo>
                  <a:pt x="207" y="5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85" name="Freeform 1170">
            <a:extLst>
              <a:ext uri="{FF2B5EF4-FFF2-40B4-BE49-F238E27FC236}">
                <a16:creationId xmlns:a16="http://schemas.microsoft.com/office/drawing/2014/main" id="{005517EF-0D0A-8606-6217-BA97AD2298B5}"/>
              </a:ext>
            </a:extLst>
          </p:cNvPr>
          <p:cNvSpPr>
            <a:spLocks/>
          </p:cNvSpPr>
          <p:nvPr/>
        </p:nvSpPr>
        <p:spPr bwMode="auto">
          <a:xfrm>
            <a:off x="6705601" y="5457826"/>
            <a:ext cx="314325" cy="130175"/>
          </a:xfrm>
          <a:custGeom>
            <a:avLst/>
            <a:gdLst>
              <a:gd name="T0" fmla="*/ 2147483646 w 198"/>
              <a:gd name="T1" fmla="*/ 2147483646 h 82"/>
              <a:gd name="T2" fmla="*/ 2147483646 w 198"/>
              <a:gd name="T3" fmla="*/ 2147483646 h 82"/>
              <a:gd name="T4" fmla="*/ 2147483646 w 198"/>
              <a:gd name="T5" fmla="*/ 0 h 82"/>
              <a:gd name="T6" fmla="*/ 2147483646 w 198"/>
              <a:gd name="T7" fmla="*/ 0 h 82"/>
              <a:gd name="T8" fmla="*/ 0 w 198"/>
              <a:gd name="T9" fmla="*/ 2147483646 h 82"/>
              <a:gd name="T10" fmla="*/ 0 w 198"/>
              <a:gd name="T11" fmla="*/ 2147483646 h 82"/>
              <a:gd name="T12" fmla="*/ 2147483646 w 198"/>
              <a:gd name="T13" fmla="*/ 2147483646 h 8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98"/>
              <a:gd name="T22" fmla="*/ 0 h 82"/>
              <a:gd name="T23" fmla="*/ 198 w 198"/>
              <a:gd name="T24" fmla="*/ 82 h 8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98" h="82">
                <a:moveTo>
                  <a:pt x="189" y="82"/>
                </a:moveTo>
                <a:lnTo>
                  <a:pt x="198" y="65"/>
                </a:lnTo>
                <a:lnTo>
                  <a:pt x="9" y="0"/>
                </a:lnTo>
                <a:lnTo>
                  <a:pt x="0" y="16"/>
                </a:lnTo>
                <a:lnTo>
                  <a:pt x="189" y="8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86" name="Freeform 1171">
            <a:extLst>
              <a:ext uri="{FF2B5EF4-FFF2-40B4-BE49-F238E27FC236}">
                <a16:creationId xmlns:a16="http://schemas.microsoft.com/office/drawing/2014/main" id="{4C0F65EE-48F0-7389-7C23-26D0BF9163FA}"/>
              </a:ext>
            </a:extLst>
          </p:cNvPr>
          <p:cNvSpPr>
            <a:spLocks/>
          </p:cNvSpPr>
          <p:nvPr/>
        </p:nvSpPr>
        <p:spPr bwMode="auto">
          <a:xfrm>
            <a:off x="6419850" y="5327651"/>
            <a:ext cx="300038" cy="155575"/>
          </a:xfrm>
          <a:custGeom>
            <a:avLst/>
            <a:gdLst>
              <a:gd name="T0" fmla="*/ 2147483646 w 189"/>
              <a:gd name="T1" fmla="*/ 2147483646 h 98"/>
              <a:gd name="T2" fmla="*/ 2147483646 w 189"/>
              <a:gd name="T3" fmla="*/ 2147483646 h 98"/>
              <a:gd name="T4" fmla="*/ 2147483646 w 189"/>
              <a:gd name="T5" fmla="*/ 0 h 98"/>
              <a:gd name="T6" fmla="*/ 2147483646 w 189"/>
              <a:gd name="T7" fmla="*/ 0 h 98"/>
              <a:gd name="T8" fmla="*/ 0 w 189"/>
              <a:gd name="T9" fmla="*/ 2147483646 h 98"/>
              <a:gd name="T10" fmla="*/ 0 w 189"/>
              <a:gd name="T11" fmla="*/ 2147483646 h 98"/>
              <a:gd name="T12" fmla="*/ 2147483646 w 189"/>
              <a:gd name="T13" fmla="*/ 2147483646 h 9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98"/>
              <a:gd name="T23" fmla="*/ 189 w 189"/>
              <a:gd name="T24" fmla="*/ 98 h 9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98">
                <a:moveTo>
                  <a:pt x="180" y="98"/>
                </a:moveTo>
                <a:lnTo>
                  <a:pt x="189" y="82"/>
                </a:lnTo>
                <a:lnTo>
                  <a:pt x="9" y="0"/>
                </a:lnTo>
                <a:lnTo>
                  <a:pt x="0" y="17"/>
                </a:lnTo>
                <a:lnTo>
                  <a:pt x="180" y="9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87" name="Freeform 1172">
            <a:extLst>
              <a:ext uri="{FF2B5EF4-FFF2-40B4-BE49-F238E27FC236}">
                <a16:creationId xmlns:a16="http://schemas.microsoft.com/office/drawing/2014/main" id="{128329F0-20A8-9C8D-2177-221101D45A44}"/>
              </a:ext>
            </a:extLst>
          </p:cNvPr>
          <p:cNvSpPr>
            <a:spLocks/>
          </p:cNvSpPr>
          <p:nvPr/>
        </p:nvSpPr>
        <p:spPr bwMode="auto">
          <a:xfrm>
            <a:off x="6162676" y="5159376"/>
            <a:ext cx="271463" cy="195263"/>
          </a:xfrm>
          <a:custGeom>
            <a:avLst/>
            <a:gdLst>
              <a:gd name="T0" fmla="*/ 2147483646 w 171"/>
              <a:gd name="T1" fmla="*/ 2147483646 h 123"/>
              <a:gd name="T2" fmla="*/ 2147483646 w 171"/>
              <a:gd name="T3" fmla="*/ 2147483646 h 123"/>
              <a:gd name="T4" fmla="*/ 2147483646 w 171"/>
              <a:gd name="T5" fmla="*/ 0 h 123"/>
              <a:gd name="T6" fmla="*/ 2147483646 w 171"/>
              <a:gd name="T7" fmla="*/ 2147483646 h 123"/>
              <a:gd name="T8" fmla="*/ 0 w 171"/>
              <a:gd name="T9" fmla="*/ 2147483646 h 123"/>
              <a:gd name="T10" fmla="*/ 2147483646 w 171"/>
              <a:gd name="T11" fmla="*/ 2147483646 h 123"/>
              <a:gd name="T12" fmla="*/ 2147483646 w 171"/>
              <a:gd name="T13" fmla="*/ 2147483646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71"/>
              <a:gd name="T22" fmla="*/ 0 h 123"/>
              <a:gd name="T23" fmla="*/ 171 w 171"/>
              <a:gd name="T24" fmla="*/ 123 h 12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71" h="123">
                <a:moveTo>
                  <a:pt x="162" y="123"/>
                </a:moveTo>
                <a:lnTo>
                  <a:pt x="171" y="106"/>
                </a:lnTo>
                <a:lnTo>
                  <a:pt x="18" y="0"/>
                </a:lnTo>
                <a:lnTo>
                  <a:pt x="18" y="8"/>
                </a:lnTo>
                <a:lnTo>
                  <a:pt x="0" y="16"/>
                </a:lnTo>
                <a:lnTo>
                  <a:pt x="9" y="16"/>
                </a:lnTo>
                <a:lnTo>
                  <a:pt x="162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88" name="Freeform 1173">
            <a:extLst>
              <a:ext uri="{FF2B5EF4-FFF2-40B4-BE49-F238E27FC236}">
                <a16:creationId xmlns:a16="http://schemas.microsoft.com/office/drawing/2014/main" id="{5FC79E89-CBCF-7AD4-CC67-726F3D487080}"/>
              </a:ext>
            </a:extLst>
          </p:cNvPr>
          <p:cNvSpPr>
            <a:spLocks/>
          </p:cNvSpPr>
          <p:nvPr/>
        </p:nvSpPr>
        <p:spPr bwMode="auto">
          <a:xfrm>
            <a:off x="5948364" y="4964113"/>
            <a:ext cx="242887" cy="220662"/>
          </a:xfrm>
          <a:custGeom>
            <a:avLst/>
            <a:gdLst>
              <a:gd name="T0" fmla="*/ 2147483646 w 153"/>
              <a:gd name="T1" fmla="*/ 2147483646 h 139"/>
              <a:gd name="T2" fmla="*/ 2147483646 w 153"/>
              <a:gd name="T3" fmla="*/ 2147483646 h 139"/>
              <a:gd name="T4" fmla="*/ 2147483646 w 153"/>
              <a:gd name="T5" fmla="*/ 0 h 139"/>
              <a:gd name="T6" fmla="*/ 0 w 153"/>
              <a:gd name="T7" fmla="*/ 2147483646 h 139"/>
              <a:gd name="T8" fmla="*/ 2147483646 w 153"/>
              <a:gd name="T9" fmla="*/ 2147483646 h 13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"/>
              <a:gd name="T16" fmla="*/ 0 h 139"/>
              <a:gd name="T17" fmla="*/ 153 w 153"/>
              <a:gd name="T18" fmla="*/ 139 h 13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" h="139">
                <a:moveTo>
                  <a:pt x="135" y="139"/>
                </a:moveTo>
                <a:lnTo>
                  <a:pt x="153" y="131"/>
                </a:lnTo>
                <a:lnTo>
                  <a:pt x="18" y="0"/>
                </a:lnTo>
                <a:lnTo>
                  <a:pt x="0" y="9"/>
                </a:lnTo>
                <a:lnTo>
                  <a:pt x="135" y="13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89" name="Oval 1174">
            <a:extLst>
              <a:ext uri="{FF2B5EF4-FFF2-40B4-BE49-F238E27FC236}">
                <a16:creationId xmlns:a16="http://schemas.microsoft.com/office/drawing/2014/main" id="{F2ED00F3-D739-0E07-8368-60AD684AAA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1475" y="5418139"/>
            <a:ext cx="800100" cy="4413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5990" name="Oval 1175">
            <a:extLst>
              <a:ext uri="{FF2B5EF4-FFF2-40B4-BE49-F238E27FC236}">
                <a16:creationId xmlns:a16="http://schemas.microsoft.com/office/drawing/2014/main" id="{FD854CED-86D3-97A7-3122-82E7B4F507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1475" y="5421314"/>
            <a:ext cx="800100" cy="434975"/>
          </a:xfrm>
          <a:prstGeom prst="ellipse">
            <a:avLst/>
          </a:prstGeom>
          <a:noFill/>
          <a:ln w="571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5991" name="Rectangle 1176">
            <a:extLst>
              <a:ext uri="{FF2B5EF4-FFF2-40B4-BE49-F238E27FC236}">
                <a16:creationId xmlns:a16="http://schemas.microsoft.com/office/drawing/2014/main" id="{23726383-05E6-C215-1E05-B12EB7A31F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34351" y="5521325"/>
            <a:ext cx="474489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00">
                <a:solidFill>
                  <a:srgbClr val="0000FF"/>
                </a:solidFill>
                <a:latin typeface="Times New Roman" panose="02020603050405020304" pitchFamily="18" charset="0"/>
              </a:rPr>
              <a:t>MIA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5992" name="Oval 1177">
            <a:extLst>
              <a:ext uri="{FF2B5EF4-FFF2-40B4-BE49-F238E27FC236}">
                <a16:creationId xmlns:a16="http://schemas.microsoft.com/office/drawing/2014/main" id="{B3C48022-34E9-258D-04CC-056A690225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6950" y="2085976"/>
            <a:ext cx="800100" cy="4413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5993" name="Oval 1178">
            <a:extLst>
              <a:ext uri="{FF2B5EF4-FFF2-40B4-BE49-F238E27FC236}">
                <a16:creationId xmlns:a16="http://schemas.microsoft.com/office/drawing/2014/main" id="{3CBA75D1-43F4-C6CD-87EE-B69C04BFE3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6950" y="2089151"/>
            <a:ext cx="800100" cy="434975"/>
          </a:xfrm>
          <a:prstGeom prst="ellipse">
            <a:avLst/>
          </a:prstGeom>
          <a:noFill/>
          <a:ln w="571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5994" name="Rectangle 1179">
            <a:extLst>
              <a:ext uri="{FF2B5EF4-FFF2-40B4-BE49-F238E27FC236}">
                <a16:creationId xmlns:a16="http://schemas.microsoft.com/office/drawing/2014/main" id="{B9D5E7E7-28F5-7B6C-C555-6B0920EAB0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1250" y="2201863"/>
            <a:ext cx="514564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00">
                <a:solidFill>
                  <a:srgbClr val="0000FF"/>
                </a:solidFill>
                <a:latin typeface="Times New Roman" panose="02020603050405020304" pitchFamily="18" charset="0"/>
              </a:rPr>
              <a:t>ORD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5995" name="Oval 1180">
            <a:extLst>
              <a:ext uri="{FF2B5EF4-FFF2-40B4-BE49-F238E27FC236}">
                <a16:creationId xmlns:a16="http://schemas.microsoft.com/office/drawing/2014/main" id="{850896C4-5EBD-1037-FD4B-9A7A67D85D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7950" y="4667250"/>
            <a:ext cx="800100" cy="439738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5996" name="Oval 1181">
            <a:extLst>
              <a:ext uri="{FF2B5EF4-FFF2-40B4-BE49-F238E27FC236}">
                <a16:creationId xmlns:a16="http://schemas.microsoft.com/office/drawing/2014/main" id="{15008031-3CF4-3C7F-B61E-0C15DA8640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7950" y="4668838"/>
            <a:ext cx="800100" cy="436562"/>
          </a:xfrm>
          <a:prstGeom prst="ellipse">
            <a:avLst/>
          </a:prstGeom>
          <a:noFill/>
          <a:ln w="571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5997" name="Rectangle 1182">
            <a:extLst>
              <a:ext uri="{FF2B5EF4-FFF2-40B4-BE49-F238E27FC236}">
                <a16:creationId xmlns:a16="http://schemas.microsoft.com/office/drawing/2014/main" id="{6F3F3CCF-104B-B4AD-1742-69E30C96F7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6538" y="4783138"/>
            <a:ext cx="50174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00">
                <a:solidFill>
                  <a:srgbClr val="0000FF"/>
                </a:solidFill>
                <a:latin typeface="Times New Roman" panose="02020603050405020304" pitchFamily="18" charset="0"/>
              </a:rPr>
              <a:t>LAX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5998" name="Oval 1183">
            <a:extLst>
              <a:ext uri="{FF2B5EF4-FFF2-40B4-BE49-F238E27FC236}">
                <a16:creationId xmlns:a16="http://schemas.microsoft.com/office/drawing/2014/main" id="{67CDAA5C-CA1F-1042-BF9B-64FB8CBE2E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9689" y="4419601"/>
            <a:ext cx="814387" cy="4413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5999" name="Oval 1184">
            <a:extLst>
              <a:ext uri="{FF2B5EF4-FFF2-40B4-BE49-F238E27FC236}">
                <a16:creationId xmlns:a16="http://schemas.microsoft.com/office/drawing/2014/main" id="{C9D12F1F-7243-B822-A582-7821638F73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9689" y="4422776"/>
            <a:ext cx="814387" cy="434975"/>
          </a:xfrm>
          <a:prstGeom prst="ellipse">
            <a:avLst/>
          </a:prstGeom>
          <a:noFill/>
          <a:ln w="571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6000" name="Rectangle 1185">
            <a:extLst>
              <a:ext uri="{FF2B5EF4-FFF2-40B4-BE49-F238E27FC236}">
                <a16:creationId xmlns:a16="http://schemas.microsoft.com/office/drawing/2014/main" id="{BEB1ADDF-F36A-91AE-7342-2A34017D01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3989" y="4537075"/>
            <a:ext cx="541815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00">
                <a:solidFill>
                  <a:srgbClr val="0000FF"/>
                </a:solidFill>
                <a:latin typeface="Times New Roman" panose="02020603050405020304" pitchFamily="18" charset="0"/>
              </a:rPr>
              <a:t>DFW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6001" name="Oval 1186">
            <a:extLst>
              <a:ext uri="{FF2B5EF4-FFF2-40B4-BE49-F238E27FC236}">
                <a16:creationId xmlns:a16="http://schemas.microsoft.com/office/drawing/2014/main" id="{F88BB51B-EFFC-50A6-0EA3-63D28843CA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2213" y="3370264"/>
            <a:ext cx="800100" cy="4413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6002" name="Oval 1187">
            <a:extLst>
              <a:ext uri="{FF2B5EF4-FFF2-40B4-BE49-F238E27FC236}">
                <a16:creationId xmlns:a16="http://schemas.microsoft.com/office/drawing/2014/main" id="{8EBC6BFF-E5D9-992B-EA6F-311E84E2DA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2213" y="3373439"/>
            <a:ext cx="800100" cy="434975"/>
          </a:xfrm>
          <a:prstGeom prst="ellipse">
            <a:avLst/>
          </a:prstGeom>
          <a:noFill/>
          <a:ln w="571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6003" name="Rectangle 1188">
            <a:extLst>
              <a:ext uri="{FF2B5EF4-FFF2-40B4-BE49-F238E27FC236}">
                <a16:creationId xmlns:a16="http://schemas.microsoft.com/office/drawing/2014/main" id="{780E89C8-498A-3A52-867A-B0957A43D8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5089" y="3486150"/>
            <a:ext cx="448841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00">
                <a:solidFill>
                  <a:srgbClr val="0000FF"/>
                </a:solidFill>
                <a:latin typeface="Times New Roman" panose="02020603050405020304" pitchFamily="18" charset="0"/>
              </a:rPr>
              <a:t>SFO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6004" name="Rectangle 1189">
            <a:extLst>
              <a:ext uri="{FF2B5EF4-FFF2-40B4-BE49-F238E27FC236}">
                <a16:creationId xmlns:a16="http://schemas.microsoft.com/office/drawing/2014/main" id="{872C4B02-4E37-0702-6788-B596D5FC60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0775" y="2890838"/>
            <a:ext cx="400050" cy="34925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6005" name="Rectangle 1190">
            <a:extLst>
              <a:ext uri="{FF2B5EF4-FFF2-40B4-BE49-F238E27FC236}">
                <a16:creationId xmlns:a16="http://schemas.microsoft.com/office/drawing/2014/main" id="{A5C39F9B-D53A-895A-6AD4-8F99950AF4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1" y="2916239"/>
            <a:ext cx="385763" cy="3508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6006" name="Rectangle 1191">
            <a:extLst>
              <a:ext uri="{FF2B5EF4-FFF2-40B4-BE49-F238E27FC236}">
                <a16:creationId xmlns:a16="http://schemas.microsoft.com/office/drawing/2014/main" id="{6A7ED418-A3D0-F2B0-B955-BE5F13CF80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1" y="2917826"/>
            <a:ext cx="385763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6007" name="Rectangle 1192">
            <a:extLst>
              <a:ext uri="{FF2B5EF4-FFF2-40B4-BE49-F238E27FC236}">
                <a16:creationId xmlns:a16="http://schemas.microsoft.com/office/drawing/2014/main" id="{18243862-4D2E-A176-7243-72521D7C4A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3638" y="2878139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6008" name="Rectangle 1193">
            <a:extLst>
              <a:ext uri="{FF2B5EF4-FFF2-40B4-BE49-F238E27FC236}">
                <a16:creationId xmlns:a16="http://schemas.microsoft.com/office/drawing/2014/main" id="{AB42F3C5-6E58-BC4F-772A-4A52ABEAB9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6513" y="3033713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6009" name="Rectangle 1194">
            <a:extLst>
              <a:ext uri="{FF2B5EF4-FFF2-40B4-BE49-F238E27FC236}">
                <a16:creationId xmlns:a16="http://schemas.microsoft.com/office/drawing/2014/main" id="{397C9644-4301-BB5A-6267-BBDB0A009D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5063" y="5199063"/>
            <a:ext cx="400050" cy="34925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6010" name="Rectangle 1195">
            <a:extLst>
              <a:ext uri="{FF2B5EF4-FFF2-40B4-BE49-F238E27FC236}">
                <a16:creationId xmlns:a16="http://schemas.microsoft.com/office/drawing/2014/main" id="{A31E7326-1643-B6FD-9CFA-EA1D4ECAD9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6488" y="5224463"/>
            <a:ext cx="385762" cy="3492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6011" name="Rectangle 1196">
            <a:extLst>
              <a:ext uri="{FF2B5EF4-FFF2-40B4-BE49-F238E27FC236}">
                <a16:creationId xmlns:a16="http://schemas.microsoft.com/office/drawing/2014/main" id="{1C822172-BDB2-F169-2D40-84A93D0DED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6488" y="5226051"/>
            <a:ext cx="385762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6012" name="Rectangle 1197">
            <a:extLst>
              <a:ext uri="{FF2B5EF4-FFF2-40B4-BE49-F238E27FC236}">
                <a16:creationId xmlns:a16="http://schemas.microsoft.com/office/drawing/2014/main" id="{0F9A8B1B-6BF3-8AA5-E83F-C9C0C4AC10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7925" y="5186364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6013" name="Rectangle 1198">
            <a:extLst>
              <a:ext uri="{FF2B5EF4-FFF2-40B4-BE49-F238E27FC236}">
                <a16:creationId xmlns:a16="http://schemas.microsoft.com/office/drawing/2014/main" id="{CF239F85-AEC2-DD22-B9C8-1282DD8E02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5341938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6014" name="Rectangle 1199">
            <a:extLst>
              <a:ext uri="{FF2B5EF4-FFF2-40B4-BE49-F238E27FC236}">
                <a16:creationId xmlns:a16="http://schemas.microsoft.com/office/drawing/2014/main" id="{17BE0139-94E6-CCB2-3F82-3FA2D7D4A4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6838" y="4978400"/>
            <a:ext cx="400050" cy="36195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6015" name="Rectangle 1200">
            <a:extLst>
              <a:ext uri="{FF2B5EF4-FFF2-40B4-BE49-F238E27FC236}">
                <a16:creationId xmlns:a16="http://schemas.microsoft.com/office/drawing/2014/main" id="{65331183-37EE-E93C-268C-9FA6DEC054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3975" y="5003800"/>
            <a:ext cx="400050" cy="3635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6016" name="Rectangle 1201">
            <a:extLst>
              <a:ext uri="{FF2B5EF4-FFF2-40B4-BE49-F238E27FC236}">
                <a16:creationId xmlns:a16="http://schemas.microsoft.com/office/drawing/2014/main" id="{D7711A95-18AC-952A-E69B-0871D85FB2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3975" y="5005388"/>
            <a:ext cx="400050" cy="360362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6017" name="Rectangle 1202">
            <a:extLst>
              <a:ext uri="{FF2B5EF4-FFF2-40B4-BE49-F238E27FC236}">
                <a16:creationId xmlns:a16="http://schemas.microsoft.com/office/drawing/2014/main" id="{0D58A720-FE54-56B7-2E45-C0EAF3F2CC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00" y="4978401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6018" name="Rectangle 1203">
            <a:extLst>
              <a:ext uri="{FF2B5EF4-FFF2-40B4-BE49-F238E27FC236}">
                <a16:creationId xmlns:a16="http://schemas.microsoft.com/office/drawing/2014/main" id="{D2A2E1B3-9BEA-4259-69A2-728EB8CD0F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2575" y="5121275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6019" name="Rectangle 1204">
            <a:extLst>
              <a:ext uri="{FF2B5EF4-FFF2-40B4-BE49-F238E27FC236}">
                <a16:creationId xmlns:a16="http://schemas.microsoft.com/office/drawing/2014/main" id="{1834C873-92EB-F035-36A2-E67C6629EA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4213" y="2112963"/>
            <a:ext cx="385762" cy="34925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6020" name="Rectangle 1205">
            <a:extLst>
              <a:ext uri="{FF2B5EF4-FFF2-40B4-BE49-F238E27FC236}">
                <a16:creationId xmlns:a16="http://schemas.microsoft.com/office/drawing/2014/main" id="{5F125FF0-0C0E-573D-C29D-74DC473AC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1351" y="2138364"/>
            <a:ext cx="385763" cy="3635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6021" name="Rectangle 1206">
            <a:extLst>
              <a:ext uri="{FF2B5EF4-FFF2-40B4-BE49-F238E27FC236}">
                <a16:creationId xmlns:a16="http://schemas.microsoft.com/office/drawing/2014/main" id="{5648B6DE-C7CF-34EE-F577-36EC3EF92D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1351" y="2139951"/>
            <a:ext cx="385763" cy="3603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6022" name="Rectangle 1207">
            <a:extLst>
              <a:ext uri="{FF2B5EF4-FFF2-40B4-BE49-F238E27FC236}">
                <a16:creationId xmlns:a16="http://schemas.microsoft.com/office/drawing/2014/main" id="{7F7B69EC-162C-C593-9582-DB91B7CC2D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2788" y="2100264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6023" name="Rectangle 1208">
            <a:extLst>
              <a:ext uri="{FF2B5EF4-FFF2-40B4-BE49-F238E27FC236}">
                <a16:creationId xmlns:a16="http://schemas.microsoft.com/office/drawing/2014/main" id="{7737B6E0-C155-433E-65AB-6E5B3C74DA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5663" y="2255838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6024" name="Rectangle 1209">
            <a:extLst>
              <a:ext uri="{FF2B5EF4-FFF2-40B4-BE49-F238E27FC236}">
                <a16:creationId xmlns:a16="http://schemas.microsoft.com/office/drawing/2014/main" id="{01B366B9-D48B-15C3-B76D-EE1BC1C418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0038" y="5962650"/>
            <a:ext cx="400050" cy="363538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6025" name="Rectangle 1210">
            <a:extLst>
              <a:ext uri="{FF2B5EF4-FFF2-40B4-BE49-F238E27FC236}">
                <a16:creationId xmlns:a16="http://schemas.microsoft.com/office/drawing/2014/main" id="{E04FFC8F-2147-7E33-9F2D-AD1357CF1D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7175" y="6002338"/>
            <a:ext cx="400050" cy="3492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6026" name="Rectangle 1211">
            <a:extLst>
              <a:ext uri="{FF2B5EF4-FFF2-40B4-BE49-F238E27FC236}">
                <a16:creationId xmlns:a16="http://schemas.microsoft.com/office/drawing/2014/main" id="{21137504-75F6-9987-6F81-D33AE3EA9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7175" y="6003926"/>
            <a:ext cx="400050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6027" name="Rectangle 1212">
            <a:extLst>
              <a:ext uri="{FF2B5EF4-FFF2-40B4-BE49-F238E27FC236}">
                <a16:creationId xmlns:a16="http://schemas.microsoft.com/office/drawing/2014/main" id="{B9608E88-F70C-17A8-FA3A-97F210EDF9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48613" y="5964239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6028" name="Rectangle 1213">
            <a:extLst>
              <a:ext uri="{FF2B5EF4-FFF2-40B4-BE49-F238E27FC236}">
                <a16:creationId xmlns:a16="http://schemas.microsoft.com/office/drawing/2014/main" id="{58EC82DC-064C-ED71-FEFE-4C56CE70BF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5775" y="6105525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t>5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6029" name="Rectangle 1214">
            <a:extLst>
              <a:ext uri="{FF2B5EF4-FFF2-40B4-BE49-F238E27FC236}">
                <a16:creationId xmlns:a16="http://schemas.microsoft.com/office/drawing/2014/main" id="{5A63C6DA-A85B-E3B7-C6FC-E4D7B02B6C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3026" y="3019425"/>
            <a:ext cx="385763" cy="363538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6030" name="Rectangle 1215">
            <a:extLst>
              <a:ext uri="{FF2B5EF4-FFF2-40B4-BE49-F238E27FC236}">
                <a16:creationId xmlns:a16="http://schemas.microsoft.com/office/drawing/2014/main" id="{3E726524-DE0A-B25C-2C28-9F60817A30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0163" y="3059113"/>
            <a:ext cx="385762" cy="3492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6031" name="Rectangle 1216">
            <a:extLst>
              <a:ext uri="{FF2B5EF4-FFF2-40B4-BE49-F238E27FC236}">
                <a16:creationId xmlns:a16="http://schemas.microsoft.com/office/drawing/2014/main" id="{595E02D8-E1E0-5AB6-A9BE-257EF98232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0163" y="3060701"/>
            <a:ext cx="385762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6032" name="Rectangle 1217">
            <a:extLst>
              <a:ext uri="{FF2B5EF4-FFF2-40B4-BE49-F238E27FC236}">
                <a16:creationId xmlns:a16="http://schemas.microsoft.com/office/drawing/2014/main" id="{191F265F-6923-11F5-899B-7001C4A53D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1600" y="3021014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sp>
        <p:nvSpPr>
          <p:cNvPr id="36033" name="Rectangle 1218">
            <a:extLst>
              <a:ext uri="{FF2B5EF4-FFF2-40B4-BE49-F238E27FC236}">
                <a16:creationId xmlns:a16="http://schemas.microsoft.com/office/drawing/2014/main" id="{33CBB8FC-DA73-9C7C-6C05-8FAD862066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34475" y="3162300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t>6</a:t>
            </a:r>
            <a:endParaRPr lang="en-US" altLang="en-US" sz="1800" b="1">
              <a:latin typeface="Times" panose="02020603050405020304" pitchFamily="18" charset="0"/>
            </a:endParaRPr>
          </a:p>
        </p:txBody>
      </p:sp>
      <p:pic>
        <p:nvPicPr>
          <p:cNvPr id="36034" name="Picture 1219">
            <a:extLst>
              <a:ext uri="{FF2B5EF4-FFF2-40B4-BE49-F238E27FC236}">
                <a16:creationId xmlns:a16="http://schemas.microsoft.com/office/drawing/2014/main" id="{AC97B815-856E-8833-9021-EC235EAE11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6913" y="1219200"/>
            <a:ext cx="419100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6035" name="AutoShape 1220">
            <a:extLst>
              <a:ext uri="{FF2B5EF4-FFF2-40B4-BE49-F238E27FC236}">
                <a16:creationId xmlns:a16="http://schemas.microsoft.com/office/drawing/2014/main" id="{609BD178-2A99-1A67-5396-3A9F7ED8B373}"/>
              </a:ext>
            </a:extLst>
          </p:cNvPr>
          <p:cNvCxnSpPr>
            <a:cxnSpLocks noChangeShapeType="1"/>
            <a:stCxn id="35990" idx="1"/>
            <a:endCxn id="35993" idx="5"/>
          </p:cNvCxnSpPr>
          <p:nvPr/>
        </p:nvCxnSpPr>
        <p:spPr bwMode="auto">
          <a:xfrm rot="5400000" flipH="1">
            <a:off x="5950744" y="3298032"/>
            <a:ext cx="2967038" cy="1349375"/>
          </a:xfrm>
          <a:prstGeom prst="curvedConnector3">
            <a:avLst>
              <a:gd name="adj1" fmla="val 49972"/>
            </a:avLst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036" name="AutoShape 1221">
            <a:extLst>
              <a:ext uri="{FF2B5EF4-FFF2-40B4-BE49-F238E27FC236}">
                <a16:creationId xmlns:a16="http://schemas.microsoft.com/office/drawing/2014/main" id="{90035566-E35B-E8F9-1636-5410163A1162}"/>
              </a:ext>
            </a:extLst>
          </p:cNvPr>
          <p:cNvCxnSpPr>
            <a:cxnSpLocks noChangeShapeType="1"/>
            <a:stCxn id="35990" idx="3"/>
            <a:endCxn id="36002" idx="2"/>
          </p:cNvCxnSpPr>
          <p:nvPr/>
        </p:nvCxnSpPr>
        <p:spPr bwMode="auto">
          <a:xfrm rot="16200000" flipV="1">
            <a:off x="4156075" y="1868488"/>
            <a:ext cx="2230438" cy="5675312"/>
          </a:xfrm>
          <a:prstGeom prst="curvedConnector4">
            <a:avLst>
              <a:gd name="adj1" fmla="val -25125"/>
              <a:gd name="adj2" fmla="val 108838"/>
            </a:avLst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037" name="AutoShape 1222">
            <a:extLst>
              <a:ext uri="{FF2B5EF4-FFF2-40B4-BE49-F238E27FC236}">
                <a16:creationId xmlns:a16="http://schemas.microsoft.com/office/drawing/2014/main" id="{40635E1D-5B00-39C4-63AD-459B8F49ADFD}"/>
              </a:ext>
            </a:extLst>
          </p:cNvPr>
          <p:cNvCxnSpPr>
            <a:cxnSpLocks noChangeShapeType="1"/>
            <a:stCxn id="35976" idx="3"/>
            <a:endCxn id="35996" idx="7"/>
          </p:cNvCxnSpPr>
          <p:nvPr/>
        </p:nvCxnSpPr>
        <p:spPr bwMode="auto">
          <a:xfrm rot="5400000">
            <a:off x="4944269" y="1381919"/>
            <a:ext cx="1708150" cy="4935538"/>
          </a:xfrm>
          <a:prstGeom prst="curvedConnector3">
            <a:avLst>
              <a:gd name="adj1" fmla="val 50000"/>
            </a:avLst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038" name="AutoShape 1223">
            <a:extLst>
              <a:ext uri="{FF2B5EF4-FFF2-40B4-BE49-F238E27FC236}">
                <a16:creationId xmlns:a16="http://schemas.microsoft.com/office/drawing/2014/main" id="{0C52DB93-F1FD-76BA-8151-6A2DEA5A123A}"/>
              </a:ext>
            </a:extLst>
          </p:cNvPr>
          <p:cNvCxnSpPr>
            <a:cxnSpLocks noChangeShapeType="1"/>
            <a:stCxn id="35976" idx="2"/>
            <a:endCxn id="35993" idx="5"/>
          </p:cNvCxnSpPr>
          <p:nvPr/>
        </p:nvCxnSpPr>
        <p:spPr bwMode="auto">
          <a:xfrm rot="10800000">
            <a:off x="6759575" y="2489200"/>
            <a:ext cx="1360488" cy="323850"/>
          </a:xfrm>
          <a:prstGeom prst="curvedConnector2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039" name="AutoShape 1224">
            <a:extLst>
              <a:ext uri="{FF2B5EF4-FFF2-40B4-BE49-F238E27FC236}">
                <a16:creationId xmlns:a16="http://schemas.microsoft.com/office/drawing/2014/main" id="{2EEA084A-ADA0-38E6-19E0-8E3EBE2453E5}"/>
              </a:ext>
            </a:extLst>
          </p:cNvPr>
          <p:cNvCxnSpPr>
            <a:cxnSpLocks noChangeShapeType="1"/>
            <a:stCxn id="35996" idx="7"/>
            <a:endCxn id="35999" idx="2"/>
          </p:cNvCxnSpPr>
          <p:nvPr/>
        </p:nvCxnSpPr>
        <p:spPr bwMode="auto">
          <a:xfrm rot="16200000">
            <a:off x="4179094" y="3791744"/>
            <a:ext cx="63500" cy="1760538"/>
          </a:xfrm>
          <a:prstGeom prst="curvedConnector2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040" name="AutoShape 1225">
            <a:extLst>
              <a:ext uri="{FF2B5EF4-FFF2-40B4-BE49-F238E27FC236}">
                <a16:creationId xmlns:a16="http://schemas.microsoft.com/office/drawing/2014/main" id="{CE36D0AE-D9B9-BB42-58BF-276BABA0A9A4}"/>
              </a:ext>
            </a:extLst>
          </p:cNvPr>
          <p:cNvCxnSpPr>
            <a:cxnSpLocks noChangeShapeType="1"/>
            <a:stCxn id="35841" idx="2"/>
            <a:endCxn id="36001" idx="7"/>
          </p:cNvCxnSpPr>
          <p:nvPr/>
        </p:nvCxnSpPr>
        <p:spPr bwMode="auto">
          <a:xfrm rot="10800000" flipV="1">
            <a:off x="3144839" y="1724026"/>
            <a:ext cx="5551487" cy="1711325"/>
          </a:xfrm>
          <a:prstGeom prst="curvedConnector2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041" name="AutoShape 1227">
            <a:extLst>
              <a:ext uri="{FF2B5EF4-FFF2-40B4-BE49-F238E27FC236}">
                <a16:creationId xmlns:a16="http://schemas.microsoft.com/office/drawing/2014/main" id="{3BDB0EF1-8560-E0BB-CB80-6948659F4B1E}"/>
              </a:ext>
            </a:extLst>
          </p:cNvPr>
          <p:cNvCxnSpPr>
            <a:cxnSpLocks noChangeShapeType="1"/>
            <a:stCxn id="36048" idx="2"/>
            <a:endCxn id="35999" idx="7"/>
          </p:cNvCxnSpPr>
          <p:nvPr/>
        </p:nvCxnSpPr>
        <p:spPr bwMode="auto">
          <a:xfrm flipH="1">
            <a:off x="5815013" y="1724026"/>
            <a:ext cx="2919412" cy="2733675"/>
          </a:xfrm>
          <a:prstGeom prst="straightConnector1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042" name="AutoShape 1228">
            <a:extLst>
              <a:ext uri="{FF2B5EF4-FFF2-40B4-BE49-F238E27FC236}">
                <a16:creationId xmlns:a16="http://schemas.microsoft.com/office/drawing/2014/main" id="{F4C7B9AE-AF65-3553-F923-5B0BE82313BE}"/>
              </a:ext>
            </a:extLst>
          </p:cNvPr>
          <p:cNvCxnSpPr>
            <a:cxnSpLocks noChangeShapeType="1"/>
            <a:stCxn id="36048" idx="1"/>
            <a:endCxn id="35993" idx="7"/>
          </p:cNvCxnSpPr>
          <p:nvPr/>
        </p:nvCxnSpPr>
        <p:spPr bwMode="auto">
          <a:xfrm rot="16200000" flipH="1" flipV="1">
            <a:off x="7527926" y="800101"/>
            <a:ext cx="555625" cy="2092325"/>
          </a:xfrm>
          <a:prstGeom prst="curvedConnector3">
            <a:avLst>
              <a:gd name="adj1" fmla="val -18005"/>
            </a:avLst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36043" name="Group 1229">
            <a:extLst>
              <a:ext uri="{FF2B5EF4-FFF2-40B4-BE49-F238E27FC236}">
                <a16:creationId xmlns:a16="http://schemas.microsoft.com/office/drawing/2014/main" id="{C23B06F5-A5BF-122F-2FEE-E6BA4909C65F}"/>
              </a:ext>
            </a:extLst>
          </p:cNvPr>
          <p:cNvGrpSpPr>
            <a:grpSpLocks/>
          </p:cNvGrpSpPr>
          <p:nvPr/>
        </p:nvGrpSpPr>
        <p:grpSpPr bwMode="auto">
          <a:xfrm>
            <a:off x="8734425" y="1503364"/>
            <a:ext cx="800100" cy="439737"/>
            <a:chOff x="4542" y="947"/>
            <a:chExt cx="504" cy="277"/>
          </a:xfrm>
        </p:grpSpPr>
        <p:sp>
          <p:nvSpPr>
            <p:cNvPr id="36048" name="Oval 1230">
              <a:extLst>
                <a:ext uri="{FF2B5EF4-FFF2-40B4-BE49-F238E27FC236}">
                  <a16:creationId xmlns:a16="http://schemas.microsoft.com/office/drawing/2014/main" id="{C286F388-75A7-6DC8-9C5E-69FBA860ED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2" y="947"/>
              <a:ext cx="504" cy="27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6049" name="Rectangle 1231">
              <a:extLst>
                <a:ext uri="{FF2B5EF4-FFF2-40B4-BE49-F238E27FC236}">
                  <a16:creationId xmlns:a16="http://schemas.microsoft.com/office/drawing/2014/main" id="{C3720F74-A277-5964-539D-9C975950A2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5" y="1002"/>
              <a:ext cx="299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>
                  <a:solidFill>
                    <a:srgbClr val="0000FF"/>
                  </a:solidFill>
                  <a:latin typeface="Times New Roman" panose="02020603050405020304" pitchFamily="18" charset="0"/>
                </a:rPr>
                <a:t>BOS</a:t>
              </a:r>
              <a:endParaRPr lang="en-US" altLang="en-US" sz="1800" b="1">
                <a:latin typeface="Times" panose="02020603050405020304" pitchFamily="18" charset="0"/>
              </a:endParaRPr>
            </a:p>
          </p:txBody>
        </p:sp>
      </p:grpSp>
      <p:cxnSp>
        <p:nvCxnSpPr>
          <p:cNvPr id="36044" name="AutoShape 1232">
            <a:extLst>
              <a:ext uri="{FF2B5EF4-FFF2-40B4-BE49-F238E27FC236}">
                <a16:creationId xmlns:a16="http://schemas.microsoft.com/office/drawing/2014/main" id="{D6FB3663-7986-2B4A-D90D-93FDF89F479A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3330576" y="1724026"/>
            <a:ext cx="6232525" cy="3317875"/>
          </a:xfrm>
          <a:prstGeom prst="curvedConnector4">
            <a:avLst>
              <a:gd name="adj1" fmla="val -7264"/>
              <a:gd name="adj2" fmla="val 115597"/>
            </a:avLst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045" name="AutoShape 1233">
            <a:extLst>
              <a:ext uri="{FF2B5EF4-FFF2-40B4-BE49-F238E27FC236}">
                <a16:creationId xmlns:a16="http://schemas.microsoft.com/office/drawing/2014/main" id="{9742978A-C0D1-75C4-B3DD-6997F9A1C678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H="1" flipV="1">
            <a:off x="3917950" y="1068388"/>
            <a:ext cx="1220788" cy="3332162"/>
          </a:xfrm>
          <a:prstGeom prst="curvedConnector3">
            <a:avLst>
              <a:gd name="adj1" fmla="val -21588"/>
            </a:avLst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046" name="AutoShape 1234">
            <a:extLst>
              <a:ext uri="{FF2B5EF4-FFF2-40B4-BE49-F238E27FC236}">
                <a16:creationId xmlns:a16="http://schemas.microsoft.com/office/drawing/2014/main" id="{5083F55B-6168-4ECE-8957-17A2ABAB1DF8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2862264" y="3836989"/>
            <a:ext cx="185737" cy="803275"/>
          </a:xfrm>
          <a:prstGeom prst="straightConnector1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047" name="AutoShape 1235">
            <a:extLst>
              <a:ext uri="{FF2B5EF4-FFF2-40B4-BE49-F238E27FC236}">
                <a16:creationId xmlns:a16="http://schemas.microsoft.com/office/drawing/2014/main" id="{7CDE2DB5-38F2-3237-0853-CF6CEA0D9906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 flipV="1">
            <a:off x="3124200" y="2228851"/>
            <a:ext cx="2971800" cy="2411413"/>
          </a:xfrm>
          <a:prstGeom prst="curvedConnector2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>
            <a:extLst>
              <a:ext uri="{FF2B5EF4-FFF2-40B4-BE49-F238E27FC236}">
                <a16:creationId xmlns:a16="http://schemas.microsoft.com/office/drawing/2014/main" id="{D736919A-F990-ECE5-DC1F-C21B5F2846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304800"/>
            <a:ext cx="8153400" cy="914400"/>
          </a:xfrm>
        </p:spPr>
        <p:txBody>
          <a:bodyPr/>
          <a:lstStyle/>
          <a:p>
            <a:r>
              <a:rPr lang="en-US" altLang="en-US"/>
              <a:t>DAGs and Topological Ordering</a:t>
            </a:r>
          </a:p>
        </p:txBody>
      </p:sp>
      <p:sp>
        <p:nvSpPr>
          <p:cNvPr id="36866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E1E0FD11-2820-A6F1-A3DD-05413DE2A70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057400" y="1524000"/>
            <a:ext cx="4114800" cy="4724400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sz="1800"/>
              <a:t>A </a:t>
            </a:r>
            <a:r>
              <a:rPr lang="en-US" altLang="en-US" sz="1800" i="1">
                <a:solidFill>
                  <a:srgbClr val="C00000"/>
                </a:solidFill>
              </a:rPr>
              <a:t>directed acyclic graph </a:t>
            </a:r>
            <a:r>
              <a:rPr lang="en-US" altLang="en-US" sz="1800"/>
              <a:t>(DAG) is a digraph that has no directed cycles</a:t>
            </a:r>
          </a:p>
          <a:p>
            <a:r>
              <a:rPr lang="en-US" altLang="en-US" sz="1800"/>
              <a:t>A </a:t>
            </a:r>
            <a:r>
              <a:rPr lang="en-US" altLang="en-US" sz="1800">
                <a:solidFill>
                  <a:srgbClr val="C00000"/>
                </a:solidFill>
              </a:rPr>
              <a:t>topological ordering </a:t>
            </a:r>
            <a:r>
              <a:rPr lang="en-US" altLang="en-US" sz="1800"/>
              <a:t>of a digraph is a numbering 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	v</a:t>
            </a:r>
            <a:r>
              <a:rPr lang="en-US" altLang="en-US" sz="1800" baseline="-25000">
                <a:latin typeface="Times New Roman" panose="02020603050405020304" pitchFamily="18" charset="0"/>
              </a:rPr>
              <a:t>1 </a:t>
            </a:r>
            <a:r>
              <a:rPr lang="en-US" altLang="en-US" sz="1800" b="1" i="1">
                <a:latin typeface="Times New Roman" panose="02020603050405020304" pitchFamily="18" charset="0"/>
              </a:rPr>
              <a:t>, …, v</a:t>
            </a:r>
            <a:r>
              <a:rPr lang="en-US" altLang="en-US" sz="1800" b="1" i="1" baseline="-25000">
                <a:latin typeface="Times New Roman" panose="02020603050405020304" pitchFamily="18" charset="0"/>
              </a:rPr>
              <a:t>n</a:t>
            </a:r>
            <a:r>
              <a:rPr lang="en-US" altLang="en-US" sz="1800"/>
              <a:t>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800"/>
              <a:t>	of the vertices such that for every edge </a:t>
            </a:r>
            <a:r>
              <a:rPr lang="en-US" altLang="en-US" sz="1800"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  <a:r>
              <a:rPr lang="en-US" altLang="en-US" sz="1800" b="1" i="1" baseline="-25000">
                <a:latin typeface="Times New Roman" panose="02020603050405020304" pitchFamily="18" charset="0"/>
              </a:rPr>
              <a:t>i </a:t>
            </a:r>
            <a:r>
              <a:rPr lang="en-US" altLang="en-US" sz="1800" b="1" i="1">
                <a:latin typeface="Times New Roman" panose="02020603050405020304" pitchFamily="18" charset="0"/>
              </a:rPr>
              <a:t>, v</a:t>
            </a:r>
            <a:r>
              <a:rPr lang="en-US" altLang="en-US" sz="1800" b="1" i="1" baseline="-25000">
                <a:latin typeface="Times New Roman" panose="02020603050405020304" pitchFamily="18" charset="0"/>
              </a:rPr>
              <a:t>j</a:t>
            </a:r>
            <a:r>
              <a:rPr lang="en-US" altLang="en-US" sz="1800">
                <a:latin typeface="Times New Roman" panose="02020603050405020304" pitchFamily="18" charset="0"/>
              </a:rPr>
              <a:t>)</a:t>
            </a:r>
            <a:r>
              <a:rPr lang="en-US" altLang="en-US" sz="1800"/>
              <a:t>, we have </a:t>
            </a:r>
            <a:r>
              <a:rPr lang="en-US" altLang="en-US" sz="1800" b="1" i="1">
                <a:latin typeface="Times New Roman" panose="02020603050405020304" pitchFamily="18" charset="0"/>
              </a:rPr>
              <a:t>i </a:t>
            </a:r>
            <a:r>
              <a:rPr lang="en-US" altLang="en-US" sz="1800">
                <a:latin typeface="Symbol" panose="05050102010706020507" pitchFamily="18" charset="2"/>
              </a:rPr>
              <a:t>&lt;</a:t>
            </a:r>
            <a:r>
              <a:rPr lang="en-US" altLang="en-US" sz="1800" b="1" i="1">
                <a:latin typeface="Times New Roman" panose="02020603050405020304" pitchFamily="18" charset="0"/>
              </a:rPr>
              <a:t> j</a:t>
            </a:r>
          </a:p>
          <a:p>
            <a:r>
              <a:rPr lang="en-US" altLang="en-US" sz="1800"/>
              <a:t>Example: in a task scheduling digraph, a topological ordering a task sequence that satisfies the precedence constraints</a:t>
            </a:r>
          </a:p>
          <a:p>
            <a:endParaRPr lang="en-US" altLang="en-US" sz="1800"/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chemeClr val="tx2"/>
                </a:solidFill>
              </a:rPr>
              <a:t>Theorem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800"/>
              <a:t>	A digraph admits a topological ordering if and only if it is a DAG</a:t>
            </a:r>
          </a:p>
        </p:txBody>
      </p:sp>
      <p:sp>
        <p:nvSpPr>
          <p:cNvPr id="36867" name="Oval 4">
            <a:extLst>
              <a:ext uri="{FF2B5EF4-FFF2-40B4-BE49-F238E27FC236}">
                <a16:creationId xmlns:a16="http://schemas.microsoft.com/office/drawing/2014/main" id="{B0C417B2-2648-04F0-4A75-34636323E8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2209800"/>
            <a:ext cx="457200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B</a:t>
            </a:r>
          </a:p>
        </p:txBody>
      </p:sp>
      <p:sp>
        <p:nvSpPr>
          <p:cNvPr id="36868" name="Oval 5">
            <a:extLst>
              <a:ext uri="{FF2B5EF4-FFF2-40B4-BE49-F238E27FC236}">
                <a16:creationId xmlns:a16="http://schemas.microsoft.com/office/drawing/2014/main" id="{23A43F47-A6D9-9FC7-5650-F044EDFA4B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3200400"/>
            <a:ext cx="457200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A</a:t>
            </a:r>
          </a:p>
        </p:txBody>
      </p:sp>
      <p:sp>
        <p:nvSpPr>
          <p:cNvPr id="36869" name="Oval 6">
            <a:extLst>
              <a:ext uri="{FF2B5EF4-FFF2-40B4-BE49-F238E27FC236}">
                <a16:creationId xmlns:a16="http://schemas.microsoft.com/office/drawing/2014/main" id="{9D1F208F-5721-C918-CD0E-D5D3EFAD3E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0" y="1600200"/>
            <a:ext cx="457200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D</a:t>
            </a:r>
          </a:p>
        </p:txBody>
      </p:sp>
      <p:sp>
        <p:nvSpPr>
          <p:cNvPr id="36870" name="Oval 7">
            <a:extLst>
              <a:ext uri="{FF2B5EF4-FFF2-40B4-BE49-F238E27FC236}">
                <a16:creationId xmlns:a16="http://schemas.microsoft.com/office/drawing/2014/main" id="{21C34703-03C4-95FD-DE36-C646B18FC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0" y="2743200"/>
            <a:ext cx="457200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</a:t>
            </a:r>
          </a:p>
        </p:txBody>
      </p:sp>
      <p:sp>
        <p:nvSpPr>
          <p:cNvPr id="36871" name="Oval 8">
            <a:extLst>
              <a:ext uri="{FF2B5EF4-FFF2-40B4-BE49-F238E27FC236}">
                <a16:creationId xmlns:a16="http://schemas.microsoft.com/office/drawing/2014/main" id="{2B04D1AF-D2E8-4CC7-E591-2CB0CE37A2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10675" y="1600200"/>
            <a:ext cx="457200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E</a:t>
            </a:r>
          </a:p>
        </p:txBody>
      </p:sp>
      <p:cxnSp>
        <p:nvCxnSpPr>
          <p:cNvPr id="36872" name="AutoShape 9">
            <a:extLst>
              <a:ext uri="{FF2B5EF4-FFF2-40B4-BE49-F238E27FC236}">
                <a16:creationId xmlns:a16="http://schemas.microsoft.com/office/drawing/2014/main" id="{6603F4A4-1712-AF32-E539-24C779CC6CDF}"/>
              </a:ext>
            </a:extLst>
          </p:cNvPr>
          <p:cNvCxnSpPr>
            <a:cxnSpLocks noChangeShapeType="1"/>
            <a:stCxn id="36867" idx="7"/>
            <a:endCxn id="36869" idx="2"/>
          </p:cNvCxnSpPr>
          <p:nvPr/>
        </p:nvCxnSpPr>
        <p:spPr bwMode="auto">
          <a:xfrm flipV="1">
            <a:off x="7019925" y="1828800"/>
            <a:ext cx="895350" cy="438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873" name="AutoShape 10">
            <a:extLst>
              <a:ext uri="{FF2B5EF4-FFF2-40B4-BE49-F238E27FC236}">
                <a16:creationId xmlns:a16="http://schemas.microsoft.com/office/drawing/2014/main" id="{373AB5DD-3FF5-5033-5FC2-9F44A5854B09}"/>
              </a:ext>
            </a:extLst>
          </p:cNvPr>
          <p:cNvCxnSpPr>
            <a:cxnSpLocks noChangeShapeType="1"/>
            <a:stCxn id="36867" idx="5"/>
            <a:endCxn id="36870" idx="2"/>
          </p:cNvCxnSpPr>
          <p:nvPr/>
        </p:nvCxnSpPr>
        <p:spPr bwMode="auto">
          <a:xfrm>
            <a:off x="7019925" y="2609850"/>
            <a:ext cx="895350" cy="3619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874" name="AutoShape 11">
            <a:extLst>
              <a:ext uri="{FF2B5EF4-FFF2-40B4-BE49-F238E27FC236}">
                <a16:creationId xmlns:a16="http://schemas.microsoft.com/office/drawing/2014/main" id="{2DD95A34-AD76-D7B8-A705-287FA38D6D11}"/>
              </a:ext>
            </a:extLst>
          </p:cNvPr>
          <p:cNvCxnSpPr>
            <a:cxnSpLocks noChangeShapeType="1"/>
            <a:stCxn id="36869" idx="6"/>
            <a:endCxn id="36871" idx="2"/>
          </p:cNvCxnSpPr>
          <p:nvPr/>
        </p:nvCxnSpPr>
        <p:spPr bwMode="auto">
          <a:xfrm>
            <a:off x="8391526" y="1828800"/>
            <a:ext cx="8096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875" name="AutoShape 12">
            <a:extLst>
              <a:ext uri="{FF2B5EF4-FFF2-40B4-BE49-F238E27FC236}">
                <a16:creationId xmlns:a16="http://schemas.microsoft.com/office/drawing/2014/main" id="{37D95512-1577-86B1-C687-C2FF1241698C}"/>
              </a:ext>
            </a:extLst>
          </p:cNvPr>
          <p:cNvCxnSpPr>
            <a:cxnSpLocks noChangeShapeType="1"/>
            <a:stCxn id="36870" idx="0"/>
            <a:endCxn id="36869" idx="4"/>
          </p:cNvCxnSpPr>
          <p:nvPr/>
        </p:nvCxnSpPr>
        <p:spPr bwMode="auto">
          <a:xfrm flipV="1">
            <a:off x="8153400" y="2066925"/>
            <a:ext cx="0" cy="6667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876" name="AutoShape 13">
            <a:extLst>
              <a:ext uri="{FF2B5EF4-FFF2-40B4-BE49-F238E27FC236}">
                <a16:creationId xmlns:a16="http://schemas.microsoft.com/office/drawing/2014/main" id="{F8149EC2-69D2-252B-DEBE-2B9BB42A8C40}"/>
              </a:ext>
            </a:extLst>
          </p:cNvPr>
          <p:cNvCxnSpPr>
            <a:cxnSpLocks noChangeShapeType="1"/>
            <a:stCxn id="36868" idx="6"/>
            <a:endCxn id="36870" idx="3"/>
          </p:cNvCxnSpPr>
          <p:nvPr/>
        </p:nvCxnSpPr>
        <p:spPr bwMode="auto">
          <a:xfrm flipV="1">
            <a:off x="7096125" y="3143250"/>
            <a:ext cx="895350" cy="2857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6877" name="Text Box 14">
            <a:extLst>
              <a:ext uri="{FF2B5EF4-FFF2-40B4-BE49-F238E27FC236}">
                <a16:creationId xmlns:a16="http://schemas.microsoft.com/office/drawing/2014/main" id="{52315187-89B1-D202-8775-BD18C6D0ED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38583" y="3200400"/>
            <a:ext cx="91563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DAG </a:t>
            </a:r>
            <a:r>
              <a:rPr lang="en-US" altLang="en-US" sz="1800" b="1" i="1">
                <a:latin typeface="Times New Roman" panose="02020603050405020304" pitchFamily="18" charset="0"/>
              </a:rPr>
              <a:t>G</a:t>
            </a:r>
          </a:p>
        </p:txBody>
      </p:sp>
      <p:sp>
        <p:nvSpPr>
          <p:cNvPr id="36878" name="Oval 15">
            <a:extLst>
              <a:ext uri="{FF2B5EF4-FFF2-40B4-BE49-F238E27FC236}">
                <a16:creationId xmlns:a16="http://schemas.microsoft.com/office/drawing/2014/main" id="{243F5277-24FA-63D0-7FEC-755E5A1D98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4797425"/>
            <a:ext cx="457200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B</a:t>
            </a:r>
          </a:p>
        </p:txBody>
      </p:sp>
      <p:sp>
        <p:nvSpPr>
          <p:cNvPr id="36879" name="Oval 16">
            <a:extLst>
              <a:ext uri="{FF2B5EF4-FFF2-40B4-BE49-F238E27FC236}">
                <a16:creationId xmlns:a16="http://schemas.microsoft.com/office/drawing/2014/main" id="{AF2B9441-77FB-68C6-9F1C-1C98DA1F6D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5788025"/>
            <a:ext cx="457200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A</a:t>
            </a:r>
          </a:p>
        </p:txBody>
      </p:sp>
      <p:sp>
        <p:nvSpPr>
          <p:cNvPr id="36880" name="Oval 17">
            <a:extLst>
              <a:ext uri="{FF2B5EF4-FFF2-40B4-BE49-F238E27FC236}">
                <a16:creationId xmlns:a16="http://schemas.microsoft.com/office/drawing/2014/main" id="{1A947061-BD13-A6F4-1E80-780238D4F0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0" y="4187825"/>
            <a:ext cx="457200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D</a:t>
            </a:r>
          </a:p>
        </p:txBody>
      </p:sp>
      <p:sp>
        <p:nvSpPr>
          <p:cNvPr id="36881" name="Oval 18">
            <a:extLst>
              <a:ext uri="{FF2B5EF4-FFF2-40B4-BE49-F238E27FC236}">
                <a16:creationId xmlns:a16="http://schemas.microsoft.com/office/drawing/2014/main" id="{A6703086-8659-1861-B3C2-0352CD9B34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0" y="5330825"/>
            <a:ext cx="457200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</a:t>
            </a:r>
          </a:p>
        </p:txBody>
      </p:sp>
      <p:sp>
        <p:nvSpPr>
          <p:cNvPr id="36882" name="Oval 19">
            <a:extLst>
              <a:ext uri="{FF2B5EF4-FFF2-40B4-BE49-F238E27FC236}">
                <a16:creationId xmlns:a16="http://schemas.microsoft.com/office/drawing/2014/main" id="{0A206DAD-88C7-F269-E13D-85392F5BC0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10675" y="4187825"/>
            <a:ext cx="457200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E</a:t>
            </a:r>
          </a:p>
        </p:txBody>
      </p:sp>
      <p:cxnSp>
        <p:nvCxnSpPr>
          <p:cNvPr id="36883" name="AutoShape 20">
            <a:extLst>
              <a:ext uri="{FF2B5EF4-FFF2-40B4-BE49-F238E27FC236}">
                <a16:creationId xmlns:a16="http://schemas.microsoft.com/office/drawing/2014/main" id="{4E8A7CE2-7CF3-C748-8836-1E2811BFA95E}"/>
              </a:ext>
            </a:extLst>
          </p:cNvPr>
          <p:cNvCxnSpPr>
            <a:cxnSpLocks noChangeShapeType="1"/>
            <a:stCxn id="36878" idx="7"/>
            <a:endCxn id="36880" idx="2"/>
          </p:cNvCxnSpPr>
          <p:nvPr/>
        </p:nvCxnSpPr>
        <p:spPr bwMode="auto">
          <a:xfrm flipV="1">
            <a:off x="7019925" y="4416425"/>
            <a:ext cx="895350" cy="438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884" name="AutoShape 21">
            <a:extLst>
              <a:ext uri="{FF2B5EF4-FFF2-40B4-BE49-F238E27FC236}">
                <a16:creationId xmlns:a16="http://schemas.microsoft.com/office/drawing/2014/main" id="{7493544F-7A44-E5D0-085B-EEB7233D4EE4}"/>
              </a:ext>
            </a:extLst>
          </p:cNvPr>
          <p:cNvCxnSpPr>
            <a:cxnSpLocks noChangeShapeType="1"/>
            <a:stCxn id="36878" idx="5"/>
            <a:endCxn id="36881" idx="2"/>
          </p:cNvCxnSpPr>
          <p:nvPr/>
        </p:nvCxnSpPr>
        <p:spPr bwMode="auto">
          <a:xfrm>
            <a:off x="7019925" y="5197475"/>
            <a:ext cx="895350" cy="3619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885" name="AutoShape 22">
            <a:extLst>
              <a:ext uri="{FF2B5EF4-FFF2-40B4-BE49-F238E27FC236}">
                <a16:creationId xmlns:a16="http://schemas.microsoft.com/office/drawing/2014/main" id="{0160689A-2273-60C8-5A64-C8F534FA9CD8}"/>
              </a:ext>
            </a:extLst>
          </p:cNvPr>
          <p:cNvCxnSpPr>
            <a:cxnSpLocks noChangeShapeType="1"/>
            <a:stCxn id="36880" idx="6"/>
            <a:endCxn id="36882" idx="2"/>
          </p:cNvCxnSpPr>
          <p:nvPr/>
        </p:nvCxnSpPr>
        <p:spPr bwMode="auto">
          <a:xfrm>
            <a:off x="8391526" y="4416425"/>
            <a:ext cx="8096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886" name="AutoShape 23">
            <a:extLst>
              <a:ext uri="{FF2B5EF4-FFF2-40B4-BE49-F238E27FC236}">
                <a16:creationId xmlns:a16="http://schemas.microsoft.com/office/drawing/2014/main" id="{88C956DA-303A-BEEC-5E32-943AD06D5C56}"/>
              </a:ext>
            </a:extLst>
          </p:cNvPr>
          <p:cNvCxnSpPr>
            <a:cxnSpLocks noChangeShapeType="1"/>
            <a:stCxn id="36881" idx="0"/>
            <a:endCxn id="36880" idx="4"/>
          </p:cNvCxnSpPr>
          <p:nvPr/>
        </p:nvCxnSpPr>
        <p:spPr bwMode="auto">
          <a:xfrm flipV="1">
            <a:off x="8153400" y="4654550"/>
            <a:ext cx="0" cy="6667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887" name="AutoShape 24">
            <a:extLst>
              <a:ext uri="{FF2B5EF4-FFF2-40B4-BE49-F238E27FC236}">
                <a16:creationId xmlns:a16="http://schemas.microsoft.com/office/drawing/2014/main" id="{BFD8E291-F1E0-F48A-7836-7902437E8A28}"/>
              </a:ext>
            </a:extLst>
          </p:cNvPr>
          <p:cNvCxnSpPr>
            <a:cxnSpLocks noChangeShapeType="1"/>
            <a:stCxn id="36879" idx="6"/>
            <a:endCxn id="36881" idx="3"/>
          </p:cNvCxnSpPr>
          <p:nvPr/>
        </p:nvCxnSpPr>
        <p:spPr bwMode="auto">
          <a:xfrm flipV="1">
            <a:off x="7096125" y="5730875"/>
            <a:ext cx="895350" cy="2857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6888" name="Text Box 25">
            <a:extLst>
              <a:ext uri="{FF2B5EF4-FFF2-40B4-BE49-F238E27FC236}">
                <a16:creationId xmlns:a16="http://schemas.microsoft.com/office/drawing/2014/main" id="{71286C48-1DDF-BF39-1CE4-8F477DDEC0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5800" y="5562601"/>
            <a:ext cx="20828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Topological ordering of </a:t>
            </a:r>
            <a:r>
              <a:rPr lang="en-US" altLang="en-US" sz="1800" b="1" i="1">
                <a:latin typeface="Times New Roman" panose="02020603050405020304" pitchFamily="18" charset="0"/>
              </a:rPr>
              <a:t>G</a:t>
            </a:r>
          </a:p>
        </p:txBody>
      </p:sp>
      <p:sp>
        <p:nvSpPr>
          <p:cNvPr id="36889" name="Text Box 26">
            <a:extLst>
              <a:ext uri="{FF2B5EF4-FFF2-40B4-BE49-F238E27FC236}">
                <a16:creationId xmlns:a16="http://schemas.microsoft.com/office/drawing/2014/main" id="{D0D02720-8B3A-F369-27D6-76C2F6FE8E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2843" y="5410200"/>
            <a:ext cx="36420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  <a:r>
              <a:rPr lang="en-US" altLang="en-US" sz="18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6890" name="Text Box 27">
            <a:extLst>
              <a:ext uri="{FF2B5EF4-FFF2-40B4-BE49-F238E27FC236}">
                <a16:creationId xmlns:a16="http://schemas.microsoft.com/office/drawing/2014/main" id="{A9B20FF0-2D4D-6A27-E447-DE29A84082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2843" y="4419600"/>
            <a:ext cx="36420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  <a:r>
              <a:rPr lang="en-US" altLang="en-US" sz="1800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6891" name="Text Box 28">
            <a:extLst>
              <a:ext uri="{FF2B5EF4-FFF2-40B4-BE49-F238E27FC236}">
                <a16:creationId xmlns:a16="http://schemas.microsoft.com/office/drawing/2014/main" id="{4AD4CB04-0A48-219D-1EA1-8967CEFB2A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34043" y="5029200"/>
            <a:ext cx="36420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  <a:r>
              <a:rPr lang="en-US" altLang="en-US" sz="1800" baseline="-25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6892" name="Text Box 29">
            <a:extLst>
              <a:ext uri="{FF2B5EF4-FFF2-40B4-BE49-F238E27FC236}">
                <a16:creationId xmlns:a16="http://schemas.microsoft.com/office/drawing/2014/main" id="{DCDB0A3C-6A38-450F-EA40-6B6802A293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7843" y="3810000"/>
            <a:ext cx="36420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  <a:r>
              <a:rPr lang="en-US" altLang="en-US" sz="1800" baseline="-250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6893" name="Text Box 30">
            <a:extLst>
              <a:ext uri="{FF2B5EF4-FFF2-40B4-BE49-F238E27FC236}">
                <a16:creationId xmlns:a16="http://schemas.microsoft.com/office/drawing/2014/main" id="{F836E13B-5DFF-4E84-75E9-88F8CF76F5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77043" y="3810000"/>
            <a:ext cx="36420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  <a:r>
              <a:rPr lang="en-US" altLang="en-US" sz="1800" baseline="-25000">
                <a:latin typeface="Times New Roman" panose="02020603050405020304" pitchFamily="18" charset="0"/>
              </a:rPr>
              <a:t>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Oval 259">
            <a:extLst>
              <a:ext uri="{FF2B5EF4-FFF2-40B4-BE49-F238E27FC236}">
                <a16:creationId xmlns:a16="http://schemas.microsoft.com/office/drawing/2014/main" id="{67E6D89F-7808-5B7D-34E5-299056ED8F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9489" y="2251076"/>
            <a:ext cx="930275" cy="320675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8914" name="Oval 260">
            <a:extLst>
              <a:ext uri="{FF2B5EF4-FFF2-40B4-BE49-F238E27FC236}">
                <a16:creationId xmlns:a16="http://schemas.microsoft.com/office/drawing/2014/main" id="{0B39AF7D-7D42-AC73-6028-80E4602B05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0289" y="2767013"/>
            <a:ext cx="2073275" cy="51435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8915" name="Oval 261">
            <a:extLst>
              <a:ext uri="{FF2B5EF4-FFF2-40B4-BE49-F238E27FC236}">
                <a16:creationId xmlns:a16="http://schemas.microsoft.com/office/drawing/2014/main" id="{0BDEDB04-920B-6068-E494-AB26850CC3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2339" y="2724151"/>
            <a:ext cx="714375" cy="244475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8916" name="Oval 262">
            <a:extLst>
              <a:ext uri="{FF2B5EF4-FFF2-40B4-BE49-F238E27FC236}">
                <a16:creationId xmlns:a16="http://schemas.microsoft.com/office/drawing/2014/main" id="{8021DECE-3187-E1D5-8E48-DC3A9E2CE4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3541714"/>
            <a:ext cx="527050" cy="244475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8917" name="Oval 263">
            <a:extLst>
              <a:ext uri="{FF2B5EF4-FFF2-40B4-BE49-F238E27FC236}">
                <a16:creationId xmlns:a16="http://schemas.microsoft.com/office/drawing/2014/main" id="{2DE3CDA4-CAB5-56B5-B392-6AEF6B6290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3505201"/>
            <a:ext cx="1131888" cy="430213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8918" name="Oval 264">
            <a:extLst>
              <a:ext uri="{FF2B5EF4-FFF2-40B4-BE49-F238E27FC236}">
                <a16:creationId xmlns:a16="http://schemas.microsoft.com/office/drawing/2014/main" id="{D5AD7610-AE45-BC22-85F8-C07D651D18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3164" y="3886201"/>
            <a:ext cx="638175" cy="403225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8919" name="Oval 265">
            <a:extLst>
              <a:ext uri="{FF2B5EF4-FFF2-40B4-BE49-F238E27FC236}">
                <a16:creationId xmlns:a16="http://schemas.microsoft.com/office/drawing/2014/main" id="{B2C1EDF8-377B-2BEF-1BAF-56731BB8E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4324350"/>
            <a:ext cx="1887538" cy="40005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8920" name="Oval 266">
            <a:extLst>
              <a:ext uri="{FF2B5EF4-FFF2-40B4-BE49-F238E27FC236}">
                <a16:creationId xmlns:a16="http://schemas.microsoft.com/office/drawing/2014/main" id="{AD3A8685-A65B-FED2-9B0E-383B94B2B3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7214" y="4719638"/>
            <a:ext cx="1246187" cy="32385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8921" name="Oval 267">
            <a:extLst>
              <a:ext uri="{FF2B5EF4-FFF2-40B4-BE49-F238E27FC236}">
                <a16:creationId xmlns:a16="http://schemas.microsoft.com/office/drawing/2014/main" id="{DB134DE3-59C2-7E3F-71EB-A99F3E384C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9488" y="4953000"/>
            <a:ext cx="1738312" cy="706438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8922" name="Oval 268">
            <a:extLst>
              <a:ext uri="{FF2B5EF4-FFF2-40B4-BE49-F238E27FC236}">
                <a16:creationId xmlns:a16="http://schemas.microsoft.com/office/drawing/2014/main" id="{96223D3B-F4A1-E380-DF31-51BC8BB364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1" y="5715000"/>
            <a:ext cx="671513" cy="31115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8923" name="Oval 269">
            <a:extLst>
              <a:ext uri="{FF2B5EF4-FFF2-40B4-BE49-F238E27FC236}">
                <a16:creationId xmlns:a16="http://schemas.microsoft.com/office/drawing/2014/main" id="{402C190C-08E5-B54D-270A-F048CBB02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1" y="5943600"/>
            <a:ext cx="2163763" cy="52705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38924" name="AutoShape 270">
            <a:extLst>
              <a:ext uri="{FF2B5EF4-FFF2-40B4-BE49-F238E27FC236}">
                <a16:creationId xmlns:a16="http://schemas.microsoft.com/office/drawing/2014/main" id="{C8F94F35-1C79-AD3A-9628-34741254F90A}"/>
              </a:ext>
            </a:extLst>
          </p:cNvPr>
          <p:cNvCxnSpPr>
            <a:cxnSpLocks noChangeShapeType="1"/>
            <a:stCxn id="38913" idx="5"/>
            <a:endCxn id="38914" idx="0"/>
          </p:cNvCxnSpPr>
          <p:nvPr/>
        </p:nvCxnSpPr>
        <p:spPr bwMode="auto">
          <a:xfrm>
            <a:off x="4313239" y="2543175"/>
            <a:ext cx="293687" cy="2047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25" name="AutoShape 271">
            <a:extLst>
              <a:ext uri="{FF2B5EF4-FFF2-40B4-BE49-F238E27FC236}">
                <a16:creationId xmlns:a16="http://schemas.microsoft.com/office/drawing/2014/main" id="{D7A8C9E0-ECB3-2672-392F-4F8AFE3B0A57}"/>
              </a:ext>
            </a:extLst>
          </p:cNvPr>
          <p:cNvCxnSpPr>
            <a:cxnSpLocks noChangeShapeType="1"/>
            <a:stCxn id="38914" idx="7"/>
            <a:endCxn id="38915" idx="2"/>
          </p:cNvCxnSpPr>
          <p:nvPr/>
        </p:nvCxnSpPr>
        <p:spPr bwMode="auto">
          <a:xfrm>
            <a:off x="5340350" y="2822576"/>
            <a:ext cx="642938" cy="23813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26" name="AutoShape 272">
            <a:extLst>
              <a:ext uri="{FF2B5EF4-FFF2-40B4-BE49-F238E27FC236}">
                <a16:creationId xmlns:a16="http://schemas.microsoft.com/office/drawing/2014/main" id="{BB024C58-13C5-E398-55EB-7E3B83A50483}"/>
              </a:ext>
            </a:extLst>
          </p:cNvPr>
          <p:cNvCxnSpPr>
            <a:cxnSpLocks noChangeShapeType="1"/>
            <a:stCxn id="38914" idx="4"/>
            <a:endCxn id="38916" idx="1"/>
          </p:cNvCxnSpPr>
          <p:nvPr/>
        </p:nvCxnSpPr>
        <p:spPr bwMode="auto">
          <a:xfrm>
            <a:off x="4606926" y="3300413"/>
            <a:ext cx="728663" cy="258762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27" name="AutoShape 273">
            <a:extLst>
              <a:ext uri="{FF2B5EF4-FFF2-40B4-BE49-F238E27FC236}">
                <a16:creationId xmlns:a16="http://schemas.microsoft.com/office/drawing/2014/main" id="{2D304CDC-2039-6D9D-5CE0-4779AD2EB8D4}"/>
              </a:ext>
            </a:extLst>
          </p:cNvPr>
          <p:cNvCxnSpPr>
            <a:cxnSpLocks noChangeShapeType="1"/>
            <a:stCxn id="38915" idx="5"/>
            <a:endCxn id="38917" idx="0"/>
          </p:cNvCxnSpPr>
          <p:nvPr/>
        </p:nvCxnSpPr>
        <p:spPr bwMode="auto">
          <a:xfrm>
            <a:off x="6611938" y="2951164"/>
            <a:ext cx="431800" cy="534987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28" name="AutoShape 274">
            <a:extLst>
              <a:ext uri="{FF2B5EF4-FFF2-40B4-BE49-F238E27FC236}">
                <a16:creationId xmlns:a16="http://schemas.microsoft.com/office/drawing/2014/main" id="{04DC111B-9023-A4EE-E821-90E2E62ACFAA}"/>
              </a:ext>
            </a:extLst>
          </p:cNvPr>
          <p:cNvCxnSpPr>
            <a:cxnSpLocks noChangeShapeType="1"/>
            <a:stCxn id="38916" idx="6"/>
            <a:endCxn id="38917" idx="2"/>
          </p:cNvCxnSpPr>
          <p:nvPr/>
        </p:nvCxnSpPr>
        <p:spPr bwMode="auto">
          <a:xfrm>
            <a:off x="5803900" y="3663950"/>
            <a:ext cx="654050" cy="5715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29" name="AutoShape 275">
            <a:extLst>
              <a:ext uri="{FF2B5EF4-FFF2-40B4-BE49-F238E27FC236}">
                <a16:creationId xmlns:a16="http://schemas.microsoft.com/office/drawing/2014/main" id="{2F9C62B3-FE5D-FC87-3852-FCC5D1EA3789}"/>
              </a:ext>
            </a:extLst>
          </p:cNvPr>
          <p:cNvCxnSpPr>
            <a:cxnSpLocks noChangeShapeType="1"/>
            <a:stCxn id="38917" idx="4"/>
            <a:endCxn id="38919" idx="7"/>
          </p:cNvCxnSpPr>
          <p:nvPr/>
        </p:nvCxnSpPr>
        <p:spPr bwMode="auto">
          <a:xfrm flipH="1">
            <a:off x="6335714" y="3954464"/>
            <a:ext cx="708025" cy="409575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30" name="AutoShape 276">
            <a:extLst>
              <a:ext uri="{FF2B5EF4-FFF2-40B4-BE49-F238E27FC236}">
                <a16:creationId xmlns:a16="http://schemas.microsoft.com/office/drawing/2014/main" id="{9531F353-49DF-FE41-5FCD-FB151BE3D82D}"/>
              </a:ext>
            </a:extLst>
          </p:cNvPr>
          <p:cNvCxnSpPr>
            <a:cxnSpLocks noChangeShapeType="1"/>
            <a:stCxn id="38917" idx="3"/>
            <a:endCxn id="38918" idx="6"/>
          </p:cNvCxnSpPr>
          <p:nvPr/>
        </p:nvCxnSpPr>
        <p:spPr bwMode="auto">
          <a:xfrm flipH="1">
            <a:off x="4370388" y="3890963"/>
            <a:ext cx="2271712" cy="19685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31" name="AutoShape 277">
            <a:extLst>
              <a:ext uri="{FF2B5EF4-FFF2-40B4-BE49-F238E27FC236}">
                <a16:creationId xmlns:a16="http://schemas.microsoft.com/office/drawing/2014/main" id="{31C1FDC4-AC6E-F5F1-05D1-3EE1A1562DFD}"/>
              </a:ext>
            </a:extLst>
          </p:cNvPr>
          <p:cNvCxnSpPr>
            <a:cxnSpLocks noChangeShapeType="1"/>
            <a:stCxn id="38917" idx="5"/>
            <a:endCxn id="38920" idx="0"/>
          </p:cNvCxnSpPr>
          <p:nvPr/>
        </p:nvCxnSpPr>
        <p:spPr bwMode="auto">
          <a:xfrm>
            <a:off x="7443788" y="3890964"/>
            <a:ext cx="87312" cy="809625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32" name="AutoShape 278">
            <a:extLst>
              <a:ext uri="{FF2B5EF4-FFF2-40B4-BE49-F238E27FC236}">
                <a16:creationId xmlns:a16="http://schemas.microsoft.com/office/drawing/2014/main" id="{F09CB0A5-152E-D563-64F1-4CDB7364AADE}"/>
              </a:ext>
            </a:extLst>
          </p:cNvPr>
          <p:cNvCxnSpPr>
            <a:cxnSpLocks noChangeShapeType="1"/>
            <a:stCxn id="38920" idx="1"/>
            <a:endCxn id="38919" idx="6"/>
          </p:cNvCxnSpPr>
          <p:nvPr/>
        </p:nvCxnSpPr>
        <p:spPr bwMode="auto">
          <a:xfrm flipH="1" flipV="1">
            <a:off x="6630989" y="4524375"/>
            <a:ext cx="458787" cy="22383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33" name="AutoShape 279">
            <a:extLst>
              <a:ext uri="{FF2B5EF4-FFF2-40B4-BE49-F238E27FC236}">
                <a16:creationId xmlns:a16="http://schemas.microsoft.com/office/drawing/2014/main" id="{E8D2BC64-808D-7F65-B519-FCBFB78B6B53}"/>
              </a:ext>
            </a:extLst>
          </p:cNvPr>
          <p:cNvCxnSpPr>
            <a:cxnSpLocks noChangeShapeType="1"/>
            <a:stCxn id="38918" idx="5"/>
            <a:endCxn id="38919" idx="1"/>
          </p:cNvCxnSpPr>
          <p:nvPr/>
        </p:nvCxnSpPr>
        <p:spPr bwMode="auto">
          <a:xfrm>
            <a:off x="4257675" y="4249738"/>
            <a:ext cx="742950" cy="11430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34" name="AutoShape 280">
            <a:extLst>
              <a:ext uri="{FF2B5EF4-FFF2-40B4-BE49-F238E27FC236}">
                <a16:creationId xmlns:a16="http://schemas.microsoft.com/office/drawing/2014/main" id="{9B4CCE9A-8365-4605-5FA7-93CA208A2FB4}"/>
              </a:ext>
            </a:extLst>
          </p:cNvPr>
          <p:cNvCxnSpPr>
            <a:cxnSpLocks noChangeShapeType="1"/>
            <a:stCxn id="38919" idx="4"/>
            <a:endCxn id="38921" idx="7"/>
          </p:cNvCxnSpPr>
          <p:nvPr/>
        </p:nvCxnSpPr>
        <p:spPr bwMode="auto">
          <a:xfrm flipH="1">
            <a:off x="5003801" y="4743450"/>
            <a:ext cx="665163" cy="2936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35" name="AutoShape 281">
            <a:extLst>
              <a:ext uri="{FF2B5EF4-FFF2-40B4-BE49-F238E27FC236}">
                <a16:creationId xmlns:a16="http://schemas.microsoft.com/office/drawing/2014/main" id="{2947EF8B-74CA-74A3-F2AF-D318B79BB6D1}"/>
              </a:ext>
            </a:extLst>
          </p:cNvPr>
          <p:cNvCxnSpPr>
            <a:cxnSpLocks noChangeShapeType="1"/>
            <a:stCxn id="38921" idx="5"/>
            <a:endCxn id="38922" idx="1"/>
          </p:cNvCxnSpPr>
          <p:nvPr/>
        </p:nvCxnSpPr>
        <p:spPr bwMode="auto">
          <a:xfrm>
            <a:off x="5003801" y="5575300"/>
            <a:ext cx="200025" cy="1666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36" name="AutoShape 282">
            <a:extLst>
              <a:ext uri="{FF2B5EF4-FFF2-40B4-BE49-F238E27FC236}">
                <a16:creationId xmlns:a16="http://schemas.microsoft.com/office/drawing/2014/main" id="{5A8CF38B-35AF-F6D2-1726-CDB58AFB8F3D}"/>
              </a:ext>
            </a:extLst>
          </p:cNvPr>
          <p:cNvCxnSpPr>
            <a:cxnSpLocks noChangeShapeType="1"/>
            <a:stCxn id="38922" idx="6"/>
            <a:endCxn id="38923" idx="2"/>
          </p:cNvCxnSpPr>
          <p:nvPr/>
        </p:nvCxnSpPr>
        <p:spPr bwMode="auto">
          <a:xfrm>
            <a:off x="5795964" y="5870575"/>
            <a:ext cx="661987" cy="33655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937" name="Rectangle 244">
            <a:extLst>
              <a:ext uri="{FF2B5EF4-FFF2-40B4-BE49-F238E27FC236}">
                <a16:creationId xmlns:a16="http://schemas.microsoft.com/office/drawing/2014/main" id="{7E8C89EA-03B3-65A2-5E40-CD7ED2A623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9975" y="4365626"/>
            <a:ext cx="15938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  <a:latin typeface="Times New Roman" panose="02020603050405020304" pitchFamily="18" charset="0"/>
              </a:rPr>
              <a:t>write c.s. program</a:t>
            </a:r>
            <a:endParaRPr lang="en-US" altLang="en-US" sz="1600" b="1">
              <a:latin typeface="Times" panose="02020603050405020304" pitchFamily="18" charset="0"/>
            </a:endParaRPr>
          </a:p>
        </p:txBody>
      </p:sp>
      <p:sp>
        <p:nvSpPr>
          <p:cNvPr id="38938" name="Rectangle 239">
            <a:extLst>
              <a:ext uri="{FF2B5EF4-FFF2-40B4-BE49-F238E27FC236}">
                <a16:creationId xmlns:a16="http://schemas.microsoft.com/office/drawing/2014/main" id="{2DDCDC65-A466-AD45-A153-67165FD106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1" y="3962401"/>
            <a:ext cx="37306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  <a:latin typeface="Times New Roman" panose="02020603050405020304" pitchFamily="18" charset="0"/>
              </a:rPr>
              <a:t>play</a:t>
            </a:r>
            <a:endParaRPr lang="en-US" altLang="en-US" sz="1600" b="1">
              <a:latin typeface="Times" panose="02020603050405020304" pitchFamily="18" charset="0"/>
            </a:endParaRPr>
          </a:p>
        </p:txBody>
      </p:sp>
      <p:sp>
        <p:nvSpPr>
          <p:cNvPr id="38939" name="Rectangle 2">
            <a:extLst>
              <a:ext uri="{FF2B5EF4-FFF2-40B4-BE49-F238E27FC236}">
                <a16:creationId xmlns:a16="http://schemas.microsoft.com/office/drawing/2014/main" id="{BD21D64E-FA70-ABF0-2B5C-97C9AF11D6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46300" y="228600"/>
            <a:ext cx="7772400" cy="914400"/>
          </a:xfrm>
        </p:spPr>
        <p:txBody>
          <a:bodyPr/>
          <a:lstStyle/>
          <a:p>
            <a:r>
              <a:rPr lang="en-US" altLang="en-US"/>
              <a:t>Topological Sorting</a:t>
            </a:r>
          </a:p>
        </p:txBody>
      </p:sp>
      <p:sp>
        <p:nvSpPr>
          <p:cNvPr id="38940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22F2145B-06B3-D6D7-E1E5-E98C6F93422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209800" y="1219200"/>
            <a:ext cx="8140700" cy="762000"/>
          </a:xfrm>
        </p:spPr>
        <p:txBody>
          <a:bodyPr/>
          <a:lstStyle/>
          <a:p>
            <a:r>
              <a:rPr lang="en-US" altLang="en-US"/>
              <a:t>Number vertices, so that (u,v) in E implies u &lt; v</a:t>
            </a:r>
          </a:p>
        </p:txBody>
      </p:sp>
      <p:sp>
        <p:nvSpPr>
          <p:cNvPr id="38941" name="Rectangle 234">
            <a:extLst>
              <a:ext uri="{FF2B5EF4-FFF2-40B4-BE49-F238E27FC236}">
                <a16:creationId xmlns:a16="http://schemas.microsoft.com/office/drawing/2014/main" id="{6172B5CC-3D75-1F0D-2893-2660812895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1" y="2251076"/>
            <a:ext cx="72707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  <a:latin typeface="Times New Roman" panose="02020603050405020304" pitchFamily="18" charset="0"/>
              </a:rPr>
              <a:t>wake up</a:t>
            </a:r>
            <a:endParaRPr lang="en-US" altLang="en-US" sz="1600" b="1">
              <a:latin typeface="Times" panose="02020603050405020304" pitchFamily="18" charset="0"/>
            </a:endParaRPr>
          </a:p>
        </p:txBody>
      </p:sp>
      <p:sp>
        <p:nvSpPr>
          <p:cNvPr id="38942" name="Rectangle 235">
            <a:extLst>
              <a:ext uri="{FF2B5EF4-FFF2-40B4-BE49-F238E27FC236}">
                <a16:creationId xmlns:a16="http://schemas.microsoft.com/office/drawing/2014/main" id="{A5B9F7C9-6237-3FB8-9DD5-6A48505EB3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3800" y="2724151"/>
            <a:ext cx="2603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  <a:latin typeface="Times New Roman" panose="02020603050405020304" pitchFamily="18" charset="0"/>
              </a:rPr>
              <a:t>eat</a:t>
            </a:r>
            <a:endParaRPr lang="en-US" altLang="en-US" sz="1600" b="1">
              <a:latin typeface="Times" panose="02020603050405020304" pitchFamily="18" charset="0"/>
            </a:endParaRPr>
          </a:p>
        </p:txBody>
      </p:sp>
      <p:sp>
        <p:nvSpPr>
          <p:cNvPr id="38943" name="Rectangle 236">
            <a:extLst>
              <a:ext uri="{FF2B5EF4-FFF2-40B4-BE49-F238E27FC236}">
                <a16:creationId xmlns:a16="http://schemas.microsoft.com/office/drawing/2014/main" id="{7504B96C-8458-827E-A969-82110713ED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8450" y="3524251"/>
            <a:ext cx="62388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  <a:latin typeface="Times New Roman" panose="02020603050405020304" pitchFamily="18" charset="0"/>
              </a:rPr>
              <a:t>nap</a:t>
            </a:r>
            <a:endParaRPr lang="en-US" altLang="en-US" sz="1600" b="1">
              <a:latin typeface="Times" panose="02020603050405020304" pitchFamily="18" charset="0"/>
            </a:endParaRPr>
          </a:p>
        </p:txBody>
      </p:sp>
      <p:sp>
        <p:nvSpPr>
          <p:cNvPr id="38944" name="Rectangle 237">
            <a:extLst>
              <a:ext uri="{FF2B5EF4-FFF2-40B4-BE49-F238E27FC236}">
                <a16:creationId xmlns:a16="http://schemas.microsoft.com/office/drawing/2014/main" id="{FA55961F-16F4-B1FF-049A-737A8261FE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3964" y="2867026"/>
            <a:ext cx="1690687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  <a:latin typeface="Times New Roman" panose="02020603050405020304" pitchFamily="18" charset="0"/>
              </a:rPr>
              <a:t>study computer sci.</a:t>
            </a:r>
            <a:endParaRPr lang="en-US" altLang="en-US" sz="1600" b="1">
              <a:latin typeface="Times" panose="02020603050405020304" pitchFamily="18" charset="0"/>
            </a:endParaRPr>
          </a:p>
        </p:txBody>
      </p:sp>
      <p:sp>
        <p:nvSpPr>
          <p:cNvPr id="38945" name="Rectangle 238">
            <a:extLst>
              <a:ext uri="{FF2B5EF4-FFF2-40B4-BE49-F238E27FC236}">
                <a16:creationId xmlns:a16="http://schemas.microsoft.com/office/drawing/2014/main" id="{8C83D482-9C27-94A7-2C32-24D88A8567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6713" y="3541714"/>
            <a:ext cx="7747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  <a:latin typeface="Times New Roman" panose="02020603050405020304" pitchFamily="18" charset="0"/>
              </a:rPr>
              <a:t>more c.s.</a:t>
            </a:r>
            <a:endParaRPr lang="en-US" altLang="en-US" sz="1600" b="1">
              <a:latin typeface="Times" panose="02020603050405020304" pitchFamily="18" charset="0"/>
            </a:endParaRPr>
          </a:p>
        </p:txBody>
      </p:sp>
      <p:sp>
        <p:nvSpPr>
          <p:cNvPr id="38946" name="Rectangle 240">
            <a:extLst>
              <a:ext uri="{FF2B5EF4-FFF2-40B4-BE49-F238E27FC236}">
                <a16:creationId xmlns:a16="http://schemas.microsoft.com/office/drawing/2014/main" id="{30040400-CA2D-2F8D-701A-56A2A3B429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3439" y="4741864"/>
            <a:ext cx="78422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  <a:latin typeface="Times New Roman" panose="02020603050405020304" pitchFamily="18" charset="0"/>
              </a:rPr>
              <a:t>work out</a:t>
            </a:r>
            <a:endParaRPr lang="en-US" altLang="en-US" sz="1600" b="1">
              <a:latin typeface="Times" panose="02020603050405020304" pitchFamily="18" charset="0"/>
            </a:endParaRPr>
          </a:p>
        </p:txBody>
      </p:sp>
      <p:sp>
        <p:nvSpPr>
          <p:cNvPr id="38947" name="Rectangle 241">
            <a:extLst>
              <a:ext uri="{FF2B5EF4-FFF2-40B4-BE49-F238E27FC236}">
                <a16:creationId xmlns:a16="http://schemas.microsoft.com/office/drawing/2014/main" id="{4E7185D4-E8A9-266E-3ECE-87F7EEF417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9488" y="5043489"/>
            <a:ext cx="508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en-US" altLang="en-US" sz="1600" b="1">
              <a:latin typeface="Times" panose="02020603050405020304" pitchFamily="18" charset="0"/>
            </a:endParaRPr>
          </a:p>
        </p:txBody>
      </p:sp>
      <p:sp>
        <p:nvSpPr>
          <p:cNvPr id="38948" name="Rectangle 242">
            <a:extLst>
              <a:ext uri="{FF2B5EF4-FFF2-40B4-BE49-F238E27FC236}">
                <a16:creationId xmlns:a16="http://schemas.microsoft.com/office/drawing/2014/main" id="{F0D06517-7DE8-4ED8-EC9A-169E2CF2D2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4463" y="5737226"/>
            <a:ext cx="434414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  <a:latin typeface="Times New Roman" panose="02020603050405020304" pitchFamily="18" charset="0"/>
              </a:rPr>
              <a:t>sleep</a:t>
            </a:r>
            <a:endParaRPr lang="en-US" altLang="en-US" sz="1600" b="1">
              <a:latin typeface="Times" panose="02020603050405020304" pitchFamily="18" charset="0"/>
            </a:endParaRPr>
          </a:p>
        </p:txBody>
      </p:sp>
      <p:sp>
        <p:nvSpPr>
          <p:cNvPr id="38949" name="Rectangle 243">
            <a:extLst>
              <a:ext uri="{FF2B5EF4-FFF2-40B4-BE49-F238E27FC236}">
                <a16:creationId xmlns:a16="http://schemas.microsoft.com/office/drawing/2014/main" id="{C1616E73-1396-B6B1-00F2-2670A1D847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1164" y="6081714"/>
            <a:ext cx="176212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  <a:latin typeface="Times New Roman" panose="02020603050405020304" pitchFamily="18" charset="0"/>
              </a:rPr>
              <a:t>dream about graphs</a:t>
            </a:r>
            <a:endParaRPr lang="en-US" altLang="en-US" sz="1600" b="1">
              <a:latin typeface="Times" panose="02020603050405020304" pitchFamily="18" charset="0"/>
            </a:endParaRPr>
          </a:p>
        </p:txBody>
      </p:sp>
      <p:sp>
        <p:nvSpPr>
          <p:cNvPr id="38950" name="Rectangle 245">
            <a:extLst>
              <a:ext uri="{FF2B5EF4-FFF2-40B4-BE49-F238E27FC236}">
                <a16:creationId xmlns:a16="http://schemas.microsoft.com/office/drawing/2014/main" id="{9E4F4C57-D45C-4595-5060-81BF472CBA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4713" y="2176463"/>
            <a:ext cx="21764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i="1">
                <a:solidFill>
                  <a:srgbClr val="000000"/>
                </a:solidFill>
                <a:latin typeface="Times New Roman" panose="02020603050405020304" pitchFamily="18" charset="0"/>
              </a:rPr>
              <a:t>A typical student day</a:t>
            </a:r>
            <a:endParaRPr lang="en-US" altLang="en-US" sz="2000" b="1">
              <a:latin typeface="Times" panose="02020603050405020304" pitchFamily="18" charset="0"/>
            </a:endParaRPr>
          </a:p>
        </p:txBody>
      </p:sp>
      <p:sp>
        <p:nvSpPr>
          <p:cNvPr id="38951" name="Rectangle 246">
            <a:extLst>
              <a:ext uri="{FF2B5EF4-FFF2-40B4-BE49-F238E27FC236}">
                <a16:creationId xmlns:a16="http://schemas.microsoft.com/office/drawing/2014/main" id="{093B2619-6E4F-BE9A-BC9C-0974B684B1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9763" y="2133601"/>
            <a:ext cx="113814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</a:rPr>
              <a:t>1</a:t>
            </a:r>
            <a:endParaRPr lang="en-US" altLang="en-US" sz="1600" b="1">
              <a:latin typeface="Times" panose="02020603050405020304" pitchFamily="18" charset="0"/>
            </a:endParaRPr>
          </a:p>
        </p:txBody>
      </p:sp>
      <p:sp>
        <p:nvSpPr>
          <p:cNvPr id="38952" name="Rectangle 247">
            <a:extLst>
              <a:ext uri="{FF2B5EF4-FFF2-40B4-BE49-F238E27FC236}">
                <a16:creationId xmlns:a16="http://schemas.microsoft.com/office/drawing/2014/main" id="{C29AF8D3-BE6F-D735-986F-F0E97BEAA6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3338" y="2571751"/>
            <a:ext cx="113814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</a:rPr>
              <a:t>2</a:t>
            </a:r>
            <a:endParaRPr lang="en-US" altLang="en-US" sz="1600" b="1">
              <a:latin typeface="Times" panose="02020603050405020304" pitchFamily="18" charset="0"/>
            </a:endParaRPr>
          </a:p>
        </p:txBody>
      </p:sp>
      <p:sp>
        <p:nvSpPr>
          <p:cNvPr id="38953" name="Rectangle 248">
            <a:extLst>
              <a:ext uri="{FF2B5EF4-FFF2-40B4-BE49-F238E27FC236}">
                <a16:creationId xmlns:a16="http://schemas.microsoft.com/office/drawing/2014/main" id="{4CB14671-CF58-609D-2EB6-AEFAA7C6B6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4501" y="2522539"/>
            <a:ext cx="11271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</a:rPr>
              <a:t>3</a:t>
            </a:r>
            <a:endParaRPr lang="en-US" altLang="en-US" sz="1600" b="1">
              <a:latin typeface="Times" panose="02020603050405020304" pitchFamily="18" charset="0"/>
            </a:endParaRPr>
          </a:p>
        </p:txBody>
      </p:sp>
      <p:sp>
        <p:nvSpPr>
          <p:cNvPr id="38954" name="Rectangle 249">
            <a:extLst>
              <a:ext uri="{FF2B5EF4-FFF2-40B4-BE49-F238E27FC236}">
                <a16:creationId xmlns:a16="http://schemas.microsoft.com/office/drawing/2014/main" id="{917D75E0-BE99-8832-32FF-A38CFE2F71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0251" y="3297239"/>
            <a:ext cx="11271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</a:rPr>
              <a:t>4</a:t>
            </a:r>
            <a:endParaRPr lang="en-US" altLang="en-US" sz="1600" b="1">
              <a:latin typeface="Times" panose="02020603050405020304" pitchFamily="18" charset="0"/>
            </a:endParaRPr>
          </a:p>
        </p:txBody>
      </p:sp>
      <p:sp>
        <p:nvSpPr>
          <p:cNvPr id="38955" name="Rectangle 250">
            <a:extLst>
              <a:ext uri="{FF2B5EF4-FFF2-40B4-BE49-F238E27FC236}">
                <a16:creationId xmlns:a16="http://schemas.microsoft.com/office/drawing/2014/main" id="{B744874F-EA1F-69E7-D8D5-167C57DC1B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7413" y="3281364"/>
            <a:ext cx="113814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</a:rPr>
              <a:t>5</a:t>
            </a:r>
            <a:endParaRPr lang="en-US" altLang="en-US" sz="1600" b="1">
              <a:latin typeface="Times" panose="02020603050405020304" pitchFamily="18" charset="0"/>
            </a:endParaRPr>
          </a:p>
        </p:txBody>
      </p:sp>
      <p:sp>
        <p:nvSpPr>
          <p:cNvPr id="38956" name="Rectangle 251">
            <a:extLst>
              <a:ext uri="{FF2B5EF4-FFF2-40B4-BE49-F238E27FC236}">
                <a16:creationId xmlns:a16="http://schemas.microsoft.com/office/drawing/2014/main" id="{B808B937-DE70-1D28-4487-EED93E561B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3813" y="4445001"/>
            <a:ext cx="113814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</a:rPr>
              <a:t>6</a:t>
            </a:r>
            <a:endParaRPr lang="en-US" altLang="en-US" sz="1600" b="1">
              <a:latin typeface="Times" panose="02020603050405020304" pitchFamily="18" charset="0"/>
            </a:endParaRPr>
          </a:p>
        </p:txBody>
      </p:sp>
      <p:sp>
        <p:nvSpPr>
          <p:cNvPr id="38957" name="Rectangle 252">
            <a:extLst>
              <a:ext uri="{FF2B5EF4-FFF2-40B4-BE49-F238E27FC236}">
                <a16:creationId xmlns:a16="http://schemas.microsoft.com/office/drawing/2014/main" id="{0C192835-9866-A412-F97B-1A264C8D8D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8626" y="3709989"/>
            <a:ext cx="11271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</a:rPr>
              <a:t>7</a:t>
            </a:r>
            <a:endParaRPr lang="en-US" altLang="en-US" sz="1600" b="1">
              <a:latin typeface="Times" panose="02020603050405020304" pitchFamily="18" charset="0"/>
            </a:endParaRPr>
          </a:p>
        </p:txBody>
      </p:sp>
      <p:sp>
        <p:nvSpPr>
          <p:cNvPr id="38958" name="Rectangle 253">
            <a:extLst>
              <a:ext uri="{FF2B5EF4-FFF2-40B4-BE49-F238E27FC236}">
                <a16:creationId xmlns:a16="http://schemas.microsoft.com/office/drawing/2014/main" id="{DF0D474E-663B-C295-9CF8-E35D7FCDE3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7088" y="4114801"/>
            <a:ext cx="113814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</a:rPr>
              <a:t>8</a:t>
            </a:r>
            <a:endParaRPr lang="en-US" altLang="en-US" sz="1600" b="1">
              <a:latin typeface="Times" panose="02020603050405020304" pitchFamily="18" charset="0"/>
            </a:endParaRPr>
          </a:p>
        </p:txBody>
      </p:sp>
      <p:sp>
        <p:nvSpPr>
          <p:cNvPr id="38959" name="Rectangle 254">
            <a:extLst>
              <a:ext uri="{FF2B5EF4-FFF2-40B4-BE49-F238E27FC236}">
                <a16:creationId xmlns:a16="http://schemas.microsoft.com/office/drawing/2014/main" id="{8DED5FA6-5275-B510-4E0B-6D54D4CC1A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1" y="4724401"/>
            <a:ext cx="11271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</a:rPr>
              <a:t>9</a:t>
            </a:r>
            <a:endParaRPr lang="en-US" altLang="en-US" sz="1600" b="1">
              <a:latin typeface="Times" panose="02020603050405020304" pitchFamily="18" charset="0"/>
            </a:endParaRPr>
          </a:p>
        </p:txBody>
      </p:sp>
      <p:sp>
        <p:nvSpPr>
          <p:cNvPr id="38960" name="Rectangle 255">
            <a:extLst>
              <a:ext uri="{FF2B5EF4-FFF2-40B4-BE49-F238E27FC236}">
                <a16:creationId xmlns:a16="http://schemas.microsoft.com/office/drawing/2014/main" id="{B55885D3-FA94-B977-B07A-1A2DA08245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4676" y="5473701"/>
            <a:ext cx="22542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</a:rPr>
              <a:t>10</a:t>
            </a:r>
            <a:endParaRPr lang="en-US" altLang="en-US" sz="1600" b="1">
              <a:latin typeface="Times" panose="02020603050405020304" pitchFamily="18" charset="0"/>
            </a:endParaRPr>
          </a:p>
        </p:txBody>
      </p:sp>
      <p:sp>
        <p:nvSpPr>
          <p:cNvPr id="38961" name="Rectangle 256">
            <a:extLst>
              <a:ext uri="{FF2B5EF4-FFF2-40B4-BE49-F238E27FC236}">
                <a16:creationId xmlns:a16="http://schemas.microsoft.com/office/drawing/2014/main" id="{6803B933-D440-4063-707E-091AD0B6C6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5575" y="5715001"/>
            <a:ext cx="21627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</a:rPr>
              <a:t>11</a:t>
            </a:r>
            <a:endParaRPr lang="en-US" altLang="en-US" sz="1600" b="1">
              <a:latin typeface="Times" panose="02020603050405020304" pitchFamily="18" charset="0"/>
            </a:endParaRPr>
          </a:p>
        </p:txBody>
      </p:sp>
      <p:sp>
        <p:nvSpPr>
          <p:cNvPr id="38962" name="Text Box 257">
            <a:extLst>
              <a:ext uri="{FF2B5EF4-FFF2-40B4-BE49-F238E27FC236}">
                <a16:creationId xmlns:a16="http://schemas.microsoft.com/office/drawing/2014/main" id="{761DF196-71E7-7C2D-BDE0-311285A8BE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3164" y="4973639"/>
            <a:ext cx="1570037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600" b="1">
                <a:latin typeface="Times New Roman" panose="02020603050405020304" pitchFamily="18" charset="0"/>
              </a:rPr>
              <a:t>make cookies for professors</a:t>
            </a:r>
            <a:endParaRPr lang="en-US" altLang="en-US" sz="1600" b="1">
              <a:latin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1026">
            <a:extLst>
              <a:ext uri="{FF2B5EF4-FFF2-40B4-BE49-F238E27FC236}">
                <a16:creationId xmlns:a16="http://schemas.microsoft.com/office/drawing/2014/main" id="{0FF2E5C1-BD03-F961-9CB8-0A4FF44CBB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05000" y="304800"/>
            <a:ext cx="8382000" cy="838200"/>
          </a:xfrm>
        </p:spPr>
        <p:txBody>
          <a:bodyPr/>
          <a:lstStyle/>
          <a:p>
            <a:r>
              <a:rPr lang="en-US" altLang="en-US"/>
              <a:t>Algorithm for Topological Sorting</a:t>
            </a:r>
          </a:p>
        </p:txBody>
      </p:sp>
      <p:sp>
        <p:nvSpPr>
          <p:cNvPr id="39937" name="Rectangle 1106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03093B8F-79F3-7680-2626-D87CDEA3088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133600" y="1143000"/>
            <a:ext cx="7620000" cy="5181600"/>
          </a:xfrm>
          <a:noFill/>
        </p:spPr>
        <p:txBody>
          <a:bodyPr/>
          <a:lstStyle/>
          <a:p>
            <a:r>
              <a:rPr lang="en-US" altLang="en-US" dirty="0"/>
              <a:t>Note: This algorithm is different from the one in the textbook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pPr>
              <a:buFont typeface="Wingdings" panose="05000000000000000000" pitchFamily="2" charset="2"/>
              <a:buNone/>
            </a:pPr>
            <a:endParaRPr lang="en-US" altLang="en-US" dirty="0"/>
          </a:p>
          <a:p>
            <a:pPr>
              <a:buFont typeface="Wingdings" panose="05000000000000000000" pitchFamily="2" charset="2"/>
              <a:buNone/>
            </a:pPr>
            <a:endParaRPr lang="en-US" altLang="en-US" dirty="0"/>
          </a:p>
          <a:p>
            <a:pPr>
              <a:buFont typeface="Wingdings" panose="05000000000000000000" pitchFamily="2" charset="2"/>
              <a:buNone/>
            </a:pPr>
            <a:endParaRPr lang="en-US" altLang="en-US" dirty="0"/>
          </a:p>
          <a:p>
            <a:pPr>
              <a:buFont typeface="Wingdings" panose="05000000000000000000" pitchFamily="2" charset="2"/>
              <a:buNone/>
            </a:pPr>
            <a:endParaRPr lang="en-US" altLang="en-US" dirty="0"/>
          </a:p>
          <a:p>
            <a:r>
              <a:rPr lang="en-US" altLang="en-US" dirty="0"/>
              <a:t>Running time: O(n + m).</a:t>
            </a:r>
          </a:p>
        </p:txBody>
      </p:sp>
      <p:sp>
        <p:nvSpPr>
          <p:cNvPr id="39939" name="Text Box 1105">
            <a:extLst>
              <a:ext uri="{FF2B5EF4-FFF2-40B4-BE49-F238E27FC236}">
                <a16:creationId xmlns:a16="http://schemas.microsoft.com/office/drawing/2014/main" id="{AECA1C36-8A1B-81CB-DDF7-30FA418B1C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2286001"/>
            <a:ext cx="5257800" cy="2862263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Method</a:t>
            </a:r>
            <a:r>
              <a:rPr lang="en-US" altLang="en-US" sz="2000" dirty="0">
                <a:latin typeface="Times New Roman" panose="02020603050405020304" pitchFamily="18" charset="0"/>
              </a:rPr>
              <a:t> </a:t>
            </a:r>
            <a:r>
              <a:rPr lang="en-US" altLang="en-US" sz="2000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TopologicalSort</a:t>
            </a:r>
            <a:r>
              <a:rPr lang="en-US" altLang="en-US" sz="2000" dirty="0">
                <a:solidFill>
                  <a:schemeClr val="tx2"/>
                </a:solidFill>
                <a:latin typeface="Times New Roman" panose="02020603050405020304" pitchFamily="18" charset="0"/>
              </a:rPr>
              <a:t> (</a:t>
            </a:r>
            <a:r>
              <a:rPr lang="en-US" altLang="en-US" sz="20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G</a:t>
            </a:r>
            <a:r>
              <a:rPr lang="en-US" altLang="en-US" sz="2000" dirty="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      H</a:t>
            </a:r>
            <a:r>
              <a:rPr lang="en-US" altLang="en-US" sz="20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</a:t>
            </a:r>
            <a:r>
              <a:rPr lang="en-US" altLang="en-US" sz="2000" b="1" i="1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en-US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	// Temporary copy of </a:t>
            </a:r>
            <a:r>
              <a:rPr lang="en-US" altLang="en-US" sz="20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      n</a:t>
            </a:r>
            <a:r>
              <a:rPr lang="en-US" altLang="en-US" sz="20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</a:t>
            </a:r>
            <a:r>
              <a:rPr lang="en-US" altLang="en-US" sz="2000" b="1" i="1" dirty="0" err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G.numVertices</a:t>
            </a:r>
            <a:r>
              <a:rPr lang="en-US" altLang="en-US" sz="20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()</a:t>
            </a:r>
            <a:endParaRPr lang="en-US" altLang="en-US" sz="2000" i="1" dirty="0">
              <a:solidFill>
                <a:schemeClr val="tx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while</a:t>
            </a:r>
            <a:r>
              <a:rPr lang="en-US" altLang="en-US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000" b="1" i="1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lang="en-US" altLang="en-US" sz="20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is not empty</a:t>
            </a:r>
            <a:r>
              <a:rPr lang="en-US" altLang="en-US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do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lang="en-US" altLang="en-US" sz="20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Let </a:t>
            </a:r>
            <a:r>
              <a:rPr lang="en-US" altLang="en-US" sz="2000" b="1" i="1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en-US" sz="20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be a vertex with no outgoing edges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(there must be such a vertex. Why ?)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Label </a:t>
            </a:r>
            <a:r>
              <a:rPr lang="en-US" altLang="en-US" sz="2000" b="1" i="1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en-US" sz="2000" b="1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 </a:t>
            </a:r>
            <a:r>
              <a:rPr lang="en-US" altLang="en-US" sz="2000" b="1" i="1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lang="en-US" altLang="en-US" sz="2000" b="1" i="1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2000" b="1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 </a:t>
            </a:r>
            <a:r>
              <a:rPr lang="en-US" altLang="en-US" sz="2000" b="1" i="1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 - </a:t>
            </a:r>
            <a:r>
              <a:rPr lang="en-US" altLang="en-US" sz="2000" b="1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Remove </a:t>
            </a:r>
            <a:r>
              <a:rPr lang="en-US" altLang="en-US" sz="2000" i="1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en-US" sz="20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and associated edges from </a:t>
            </a:r>
            <a:r>
              <a:rPr lang="en-US" altLang="en-US" sz="2000" b="1" i="1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H</a:t>
            </a:r>
            <a:endParaRPr lang="en-US" altLang="en-US" sz="2000" b="1" dirty="0">
              <a:solidFill>
                <a:schemeClr val="tx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>
            <a:extLst>
              <a:ext uri="{FF2B5EF4-FFF2-40B4-BE49-F238E27FC236}">
                <a16:creationId xmlns:a16="http://schemas.microsoft.com/office/drawing/2014/main" id="{7CD36434-48CA-E6E3-9974-BE01A614C9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99032" y="152400"/>
            <a:ext cx="8354568" cy="838200"/>
          </a:xfrm>
        </p:spPr>
        <p:txBody>
          <a:bodyPr>
            <a:normAutofit/>
          </a:bodyPr>
          <a:lstStyle/>
          <a:p>
            <a:r>
              <a:rPr lang="en-US" altLang="en-US" dirty="0"/>
              <a:t>Topological Sorting Algorithm using DFS</a:t>
            </a:r>
          </a:p>
        </p:txBody>
      </p:sp>
      <p:sp>
        <p:nvSpPr>
          <p:cNvPr id="40962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FE3769FC-9904-2054-1901-9398A8D886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828800" y="1066800"/>
            <a:ext cx="7924800" cy="5334000"/>
          </a:xfrm>
        </p:spPr>
        <p:txBody>
          <a:bodyPr>
            <a:normAutofit fontScale="92500" lnSpcReduction="20000"/>
          </a:bodyPr>
          <a:lstStyle/>
          <a:p>
            <a:r>
              <a:rPr lang="en-US" altLang="en-US" sz="1800"/>
              <a:t>Simulate the algorithm by using depth-first search</a:t>
            </a:r>
          </a:p>
          <a:p>
            <a:endParaRPr lang="en-US" altLang="en-US" sz="1800"/>
          </a:p>
          <a:p>
            <a:endParaRPr lang="en-US" altLang="en-US" sz="1800"/>
          </a:p>
          <a:p>
            <a:endParaRPr lang="en-US" altLang="en-US" sz="1800"/>
          </a:p>
          <a:p>
            <a:endParaRPr lang="en-US" altLang="en-US" sz="1800"/>
          </a:p>
          <a:p>
            <a:endParaRPr lang="en-US" altLang="en-US" sz="1800"/>
          </a:p>
          <a:p>
            <a:endParaRPr lang="en-US" altLang="en-US" sz="1800"/>
          </a:p>
          <a:p>
            <a:endParaRPr lang="en-US" altLang="en-US" sz="1800"/>
          </a:p>
          <a:p>
            <a:endParaRPr lang="en-US" altLang="en-US" sz="1800"/>
          </a:p>
          <a:p>
            <a:endParaRPr lang="en-US" altLang="en-US" sz="1800"/>
          </a:p>
          <a:p>
            <a:endParaRPr lang="en-US" altLang="en-US" sz="1800"/>
          </a:p>
          <a:p>
            <a:endParaRPr lang="en-US" altLang="en-US" sz="1800"/>
          </a:p>
          <a:p>
            <a:endParaRPr lang="en-US" altLang="en-US" sz="1800"/>
          </a:p>
          <a:p>
            <a:r>
              <a:rPr lang="en-US" altLang="en-US" sz="1800">
                <a:solidFill>
                  <a:srgbClr val="FF0000"/>
                </a:solidFill>
              </a:rPr>
              <a:t>outdeg(v): number of  out-Incident </a:t>
            </a:r>
          </a:p>
          <a:p>
            <a:pPr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	UNEXPLORED edges</a:t>
            </a:r>
          </a:p>
          <a:p>
            <a:r>
              <a:rPr lang="en-US" altLang="en-US" sz="1800"/>
              <a:t>O(n+m) time.</a:t>
            </a:r>
          </a:p>
        </p:txBody>
      </p:sp>
      <p:sp>
        <p:nvSpPr>
          <p:cNvPr id="40963" name="Text Box 4">
            <a:extLst>
              <a:ext uri="{FF2B5EF4-FFF2-40B4-BE49-F238E27FC236}">
                <a16:creationId xmlns:a16="http://schemas.microsoft.com/office/drawing/2014/main" id="{AF1B6632-01D0-D657-2812-DB3FC6B3FE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1600201"/>
            <a:ext cx="4038600" cy="48561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28600" defTabSz="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 sz="1800"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topologicalDFS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G, v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Input</a:t>
            </a:r>
            <a:r>
              <a:rPr lang="en-US" altLang="en-US" sz="1800"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graph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G 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and a start vertex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 of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G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Output</a:t>
            </a:r>
            <a:r>
              <a:rPr lang="en-US" altLang="en-US" sz="1800"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labeling of the vertices of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G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b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</a:b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		in the connected component of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setLabel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v, VISITED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Label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 with topological number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n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n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n – </a:t>
            </a:r>
            <a:r>
              <a:rPr lang="en-US" altLang="en-US" sz="1800" b="1">
                <a:solidFill>
                  <a:schemeClr val="accent2"/>
                </a:solidFill>
                <a:latin typeface="Times New Roman" panose="02020603050405020304" pitchFamily="18" charset="0"/>
              </a:rPr>
              <a:t>1 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// n is a global variable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for all 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e </a:t>
            </a:r>
            <a:r>
              <a:rPr lang="en-US" altLang="en-US" sz="180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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G.inIncidentEdges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if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 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getLabel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e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 </a:t>
            </a:r>
            <a:r>
              <a:rPr lang="en-US" altLang="en-US" sz="180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=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UNEXPLORED</a:t>
            </a:r>
            <a:endParaRPr lang="en-US" altLang="en-US" sz="180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w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opposite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v,e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if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getLabel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w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 </a:t>
            </a:r>
            <a:r>
              <a:rPr lang="en-US" altLang="en-US" sz="180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=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UNEXPLORED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			</a:t>
            </a:r>
            <a:r>
              <a:rPr lang="en-US" altLang="en-US" sz="1800" b="1" i="1">
                <a:solidFill>
                  <a:srgbClr val="FF0000"/>
                </a:solidFill>
                <a:latin typeface="Times New Roman" panose="02020603050405020304" pitchFamily="18" charset="0"/>
              </a:rPr>
              <a:t>&amp; outdeg(v) = 0</a:t>
            </a:r>
            <a:endParaRPr lang="en-US" altLang="en-US" sz="180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			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setLabel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e, DISCOVERY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			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topologicalDFS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G, w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else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			</a:t>
            </a:r>
            <a:r>
              <a:rPr lang="en-US" altLang="en-US" sz="1800" b="1">
                <a:solidFill>
                  <a:schemeClr val="accent2"/>
                </a:solidFill>
                <a:latin typeface="Times New Roman" panose="02020603050405020304" pitchFamily="18" charset="0"/>
              </a:rPr>
              <a:t>{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e 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is a forward or cross edge</a:t>
            </a:r>
            <a:r>
              <a:rPr lang="en-US" altLang="en-US" sz="1800" b="1">
                <a:solidFill>
                  <a:schemeClr val="accent2"/>
                </a:solidFill>
                <a:latin typeface="Times New Roman" panose="02020603050405020304" pitchFamily="18" charset="0"/>
              </a:rPr>
              <a:t>}</a:t>
            </a:r>
            <a:endParaRPr lang="en-US" altLang="en-US" sz="180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964" name="Text Box 5">
            <a:extLst>
              <a:ext uri="{FF2B5EF4-FFF2-40B4-BE49-F238E27FC236}">
                <a16:creationId xmlns:a16="http://schemas.microsoft.com/office/drawing/2014/main" id="{B9089031-4190-4574-388A-D68DFB1698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1600200"/>
            <a:ext cx="3733800" cy="36591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28600" defTabSz="3429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3429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3429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 sz="1800"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topologicalDFS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G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Input</a:t>
            </a:r>
            <a:r>
              <a:rPr lang="en-US" altLang="en-US" sz="1800"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dag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G</a:t>
            </a:r>
            <a:endParaRPr lang="en-US" altLang="en-US" sz="180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Output</a:t>
            </a:r>
            <a:r>
              <a:rPr lang="en-US" altLang="en-US" sz="1800"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topological ordering of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G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b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</a:b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n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G.numVertices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()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for all 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u </a:t>
            </a:r>
            <a:r>
              <a:rPr lang="en-US" altLang="en-US" sz="180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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G.vertices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()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	 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setLabel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u, UNEXPLORED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for all 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e </a:t>
            </a:r>
            <a:r>
              <a:rPr lang="en-US" altLang="en-US" sz="180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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G.edges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()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	 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setLabel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e, UNEXPLORED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for all 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v </a:t>
            </a:r>
            <a:r>
              <a:rPr lang="en-US" altLang="en-US" sz="180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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G.vertices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()</a:t>
            </a:r>
            <a:endParaRPr lang="en-US" altLang="en-US" sz="1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	 if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 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getLabel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 </a:t>
            </a:r>
            <a:r>
              <a:rPr lang="en-US" altLang="en-US" sz="180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=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UNEXPLORED 		</a:t>
            </a:r>
            <a:r>
              <a:rPr lang="en-US" altLang="en-US" sz="1800" b="1" i="1">
                <a:solidFill>
                  <a:srgbClr val="FF0000"/>
                </a:solidFill>
                <a:latin typeface="Times New Roman" panose="02020603050405020304" pitchFamily="18" charset="0"/>
              </a:rPr>
              <a:t>&amp; outdeg(v) = 0</a:t>
            </a:r>
            <a:endParaRPr lang="en-US" altLang="en-US" sz="180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topologicalDFS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G, v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>
            <a:extLst>
              <a:ext uri="{FF2B5EF4-FFF2-40B4-BE49-F238E27FC236}">
                <a16:creationId xmlns:a16="http://schemas.microsoft.com/office/drawing/2014/main" id="{C74ABEAC-1300-CCEB-0238-C4E5471894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457200"/>
            <a:ext cx="7772400" cy="1143000"/>
          </a:xfrm>
        </p:spPr>
        <p:txBody>
          <a:bodyPr/>
          <a:lstStyle/>
          <a:p>
            <a:r>
              <a:rPr lang="en-US" altLang="en-US"/>
              <a:t>Topological Sorting Example </a:t>
            </a:r>
          </a:p>
        </p:txBody>
      </p:sp>
      <p:sp>
        <p:nvSpPr>
          <p:cNvPr id="41986" name="Rectangle 134">
            <a:extLst>
              <a:ext uri="{FF2B5EF4-FFF2-40B4-BE49-F238E27FC236}">
                <a16:creationId xmlns:a16="http://schemas.microsoft.com/office/drawing/2014/main" id="{75793684-027B-6B4D-5F5B-472C5C937E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0788" y="2719389"/>
            <a:ext cx="23812" cy="7937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1987" name="Rectangle 142">
            <a:extLst>
              <a:ext uri="{FF2B5EF4-FFF2-40B4-BE49-F238E27FC236}">
                <a16:creationId xmlns:a16="http://schemas.microsoft.com/office/drawing/2014/main" id="{F14EFACA-8A9A-1225-E54C-B57B3E3BBD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6963" y="3673475"/>
            <a:ext cx="23812" cy="7938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1988" name="Rectangle 160">
            <a:extLst>
              <a:ext uri="{FF2B5EF4-FFF2-40B4-BE49-F238E27FC236}">
                <a16:creationId xmlns:a16="http://schemas.microsoft.com/office/drawing/2014/main" id="{10ADA528-E64B-0D5E-707E-7B83904BCA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9464" y="3673475"/>
            <a:ext cx="22225" cy="7938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1989" name="Rectangle 179">
            <a:extLst>
              <a:ext uri="{FF2B5EF4-FFF2-40B4-BE49-F238E27FC236}">
                <a16:creationId xmlns:a16="http://schemas.microsoft.com/office/drawing/2014/main" id="{E2243751-14B1-91C5-5A8C-2CB55DB699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2864" y="5756275"/>
            <a:ext cx="22225" cy="7938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1990" name="Oval 192">
            <a:extLst>
              <a:ext uri="{FF2B5EF4-FFF2-40B4-BE49-F238E27FC236}">
                <a16:creationId xmlns:a16="http://schemas.microsoft.com/office/drawing/2014/main" id="{5D3701EA-FC1B-BC18-E2CD-A6F418BF86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1676" y="1752600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1991" name="Oval 193">
            <a:extLst>
              <a:ext uri="{FF2B5EF4-FFF2-40B4-BE49-F238E27FC236}">
                <a16:creationId xmlns:a16="http://schemas.microsoft.com/office/drawing/2014/main" id="{1E1D16BB-A705-2A56-7A57-BC11F71054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3114" y="4495800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1992" name="Oval 194">
            <a:extLst>
              <a:ext uri="{FF2B5EF4-FFF2-40B4-BE49-F238E27FC236}">
                <a16:creationId xmlns:a16="http://schemas.microsoft.com/office/drawing/2014/main" id="{ECECA918-237B-E2D8-2555-8C1BECCE54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7426" y="3089275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1993" name="Oval 195">
            <a:extLst>
              <a:ext uri="{FF2B5EF4-FFF2-40B4-BE49-F238E27FC236}">
                <a16:creationId xmlns:a16="http://schemas.microsoft.com/office/drawing/2014/main" id="{4E6C04DA-4E5E-5E1A-4E31-B2BF4E9EA1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3351" y="4905375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1994" name="Oval 196">
            <a:extLst>
              <a:ext uri="{FF2B5EF4-FFF2-40B4-BE49-F238E27FC236}">
                <a16:creationId xmlns:a16="http://schemas.microsoft.com/office/drawing/2014/main" id="{07552AB1-C973-EDA2-4A49-C6E7C69669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6676" y="3622675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1995" name="Oval 197">
            <a:extLst>
              <a:ext uri="{FF2B5EF4-FFF2-40B4-BE49-F238E27FC236}">
                <a16:creationId xmlns:a16="http://schemas.microsoft.com/office/drawing/2014/main" id="{41AB6378-50FA-3BD4-97B2-8C3E55F3A9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0301" y="3602039"/>
            <a:ext cx="555625" cy="56673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1996" name="Oval 198">
            <a:extLst>
              <a:ext uri="{FF2B5EF4-FFF2-40B4-BE49-F238E27FC236}">
                <a16:creationId xmlns:a16="http://schemas.microsoft.com/office/drawing/2014/main" id="{BE63EE6C-912B-56EA-FF10-D8AEFE3BAC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2151" y="1925639"/>
            <a:ext cx="555625" cy="56673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1997" name="Oval 199">
            <a:extLst>
              <a:ext uri="{FF2B5EF4-FFF2-40B4-BE49-F238E27FC236}">
                <a16:creationId xmlns:a16="http://schemas.microsoft.com/office/drawing/2014/main" id="{011DFE43-2034-1BE3-765B-321FC42074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9051" y="2667000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1998" name="Oval 200">
            <a:extLst>
              <a:ext uri="{FF2B5EF4-FFF2-40B4-BE49-F238E27FC236}">
                <a16:creationId xmlns:a16="http://schemas.microsoft.com/office/drawing/2014/main" id="{942D7987-DFBF-CCF6-1AF6-3922B026CD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8389" y="5621339"/>
            <a:ext cx="555625" cy="56673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41999" name="AutoShape 203">
            <a:extLst>
              <a:ext uri="{FF2B5EF4-FFF2-40B4-BE49-F238E27FC236}">
                <a16:creationId xmlns:a16="http://schemas.microsoft.com/office/drawing/2014/main" id="{17AB35EB-C3E2-2504-D614-9DAB0D8D2E92}"/>
              </a:ext>
            </a:extLst>
          </p:cNvPr>
          <p:cNvCxnSpPr>
            <a:cxnSpLocks noChangeShapeType="1"/>
            <a:stCxn id="41990" idx="2"/>
            <a:endCxn id="41997" idx="7"/>
          </p:cNvCxnSpPr>
          <p:nvPr/>
        </p:nvCxnSpPr>
        <p:spPr bwMode="auto">
          <a:xfrm flipH="1">
            <a:off x="4303713" y="2036764"/>
            <a:ext cx="1458912" cy="6937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00" name="AutoShape 204">
            <a:extLst>
              <a:ext uri="{FF2B5EF4-FFF2-40B4-BE49-F238E27FC236}">
                <a16:creationId xmlns:a16="http://schemas.microsoft.com/office/drawing/2014/main" id="{645D5622-AAD8-695F-1EA4-DF318C9D77E8}"/>
              </a:ext>
            </a:extLst>
          </p:cNvPr>
          <p:cNvCxnSpPr>
            <a:cxnSpLocks noChangeShapeType="1"/>
            <a:stCxn id="41990" idx="4"/>
            <a:endCxn id="41992" idx="0"/>
          </p:cNvCxnSpPr>
          <p:nvPr/>
        </p:nvCxnSpPr>
        <p:spPr bwMode="auto">
          <a:xfrm>
            <a:off x="6059488" y="2338389"/>
            <a:ext cx="285750" cy="7318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01" name="AutoShape 205">
            <a:extLst>
              <a:ext uri="{FF2B5EF4-FFF2-40B4-BE49-F238E27FC236}">
                <a16:creationId xmlns:a16="http://schemas.microsoft.com/office/drawing/2014/main" id="{CA43AF97-C925-65DA-08D0-805E20D9F0F6}"/>
              </a:ext>
            </a:extLst>
          </p:cNvPr>
          <p:cNvCxnSpPr>
            <a:cxnSpLocks noChangeShapeType="1"/>
            <a:stCxn id="41996" idx="2"/>
            <a:endCxn id="41992" idx="7"/>
          </p:cNvCxnSpPr>
          <p:nvPr/>
        </p:nvCxnSpPr>
        <p:spPr bwMode="auto">
          <a:xfrm flipH="1">
            <a:off x="6542088" y="2209801"/>
            <a:ext cx="1751012" cy="9429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02" name="AutoShape 206">
            <a:extLst>
              <a:ext uri="{FF2B5EF4-FFF2-40B4-BE49-F238E27FC236}">
                <a16:creationId xmlns:a16="http://schemas.microsoft.com/office/drawing/2014/main" id="{4F90657A-3A4F-CF74-F48E-F1BBBD694727}"/>
              </a:ext>
            </a:extLst>
          </p:cNvPr>
          <p:cNvCxnSpPr>
            <a:cxnSpLocks noChangeShapeType="1"/>
            <a:stCxn id="41994" idx="2"/>
            <a:endCxn id="41991" idx="7"/>
          </p:cNvCxnSpPr>
          <p:nvPr/>
        </p:nvCxnSpPr>
        <p:spPr bwMode="auto">
          <a:xfrm flipH="1">
            <a:off x="6327775" y="3906838"/>
            <a:ext cx="1339850" cy="652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03" name="AutoShape 207">
            <a:extLst>
              <a:ext uri="{FF2B5EF4-FFF2-40B4-BE49-F238E27FC236}">
                <a16:creationId xmlns:a16="http://schemas.microsoft.com/office/drawing/2014/main" id="{9081650B-49FB-8B27-84E1-C1581EA6265B}"/>
              </a:ext>
            </a:extLst>
          </p:cNvPr>
          <p:cNvCxnSpPr>
            <a:cxnSpLocks noChangeShapeType="1"/>
            <a:stCxn id="41994" idx="3"/>
            <a:endCxn id="41998" idx="7"/>
          </p:cNvCxnSpPr>
          <p:nvPr/>
        </p:nvCxnSpPr>
        <p:spPr bwMode="auto">
          <a:xfrm flipH="1">
            <a:off x="6623050" y="4125914"/>
            <a:ext cx="1144588" cy="15589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04" name="AutoShape 208">
            <a:extLst>
              <a:ext uri="{FF2B5EF4-FFF2-40B4-BE49-F238E27FC236}">
                <a16:creationId xmlns:a16="http://schemas.microsoft.com/office/drawing/2014/main" id="{F58AC999-FFDC-1413-EE85-E44992FC29D9}"/>
              </a:ext>
            </a:extLst>
          </p:cNvPr>
          <p:cNvCxnSpPr>
            <a:cxnSpLocks noChangeShapeType="1"/>
            <a:stCxn id="41993" idx="6"/>
            <a:endCxn id="41998" idx="2"/>
          </p:cNvCxnSpPr>
          <p:nvPr/>
        </p:nvCxnSpPr>
        <p:spPr bwMode="auto">
          <a:xfrm>
            <a:off x="4518026" y="5189538"/>
            <a:ext cx="1611313" cy="7159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05" name="AutoShape 209">
            <a:extLst>
              <a:ext uri="{FF2B5EF4-FFF2-40B4-BE49-F238E27FC236}">
                <a16:creationId xmlns:a16="http://schemas.microsoft.com/office/drawing/2014/main" id="{12C8C4C7-66EA-4A53-D0B9-1571A254A34A}"/>
              </a:ext>
            </a:extLst>
          </p:cNvPr>
          <p:cNvCxnSpPr>
            <a:cxnSpLocks noChangeShapeType="1"/>
            <a:stCxn id="41991" idx="4"/>
            <a:endCxn id="41998" idx="1"/>
          </p:cNvCxnSpPr>
          <p:nvPr/>
        </p:nvCxnSpPr>
        <p:spPr bwMode="auto">
          <a:xfrm>
            <a:off x="6130926" y="5081588"/>
            <a:ext cx="98425" cy="6032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06" name="AutoShape 210">
            <a:extLst>
              <a:ext uri="{FF2B5EF4-FFF2-40B4-BE49-F238E27FC236}">
                <a16:creationId xmlns:a16="http://schemas.microsoft.com/office/drawing/2014/main" id="{E047A8F6-47A0-AC3E-9CD6-23EC394D1212}"/>
              </a:ext>
            </a:extLst>
          </p:cNvPr>
          <p:cNvCxnSpPr>
            <a:cxnSpLocks noChangeShapeType="1"/>
            <a:stCxn id="41995" idx="5"/>
            <a:endCxn id="41991" idx="1"/>
          </p:cNvCxnSpPr>
          <p:nvPr/>
        </p:nvCxnSpPr>
        <p:spPr bwMode="auto">
          <a:xfrm>
            <a:off x="5414963" y="4105276"/>
            <a:ext cx="519112" cy="4540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07" name="AutoShape 211">
            <a:extLst>
              <a:ext uri="{FF2B5EF4-FFF2-40B4-BE49-F238E27FC236}">
                <a16:creationId xmlns:a16="http://schemas.microsoft.com/office/drawing/2014/main" id="{177F0675-45FF-4697-58DD-DFF3C50A7DDE}"/>
              </a:ext>
            </a:extLst>
          </p:cNvPr>
          <p:cNvCxnSpPr>
            <a:cxnSpLocks noChangeShapeType="1"/>
            <a:stCxn id="41997" idx="5"/>
            <a:endCxn id="41995" idx="1"/>
          </p:cNvCxnSpPr>
          <p:nvPr/>
        </p:nvCxnSpPr>
        <p:spPr bwMode="auto">
          <a:xfrm>
            <a:off x="4303713" y="3170238"/>
            <a:ext cx="717550" cy="4953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08" name="AutoShape 212">
            <a:extLst>
              <a:ext uri="{FF2B5EF4-FFF2-40B4-BE49-F238E27FC236}">
                <a16:creationId xmlns:a16="http://schemas.microsoft.com/office/drawing/2014/main" id="{36D218E2-3FAB-103E-A61A-CC1F838BEAC1}"/>
              </a:ext>
            </a:extLst>
          </p:cNvPr>
          <p:cNvCxnSpPr>
            <a:cxnSpLocks noChangeShapeType="1"/>
            <a:stCxn id="41997" idx="4"/>
            <a:endCxn id="41993" idx="0"/>
          </p:cNvCxnSpPr>
          <p:nvPr/>
        </p:nvCxnSpPr>
        <p:spPr bwMode="auto">
          <a:xfrm>
            <a:off x="4106863" y="3252789"/>
            <a:ext cx="114300" cy="16335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09" name="AutoShape 213">
            <a:extLst>
              <a:ext uri="{FF2B5EF4-FFF2-40B4-BE49-F238E27FC236}">
                <a16:creationId xmlns:a16="http://schemas.microsoft.com/office/drawing/2014/main" id="{E322B57A-54AD-A4A1-DB16-28B025AFEBC3}"/>
              </a:ext>
            </a:extLst>
          </p:cNvPr>
          <p:cNvCxnSpPr>
            <a:cxnSpLocks noChangeShapeType="1"/>
            <a:stCxn id="41997" idx="6"/>
            <a:endCxn id="41992" idx="2"/>
          </p:cNvCxnSpPr>
          <p:nvPr/>
        </p:nvCxnSpPr>
        <p:spPr bwMode="auto">
          <a:xfrm>
            <a:off x="4403725" y="2951164"/>
            <a:ext cx="1644650" cy="4222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10" name="AutoShape 214">
            <a:extLst>
              <a:ext uri="{FF2B5EF4-FFF2-40B4-BE49-F238E27FC236}">
                <a16:creationId xmlns:a16="http://schemas.microsoft.com/office/drawing/2014/main" id="{3A3A4EE3-9FC0-CE21-1FD7-83C0F2B6D473}"/>
              </a:ext>
            </a:extLst>
          </p:cNvPr>
          <p:cNvCxnSpPr>
            <a:cxnSpLocks noChangeShapeType="1"/>
            <a:stCxn id="41992" idx="6"/>
            <a:endCxn id="41994" idx="1"/>
          </p:cNvCxnSpPr>
          <p:nvPr/>
        </p:nvCxnSpPr>
        <p:spPr bwMode="auto">
          <a:xfrm>
            <a:off x="6642100" y="3373439"/>
            <a:ext cx="1125538" cy="3127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11" name="AutoShape 215">
            <a:extLst>
              <a:ext uri="{FF2B5EF4-FFF2-40B4-BE49-F238E27FC236}">
                <a16:creationId xmlns:a16="http://schemas.microsoft.com/office/drawing/2014/main" id="{2A7A7560-B164-96C5-6BAE-7A222B3DDC6F}"/>
              </a:ext>
            </a:extLst>
          </p:cNvPr>
          <p:cNvCxnSpPr>
            <a:cxnSpLocks noChangeShapeType="1"/>
            <a:stCxn id="41996" idx="3"/>
            <a:endCxn id="41994" idx="7"/>
          </p:cNvCxnSpPr>
          <p:nvPr/>
        </p:nvCxnSpPr>
        <p:spPr bwMode="auto">
          <a:xfrm flipH="1">
            <a:off x="8161339" y="2428875"/>
            <a:ext cx="231775" cy="12573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>
            <a:extLst>
              <a:ext uri="{FF2B5EF4-FFF2-40B4-BE49-F238E27FC236}">
                <a16:creationId xmlns:a16="http://schemas.microsoft.com/office/drawing/2014/main" id="{54205C0D-3842-2413-FF2E-EC1DE4D15B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457200"/>
            <a:ext cx="7772400" cy="1143000"/>
          </a:xfrm>
        </p:spPr>
        <p:txBody>
          <a:bodyPr/>
          <a:lstStyle/>
          <a:p>
            <a:r>
              <a:rPr lang="en-US" altLang="en-US"/>
              <a:t>Topological Sorting Example </a:t>
            </a:r>
          </a:p>
        </p:txBody>
      </p:sp>
      <p:sp>
        <p:nvSpPr>
          <p:cNvPr id="43010" name="Rectangle 3">
            <a:extLst>
              <a:ext uri="{FF2B5EF4-FFF2-40B4-BE49-F238E27FC236}">
                <a16:creationId xmlns:a16="http://schemas.microsoft.com/office/drawing/2014/main" id="{0639B34B-189A-04D3-5EDE-CF0FD597DF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0788" y="2719389"/>
            <a:ext cx="23812" cy="7937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3011" name="Rectangle 4">
            <a:extLst>
              <a:ext uri="{FF2B5EF4-FFF2-40B4-BE49-F238E27FC236}">
                <a16:creationId xmlns:a16="http://schemas.microsoft.com/office/drawing/2014/main" id="{FE2D4B73-1D90-2716-CECF-79AB0C2631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6963" y="3673475"/>
            <a:ext cx="23812" cy="7938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3012" name="Rectangle 5">
            <a:extLst>
              <a:ext uri="{FF2B5EF4-FFF2-40B4-BE49-F238E27FC236}">
                <a16:creationId xmlns:a16="http://schemas.microsoft.com/office/drawing/2014/main" id="{90732576-E2B9-8530-F439-9C36E61EF2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9464" y="3673475"/>
            <a:ext cx="22225" cy="7938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3013" name="Rectangle 6">
            <a:extLst>
              <a:ext uri="{FF2B5EF4-FFF2-40B4-BE49-F238E27FC236}">
                <a16:creationId xmlns:a16="http://schemas.microsoft.com/office/drawing/2014/main" id="{29B0E942-9820-20D5-FC5C-3FFDDE1E42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2864" y="5756275"/>
            <a:ext cx="22225" cy="7938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3014" name="Oval 7">
            <a:extLst>
              <a:ext uri="{FF2B5EF4-FFF2-40B4-BE49-F238E27FC236}">
                <a16:creationId xmlns:a16="http://schemas.microsoft.com/office/drawing/2014/main" id="{0E9A4D78-9675-8883-FE55-B5326C0731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1676" y="1752600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3015" name="Oval 8">
            <a:extLst>
              <a:ext uri="{FF2B5EF4-FFF2-40B4-BE49-F238E27FC236}">
                <a16:creationId xmlns:a16="http://schemas.microsoft.com/office/drawing/2014/main" id="{9D2BD5B0-8555-9557-E70C-1B1BAEA615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3114" y="4495800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3016" name="Oval 9">
            <a:extLst>
              <a:ext uri="{FF2B5EF4-FFF2-40B4-BE49-F238E27FC236}">
                <a16:creationId xmlns:a16="http://schemas.microsoft.com/office/drawing/2014/main" id="{23E47226-42DC-06D2-5197-E821E02FDA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7426" y="3089275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3017" name="Oval 10">
            <a:extLst>
              <a:ext uri="{FF2B5EF4-FFF2-40B4-BE49-F238E27FC236}">
                <a16:creationId xmlns:a16="http://schemas.microsoft.com/office/drawing/2014/main" id="{FCD44007-D24F-5B86-8D85-07A11A6FB4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3351" y="4905375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3018" name="Oval 11">
            <a:extLst>
              <a:ext uri="{FF2B5EF4-FFF2-40B4-BE49-F238E27FC236}">
                <a16:creationId xmlns:a16="http://schemas.microsoft.com/office/drawing/2014/main" id="{59C76E7F-DAC3-2CAC-E265-740E2E0E4E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6676" y="3622675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3019" name="Oval 12">
            <a:extLst>
              <a:ext uri="{FF2B5EF4-FFF2-40B4-BE49-F238E27FC236}">
                <a16:creationId xmlns:a16="http://schemas.microsoft.com/office/drawing/2014/main" id="{0E130233-4F12-7E5B-8364-4AFD4FC318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0301" y="3602039"/>
            <a:ext cx="555625" cy="56673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3020" name="Oval 13">
            <a:extLst>
              <a:ext uri="{FF2B5EF4-FFF2-40B4-BE49-F238E27FC236}">
                <a16:creationId xmlns:a16="http://schemas.microsoft.com/office/drawing/2014/main" id="{2355B936-2EA5-EBFC-2D9B-D275A43309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2151" y="1925639"/>
            <a:ext cx="555625" cy="56673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3021" name="Oval 14">
            <a:extLst>
              <a:ext uri="{FF2B5EF4-FFF2-40B4-BE49-F238E27FC236}">
                <a16:creationId xmlns:a16="http://schemas.microsoft.com/office/drawing/2014/main" id="{C103C248-60F7-22AD-C056-F94B668125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9051" y="2667000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3022" name="Oval 15">
            <a:extLst>
              <a:ext uri="{FF2B5EF4-FFF2-40B4-BE49-F238E27FC236}">
                <a16:creationId xmlns:a16="http://schemas.microsoft.com/office/drawing/2014/main" id="{AFE94866-804E-B7E9-E175-D886393CBF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8389" y="5621339"/>
            <a:ext cx="555625" cy="56673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9</a:t>
            </a:r>
          </a:p>
        </p:txBody>
      </p:sp>
      <p:cxnSp>
        <p:nvCxnSpPr>
          <p:cNvPr id="43023" name="AutoShape 16">
            <a:extLst>
              <a:ext uri="{FF2B5EF4-FFF2-40B4-BE49-F238E27FC236}">
                <a16:creationId xmlns:a16="http://schemas.microsoft.com/office/drawing/2014/main" id="{F646A182-97A4-1861-7D8A-5B6E47C4C4F1}"/>
              </a:ext>
            </a:extLst>
          </p:cNvPr>
          <p:cNvCxnSpPr>
            <a:cxnSpLocks noChangeShapeType="1"/>
            <a:stCxn id="43014" idx="2"/>
            <a:endCxn id="43021" idx="7"/>
          </p:cNvCxnSpPr>
          <p:nvPr/>
        </p:nvCxnSpPr>
        <p:spPr bwMode="auto">
          <a:xfrm flipH="1">
            <a:off x="4303713" y="2036764"/>
            <a:ext cx="1458912" cy="693737"/>
          </a:xfrm>
          <a:prstGeom prst="straightConnector1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24" name="AutoShape 17">
            <a:extLst>
              <a:ext uri="{FF2B5EF4-FFF2-40B4-BE49-F238E27FC236}">
                <a16:creationId xmlns:a16="http://schemas.microsoft.com/office/drawing/2014/main" id="{B62D3DB2-3D57-6CFB-B0B0-C53876A109C6}"/>
              </a:ext>
            </a:extLst>
          </p:cNvPr>
          <p:cNvCxnSpPr>
            <a:cxnSpLocks noChangeShapeType="1"/>
            <a:stCxn id="43014" idx="4"/>
            <a:endCxn id="43016" idx="0"/>
          </p:cNvCxnSpPr>
          <p:nvPr/>
        </p:nvCxnSpPr>
        <p:spPr bwMode="auto">
          <a:xfrm>
            <a:off x="6059488" y="2338389"/>
            <a:ext cx="285750" cy="7318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25" name="AutoShape 18">
            <a:extLst>
              <a:ext uri="{FF2B5EF4-FFF2-40B4-BE49-F238E27FC236}">
                <a16:creationId xmlns:a16="http://schemas.microsoft.com/office/drawing/2014/main" id="{D15DEAF9-79A3-7EC9-45AB-B7333B8FC596}"/>
              </a:ext>
            </a:extLst>
          </p:cNvPr>
          <p:cNvCxnSpPr>
            <a:cxnSpLocks noChangeShapeType="1"/>
            <a:stCxn id="43020" idx="2"/>
            <a:endCxn id="43016" idx="7"/>
          </p:cNvCxnSpPr>
          <p:nvPr/>
        </p:nvCxnSpPr>
        <p:spPr bwMode="auto">
          <a:xfrm flipH="1">
            <a:off x="6542088" y="2209801"/>
            <a:ext cx="1751012" cy="9429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26" name="AutoShape 19">
            <a:extLst>
              <a:ext uri="{FF2B5EF4-FFF2-40B4-BE49-F238E27FC236}">
                <a16:creationId xmlns:a16="http://schemas.microsoft.com/office/drawing/2014/main" id="{11B029EE-AF47-8757-7051-E32915B63938}"/>
              </a:ext>
            </a:extLst>
          </p:cNvPr>
          <p:cNvCxnSpPr>
            <a:cxnSpLocks noChangeShapeType="1"/>
            <a:stCxn id="43018" idx="2"/>
            <a:endCxn id="43015" idx="7"/>
          </p:cNvCxnSpPr>
          <p:nvPr/>
        </p:nvCxnSpPr>
        <p:spPr bwMode="auto">
          <a:xfrm flipH="1">
            <a:off x="6327775" y="3906838"/>
            <a:ext cx="1339850" cy="652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27" name="AutoShape 20">
            <a:extLst>
              <a:ext uri="{FF2B5EF4-FFF2-40B4-BE49-F238E27FC236}">
                <a16:creationId xmlns:a16="http://schemas.microsoft.com/office/drawing/2014/main" id="{6BBC7AFE-6FBC-A5A7-C517-9AB37025B340}"/>
              </a:ext>
            </a:extLst>
          </p:cNvPr>
          <p:cNvCxnSpPr>
            <a:cxnSpLocks noChangeShapeType="1"/>
            <a:stCxn id="43018" idx="3"/>
            <a:endCxn id="43022" idx="7"/>
          </p:cNvCxnSpPr>
          <p:nvPr/>
        </p:nvCxnSpPr>
        <p:spPr bwMode="auto">
          <a:xfrm flipH="1">
            <a:off x="6623050" y="4125914"/>
            <a:ext cx="1144588" cy="15589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28" name="AutoShape 21">
            <a:extLst>
              <a:ext uri="{FF2B5EF4-FFF2-40B4-BE49-F238E27FC236}">
                <a16:creationId xmlns:a16="http://schemas.microsoft.com/office/drawing/2014/main" id="{AABF762C-0483-5C04-D42F-FA6F126403BF}"/>
              </a:ext>
            </a:extLst>
          </p:cNvPr>
          <p:cNvCxnSpPr>
            <a:cxnSpLocks noChangeShapeType="1"/>
            <a:stCxn id="43017" idx="6"/>
            <a:endCxn id="43022" idx="2"/>
          </p:cNvCxnSpPr>
          <p:nvPr/>
        </p:nvCxnSpPr>
        <p:spPr bwMode="auto">
          <a:xfrm>
            <a:off x="4518026" y="5189538"/>
            <a:ext cx="1611313" cy="715962"/>
          </a:xfrm>
          <a:prstGeom prst="straightConnector1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29" name="AutoShape 22">
            <a:extLst>
              <a:ext uri="{FF2B5EF4-FFF2-40B4-BE49-F238E27FC236}">
                <a16:creationId xmlns:a16="http://schemas.microsoft.com/office/drawing/2014/main" id="{25A3CAEF-F71E-E2BB-8420-2E71C29CDB73}"/>
              </a:ext>
            </a:extLst>
          </p:cNvPr>
          <p:cNvCxnSpPr>
            <a:cxnSpLocks noChangeShapeType="1"/>
            <a:stCxn id="43015" idx="4"/>
            <a:endCxn id="43022" idx="1"/>
          </p:cNvCxnSpPr>
          <p:nvPr/>
        </p:nvCxnSpPr>
        <p:spPr bwMode="auto">
          <a:xfrm>
            <a:off x="6130926" y="5081588"/>
            <a:ext cx="98425" cy="6032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30" name="AutoShape 23">
            <a:extLst>
              <a:ext uri="{FF2B5EF4-FFF2-40B4-BE49-F238E27FC236}">
                <a16:creationId xmlns:a16="http://schemas.microsoft.com/office/drawing/2014/main" id="{D5A60059-E24B-68D2-CA46-701CBD9C841A}"/>
              </a:ext>
            </a:extLst>
          </p:cNvPr>
          <p:cNvCxnSpPr>
            <a:cxnSpLocks noChangeShapeType="1"/>
            <a:stCxn id="43019" idx="5"/>
            <a:endCxn id="43015" idx="1"/>
          </p:cNvCxnSpPr>
          <p:nvPr/>
        </p:nvCxnSpPr>
        <p:spPr bwMode="auto">
          <a:xfrm>
            <a:off x="5414963" y="4105276"/>
            <a:ext cx="519112" cy="4540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31" name="AutoShape 24">
            <a:extLst>
              <a:ext uri="{FF2B5EF4-FFF2-40B4-BE49-F238E27FC236}">
                <a16:creationId xmlns:a16="http://schemas.microsoft.com/office/drawing/2014/main" id="{73629B2A-E680-348F-5635-132D4BAE43BB}"/>
              </a:ext>
            </a:extLst>
          </p:cNvPr>
          <p:cNvCxnSpPr>
            <a:cxnSpLocks noChangeShapeType="1"/>
            <a:stCxn id="43021" idx="5"/>
            <a:endCxn id="43019" idx="1"/>
          </p:cNvCxnSpPr>
          <p:nvPr/>
        </p:nvCxnSpPr>
        <p:spPr bwMode="auto">
          <a:xfrm>
            <a:off x="4303713" y="3170238"/>
            <a:ext cx="717550" cy="4953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32" name="AutoShape 25">
            <a:extLst>
              <a:ext uri="{FF2B5EF4-FFF2-40B4-BE49-F238E27FC236}">
                <a16:creationId xmlns:a16="http://schemas.microsoft.com/office/drawing/2014/main" id="{61FB1825-AF7E-F65F-DB26-0BE3D17341E2}"/>
              </a:ext>
            </a:extLst>
          </p:cNvPr>
          <p:cNvCxnSpPr>
            <a:cxnSpLocks noChangeShapeType="1"/>
            <a:stCxn id="43021" idx="4"/>
            <a:endCxn id="43017" idx="0"/>
          </p:cNvCxnSpPr>
          <p:nvPr/>
        </p:nvCxnSpPr>
        <p:spPr bwMode="auto">
          <a:xfrm>
            <a:off x="4106863" y="3252789"/>
            <a:ext cx="114300" cy="1633537"/>
          </a:xfrm>
          <a:prstGeom prst="straightConnector1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33" name="AutoShape 26">
            <a:extLst>
              <a:ext uri="{FF2B5EF4-FFF2-40B4-BE49-F238E27FC236}">
                <a16:creationId xmlns:a16="http://schemas.microsoft.com/office/drawing/2014/main" id="{958B2EB2-3AC5-A5D8-CA38-C3948E84D2D6}"/>
              </a:ext>
            </a:extLst>
          </p:cNvPr>
          <p:cNvCxnSpPr>
            <a:cxnSpLocks noChangeShapeType="1"/>
            <a:stCxn id="43021" idx="6"/>
            <a:endCxn id="43016" idx="2"/>
          </p:cNvCxnSpPr>
          <p:nvPr/>
        </p:nvCxnSpPr>
        <p:spPr bwMode="auto">
          <a:xfrm>
            <a:off x="4403725" y="2951164"/>
            <a:ext cx="1644650" cy="4222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34" name="AutoShape 27">
            <a:extLst>
              <a:ext uri="{FF2B5EF4-FFF2-40B4-BE49-F238E27FC236}">
                <a16:creationId xmlns:a16="http://schemas.microsoft.com/office/drawing/2014/main" id="{0847647C-901E-D106-2451-1E0A2AC52EBA}"/>
              </a:ext>
            </a:extLst>
          </p:cNvPr>
          <p:cNvCxnSpPr>
            <a:cxnSpLocks noChangeShapeType="1"/>
            <a:stCxn id="43016" idx="6"/>
            <a:endCxn id="43018" idx="1"/>
          </p:cNvCxnSpPr>
          <p:nvPr/>
        </p:nvCxnSpPr>
        <p:spPr bwMode="auto">
          <a:xfrm>
            <a:off x="6642100" y="3373439"/>
            <a:ext cx="1125538" cy="3127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35" name="AutoShape 28">
            <a:extLst>
              <a:ext uri="{FF2B5EF4-FFF2-40B4-BE49-F238E27FC236}">
                <a16:creationId xmlns:a16="http://schemas.microsoft.com/office/drawing/2014/main" id="{2EF83438-C45C-795E-86F2-D4E3745AD8B0}"/>
              </a:ext>
            </a:extLst>
          </p:cNvPr>
          <p:cNvCxnSpPr>
            <a:cxnSpLocks noChangeShapeType="1"/>
            <a:stCxn id="43020" idx="3"/>
            <a:endCxn id="43018" idx="7"/>
          </p:cNvCxnSpPr>
          <p:nvPr/>
        </p:nvCxnSpPr>
        <p:spPr bwMode="auto">
          <a:xfrm flipH="1">
            <a:off x="8161339" y="2428875"/>
            <a:ext cx="231775" cy="12573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>
            <a:extLst>
              <a:ext uri="{FF2B5EF4-FFF2-40B4-BE49-F238E27FC236}">
                <a16:creationId xmlns:a16="http://schemas.microsoft.com/office/drawing/2014/main" id="{8C8F52E5-BA29-9C0F-57A6-98E6A5D4F8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457200"/>
            <a:ext cx="7772400" cy="1143000"/>
          </a:xfrm>
        </p:spPr>
        <p:txBody>
          <a:bodyPr/>
          <a:lstStyle/>
          <a:p>
            <a:r>
              <a:rPr lang="en-US" altLang="en-US"/>
              <a:t>Topological Sorting Example </a:t>
            </a:r>
          </a:p>
        </p:txBody>
      </p:sp>
      <p:sp>
        <p:nvSpPr>
          <p:cNvPr id="44034" name="Rectangle 3">
            <a:extLst>
              <a:ext uri="{FF2B5EF4-FFF2-40B4-BE49-F238E27FC236}">
                <a16:creationId xmlns:a16="http://schemas.microsoft.com/office/drawing/2014/main" id="{4D62027B-51B9-AAF7-89EA-F7C750CDBD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0788" y="2719389"/>
            <a:ext cx="23812" cy="7937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4035" name="Rectangle 4">
            <a:extLst>
              <a:ext uri="{FF2B5EF4-FFF2-40B4-BE49-F238E27FC236}">
                <a16:creationId xmlns:a16="http://schemas.microsoft.com/office/drawing/2014/main" id="{F60AEB07-93AF-E81F-58D4-9C2D1A2F2F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6963" y="3673475"/>
            <a:ext cx="23812" cy="7938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4036" name="Rectangle 5">
            <a:extLst>
              <a:ext uri="{FF2B5EF4-FFF2-40B4-BE49-F238E27FC236}">
                <a16:creationId xmlns:a16="http://schemas.microsoft.com/office/drawing/2014/main" id="{80EA1F2A-0E31-83FA-08AA-64D43DDA15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9464" y="3673475"/>
            <a:ext cx="22225" cy="7938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4037" name="Rectangle 6">
            <a:extLst>
              <a:ext uri="{FF2B5EF4-FFF2-40B4-BE49-F238E27FC236}">
                <a16:creationId xmlns:a16="http://schemas.microsoft.com/office/drawing/2014/main" id="{FDD8ED4A-6C39-28A5-32A3-9F3BB9F3B7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2864" y="5756275"/>
            <a:ext cx="22225" cy="7938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4038" name="Oval 7">
            <a:extLst>
              <a:ext uri="{FF2B5EF4-FFF2-40B4-BE49-F238E27FC236}">
                <a16:creationId xmlns:a16="http://schemas.microsoft.com/office/drawing/2014/main" id="{896DCD25-B525-6399-7A97-D3A5A9E12F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1676" y="1752600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4039" name="Oval 8">
            <a:extLst>
              <a:ext uri="{FF2B5EF4-FFF2-40B4-BE49-F238E27FC236}">
                <a16:creationId xmlns:a16="http://schemas.microsoft.com/office/drawing/2014/main" id="{6C5413A0-1828-E690-6B6A-14730DE9FC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3114" y="4495800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4040" name="Oval 9">
            <a:extLst>
              <a:ext uri="{FF2B5EF4-FFF2-40B4-BE49-F238E27FC236}">
                <a16:creationId xmlns:a16="http://schemas.microsoft.com/office/drawing/2014/main" id="{B0DB5353-CFD3-DAD2-64B8-A5211A0105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7426" y="3089275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4041" name="Oval 10">
            <a:extLst>
              <a:ext uri="{FF2B5EF4-FFF2-40B4-BE49-F238E27FC236}">
                <a16:creationId xmlns:a16="http://schemas.microsoft.com/office/drawing/2014/main" id="{EF5DFA37-DB65-63B5-C4B5-C8EB41F3F5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3351" y="4905375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8</a:t>
            </a:r>
          </a:p>
        </p:txBody>
      </p:sp>
      <p:sp>
        <p:nvSpPr>
          <p:cNvPr id="44042" name="Oval 11">
            <a:extLst>
              <a:ext uri="{FF2B5EF4-FFF2-40B4-BE49-F238E27FC236}">
                <a16:creationId xmlns:a16="http://schemas.microsoft.com/office/drawing/2014/main" id="{8AAAD5B4-DC45-F3AD-0BCE-71D22D67E0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6676" y="3622675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4043" name="Oval 12">
            <a:extLst>
              <a:ext uri="{FF2B5EF4-FFF2-40B4-BE49-F238E27FC236}">
                <a16:creationId xmlns:a16="http://schemas.microsoft.com/office/drawing/2014/main" id="{7D28D159-B524-5033-B890-B44D7A6CA0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0301" y="3602039"/>
            <a:ext cx="555625" cy="56673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4044" name="Oval 13">
            <a:extLst>
              <a:ext uri="{FF2B5EF4-FFF2-40B4-BE49-F238E27FC236}">
                <a16:creationId xmlns:a16="http://schemas.microsoft.com/office/drawing/2014/main" id="{78F16203-3E1E-EDF9-19D5-B349E7D76B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2151" y="1925639"/>
            <a:ext cx="555625" cy="56673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4045" name="Oval 14">
            <a:extLst>
              <a:ext uri="{FF2B5EF4-FFF2-40B4-BE49-F238E27FC236}">
                <a16:creationId xmlns:a16="http://schemas.microsoft.com/office/drawing/2014/main" id="{5F2AC7F3-2B20-33FE-C8EB-559A844382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9051" y="2667000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4046" name="Oval 15">
            <a:extLst>
              <a:ext uri="{FF2B5EF4-FFF2-40B4-BE49-F238E27FC236}">
                <a16:creationId xmlns:a16="http://schemas.microsoft.com/office/drawing/2014/main" id="{713B529B-7AE1-0476-2339-2610D0C0BD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8389" y="5621339"/>
            <a:ext cx="555625" cy="56673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9</a:t>
            </a:r>
          </a:p>
        </p:txBody>
      </p:sp>
      <p:cxnSp>
        <p:nvCxnSpPr>
          <p:cNvPr id="44047" name="AutoShape 16">
            <a:extLst>
              <a:ext uri="{FF2B5EF4-FFF2-40B4-BE49-F238E27FC236}">
                <a16:creationId xmlns:a16="http://schemas.microsoft.com/office/drawing/2014/main" id="{04CD1EA2-5B16-19EA-B8B6-DF4DFC6EC4CC}"/>
              </a:ext>
            </a:extLst>
          </p:cNvPr>
          <p:cNvCxnSpPr>
            <a:cxnSpLocks noChangeShapeType="1"/>
            <a:stCxn id="44038" idx="2"/>
            <a:endCxn id="44045" idx="7"/>
          </p:cNvCxnSpPr>
          <p:nvPr/>
        </p:nvCxnSpPr>
        <p:spPr bwMode="auto">
          <a:xfrm flipH="1">
            <a:off x="4303713" y="2036764"/>
            <a:ext cx="1458912" cy="693737"/>
          </a:xfrm>
          <a:prstGeom prst="straightConnector1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48" name="AutoShape 17">
            <a:extLst>
              <a:ext uri="{FF2B5EF4-FFF2-40B4-BE49-F238E27FC236}">
                <a16:creationId xmlns:a16="http://schemas.microsoft.com/office/drawing/2014/main" id="{68C8B4F5-5026-3286-5104-E7A272D00E15}"/>
              </a:ext>
            </a:extLst>
          </p:cNvPr>
          <p:cNvCxnSpPr>
            <a:cxnSpLocks noChangeShapeType="1"/>
            <a:stCxn id="44038" idx="4"/>
            <a:endCxn id="44040" idx="0"/>
          </p:cNvCxnSpPr>
          <p:nvPr/>
        </p:nvCxnSpPr>
        <p:spPr bwMode="auto">
          <a:xfrm>
            <a:off x="6059488" y="2338389"/>
            <a:ext cx="285750" cy="7318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49" name="AutoShape 18">
            <a:extLst>
              <a:ext uri="{FF2B5EF4-FFF2-40B4-BE49-F238E27FC236}">
                <a16:creationId xmlns:a16="http://schemas.microsoft.com/office/drawing/2014/main" id="{1AF9F3F1-DD84-A706-6901-063933405AB4}"/>
              </a:ext>
            </a:extLst>
          </p:cNvPr>
          <p:cNvCxnSpPr>
            <a:cxnSpLocks noChangeShapeType="1"/>
            <a:stCxn id="44044" idx="2"/>
            <a:endCxn id="44040" idx="7"/>
          </p:cNvCxnSpPr>
          <p:nvPr/>
        </p:nvCxnSpPr>
        <p:spPr bwMode="auto">
          <a:xfrm flipH="1">
            <a:off x="6542088" y="2209801"/>
            <a:ext cx="1751012" cy="9429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50" name="AutoShape 19">
            <a:extLst>
              <a:ext uri="{FF2B5EF4-FFF2-40B4-BE49-F238E27FC236}">
                <a16:creationId xmlns:a16="http://schemas.microsoft.com/office/drawing/2014/main" id="{0AC03471-067E-7ABF-0CD5-3357708F529E}"/>
              </a:ext>
            </a:extLst>
          </p:cNvPr>
          <p:cNvCxnSpPr>
            <a:cxnSpLocks noChangeShapeType="1"/>
            <a:stCxn id="44042" idx="2"/>
            <a:endCxn id="44039" idx="7"/>
          </p:cNvCxnSpPr>
          <p:nvPr/>
        </p:nvCxnSpPr>
        <p:spPr bwMode="auto">
          <a:xfrm flipH="1">
            <a:off x="6327775" y="3906838"/>
            <a:ext cx="1339850" cy="652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51" name="AutoShape 20">
            <a:extLst>
              <a:ext uri="{FF2B5EF4-FFF2-40B4-BE49-F238E27FC236}">
                <a16:creationId xmlns:a16="http://schemas.microsoft.com/office/drawing/2014/main" id="{AD58D3F3-9523-DB82-A32F-B136FC59DCBC}"/>
              </a:ext>
            </a:extLst>
          </p:cNvPr>
          <p:cNvCxnSpPr>
            <a:cxnSpLocks noChangeShapeType="1"/>
            <a:stCxn id="44042" idx="3"/>
            <a:endCxn id="44046" idx="7"/>
          </p:cNvCxnSpPr>
          <p:nvPr/>
        </p:nvCxnSpPr>
        <p:spPr bwMode="auto">
          <a:xfrm flipH="1">
            <a:off x="6623050" y="4125914"/>
            <a:ext cx="1144588" cy="15589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52" name="AutoShape 21">
            <a:extLst>
              <a:ext uri="{FF2B5EF4-FFF2-40B4-BE49-F238E27FC236}">
                <a16:creationId xmlns:a16="http://schemas.microsoft.com/office/drawing/2014/main" id="{D3E821BF-E93A-879B-7D72-728AC8805CD7}"/>
              </a:ext>
            </a:extLst>
          </p:cNvPr>
          <p:cNvCxnSpPr>
            <a:cxnSpLocks noChangeShapeType="1"/>
            <a:stCxn id="44041" idx="6"/>
            <a:endCxn id="44046" idx="2"/>
          </p:cNvCxnSpPr>
          <p:nvPr/>
        </p:nvCxnSpPr>
        <p:spPr bwMode="auto">
          <a:xfrm>
            <a:off x="4518026" y="5189538"/>
            <a:ext cx="1611313" cy="7159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53" name="AutoShape 22">
            <a:extLst>
              <a:ext uri="{FF2B5EF4-FFF2-40B4-BE49-F238E27FC236}">
                <a16:creationId xmlns:a16="http://schemas.microsoft.com/office/drawing/2014/main" id="{E19F8EDF-73D6-E27F-01FA-664FACD96F87}"/>
              </a:ext>
            </a:extLst>
          </p:cNvPr>
          <p:cNvCxnSpPr>
            <a:cxnSpLocks noChangeShapeType="1"/>
            <a:stCxn id="44039" idx="4"/>
            <a:endCxn id="44046" idx="1"/>
          </p:cNvCxnSpPr>
          <p:nvPr/>
        </p:nvCxnSpPr>
        <p:spPr bwMode="auto">
          <a:xfrm>
            <a:off x="6130926" y="5081588"/>
            <a:ext cx="98425" cy="6032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54" name="AutoShape 23">
            <a:extLst>
              <a:ext uri="{FF2B5EF4-FFF2-40B4-BE49-F238E27FC236}">
                <a16:creationId xmlns:a16="http://schemas.microsoft.com/office/drawing/2014/main" id="{C79D8201-BC8D-9E4B-7739-A9665700B4FC}"/>
              </a:ext>
            </a:extLst>
          </p:cNvPr>
          <p:cNvCxnSpPr>
            <a:cxnSpLocks noChangeShapeType="1"/>
            <a:stCxn id="44043" idx="5"/>
            <a:endCxn id="44039" idx="1"/>
          </p:cNvCxnSpPr>
          <p:nvPr/>
        </p:nvCxnSpPr>
        <p:spPr bwMode="auto">
          <a:xfrm>
            <a:off x="5414963" y="4105276"/>
            <a:ext cx="519112" cy="4540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55" name="AutoShape 24">
            <a:extLst>
              <a:ext uri="{FF2B5EF4-FFF2-40B4-BE49-F238E27FC236}">
                <a16:creationId xmlns:a16="http://schemas.microsoft.com/office/drawing/2014/main" id="{F0692C6A-DA7A-B996-47B6-9BFB98F294FB}"/>
              </a:ext>
            </a:extLst>
          </p:cNvPr>
          <p:cNvCxnSpPr>
            <a:cxnSpLocks noChangeShapeType="1"/>
            <a:stCxn id="44045" idx="5"/>
            <a:endCxn id="44043" idx="1"/>
          </p:cNvCxnSpPr>
          <p:nvPr/>
        </p:nvCxnSpPr>
        <p:spPr bwMode="auto">
          <a:xfrm>
            <a:off x="4303713" y="3170238"/>
            <a:ext cx="717550" cy="4953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56" name="AutoShape 25">
            <a:extLst>
              <a:ext uri="{FF2B5EF4-FFF2-40B4-BE49-F238E27FC236}">
                <a16:creationId xmlns:a16="http://schemas.microsoft.com/office/drawing/2014/main" id="{EF21A82B-2608-3B36-019E-D7A99822A193}"/>
              </a:ext>
            </a:extLst>
          </p:cNvPr>
          <p:cNvCxnSpPr>
            <a:cxnSpLocks noChangeShapeType="1"/>
            <a:stCxn id="44045" idx="4"/>
            <a:endCxn id="44041" idx="0"/>
          </p:cNvCxnSpPr>
          <p:nvPr/>
        </p:nvCxnSpPr>
        <p:spPr bwMode="auto">
          <a:xfrm>
            <a:off x="4106863" y="3252789"/>
            <a:ext cx="114300" cy="1633537"/>
          </a:xfrm>
          <a:prstGeom prst="straightConnector1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57" name="AutoShape 26">
            <a:extLst>
              <a:ext uri="{FF2B5EF4-FFF2-40B4-BE49-F238E27FC236}">
                <a16:creationId xmlns:a16="http://schemas.microsoft.com/office/drawing/2014/main" id="{54D31F57-F15D-895D-9E88-39E89EDAFBE1}"/>
              </a:ext>
            </a:extLst>
          </p:cNvPr>
          <p:cNvCxnSpPr>
            <a:cxnSpLocks noChangeShapeType="1"/>
            <a:stCxn id="44045" idx="6"/>
            <a:endCxn id="44040" idx="2"/>
          </p:cNvCxnSpPr>
          <p:nvPr/>
        </p:nvCxnSpPr>
        <p:spPr bwMode="auto">
          <a:xfrm>
            <a:off x="4403725" y="2951164"/>
            <a:ext cx="1644650" cy="4222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58" name="AutoShape 27">
            <a:extLst>
              <a:ext uri="{FF2B5EF4-FFF2-40B4-BE49-F238E27FC236}">
                <a16:creationId xmlns:a16="http://schemas.microsoft.com/office/drawing/2014/main" id="{B7325A60-FDBC-3C3F-85C1-E0CCCA225CA7}"/>
              </a:ext>
            </a:extLst>
          </p:cNvPr>
          <p:cNvCxnSpPr>
            <a:cxnSpLocks noChangeShapeType="1"/>
            <a:stCxn id="44040" idx="6"/>
            <a:endCxn id="44042" idx="1"/>
          </p:cNvCxnSpPr>
          <p:nvPr/>
        </p:nvCxnSpPr>
        <p:spPr bwMode="auto">
          <a:xfrm>
            <a:off x="6642100" y="3373439"/>
            <a:ext cx="1125538" cy="3127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59" name="AutoShape 28">
            <a:extLst>
              <a:ext uri="{FF2B5EF4-FFF2-40B4-BE49-F238E27FC236}">
                <a16:creationId xmlns:a16="http://schemas.microsoft.com/office/drawing/2014/main" id="{EC045AEF-0A26-58C5-763C-4B861F73FE0D}"/>
              </a:ext>
            </a:extLst>
          </p:cNvPr>
          <p:cNvCxnSpPr>
            <a:cxnSpLocks noChangeShapeType="1"/>
            <a:stCxn id="44044" idx="3"/>
            <a:endCxn id="44042" idx="7"/>
          </p:cNvCxnSpPr>
          <p:nvPr/>
        </p:nvCxnSpPr>
        <p:spPr bwMode="auto">
          <a:xfrm flipH="1">
            <a:off x="8161339" y="2428875"/>
            <a:ext cx="231775" cy="12573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>
            <a:extLst>
              <a:ext uri="{FF2B5EF4-FFF2-40B4-BE49-F238E27FC236}">
                <a16:creationId xmlns:a16="http://schemas.microsoft.com/office/drawing/2014/main" id="{CB84E31B-E5C2-2DF3-9F39-00F2AC9784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457200"/>
            <a:ext cx="7772400" cy="1143000"/>
          </a:xfrm>
        </p:spPr>
        <p:txBody>
          <a:bodyPr/>
          <a:lstStyle/>
          <a:p>
            <a:r>
              <a:rPr lang="en-US" altLang="en-US"/>
              <a:t>Topological Sorting Example </a:t>
            </a:r>
          </a:p>
        </p:txBody>
      </p:sp>
      <p:sp>
        <p:nvSpPr>
          <p:cNvPr id="45058" name="Rectangle 3">
            <a:extLst>
              <a:ext uri="{FF2B5EF4-FFF2-40B4-BE49-F238E27FC236}">
                <a16:creationId xmlns:a16="http://schemas.microsoft.com/office/drawing/2014/main" id="{7EA7C342-8757-CB33-72AB-050DB6D72F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0788" y="2719389"/>
            <a:ext cx="23812" cy="7937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5059" name="Rectangle 4">
            <a:extLst>
              <a:ext uri="{FF2B5EF4-FFF2-40B4-BE49-F238E27FC236}">
                <a16:creationId xmlns:a16="http://schemas.microsoft.com/office/drawing/2014/main" id="{42722BB8-92FF-AFC7-6A3D-9A07558CA0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6963" y="3673475"/>
            <a:ext cx="23812" cy="7938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5060" name="Rectangle 5">
            <a:extLst>
              <a:ext uri="{FF2B5EF4-FFF2-40B4-BE49-F238E27FC236}">
                <a16:creationId xmlns:a16="http://schemas.microsoft.com/office/drawing/2014/main" id="{BBABAE14-FE43-ACE4-3B06-98B5B4298D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9464" y="3673475"/>
            <a:ext cx="22225" cy="7938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5061" name="Rectangle 6">
            <a:extLst>
              <a:ext uri="{FF2B5EF4-FFF2-40B4-BE49-F238E27FC236}">
                <a16:creationId xmlns:a16="http://schemas.microsoft.com/office/drawing/2014/main" id="{26B7CF6A-5935-489C-6234-222182BE37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2864" y="5756275"/>
            <a:ext cx="22225" cy="7938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5062" name="Oval 7">
            <a:extLst>
              <a:ext uri="{FF2B5EF4-FFF2-40B4-BE49-F238E27FC236}">
                <a16:creationId xmlns:a16="http://schemas.microsoft.com/office/drawing/2014/main" id="{E21F4EF1-8306-F78E-2E4B-854EAD5C3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1676" y="1752600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5063" name="Oval 8">
            <a:extLst>
              <a:ext uri="{FF2B5EF4-FFF2-40B4-BE49-F238E27FC236}">
                <a16:creationId xmlns:a16="http://schemas.microsoft.com/office/drawing/2014/main" id="{3E869F14-DB1C-AA9F-E003-6698EB1E44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3114" y="4495800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7</a:t>
            </a:r>
          </a:p>
        </p:txBody>
      </p:sp>
      <p:sp>
        <p:nvSpPr>
          <p:cNvPr id="45064" name="Oval 9">
            <a:extLst>
              <a:ext uri="{FF2B5EF4-FFF2-40B4-BE49-F238E27FC236}">
                <a16:creationId xmlns:a16="http://schemas.microsoft.com/office/drawing/2014/main" id="{A8D155C2-0259-3334-39A2-AA8A567DDB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7426" y="3089275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5065" name="Oval 10">
            <a:extLst>
              <a:ext uri="{FF2B5EF4-FFF2-40B4-BE49-F238E27FC236}">
                <a16:creationId xmlns:a16="http://schemas.microsoft.com/office/drawing/2014/main" id="{78780DD9-0355-5C94-C838-00A68870F1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3351" y="4905375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8</a:t>
            </a:r>
          </a:p>
        </p:txBody>
      </p:sp>
      <p:sp>
        <p:nvSpPr>
          <p:cNvPr id="45066" name="Oval 11">
            <a:extLst>
              <a:ext uri="{FF2B5EF4-FFF2-40B4-BE49-F238E27FC236}">
                <a16:creationId xmlns:a16="http://schemas.microsoft.com/office/drawing/2014/main" id="{201A99C5-A16B-95E8-0A51-56DFC172AF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6676" y="3622675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5067" name="Oval 12">
            <a:extLst>
              <a:ext uri="{FF2B5EF4-FFF2-40B4-BE49-F238E27FC236}">
                <a16:creationId xmlns:a16="http://schemas.microsoft.com/office/drawing/2014/main" id="{5E164F5B-027E-BB42-BD70-71D1EB0F2A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0301" y="3602039"/>
            <a:ext cx="555625" cy="56673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5068" name="Oval 13">
            <a:extLst>
              <a:ext uri="{FF2B5EF4-FFF2-40B4-BE49-F238E27FC236}">
                <a16:creationId xmlns:a16="http://schemas.microsoft.com/office/drawing/2014/main" id="{54D9F66F-71D8-454D-9F77-AC5B9A8FFE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2151" y="1925639"/>
            <a:ext cx="555625" cy="56673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5069" name="Oval 14">
            <a:extLst>
              <a:ext uri="{FF2B5EF4-FFF2-40B4-BE49-F238E27FC236}">
                <a16:creationId xmlns:a16="http://schemas.microsoft.com/office/drawing/2014/main" id="{AFAF7346-64B5-0533-B053-FC34119E75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9051" y="2667000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5070" name="Oval 15">
            <a:extLst>
              <a:ext uri="{FF2B5EF4-FFF2-40B4-BE49-F238E27FC236}">
                <a16:creationId xmlns:a16="http://schemas.microsoft.com/office/drawing/2014/main" id="{C76CB24A-A504-2B73-D884-40557C74BC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8389" y="5621339"/>
            <a:ext cx="555625" cy="56673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9</a:t>
            </a:r>
          </a:p>
        </p:txBody>
      </p:sp>
      <p:cxnSp>
        <p:nvCxnSpPr>
          <p:cNvPr id="45071" name="AutoShape 16">
            <a:extLst>
              <a:ext uri="{FF2B5EF4-FFF2-40B4-BE49-F238E27FC236}">
                <a16:creationId xmlns:a16="http://schemas.microsoft.com/office/drawing/2014/main" id="{63BB7618-7E54-8BB2-AF7D-97B9C7F9ADDF}"/>
              </a:ext>
            </a:extLst>
          </p:cNvPr>
          <p:cNvCxnSpPr>
            <a:cxnSpLocks noChangeShapeType="1"/>
            <a:stCxn id="45062" idx="2"/>
            <a:endCxn id="45069" idx="7"/>
          </p:cNvCxnSpPr>
          <p:nvPr/>
        </p:nvCxnSpPr>
        <p:spPr bwMode="auto">
          <a:xfrm flipH="1">
            <a:off x="4303713" y="2036764"/>
            <a:ext cx="1458912" cy="693737"/>
          </a:xfrm>
          <a:prstGeom prst="straightConnector1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72" name="AutoShape 17">
            <a:extLst>
              <a:ext uri="{FF2B5EF4-FFF2-40B4-BE49-F238E27FC236}">
                <a16:creationId xmlns:a16="http://schemas.microsoft.com/office/drawing/2014/main" id="{D09BE7F4-059F-A718-6A37-BC7419EA27FB}"/>
              </a:ext>
            </a:extLst>
          </p:cNvPr>
          <p:cNvCxnSpPr>
            <a:cxnSpLocks noChangeShapeType="1"/>
            <a:stCxn id="45062" idx="4"/>
            <a:endCxn id="45064" idx="0"/>
          </p:cNvCxnSpPr>
          <p:nvPr/>
        </p:nvCxnSpPr>
        <p:spPr bwMode="auto">
          <a:xfrm>
            <a:off x="6059488" y="2338389"/>
            <a:ext cx="285750" cy="7318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73" name="AutoShape 18">
            <a:extLst>
              <a:ext uri="{FF2B5EF4-FFF2-40B4-BE49-F238E27FC236}">
                <a16:creationId xmlns:a16="http://schemas.microsoft.com/office/drawing/2014/main" id="{85BB5FB4-D39E-DE15-6BEB-617F0B92E50E}"/>
              </a:ext>
            </a:extLst>
          </p:cNvPr>
          <p:cNvCxnSpPr>
            <a:cxnSpLocks noChangeShapeType="1"/>
            <a:stCxn id="45068" idx="2"/>
            <a:endCxn id="45064" idx="7"/>
          </p:cNvCxnSpPr>
          <p:nvPr/>
        </p:nvCxnSpPr>
        <p:spPr bwMode="auto">
          <a:xfrm flipH="1">
            <a:off x="6542088" y="2209801"/>
            <a:ext cx="1751012" cy="9429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74" name="AutoShape 19">
            <a:extLst>
              <a:ext uri="{FF2B5EF4-FFF2-40B4-BE49-F238E27FC236}">
                <a16:creationId xmlns:a16="http://schemas.microsoft.com/office/drawing/2014/main" id="{088602F8-51F3-BE17-CE62-D0968FC5C9BD}"/>
              </a:ext>
            </a:extLst>
          </p:cNvPr>
          <p:cNvCxnSpPr>
            <a:cxnSpLocks noChangeShapeType="1"/>
            <a:stCxn id="45066" idx="2"/>
            <a:endCxn id="45063" idx="7"/>
          </p:cNvCxnSpPr>
          <p:nvPr/>
        </p:nvCxnSpPr>
        <p:spPr bwMode="auto">
          <a:xfrm flipH="1">
            <a:off x="6327775" y="3906838"/>
            <a:ext cx="1339850" cy="652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75" name="AutoShape 20">
            <a:extLst>
              <a:ext uri="{FF2B5EF4-FFF2-40B4-BE49-F238E27FC236}">
                <a16:creationId xmlns:a16="http://schemas.microsoft.com/office/drawing/2014/main" id="{54D2BE19-E88F-9AF8-93E1-F80B98F35076}"/>
              </a:ext>
            </a:extLst>
          </p:cNvPr>
          <p:cNvCxnSpPr>
            <a:cxnSpLocks noChangeShapeType="1"/>
            <a:stCxn id="45066" idx="3"/>
            <a:endCxn id="45070" idx="7"/>
          </p:cNvCxnSpPr>
          <p:nvPr/>
        </p:nvCxnSpPr>
        <p:spPr bwMode="auto">
          <a:xfrm flipH="1">
            <a:off x="6623050" y="4125914"/>
            <a:ext cx="1144588" cy="15589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76" name="AutoShape 21">
            <a:extLst>
              <a:ext uri="{FF2B5EF4-FFF2-40B4-BE49-F238E27FC236}">
                <a16:creationId xmlns:a16="http://schemas.microsoft.com/office/drawing/2014/main" id="{B4B8BBB4-296E-DED9-2A10-51EE48075040}"/>
              </a:ext>
            </a:extLst>
          </p:cNvPr>
          <p:cNvCxnSpPr>
            <a:cxnSpLocks noChangeShapeType="1"/>
            <a:stCxn id="45065" idx="6"/>
            <a:endCxn id="45070" idx="2"/>
          </p:cNvCxnSpPr>
          <p:nvPr/>
        </p:nvCxnSpPr>
        <p:spPr bwMode="auto">
          <a:xfrm>
            <a:off x="4518026" y="5189538"/>
            <a:ext cx="1611313" cy="7159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77" name="AutoShape 22">
            <a:extLst>
              <a:ext uri="{FF2B5EF4-FFF2-40B4-BE49-F238E27FC236}">
                <a16:creationId xmlns:a16="http://schemas.microsoft.com/office/drawing/2014/main" id="{FC0ADE22-2987-5A93-AD49-68C4D4DCEE17}"/>
              </a:ext>
            </a:extLst>
          </p:cNvPr>
          <p:cNvCxnSpPr>
            <a:cxnSpLocks noChangeShapeType="1"/>
            <a:stCxn id="45063" idx="4"/>
            <a:endCxn id="45070" idx="1"/>
          </p:cNvCxnSpPr>
          <p:nvPr/>
        </p:nvCxnSpPr>
        <p:spPr bwMode="auto">
          <a:xfrm>
            <a:off x="6130926" y="5081588"/>
            <a:ext cx="98425" cy="6032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78" name="AutoShape 23">
            <a:extLst>
              <a:ext uri="{FF2B5EF4-FFF2-40B4-BE49-F238E27FC236}">
                <a16:creationId xmlns:a16="http://schemas.microsoft.com/office/drawing/2014/main" id="{661A52EB-D094-E248-6785-F9770FBF6072}"/>
              </a:ext>
            </a:extLst>
          </p:cNvPr>
          <p:cNvCxnSpPr>
            <a:cxnSpLocks noChangeShapeType="1"/>
            <a:stCxn id="45067" idx="5"/>
            <a:endCxn id="45063" idx="1"/>
          </p:cNvCxnSpPr>
          <p:nvPr/>
        </p:nvCxnSpPr>
        <p:spPr bwMode="auto">
          <a:xfrm>
            <a:off x="5414963" y="4105276"/>
            <a:ext cx="519112" cy="454025"/>
          </a:xfrm>
          <a:prstGeom prst="straightConnector1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79" name="AutoShape 24">
            <a:extLst>
              <a:ext uri="{FF2B5EF4-FFF2-40B4-BE49-F238E27FC236}">
                <a16:creationId xmlns:a16="http://schemas.microsoft.com/office/drawing/2014/main" id="{8643A1A0-D2EB-1A38-12BE-834C850B2153}"/>
              </a:ext>
            </a:extLst>
          </p:cNvPr>
          <p:cNvCxnSpPr>
            <a:cxnSpLocks noChangeShapeType="1"/>
            <a:stCxn id="45069" idx="5"/>
            <a:endCxn id="45067" idx="1"/>
          </p:cNvCxnSpPr>
          <p:nvPr/>
        </p:nvCxnSpPr>
        <p:spPr bwMode="auto">
          <a:xfrm>
            <a:off x="4303713" y="3170238"/>
            <a:ext cx="717550" cy="495300"/>
          </a:xfrm>
          <a:prstGeom prst="straightConnector1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80" name="AutoShape 25">
            <a:extLst>
              <a:ext uri="{FF2B5EF4-FFF2-40B4-BE49-F238E27FC236}">
                <a16:creationId xmlns:a16="http://schemas.microsoft.com/office/drawing/2014/main" id="{A274A83D-D158-95F4-5EAC-39046CF53B70}"/>
              </a:ext>
            </a:extLst>
          </p:cNvPr>
          <p:cNvCxnSpPr>
            <a:cxnSpLocks noChangeShapeType="1"/>
            <a:stCxn id="45069" idx="4"/>
            <a:endCxn id="45065" idx="0"/>
          </p:cNvCxnSpPr>
          <p:nvPr/>
        </p:nvCxnSpPr>
        <p:spPr bwMode="auto">
          <a:xfrm>
            <a:off x="4106863" y="3252789"/>
            <a:ext cx="114300" cy="16335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81" name="AutoShape 26">
            <a:extLst>
              <a:ext uri="{FF2B5EF4-FFF2-40B4-BE49-F238E27FC236}">
                <a16:creationId xmlns:a16="http://schemas.microsoft.com/office/drawing/2014/main" id="{CD8377E9-96EE-6F82-F0FB-C2CB9B7CF902}"/>
              </a:ext>
            </a:extLst>
          </p:cNvPr>
          <p:cNvCxnSpPr>
            <a:cxnSpLocks noChangeShapeType="1"/>
            <a:stCxn id="45069" idx="6"/>
            <a:endCxn id="45064" idx="2"/>
          </p:cNvCxnSpPr>
          <p:nvPr/>
        </p:nvCxnSpPr>
        <p:spPr bwMode="auto">
          <a:xfrm>
            <a:off x="4403725" y="2951164"/>
            <a:ext cx="1644650" cy="4222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82" name="AutoShape 27">
            <a:extLst>
              <a:ext uri="{FF2B5EF4-FFF2-40B4-BE49-F238E27FC236}">
                <a16:creationId xmlns:a16="http://schemas.microsoft.com/office/drawing/2014/main" id="{47650B0D-8621-65BA-5B71-6E40440ABA15}"/>
              </a:ext>
            </a:extLst>
          </p:cNvPr>
          <p:cNvCxnSpPr>
            <a:cxnSpLocks noChangeShapeType="1"/>
            <a:stCxn id="45064" idx="6"/>
            <a:endCxn id="45066" idx="1"/>
          </p:cNvCxnSpPr>
          <p:nvPr/>
        </p:nvCxnSpPr>
        <p:spPr bwMode="auto">
          <a:xfrm>
            <a:off x="6642100" y="3373439"/>
            <a:ext cx="1125538" cy="3127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83" name="AutoShape 28">
            <a:extLst>
              <a:ext uri="{FF2B5EF4-FFF2-40B4-BE49-F238E27FC236}">
                <a16:creationId xmlns:a16="http://schemas.microsoft.com/office/drawing/2014/main" id="{1D8E024D-5C52-7370-365B-881DD2297337}"/>
              </a:ext>
            </a:extLst>
          </p:cNvPr>
          <p:cNvCxnSpPr>
            <a:cxnSpLocks noChangeShapeType="1"/>
            <a:stCxn id="45068" idx="3"/>
            <a:endCxn id="45066" idx="7"/>
          </p:cNvCxnSpPr>
          <p:nvPr/>
        </p:nvCxnSpPr>
        <p:spPr bwMode="auto">
          <a:xfrm flipH="1">
            <a:off x="8161339" y="2428875"/>
            <a:ext cx="231775" cy="12573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>
            <a:extLst>
              <a:ext uri="{FF2B5EF4-FFF2-40B4-BE49-F238E27FC236}">
                <a16:creationId xmlns:a16="http://schemas.microsoft.com/office/drawing/2014/main" id="{1605EDC0-CBC4-9DF5-AB96-AC9804B40B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457200"/>
            <a:ext cx="7772400" cy="1143000"/>
          </a:xfrm>
        </p:spPr>
        <p:txBody>
          <a:bodyPr/>
          <a:lstStyle/>
          <a:p>
            <a:r>
              <a:rPr lang="en-US" altLang="en-US"/>
              <a:t>Topological Sorting Example </a:t>
            </a:r>
          </a:p>
        </p:txBody>
      </p:sp>
      <p:sp>
        <p:nvSpPr>
          <p:cNvPr id="46082" name="Rectangle 3">
            <a:extLst>
              <a:ext uri="{FF2B5EF4-FFF2-40B4-BE49-F238E27FC236}">
                <a16:creationId xmlns:a16="http://schemas.microsoft.com/office/drawing/2014/main" id="{C3B029B5-A967-2E49-88EF-7606B832B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0788" y="2719389"/>
            <a:ext cx="23812" cy="7937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6083" name="Rectangle 4">
            <a:extLst>
              <a:ext uri="{FF2B5EF4-FFF2-40B4-BE49-F238E27FC236}">
                <a16:creationId xmlns:a16="http://schemas.microsoft.com/office/drawing/2014/main" id="{51F731B3-08DF-E4FF-2DE2-03EF7ADFE0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6963" y="3673475"/>
            <a:ext cx="23812" cy="7938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6084" name="Rectangle 5">
            <a:extLst>
              <a:ext uri="{FF2B5EF4-FFF2-40B4-BE49-F238E27FC236}">
                <a16:creationId xmlns:a16="http://schemas.microsoft.com/office/drawing/2014/main" id="{B8F37AC0-42C5-C255-DD71-E7DBBFCE4B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9464" y="3673475"/>
            <a:ext cx="22225" cy="7938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6085" name="Rectangle 6">
            <a:extLst>
              <a:ext uri="{FF2B5EF4-FFF2-40B4-BE49-F238E27FC236}">
                <a16:creationId xmlns:a16="http://schemas.microsoft.com/office/drawing/2014/main" id="{3F0195F8-0670-D553-32E0-264505008D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2864" y="5756275"/>
            <a:ext cx="22225" cy="7938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6086" name="Oval 7">
            <a:extLst>
              <a:ext uri="{FF2B5EF4-FFF2-40B4-BE49-F238E27FC236}">
                <a16:creationId xmlns:a16="http://schemas.microsoft.com/office/drawing/2014/main" id="{420E68B9-6546-66CF-68B5-BC5E1B3927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1676" y="1752600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6087" name="Oval 8">
            <a:extLst>
              <a:ext uri="{FF2B5EF4-FFF2-40B4-BE49-F238E27FC236}">
                <a16:creationId xmlns:a16="http://schemas.microsoft.com/office/drawing/2014/main" id="{CAD58FD2-484D-557C-9E90-9B271F214B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3114" y="4495800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7</a:t>
            </a:r>
          </a:p>
        </p:txBody>
      </p:sp>
      <p:sp>
        <p:nvSpPr>
          <p:cNvPr id="46088" name="Oval 9">
            <a:extLst>
              <a:ext uri="{FF2B5EF4-FFF2-40B4-BE49-F238E27FC236}">
                <a16:creationId xmlns:a16="http://schemas.microsoft.com/office/drawing/2014/main" id="{ABF6602E-197C-A127-6153-CE791CE502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7426" y="3089275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6089" name="Oval 10">
            <a:extLst>
              <a:ext uri="{FF2B5EF4-FFF2-40B4-BE49-F238E27FC236}">
                <a16:creationId xmlns:a16="http://schemas.microsoft.com/office/drawing/2014/main" id="{939FFFBD-3FF5-A141-87AA-16C3B02D62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3351" y="4905375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8</a:t>
            </a:r>
          </a:p>
        </p:txBody>
      </p:sp>
      <p:sp>
        <p:nvSpPr>
          <p:cNvPr id="46090" name="Oval 11">
            <a:extLst>
              <a:ext uri="{FF2B5EF4-FFF2-40B4-BE49-F238E27FC236}">
                <a16:creationId xmlns:a16="http://schemas.microsoft.com/office/drawing/2014/main" id="{C7D01416-A270-1A90-569B-071615518D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6676" y="3622675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6091" name="Oval 12">
            <a:extLst>
              <a:ext uri="{FF2B5EF4-FFF2-40B4-BE49-F238E27FC236}">
                <a16:creationId xmlns:a16="http://schemas.microsoft.com/office/drawing/2014/main" id="{0B7BB72E-EBA3-EDEE-461F-5D7B189DD3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0301" y="3602039"/>
            <a:ext cx="555625" cy="56673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6</a:t>
            </a:r>
          </a:p>
        </p:txBody>
      </p:sp>
      <p:sp>
        <p:nvSpPr>
          <p:cNvPr id="46092" name="Oval 13">
            <a:extLst>
              <a:ext uri="{FF2B5EF4-FFF2-40B4-BE49-F238E27FC236}">
                <a16:creationId xmlns:a16="http://schemas.microsoft.com/office/drawing/2014/main" id="{53AF9D06-E2BF-8562-6921-44E1A85CE8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2151" y="1925639"/>
            <a:ext cx="555625" cy="56673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6093" name="Oval 14">
            <a:extLst>
              <a:ext uri="{FF2B5EF4-FFF2-40B4-BE49-F238E27FC236}">
                <a16:creationId xmlns:a16="http://schemas.microsoft.com/office/drawing/2014/main" id="{C0819D3F-E1A8-2828-6549-6F08E79CE5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9051" y="2667000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6094" name="Oval 15">
            <a:extLst>
              <a:ext uri="{FF2B5EF4-FFF2-40B4-BE49-F238E27FC236}">
                <a16:creationId xmlns:a16="http://schemas.microsoft.com/office/drawing/2014/main" id="{A33A77AA-7707-877E-0567-E6549919BC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8389" y="5621339"/>
            <a:ext cx="555625" cy="56673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9</a:t>
            </a:r>
          </a:p>
        </p:txBody>
      </p:sp>
      <p:cxnSp>
        <p:nvCxnSpPr>
          <p:cNvPr id="46095" name="AutoShape 16">
            <a:extLst>
              <a:ext uri="{FF2B5EF4-FFF2-40B4-BE49-F238E27FC236}">
                <a16:creationId xmlns:a16="http://schemas.microsoft.com/office/drawing/2014/main" id="{8616DEB1-A1C8-3527-F92E-D889BD817BF4}"/>
              </a:ext>
            </a:extLst>
          </p:cNvPr>
          <p:cNvCxnSpPr>
            <a:cxnSpLocks noChangeShapeType="1"/>
            <a:stCxn id="46086" idx="2"/>
            <a:endCxn id="46093" idx="7"/>
          </p:cNvCxnSpPr>
          <p:nvPr/>
        </p:nvCxnSpPr>
        <p:spPr bwMode="auto">
          <a:xfrm flipH="1">
            <a:off x="4303713" y="2036764"/>
            <a:ext cx="1458912" cy="693737"/>
          </a:xfrm>
          <a:prstGeom prst="straightConnector1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096" name="AutoShape 17">
            <a:extLst>
              <a:ext uri="{FF2B5EF4-FFF2-40B4-BE49-F238E27FC236}">
                <a16:creationId xmlns:a16="http://schemas.microsoft.com/office/drawing/2014/main" id="{39D516D4-3101-BB99-3219-9D7BEDD2FE85}"/>
              </a:ext>
            </a:extLst>
          </p:cNvPr>
          <p:cNvCxnSpPr>
            <a:cxnSpLocks noChangeShapeType="1"/>
            <a:stCxn id="46086" idx="4"/>
            <a:endCxn id="46088" idx="0"/>
          </p:cNvCxnSpPr>
          <p:nvPr/>
        </p:nvCxnSpPr>
        <p:spPr bwMode="auto">
          <a:xfrm>
            <a:off x="6059488" y="2338389"/>
            <a:ext cx="285750" cy="7318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097" name="AutoShape 18">
            <a:extLst>
              <a:ext uri="{FF2B5EF4-FFF2-40B4-BE49-F238E27FC236}">
                <a16:creationId xmlns:a16="http://schemas.microsoft.com/office/drawing/2014/main" id="{C712895C-34BD-7281-F634-B9CD68564CB9}"/>
              </a:ext>
            </a:extLst>
          </p:cNvPr>
          <p:cNvCxnSpPr>
            <a:cxnSpLocks noChangeShapeType="1"/>
            <a:stCxn id="46092" idx="2"/>
            <a:endCxn id="46088" idx="7"/>
          </p:cNvCxnSpPr>
          <p:nvPr/>
        </p:nvCxnSpPr>
        <p:spPr bwMode="auto">
          <a:xfrm flipH="1">
            <a:off x="6542088" y="2209801"/>
            <a:ext cx="1751012" cy="9429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098" name="AutoShape 19">
            <a:extLst>
              <a:ext uri="{FF2B5EF4-FFF2-40B4-BE49-F238E27FC236}">
                <a16:creationId xmlns:a16="http://schemas.microsoft.com/office/drawing/2014/main" id="{B0E15920-4674-745A-9CD6-EFF9B449F26D}"/>
              </a:ext>
            </a:extLst>
          </p:cNvPr>
          <p:cNvCxnSpPr>
            <a:cxnSpLocks noChangeShapeType="1"/>
            <a:stCxn id="46090" idx="2"/>
            <a:endCxn id="46087" idx="7"/>
          </p:cNvCxnSpPr>
          <p:nvPr/>
        </p:nvCxnSpPr>
        <p:spPr bwMode="auto">
          <a:xfrm flipH="1">
            <a:off x="6327775" y="3906838"/>
            <a:ext cx="1339850" cy="652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099" name="AutoShape 20">
            <a:extLst>
              <a:ext uri="{FF2B5EF4-FFF2-40B4-BE49-F238E27FC236}">
                <a16:creationId xmlns:a16="http://schemas.microsoft.com/office/drawing/2014/main" id="{6135A7F3-62C4-827F-BBD4-A74A8415235D}"/>
              </a:ext>
            </a:extLst>
          </p:cNvPr>
          <p:cNvCxnSpPr>
            <a:cxnSpLocks noChangeShapeType="1"/>
            <a:stCxn id="46090" idx="3"/>
            <a:endCxn id="46094" idx="7"/>
          </p:cNvCxnSpPr>
          <p:nvPr/>
        </p:nvCxnSpPr>
        <p:spPr bwMode="auto">
          <a:xfrm flipH="1">
            <a:off x="6623050" y="4125914"/>
            <a:ext cx="1144588" cy="15589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100" name="AutoShape 21">
            <a:extLst>
              <a:ext uri="{FF2B5EF4-FFF2-40B4-BE49-F238E27FC236}">
                <a16:creationId xmlns:a16="http://schemas.microsoft.com/office/drawing/2014/main" id="{8C921EF3-7802-3180-F974-D9A13BBC0720}"/>
              </a:ext>
            </a:extLst>
          </p:cNvPr>
          <p:cNvCxnSpPr>
            <a:cxnSpLocks noChangeShapeType="1"/>
            <a:stCxn id="46089" idx="6"/>
            <a:endCxn id="46094" idx="2"/>
          </p:cNvCxnSpPr>
          <p:nvPr/>
        </p:nvCxnSpPr>
        <p:spPr bwMode="auto">
          <a:xfrm>
            <a:off x="4518026" y="5189538"/>
            <a:ext cx="1611313" cy="7159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101" name="AutoShape 22">
            <a:extLst>
              <a:ext uri="{FF2B5EF4-FFF2-40B4-BE49-F238E27FC236}">
                <a16:creationId xmlns:a16="http://schemas.microsoft.com/office/drawing/2014/main" id="{D13EC8B2-ECDA-CA73-8476-0B6539FB2160}"/>
              </a:ext>
            </a:extLst>
          </p:cNvPr>
          <p:cNvCxnSpPr>
            <a:cxnSpLocks noChangeShapeType="1"/>
            <a:stCxn id="46087" idx="4"/>
            <a:endCxn id="46094" idx="1"/>
          </p:cNvCxnSpPr>
          <p:nvPr/>
        </p:nvCxnSpPr>
        <p:spPr bwMode="auto">
          <a:xfrm>
            <a:off x="6130926" y="5081588"/>
            <a:ext cx="98425" cy="6032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102" name="AutoShape 23">
            <a:extLst>
              <a:ext uri="{FF2B5EF4-FFF2-40B4-BE49-F238E27FC236}">
                <a16:creationId xmlns:a16="http://schemas.microsoft.com/office/drawing/2014/main" id="{D9B65988-B6C9-0C6D-BE2C-F7D30CFFE902}"/>
              </a:ext>
            </a:extLst>
          </p:cNvPr>
          <p:cNvCxnSpPr>
            <a:cxnSpLocks noChangeShapeType="1"/>
            <a:stCxn id="46091" idx="5"/>
            <a:endCxn id="46087" idx="1"/>
          </p:cNvCxnSpPr>
          <p:nvPr/>
        </p:nvCxnSpPr>
        <p:spPr bwMode="auto">
          <a:xfrm>
            <a:off x="5414963" y="4105276"/>
            <a:ext cx="519112" cy="4540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103" name="AutoShape 24">
            <a:extLst>
              <a:ext uri="{FF2B5EF4-FFF2-40B4-BE49-F238E27FC236}">
                <a16:creationId xmlns:a16="http://schemas.microsoft.com/office/drawing/2014/main" id="{1436C119-6DD0-71E1-28E5-2263BE5A3853}"/>
              </a:ext>
            </a:extLst>
          </p:cNvPr>
          <p:cNvCxnSpPr>
            <a:cxnSpLocks noChangeShapeType="1"/>
            <a:stCxn id="46093" idx="5"/>
            <a:endCxn id="46091" idx="1"/>
          </p:cNvCxnSpPr>
          <p:nvPr/>
        </p:nvCxnSpPr>
        <p:spPr bwMode="auto">
          <a:xfrm>
            <a:off x="4303713" y="3170238"/>
            <a:ext cx="717550" cy="495300"/>
          </a:xfrm>
          <a:prstGeom prst="straightConnector1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104" name="AutoShape 25">
            <a:extLst>
              <a:ext uri="{FF2B5EF4-FFF2-40B4-BE49-F238E27FC236}">
                <a16:creationId xmlns:a16="http://schemas.microsoft.com/office/drawing/2014/main" id="{B44B47E4-275A-C94A-6E3A-5E7D7003B663}"/>
              </a:ext>
            </a:extLst>
          </p:cNvPr>
          <p:cNvCxnSpPr>
            <a:cxnSpLocks noChangeShapeType="1"/>
            <a:stCxn id="46093" idx="4"/>
            <a:endCxn id="46089" idx="0"/>
          </p:cNvCxnSpPr>
          <p:nvPr/>
        </p:nvCxnSpPr>
        <p:spPr bwMode="auto">
          <a:xfrm>
            <a:off x="4106863" y="3252789"/>
            <a:ext cx="114300" cy="16335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105" name="AutoShape 26">
            <a:extLst>
              <a:ext uri="{FF2B5EF4-FFF2-40B4-BE49-F238E27FC236}">
                <a16:creationId xmlns:a16="http://schemas.microsoft.com/office/drawing/2014/main" id="{DB8158C5-ECA8-4D14-6A5C-CAE596536620}"/>
              </a:ext>
            </a:extLst>
          </p:cNvPr>
          <p:cNvCxnSpPr>
            <a:cxnSpLocks noChangeShapeType="1"/>
            <a:stCxn id="46093" idx="6"/>
            <a:endCxn id="46088" idx="2"/>
          </p:cNvCxnSpPr>
          <p:nvPr/>
        </p:nvCxnSpPr>
        <p:spPr bwMode="auto">
          <a:xfrm>
            <a:off x="4403725" y="2951164"/>
            <a:ext cx="1644650" cy="4222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106" name="AutoShape 27">
            <a:extLst>
              <a:ext uri="{FF2B5EF4-FFF2-40B4-BE49-F238E27FC236}">
                <a16:creationId xmlns:a16="http://schemas.microsoft.com/office/drawing/2014/main" id="{7FEE3415-B862-7990-01C7-8994F48D8B34}"/>
              </a:ext>
            </a:extLst>
          </p:cNvPr>
          <p:cNvCxnSpPr>
            <a:cxnSpLocks noChangeShapeType="1"/>
            <a:stCxn id="46088" idx="6"/>
            <a:endCxn id="46090" idx="1"/>
          </p:cNvCxnSpPr>
          <p:nvPr/>
        </p:nvCxnSpPr>
        <p:spPr bwMode="auto">
          <a:xfrm>
            <a:off x="6642100" y="3373439"/>
            <a:ext cx="1125538" cy="3127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107" name="AutoShape 28">
            <a:extLst>
              <a:ext uri="{FF2B5EF4-FFF2-40B4-BE49-F238E27FC236}">
                <a16:creationId xmlns:a16="http://schemas.microsoft.com/office/drawing/2014/main" id="{307F2F5D-CBD8-AFAF-2369-6257F81BFAA3}"/>
              </a:ext>
            </a:extLst>
          </p:cNvPr>
          <p:cNvCxnSpPr>
            <a:cxnSpLocks noChangeShapeType="1"/>
            <a:stCxn id="46092" idx="3"/>
            <a:endCxn id="46090" idx="7"/>
          </p:cNvCxnSpPr>
          <p:nvPr/>
        </p:nvCxnSpPr>
        <p:spPr bwMode="auto">
          <a:xfrm flipH="1">
            <a:off x="8161339" y="2428875"/>
            <a:ext cx="231775" cy="12573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>
            <a:extLst>
              <a:ext uri="{FF2B5EF4-FFF2-40B4-BE49-F238E27FC236}">
                <a16:creationId xmlns:a16="http://schemas.microsoft.com/office/drawing/2014/main" id="{9DDDF787-D144-F8FF-1A6F-D624A5BC74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457200"/>
            <a:ext cx="7772400" cy="1143000"/>
          </a:xfrm>
        </p:spPr>
        <p:txBody>
          <a:bodyPr/>
          <a:lstStyle/>
          <a:p>
            <a:r>
              <a:rPr lang="en-US" altLang="en-US"/>
              <a:t>Topological Sorting Example </a:t>
            </a:r>
          </a:p>
        </p:txBody>
      </p:sp>
      <p:sp>
        <p:nvSpPr>
          <p:cNvPr id="47106" name="Rectangle 3">
            <a:extLst>
              <a:ext uri="{FF2B5EF4-FFF2-40B4-BE49-F238E27FC236}">
                <a16:creationId xmlns:a16="http://schemas.microsoft.com/office/drawing/2014/main" id="{2D011894-08C7-EBDF-666B-05DF0D66D8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0788" y="2719389"/>
            <a:ext cx="23812" cy="7937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7107" name="Rectangle 4">
            <a:extLst>
              <a:ext uri="{FF2B5EF4-FFF2-40B4-BE49-F238E27FC236}">
                <a16:creationId xmlns:a16="http://schemas.microsoft.com/office/drawing/2014/main" id="{7FE3EE1E-0288-29F3-724E-C46001CF4B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6963" y="3673475"/>
            <a:ext cx="23812" cy="7938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7108" name="Rectangle 5">
            <a:extLst>
              <a:ext uri="{FF2B5EF4-FFF2-40B4-BE49-F238E27FC236}">
                <a16:creationId xmlns:a16="http://schemas.microsoft.com/office/drawing/2014/main" id="{3FB4FBEE-F419-3CAF-5D92-A3D7271DBA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9464" y="3673475"/>
            <a:ext cx="22225" cy="7938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7109" name="Rectangle 6">
            <a:extLst>
              <a:ext uri="{FF2B5EF4-FFF2-40B4-BE49-F238E27FC236}">
                <a16:creationId xmlns:a16="http://schemas.microsoft.com/office/drawing/2014/main" id="{F5575922-FDD5-A31C-3D3A-2F16FBFE38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2864" y="5756275"/>
            <a:ext cx="22225" cy="7938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7110" name="Oval 7">
            <a:extLst>
              <a:ext uri="{FF2B5EF4-FFF2-40B4-BE49-F238E27FC236}">
                <a16:creationId xmlns:a16="http://schemas.microsoft.com/office/drawing/2014/main" id="{235590A3-0752-56CE-001A-A19F9F60EB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1676" y="1752600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7111" name="Oval 8">
            <a:extLst>
              <a:ext uri="{FF2B5EF4-FFF2-40B4-BE49-F238E27FC236}">
                <a16:creationId xmlns:a16="http://schemas.microsoft.com/office/drawing/2014/main" id="{41DBCB85-5716-542A-712F-BDFECBB0F5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3114" y="4495800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7</a:t>
            </a:r>
          </a:p>
        </p:txBody>
      </p:sp>
      <p:sp>
        <p:nvSpPr>
          <p:cNvPr id="47112" name="Oval 9">
            <a:extLst>
              <a:ext uri="{FF2B5EF4-FFF2-40B4-BE49-F238E27FC236}">
                <a16:creationId xmlns:a16="http://schemas.microsoft.com/office/drawing/2014/main" id="{42B982BC-322B-95E4-5FF1-9AF27A4FCE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7426" y="3089275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7113" name="Oval 10">
            <a:extLst>
              <a:ext uri="{FF2B5EF4-FFF2-40B4-BE49-F238E27FC236}">
                <a16:creationId xmlns:a16="http://schemas.microsoft.com/office/drawing/2014/main" id="{E75E7F1C-0A91-ED11-65B9-6E041A925E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3351" y="4905375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8</a:t>
            </a:r>
          </a:p>
        </p:txBody>
      </p:sp>
      <p:sp>
        <p:nvSpPr>
          <p:cNvPr id="47114" name="Oval 11">
            <a:extLst>
              <a:ext uri="{FF2B5EF4-FFF2-40B4-BE49-F238E27FC236}">
                <a16:creationId xmlns:a16="http://schemas.microsoft.com/office/drawing/2014/main" id="{20CFA665-13C4-F004-0F78-92FC55F68F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6676" y="3622675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5</a:t>
            </a:r>
          </a:p>
        </p:txBody>
      </p:sp>
      <p:sp>
        <p:nvSpPr>
          <p:cNvPr id="47115" name="Oval 12">
            <a:extLst>
              <a:ext uri="{FF2B5EF4-FFF2-40B4-BE49-F238E27FC236}">
                <a16:creationId xmlns:a16="http://schemas.microsoft.com/office/drawing/2014/main" id="{9AB68F64-166A-05C0-4C44-20F74A1B37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0301" y="3602039"/>
            <a:ext cx="555625" cy="56673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6</a:t>
            </a:r>
          </a:p>
        </p:txBody>
      </p:sp>
      <p:sp>
        <p:nvSpPr>
          <p:cNvPr id="47116" name="Oval 13">
            <a:extLst>
              <a:ext uri="{FF2B5EF4-FFF2-40B4-BE49-F238E27FC236}">
                <a16:creationId xmlns:a16="http://schemas.microsoft.com/office/drawing/2014/main" id="{9D9F5A51-6977-BE94-970E-DC8969AD0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2151" y="1925639"/>
            <a:ext cx="555625" cy="56673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7117" name="Oval 14">
            <a:extLst>
              <a:ext uri="{FF2B5EF4-FFF2-40B4-BE49-F238E27FC236}">
                <a16:creationId xmlns:a16="http://schemas.microsoft.com/office/drawing/2014/main" id="{9BA52CDF-9F0A-F7EB-7BE6-58FDD0DB53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9051" y="2667000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7118" name="Oval 15">
            <a:extLst>
              <a:ext uri="{FF2B5EF4-FFF2-40B4-BE49-F238E27FC236}">
                <a16:creationId xmlns:a16="http://schemas.microsoft.com/office/drawing/2014/main" id="{EE30122B-5988-1CE5-9452-57E144C5C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8389" y="5621339"/>
            <a:ext cx="555625" cy="56673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9</a:t>
            </a:r>
          </a:p>
        </p:txBody>
      </p:sp>
      <p:cxnSp>
        <p:nvCxnSpPr>
          <p:cNvPr id="47119" name="AutoShape 16">
            <a:extLst>
              <a:ext uri="{FF2B5EF4-FFF2-40B4-BE49-F238E27FC236}">
                <a16:creationId xmlns:a16="http://schemas.microsoft.com/office/drawing/2014/main" id="{CE025C35-4A6B-E129-8355-7402AC569FB3}"/>
              </a:ext>
            </a:extLst>
          </p:cNvPr>
          <p:cNvCxnSpPr>
            <a:cxnSpLocks noChangeShapeType="1"/>
            <a:stCxn id="47110" idx="2"/>
            <a:endCxn id="47117" idx="7"/>
          </p:cNvCxnSpPr>
          <p:nvPr/>
        </p:nvCxnSpPr>
        <p:spPr bwMode="auto">
          <a:xfrm flipH="1">
            <a:off x="4303713" y="2036764"/>
            <a:ext cx="1458912" cy="693737"/>
          </a:xfrm>
          <a:prstGeom prst="straightConnector1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20" name="AutoShape 17">
            <a:extLst>
              <a:ext uri="{FF2B5EF4-FFF2-40B4-BE49-F238E27FC236}">
                <a16:creationId xmlns:a16="http://schemas.microsoft.com/office/drawing/2014/main" id="{B211D7C2-7BFB-1AFB-7C38-10E05C08F0FF}"/>
              </a:ext>
            </a:extLst>
          </p:cNvPr>
          <p:cNvCxnSpPr>
            <a:cxnSpLocks noChangeShapeType="1"/>
            <a:stCxn id="47110" idx="4"/>
            <a:endCxn id="47112" idx="0"/>
          </p:cNvCxnSpPr>
          <p:nvPr/>
        </p:nvCxnSpPr>
        <p:spPr bwMode="auto">
          <a:xfrm>
            <a:off x="6059488" y="2338389"/>
            <a:ext cx="285750" cy="7318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21" name="AutoShape 18">
            <a:extLst>
              <a:ext uri="{FF2B5EF4-FFF2-40B4-BE49-F238E27FC236}">
                <a16:creationId xmlns:a16="http://schemas.microsoft.com/office/drawing/2014/main" id="{DA30438A-07F1-53AD-7E28-3A6E4C310613}"/>
              </a:ext>
            </a:extLst>
          </p:cNvPr>
          <p:cNvCxnSpPr>
            <a:cxnSpLocks noChangeShapeType="1"/>
            <a:stCxn id="47116" idx="2"/>
            <a:endCxn id="47112" idx="7"/>
          </p:cNvCxnSpPr>
          <p:nvPr/>
        </p:nvCxnSpPr>
        <p:spPr bwMode="auto">
          <a:xfrm flipH="1">
            <a:off x="6542088" y="2209801"/>
            <a:ext cx="1751012" cy="9429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22" name="AutoShape 19">
            <a:extLst>
              <a:ext uri="{FF2B5EF4-FFF2-40B4-BE49-F238E27FC236}">
                <a16:creationId xmlns:a16="http://schemas.microsoft.com/office/drawing/2014/main" id="{6F1F67B7-0D46-0CEA-0200-2D551966CC10}"/>
              </a:ext>
            </a:extLst>
          </p:cNvPr>
          <p:cNvCxnSpPr>
            <a:cxnSpLocks noChangeShapeType="1"/>
            <a:stCxn id="47114" idx="2"/>
            <a:endCxn id="47111" idx="7"/>
          </p:cNvCxnSpPr>
          <p:nvPr/>
        </p:nvCxnSpPr>
        <p:spPr bwMode="auto">
          <a:xfrm flipH="1">
            <a:off x="6327775" y="3906838"/>
            <a:ext cx="1339850" cy="652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23" name="AutoShape 20">
            <a:extLst>
              <a:ext uri="{FF2B5EF4-FFF2-40B4-BE49-F238E27FC236}">
                <a16:creationId xmlns:a16="http://schemas.microsoft.com/office/drawing/2014/main" id="{A1D776FF-C76A-BA2B-790E-95DBEDA25A15}"/>
              </a:ext>
            </a:extLst>
          </p:cNvPr>
          <p:cNvCxnSpPr>
            <a:cxnSpLocks noChangeShapeType="1"/>
            <a:stCxn id="47114" idx="3"/>
            <a:endCxn id="47118" idx="7"/>
          </p:cNvCxnSpPr>
          <p:nvPr/>
        </p:nvCxnSpPr>
        <p:spPr bwMode="auto">
          <a:xfrm flipH="1">
            <a:off x="6623050" y="4125914"/>
            <a:ext cx="1144588" cy="15589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24" name="AutoShape 21">
            <a:extLst>
              <a:ext uri="{FF2B5EF4-FFF2-40B4-BE49-F238E27FC236}">
                <a16:creationId xmlns:a16="http://schemas.microsoft.com/office/drawing/2014/main" id="{98E988DF-8320-FDAB-11D5-5E7AE5C4C383}"/>
              </a:ext>
            </a:extLst>
          </p:cNvPr>
          <p:cNvCxnSpPr>
            <a:cxnSpLocks noChangeShapeType="1"/>
            <a:stCxn id="47113" idx="6"/>
            <a:endCxn id="47118" idx="2"/>
          </p:cNvCxnSpPr>
          <p:nvPr/>
        </p:nvCxnSpPr>
        <p:spPr bwMode="auto">
          <a:xfrm>
            <a:off x="4518026" y="5189538"/>
            <a:ext cx="1611313" cy="7159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25" name="AutoShape 22">
            <a:extLst>
              <a:ext uri="{FF2B5EF4-FFF2-40B4-BE49-F238E27FC236}">
                <a16:creationId xmlns:a16="http://schemas.microsoft.com/office/drawing/2014/main" id="{92021A45-606F-72D8-FF80-0A162D7F6FDE}"/>
              </a:ext>
            </a:extLst>
          </p:cNvPr>
          <p:cNvCxnSpPr>
            <a:cxnSpLocks noChangeShapeType="1"/>
            <a:stCxn id="47111" idx="4"/>
            <a:endCxn id="47118" idx="1"/>
          </p:cNvCxnSpPr>
          <p:nvPr/>
        </p:nvCxnSpPr>
        <p:spPr bwMode="auto">
          <a:xfrm>
            <a:off x="6130926" y="5081588"/>
            <a:ext cx="98425" cy="6032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26" name="AutoShape 23">
            <a:extLst>
              <a:ext uri="{FF2B5EF4-FFF2-40B4-BE49-F238E27FC236}">
                <a16:creationId xmlns:a16="http://schemas.microsoft.com/office/drawing/2014/main" id="{2DBB395F-6E53-2AEE-B978-7A4D6FAE4DA8}"/>
              </a:ext>
            </a:extLst>
          </p:cNvPr>
          <p:cNvCxnSpPr>
            <a:cxnSpLocks noChangeShapeType="1"/>
            <a:stCxn id="47115" idx="5"/>
            <a:endCxn id="47111" idx="1"/>
          </p:cNvCxnSpPr>
          <p:nvPr/>
        </p:nvCxnSpPr>
        <p:spPr bwMode="auto">
          <a:xfrm>
            <a:off x="5414963" y="4105276"/>
            <a:ext cx="519112" cy="4540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27" name="AutoShape 24">
            <a:extLst>
              <a:ext uri="{FF2B5EF4-FFF2-40B4-BE49-F238E27FC236}">
                <a16:creationId xmlns:a16="http://schemas.microsoft.com/office/drawing/2014/main" id="{F22FA56E-1C80-BC18-FE78-54FEE5D86045}"/>
              </a:ext>
            </a:extLst>
          </p:cNvPr>
          <p:cNvCxnSpPr>
            <a:cxnSpLocks noChangeShapeType="1"/>
            <a:stCxn id="47117" idx="5"/>
            <a:endCxn id="47115" idx="1"/>
          </p:cNvCxnSpPr>
          <p:nvPr/>
        </p:nvCxnSpPr>
        <p:spPr bwMode="auto">
          <a:xfrm>
            <a:off x="4303713" y="3170238"/>
            <a:ext cx="717550" cy="4953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28" name="AutoShape 25">
            <a:extLst>
              <a:ext uri="{FF2B5EF4-FFF2-40B4-BE49-F238E27FC236}">
                <a16:creationId xmlns:a16="http://schemas.microsoft.com/office/drawing/2014/main" id="{6C255227-CE48-626A-9BFA-B612881B5134}"/>
              </a:ext>
            </a:extLst>
          </p:cNvPr>
          <p:cNvCxnSpPr>
            <a:cxnSpLocks noChangeShapeType="1"/>
            <a:stCxn id="47117" idx="4"/>
            <a:endCxn id="47113" idx="0"/>
          </p:cNvCxnSpPr>
          <p:nvPr/>
        </p:nvCxnSpPr>
        <p:spPr bwMode="auto">
          <a:xfrm>
            <a:off x="4106863" y="3252789"/>
            <a:ext cx="114300" cy="16335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29" name="AutoShape 26">
            <a:extLst>
              <a:ext uri="{FF2B5EF4-FFF2-40B4-BE49-F238E27FC236}">
                <a16:creationId xmlns:a16="http://schemas.microsoft.com/office/drawing/2014/main" id="{3972DE00-726C-CB95-D1B8-5FD1D39BFC52}"/>
              </a:ext>
            </a:extLst>
          </p:cNvPr>
          <p:cNvCxnSpPr>
            <a:cxnSpLocks noChangeShapeType="1"/>
            <a:stCxn id="47117" idx="6"/>
            <a:endCxn id="47112" idx="2"/>
          </p:cNvCxnSpPr>
          <p:nvPr/>
        </p:nvCxnSpPr>
        <p:spPr bwMode="auto">
          <a:xfrm>
            <a:off x="4403725" y="2951164"/>
            <a:ext cx="1644650" cy="422275"/>
          </a:xfrm>
          <a:prstGeom prst="straightConnector1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30" name="AutoShape 27">
            <a:extLst>
              <a:ext uri="{FF2B5EF4-FFF2-40B4-BE49-F238E27FC236}">
                <a16:creationId xmlns:a16="http://schemas.microsoft.com/office/drawing/2014/main" id="{110F7FF2-38CE-1039-1E55-AFAF6AD23EB1}"/>
              </a:ext>
            </a:extLst>
          </p:cNvPr>
          <p:cNvCxnSpPr>
            <a:cxnSpLocks noChangeShapeType="1"/>
            <a:stCxn id="47112" idx="6"/>
            <a:endCxn id="47114" idx="1"/>
          </p:cNvCxnSpPr>
          <p:nvPr/>
        </p:nvCxnSpPr>
        <p:spPr bwMode="auto">
          <a:xfrm>
            <a:off x="6642100" y="3373439"/>
            <a:ext cx="1125538" cy="312737"/>
          </a:xfrm>
          <a:prstGeom prst="straightConnector1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31" name="AutoShape 28">
            <a:extLst>
              <a:ext uri="{FF2B5EF4-FFF2-40B4-BE49-F238E27FC236}">
                <a16:creationId xmlns:a16="http://schemas.microsoft.com/office/drawing/2014/main" id="{73BDE440-4E81-A9E9-CBF4-2215C4B4CB6B}"/>
              </a:ext>
            </a:extLst>
          </p:cNvPr>
          <p:cNvCxnSpPr>
            <a:cxnSpLocks noChangeShapeType="1"/>
            <a:stCxn id="47116" idx="3"/>
            <a:endCxn id="47114" idx="7"/>
          </p:cNvCxnSpPr>
          <p:nvPr/>
        </p:nvCxnSpPr>
        <p:spPr bwMode="auto">
          <a:xfrm flipH="1">
            <a:off x="8161339" y="2428875"/>
            <a:ext cx="231775" cy="12573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>
            <a:extLst>
              <a:ext uri="{FF2B5EF4-FFF2-40B4-BE49-F238E27FC236}">
                <a16:creationId xmlns:a16="http://schemas.microsoft.com/office/drawing/2014/main" id="{0756C408-CE80-41E3-AD81-26298D63B2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457200"/>
            <a:ext cx="7772400" cy="1143000"/>
          </a:xfrm>
        </p:spPr>
        <p:txBody>
          <a:bodyPr/>
          <a:lstStyle/>
          <a:p>
            <a:r>
              <a:rPr lang="en-US" altLang="en-US"/>
              <a:t>Topological Sorting Example </a:t>
            </a:r>
          </a:p>
        </p:txBody>
      </p:sp>
      <p:sp>
        <p:nvSpPr>
          <p:cNvPr id="48130" name="Rectangle 3">
            <a:extLst>
              <a:ext uri="{FF2B5EF4-FFF2-40B4-BE49-F238E27FC236}">
                <a16:creationId xmlns:a16="http://schemas.microsoft.com/office/drawing/2014/main" id="{0AD3BB6B-9031-D043-44BF-BC0CE465E7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0788" y="2719389"/>
            <a:ext cx="23812" cy="7937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8131" name="Rectangle 4">
            <a:extLst>
              <a:ext uri="{FF2B5EF4-FFF2-40B4-BE49-F238E27FC236}">
                <a16:creationId xmlns:a16="http://schemas.microsoft.com/office/drawing/2014/main" id="{C0041DFC-CF69-5437-5B7B-0531DC6B41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6963" y="3673475"/>
            <a:ext cx="23812" cy="7938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8132" name="Rectangle 5">
            <a:extLst>
              <a:ext uri="{FF2B5EF4-FFF2-40B4-BE49-F238E27FC236}">
                <a16:creationId xmlns:a16="http://schemas.microsoft.com/office/drawing/2014/main" id="{B15259D2-3ED0-8953-4306-62DCA17C3E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9464" y="3673475"/>
            <a:ext cx="22225" cy="7938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8133" name="Rectangle 6">
            <a:extLst>
              <a:ext uri="{FF2B5EF4-FFF2-40B4-BE49-F238E27FC236}">
                <a16:creationId xmlns:a16="http://schemas.microsoft.com/office/drawing/2014/main" id="{8C7DEA35-3602-645D-71D2-994A0A6EBC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2864" y="5756275"/>
            <a:ext cx="22225" cy="7938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8134" name="Oval 7">
            <a:extLst>
              <a:ext uri="{FF2B5EF4-FFF2-40B4-BE49-F238E27FC236}">
                <a16:creationId xmlns:a16="http://schemas.microsoft.com/office/drawing/2014/main" id="{038D8894-4B94-8279-5FAC-7B21CE7553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1676" y="1752600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8135" name="Oval 8">
            <a:extLst>
              <a:ext uri="{FF2B5EF4-FFF2-40B4-BE49-F238E27FC236}">
                <a16:creationId xmlns:a16="http://schemas.microsoft.com/office/drawing/2014/main" id="{BC4FECDB-E956-516A-E2AB-E3F33B3BE7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3114" y="4495800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7</a:t>
            </a:r>
          </a:p>
        </p:txBody>
      </p:sp>
      <p:sp>
        <p:nvSpPr>
          <p:cNvPr id="48136" name="Oval 9">
            <a:extLst>
              <a:ext uri="{FF2B5EF4-FFF2-40B4-BE49-F238E27FC236}">
                <a16:creationId xmlns:a16="http://schemas.microsoft.com/office/drawing/2014/main" id="{EDF3A9EC-B69D-BED8-0210-1FF87A1030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7426" y="3089275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4</a:t>
            </a:r>
          </a:p>
        </p:txBody>
      </p:sp>
      <p:sp>
        <p:nvSpPr>
          <p:cNvPr id="48137" name="Oval 10">
            <a:extLst>
              <a:ext uri="{FF2B5EF4-FFF2-40B4-BE49-F238E27FC236}">
                <a16:creationId xmlns:a16="http://schemas.microsoft.com/office/drawing/2014/main" id="{F5DF33DB-4C95-C9D2-5FB5-CA1620D594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3351" y="4905375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8</a:t>
            </a:r>
          </a:p>
        </p:txBody>
      </p:sp>
      <p:sp>
        <p:nvSpPr>
          <p:cNvPr id="48138" name="Oval 11">
            <a:extLst>
              <a:ext uri="{FF2B5EF4-FFF2-40B4-BE49-F238E27FC236}">
                <a16:creationId xmlns:a16="http://schemas.microsoft.com/office/drawing/2014/main" id="{27DD00C9-2816-9508-9A99-38E927C1CA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6676" y="3622675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5</a:t>
            </a:r>
          </a:p>
        </p:txBody>
      </p:sp>
      <p:sp>
        <p:nvSpPr>
          <p:cNvPr id="48139" name="Oval 12">
            <a:extLst>
              <a:ext uri="{FF2B5EF4-FFF2-40B4-BE49-F238E27FC236}">
                <a16:creationId xmlns:a16="http://schemas.microsoft.com/office/drawing/2014/main" id="{1C7C730D-E937-1B2F-842A-CED2A21148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0301" y="3602039"/>
            <a:ext cx="555625" cy="56673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6</a:t>
            </a:r>
          </a:p>
        </p:txBody>
      </p:sp>
      <p:sp>
        <p:nvSpPr>
          <p:cNvPr id="48140" name="Oval 13">
            <a:extLst>
              <a:ext uri="{FF2B5EF4-FFF2-40B4-BE49-F238E27FC236}">
                <a16:creationId xmlns:a16="http://schemas.microsoft.com/office/drawing/2014/main" id="{194A7585-9125-D539-D5E1-F955651D61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2151" y="1925639"/>
            <a:ext cx="555625" cy="56673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8141" name="Oval 14">
            <a:extLst>
              <a:ext uri="{FF2B5EF4-FFF2-40B4-BE49-F238E27FC236}">
                <a16:creationId xmlns:a16="http://schemas.microsoft.com/office/drawing/2014/main" id="{1BB11C5A-4426-9EDD-C339-AB23BD97DA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9051" y="2667000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8142" name="Oval 15">
            <a:extLst>
              <a:ext uri="{FF2B5EF4-FFF2-40B4-BE49-F238E27FC236}">
                <a16:creationId xmlns:a16="http://schemas.microsoft.com/office/drawing/2014/main" id="{D9A0BE02-62F1-480A-DED7-A7ECC12A4F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8389" y="5621339"/>
            <a:ext cx="555625" cy="56673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9</a:t>
            </a:r>
          </a:p>
        </p:txBody>
      </p:sp>
      <p:cxnSp>
        <p:nvCxnSpPr>
          <p:cNvPr id="48143" name="AutoShape 16">
            <a:extLst>
              <a:ext uri="{FF2B5EF4-FFF2-40B4-BE49-F238E27FC236}">
                <a16:creationId xmlns:a16="http://schemas.microsoft.com/office/drawing/2014/main" id="{88925BE6-6E74-9F39-B4E2-AF2E74887686}"/>
              </a:ext>
            </a:extLst>
          </p:cNvPr>
          <p:cNvCxnSpPr>
            <a:cxnSpLocks noChangeShapeType="1"/>
            <a:stCxn id="48134" idx="2"/>
            <a:endCxn id="48141" idx="7"/>
          </p:cNvCxnSpPr>
          <p:nvPr/>
        </p:nvCxnSpPr>
        <p:spPr bwMode="auto">
          <a:xfrm flipH="1">
            <a:off x="4303713" y="2036764"/>
            <a:ext cx="1458912" cy="693737"/>
          </a:xfrm>
          <a:prstGeom prst="straightConnector1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44" name="AutoShape 17">
            <a:extLst>
              <a:ext uri="{FF2B5EF4-FFF2-40B4-BE49-F238E27FC236}">
                <a16:creationId xmlns:a16="http://schemas.microsoft.com/office/drawing/2014/main" id="{DDB464A8-9A3B-6294-BADD-982071C982ED}"/>
              </a:ext>
            </a:extLst>
          </p:cNvPr>
          <p:cNvCxnSpPr>
            <a:cxnSpLocks noChangeShapeType="1"/>
            <a:stCxn id="48134" idx="4"/>
            <a:endCxn id="48136" idx="0"/>
          </p:cNvCxnSpPr>
          <p:nvPr/>
        </p:nvCxnSpPr>
        <p:spPr bwMode="auto">
          <a:xfrm>
            <a:off x="6059488" y="2338389"/>
            <a:ext cx="285750" cy="7318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45" name="AutoShape 18">
            <a:extLst>
              <a:ext uri="{FF2B5EF4-FFF2-40B4-BE49-F238E27FC236}">
                <a16:creationId xmlns:a16="http://schemas.microsoft.com/office/drawing/2014/main" id="{90C17B6B-276F-F76C-BFAF-1E6C6828E2A7}"/>
              </a:ext>
            </a:extLst>
          </p:cNvPr>
          <p:cNvCxnSpPr>
            <a:cxnSpLocks noChangeShapeType="1"/>
            <a:stCxn id="48140" idx="2"/>
            <a:endCxn id="48136" idx="7"/>
          </p:cNvCxnSpPr>
          <p:nvPr/>
        </p:nvCxnSpPr>
        <p:spPr bwMode="auto">
          <a:xfrm flipH="1">
            <a:off x="6542088" y="2209801"/>
            <a:ext cx="1751012" cy="9429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46" name="AutoShape 19">
            <a:extLst>
              <a:ext uri="{FF2B5EF4-FFF2-40B4-BE49-F238E27FC236}">
                <a16:creationId xmlns:a16="http://schemas.microsoft.com/office/drawing/2014/main" id="{43A1EE49-EEEF-A31D-389B-4D7EB441075D}"/>
              </a:ext>
            </a:extLst>
          </p:cNvPr>
          <p:cNvCxnSpPr>
            <a:cxnSpLocks noChangeShapeType="1"/>
            <a:stCxn id="48138" idx="2"/>
            <a:endCxn id="48135" idx="7"/>
          </p:cNvCxnSpPr>
          <p:nvPr/>
        </p:nvCxnSpPr>
        <p:spPr bwMode="auto">
          <a:xfrm flipH="1">
            <a:off x="6327775" y="3906838"/>
            <a:ext cx="1339850" cy="652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47" name="AutoShape 20">
            <a:extLst>
              <a:ext uri="{FF2B5EF4-FFF2-40B4-BE49-F238E27FC236}">
                <a16:creationId xmlns:a16="http://schemas.microsoft.com/office/drawing/2014/main" id="{FA144C6C-A615-779C-319E-A9BF7D740791}"/>
              </a:ext>
            </a:extLst>
          </p:cNvPr>
          <p:cNvCxnSpPr>
            <a:cxnSpLocks noChangeShapeType="1"/>
            <a:stCxn id="48138" idx="3"/>
            <a:endCxn id="48142" idx="7"/>
          </p:cNvCxnSpPr>
          <p:nvPr/>
        </p:nvCxnSpPr>
        <p:spPr bwMode="auto">
          <a:xfrm flipH="1">
            <a:off x="6623050" y="4125914"/>
            <a:ext cx="1144588" cy="15589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48" name="AutoShape 21">
            <a:extLst>
              <a:ext uri="{FF2B5EF4-FFF2-40B4-BE49-F238E27FC236}">
                <a16:creationId xmlns:a16="http://schemas.microsoft.com/office/drawing/2014/main" id="{DAFF041C-FA38-91B4-64DC-C4A24DEC0F06}"/>
              </a:ext>
            </a:extLst>
          </p:cNvPr>
          <p:cNvCxnSpPr>
            <a:cxnSpLocks noChangeShapeType="1"/>
            <a:stCxn id="48137" idx="6"/>
            <a:endCxn id="48142" idx="2"/>
          </p:cNvCxnSpPr>
          <p:nvPr/>
        </p:nvCxnSpPr>
        <p:spPr bwMode="auto">
          <a:xfrm>
            <a:off x="4518026" y="5189538"/>
            <a:ext cx="1611313" cy="7159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49" name="AutoShape 22">
            <a:extLst>
              <a:ext uri="{FF2B5EF4-FFF2-40B4-BE49-F238E27FC236}">
                <a16:creationId xmlns:a16="http://schemas.microsoft.com/office/drawing/2014/main" id="{39899328-839C-1EFC-2E74-E94287E20184}"/>
              </a:ext>
            </a:extLst>
          </p:cNvPr>
          <p:cNvCxnSpPr>
            <a:cxnSpLocks noChangeShapeType="1"/>
            <a:stCxn id="48135" idx="4"/>
            <a:endCxn id="48142" idx="1"/>
          </p:cNvCxnSpPr>
          <p:nvPr/>
        </p:nvCxnSpPr>
        <p:spPr bwMode="auto">
          <a:xfrm>
            <a:off x="6130926" y="5081588"/>
            <a:ext cx="98425" cy="6032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50" name="AutoShape 23">
            <a:extLst>
              <a:ext uri="{FF2B5EF4-FFF2-40B4-BE49-F238E27FC236}">
                <a16:creationId xmlns:a16="http://schemas.microsoft.com/office/drawing/2014/main" id="{942599AC-C09D-0925-30DF-EE2E169C6B44}"/>
              </a:ext>
            </a:extLst>
          </p:cNvPr>
          <p:cNvCxnSpPr>
            <a:cxnSpLocks noChangeShapeType="1"/>
            <a:stCxn id="48139" idx="5"/>
            <a:endCxn id="48135" idx="1"/>
          </p:cNvCxnSpPr>
          <p:nvPr/>
        </p:nvCxnSpPr>
        <p:spPr bwMode="auto">
          <a:xfrm>
            <a:off x="5414963" y="4105276"/>
            <a:ext cx="519112" cy="4540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51" name="AutoShape 24">
            <a:extLst>
              <a:ext uri="{FF2B5EF4-FFF2-40B4-BE49-F238E27FC236}">
                <a16:creationId xmlns:a16="http://schemas.microsoft.com/office/drawing/2014/main" id="{82380D33-581D-6D0D-537D-7A90FBB5F0F0}"/>
              </a:ext>
            </a:extLst>
          </p:cNvPr>
          <p:cNvCxnSpPr>
            <a:cxnSpLocks noChangeShapeType="1"/>
            <a:stCxn id="48141" idx="5"/>
            <a:endCxn id="48139" idx="1"/>
          </p:cNvCxnSpPr>
          <p:nvPr/>
        </p:nvCxnSpPr>
        <p:spPr bwMode="auto">
          <a:xfrm>
            <a:off x="4303713" y="3170238"/>
            <a:ext cx="717550" cy="4953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52" name="AutoShape 25">
            <a:extLst>
              <a:ext uri="{FF2B5EF4-FFF2-40B4-BE49-F238E27FC236}">
                <a16:creationId xmlns:a16="http://schemas.microsoft.com/office/drawing/2014/main" id="{24402674-DDE6-390F-AD93-5F911B0231F8}"/>
              </a:ext>
            </a:extLst>
          </p:cNvPr>
          <p:cNvCxnSpPr>
            <a:cxnSpLocks noChangeShapeType="1"/>
            <a:stCxn id="48141" idx="4"/>
            <a:endCxn id="48137" idx="0"/>
          </p:cNvCxnSpPr>
          <p:nvPr/>
        </p:nvCxnSpPr>
        <p:spPr bwMode="auto">
          <a:xfrm>
            <a:off x="4106863" y="3252789"/>
            <a:ext cx="114300" cy="16335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53" name="AutoShape 26">
            <a:extLst>
              <a:ext uri="{FF2B5EF4-FFF2-40B4-BE49-F238E27FC236}">
                <a16:creationId xmlns:a16="http://schemas.microsoft.com/office/drawing/2014/main" id="{98B7C6D5-E46E-FEA4-9F64-4E23AE84CA2A}"/>
              </a:ext>
            </a:extLst>
          </p:cNvPr>
          <p:cNvCxnSpPr>
            <a:cxnSpLocks noChangeShapeType="1"/>
            <a:stCxn id="48141" idx="6"/>
            <a:endCxn id="48136" idx="2"/>
          </p:cNvCxnSpPr>
          <p:nvPr/>
        </p:nvCxnSpPr>
        <p:spPr bwMode="auto">
          <a:xfrm>
            <a:off x="4403725" y="2951164"/>
            <a:ext cx="1644650" cy="422275"/>
          </a:xfrm>
          <a:prstGeom prst="straightConnector1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54" name="AutoShape 27">
            <a:extLst>
              <a:ext uri="{FF2B5EF4-FFF2-40B4-BE49-F238E27FC236}">
                <a16:creationId xmlns:a16="http://schemas.microsoft.com/office/drawing/2014/main" id="{7E171C74-2603-F521-AA5E-53F7D7288E2A}"/>
              </a:ext>
            </a:extLst>
          </p:cNvPr>
          <p:cNvCxnSpPr>
            <a:cxnSpLocks noChangeShapeType="1"/>
            <a:stCxn id="48136" idx="6"/>
            <a:endCxn id="48138" idx="1"/>
          </p:cNvCxnSpPr>
          <p:nvPr/>
        </p:nvCxnSpPr>
        <p:spPr bwMode="auto">
          <a:xfrm>
            <a:off x="6642100" y="3373439"/>
            <a:ext cx="1125538" cy="31273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55" name="AutoShape 28">
            <a:extLst>
              <a:ext uri="{FF2B5EF4-FFF2-40B4-BE49-F238E27FC236}">
                <a16:creationId xmlns:a16="http://schemas.microsoft.com/office/drawing/2014/main" id="{AC433873-BD20-7E8F-1D7A-4246DF5A1BF6}"/>
              </a:ext>
            </a:extLst>
          </p:cNvPr>
          <p:cNvCxnSpPr>
            <a:cxnSpLocks noChangeShapeType="1"/>
            <a:stCxn id="48140" idx="3"/>
            <a:endCxn id="48138" idx="7"/>
          </p:cNvCxnSpPr>
          <p:nvPr/>
        </p:nvCxnSpPr>
        <p:spPr bwMode="auto">
          <a:xfrm flipH="1">
            <a:off x="8161339" y="2428875"/>
            <a:ext cx="231775" cy="12573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>
            <a:extLst>
              <a:ext uri="{FF2B5EF4-FFF2-40B4-BE49-F238E27FC236}">
                <a16:creationId xmlns:a16="http://schemas.microsoft.com/office/drawing/2014/main" id="{6CDBD9D8-DF2D-B330-D1D8-09941F424C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457200"/>
            <a:ext cx="7772400" cy="1143000"/>
          </a:xfrm>
        </p:spPr>
        <p:txBody>
          <a:bodyPr/>
          <a:lstStyle/>
          <a:p>
            <a:r>
              <a:rPr lang="en-US" altLang="en-US"/>
              <a:t>Topological Sorting Example </a:t>
            </a:r>
          </a:p>
        </p:txBody>
      </p:sp>
      <p:sp>
        <p:nvSpPr>
          <p:cNvPr id="49154" name="Rectangle 3">
            <a:extLst>
              <a:ext uri="{FF2B5EF4-FFF2-40B4-BE49-F238E27FC236}">
                <a16:creationId xmlns:a16="http://schemas.microsoft.com/office/drawing/2014/main" id="{80333C2E-D8CF-11EF-E086-642A521827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0788" y="2719389"/>
            <a:ext cx="23812" cy="7937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9155" name="Rectangle 4">
            <a:extLst>
              <a:ext uri="{FF2B5EF4-FFF2-40B4-BE49-F238E27FC236}">
                <a16:creationId xmlns:a16="http://schemas.microsoft.com/office/drawing/2014/main" id="{360D19E6-99A6-C74B-085A-89BE78A9F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6963" y="3673475"/>
            <a:ext cx="23812" cy="7938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9156" name="Rectangle 5">
            <a:extLst>
              <a:ext uri="{FF2B5EF4-FFF2-40B4-BE49-F238E27FC236}">
                <a16:creationId xmlns:a16="http://schemas.microsoft.com/office/drawing/2014/main" id="{70851BC7-3D92-4565-DD24-78A2FD48A7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9464" y="3673475"/>
            <a:ext cx="22225" cy="7938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9157" name="Rectangle 6">
            <a:extLst>
              <a:ext uri="{FF2B5EF4-FFF2-40B4-BE49-F238E27FC236}">
                <a16:creationId xmlns:a16="http://schemas.microsoft.com/office/drawing/2014/main" id="{23843658-8FD8-0930-7212-8567693442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2864" y="5756275"/>
            <a:ext cx="22225" cy="7938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9158" name="Oval 7">
            <a:extLst>
              <a:ext uri="{FF2B5EF4-FFF2-40B4-BE49-F238E27FC236}">
                <a16:creationId xmlns:a16="http://schemas.microsoft.com/office/drawing/2014/main" id="{67AB78D3-8F64-E58B-7F19-C82ED5B8C9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1676" y="1752600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9159" name="Oval 8">
            <a:extLst>
              <a:ext uri="{FF2B5EF4-FFF2-40B4-BE49-F238E27FC236}">
                <a16:creationId xmlns:a16="http://schemas.microsoft.com/office/drawing/2014/main" id="{8F8DCB3E-55CA-DBB1-0E15-4D4BB2EF6F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3114" y="4495800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7</a:t>
            </a:r>
          </a:p>
        </p:txBody>
      </p:sp>
      <p:sp>
        <p:nvSpPr>
          <p:cNvPr id="49160" name="Oval 9">
            <a:extLst>
              <a:ext uri="{FF2B5EF4-FFF2-40B4-BE49-F238E27FC236}">
                <a16:creationId xmlns:a16="http://schemas.microsoft.com/office/drawing/2014/main" id="{E20EE304-27AA-7551-9256-F686DACCBA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7426" y="3089275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4</a:t>
            </a:r>
          </a:p>
        </p:txBody>
      </p:sp>
      <p:sp>
        <p:nvSpPr>
          <p:cNvPr id="49161" name="Oval 10">
            <a:extLst>
              <a:ext uri="{FF2B5EF4-FFF2-40B4-BE49-F238E27FC236}">
                <a16:creationId xmlns:a16="http://schemas.microsoft.com/office/drawing/2014/main" id="{4AA4E279-E08C-8FF2-2123-05E5032F04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3351" y="4905375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8</a:t>
            </a:r>
          </a:p>
        </p:txBody>
      </p:sp>
      <p:sp>
        <p:nvSpPr>
          <p:cNvPr id="49162" name="Oval 11">
            <a:extLst>
              <a:ext uri="{FF2B5EF4-FFF2-40B4-BE49-F238E27FC236}">
                <a16:creationId xmlns:a16="http://schemas.microsoft.com/office/drawing/2014/main" id="{5859667F-C007-986A-A38D-204E4EB22E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6676" y="3622675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5</a:t>
            </a:r>
          </a:p>
        </p:txBody>
      </p:sp>
      <p:sp>
        <p:nvSpPr>
          <p:cNvPr id="49163" name="Oval 12">
            <a:extLst>
              <a:ext uri="{FF2B5EF4-FFF2-40B4-BE49-F238E27FC236}">
                <a16:creationId xmlns:a16="http://schemas.microsoft.com/office/drawing/2014/main" id="{5820C421-EFE9-C8F8-3B3A-95D2499BF2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0301" y="3602039"/>
            <a:ext cx="555625" cy="56673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6</a:t>
            </a:r>
          </a:p>
        </p:txBody>
      </p:sp>
      <p:sp>
        <p:nvSpPr>
          <p:cNvPr id="49164" name="Oval 13">
            <a:extLst>
              <a:ext uri="{FF2B5EF4-FFF2-40B4-BE49-F238E27FC236}">
                <a16:creationId xmlns:a16="http://schemas.microsoft.com/office/drawing/2014/main" id="{54F1AA25-B25E-BA92-A100-1ACF0C9695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2151" y="1925639"/>
            <a:ext cx="555625" cy="56673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9165" name="Oval 14">
            <a:extLst>
              <a:ext uri="{FF2B5EF4-FFF2-40B4-BE49-F238E27FC236}">
                <a16:creationId xmlns:a16="http://schemas.microsoft.com/office/drawing/2014/main" id="{86DCA44F-0CA0-3888-E095-EE117E2DD8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9051" y="2667000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3</a:t>
            </a:r>
          </a:p>
        </p:txBody>
      </p:sp>
      <p:sp>
        <p:nvSpPr>
          <p:cNvPr id="49166" name="Oval 15">
            <a:extLst>
              <a:ext uri="{FF2B5EF4-FFF2-40B4-BE49-F238E27FC236}">
                <a16:creationId xmlns:a16="http://schemas.microsoft.com/office/drawing/2014/main" id="{46605D2C-89D2-B5E5-15B4-F4837BB04A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8389" y="5621339"/>
            <a:ext cx="555625" cy="56673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9</a:t>
            </a:r>
          </a:p>
        </p:txBody>
      </p:sp>
      <p:cxnSp>
        <p:nvCxnSpPr>
          <p:cNvPr id="49167" name="AutoShape 16">
            <a:extLst>
              <a:ext uri="{FF2B5EF4-FFF2-40B4-BE49-F238E27FC236}">
                <a16:creationId xmlns:a16="http://schemas.microsoft.com/office/drawing/2014/main" id="{98D13D2E-E202-536C-D1C7-5DEED8164AB7}"/>
              </a:ext>
            </a:extLst>
          </p:cNvPr>
          <p:cNvCxnSpPr>
            <a:cxnSpLocks noChangeShapeType="1"/>
            <a:stCxn id="49158" idx="2"/>
            <a:endCxn id="49165" idx="7"/>
          </p:cNvCxnSpPr>
          <p:nvPr/>
        </p:nvCxnSpPr>
        <p:spPr bwMode="auto">
          <a:xfrm flipH="1">
            <a:off x="4303713" y="2036764"/>
            <a:ext cx="1458912" cy="693737"/>
          </a:xfrm>
          <a:prstGeom prst="straightConnector1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9168" name="AutoShape 17">
            <a:extLst>
              <a:ext uri="{FF2B5EF4-FFF2-40B4-BE49-F238E27FC236}">
                <a16:creationId xmlns:a16="http://schemas.microsoft.com/office/drawing/2014/main" id="{BB71D62B-24B2-C152-6817-1DA3BB054047}"/>
              </a:ext>
            </a:extLst>
          </p:cNvPr>
          <p:cNvCxnSpPr>
            <a:cxnSpLocks noChangeShapeType="1"/>
            <a:stCxn id="49158" idx="4"/>
            <a:endCxn id="49160" idx="0"/>
          </p:cNvCxnSpPr>
          <p:nvPr/>
        </p:nvCxnSpPr>
        <p:spPr bwMode="auto">
          <a:xfrm>
            <a:off x="6059488" y="2338389"/>
            <a:ext cx="285750" cy="7318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9169" name="AutoShape 18">
            <a:extLst>
              <a:ext uri="{FF2B5EF4-FFF2-40B4-BE49-F238E27FC236}">
                <a16:creationId xmlns:a16="http://schemas.microsoft.com/office/drawing/2014/main" id="{66241978-7801-5F19-781D-1B4EDA94DE3D}"/>
              </a:ext>
            </a:extLst>
          </p:cNvPr>
          <p:cNvCxnSpPr>
            <a:cxnSpLocks noChangeShapeType="1"/>
            <a:stCxn id="49164" idx="2"/>
            <a:endCxn id="49160" idx="7"/>
          </p:cNvCxnSpPr>
          <p:nvPr/>
        </p:nvCxnSpPr>
        <p:spPr bwMode="auto">
          <a:xfrm flipH="1">
            <a:off x="6542088" y="2209801"/>
            <a:ext cx="1751012" cy="9429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9170" name="AutoShape 19">
            <a:extLst>
              <a:ext uri="{FF2B5EF4-FFF2-40B4-BE49-F238E27FC236}">
                <a16:creationId xmlns:a16="http://schemas.microsoft.com/office/drawing/2014/main" id="{15CF972D-BE01-604F-6AC8-486B3842C22B}"/>
              </a:ext>
            </a:extLst>
          </p:cNvPr>
          <p:cNvCxnSpPr>
            <a:cxnSpLocks noChangeShapeType="1"/>
            <a:stCxn id="49162" idx="2"/>
            <a:endCxn id="49159" idx="7"/>
          </p:cNvCxnSpPr>
          <p:nvPr/>
        </p:nvCxnSpPr>
        <p:spPr bwMode="auto">
          <a:xfrm flipH="1">
            <a:off x="6327775" y="3906838"/>
            <a:ext cx="1339850" cy="652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9171" name="AutoShape 20">
            <a:extLst>
              <a:ext uri="{FF2B5EF4-FFF2-40B4-BE49-F238E27FC236}">
                <a16:creationId xmlns:a16="http://schemas.microsoft.com/office/drawing/2014/main" id="{929ED442-0A08-6986-EEF9-638797304A21}"/>
              </a:ext>
            </a:extLst>
          </p:cNvPr>
          <p:cNvCxnSpPr>
            <a:cxnSpLocks noChangeShapeType="1"/>
            <a:stCxn id="49162" idx="3"/>
            <a:endCxn id="49166" idx="7"/>
          </p:cNvCxnSpPr>
          <p:nvPr/>
        </p:nvCxnSpPr>
        <p:spPr bwMode="auto">
          <a:xfrm flipH="1">
            <a:off x="6623050" y="4125914"/>
            <a:ext cx="1144588" cy="15589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9172" name="AutoShape 21">
            <a:extLst>
              <a:ext uri="{FF2B5EF4-FFF2-40B4-BE49-F238E27FC236}">
                <a16:creationId xmlns:a16="http://schemas.microsoft.com/office/drawing/2014/main" id="{88262429-D7AF-19A8-2774-4AAF82AA4467}"/>
              </a:ext>
            </a:extLst>
          </p:cNvPr>
          <p:cNvCxnSpPr>
            <a:cxnSpLocks noChangeShapeType="1"/>
            <a:stCxn id="49161" idx="6"/>
            <a:endCxn id="49166" idx="2"/>
          </p:cNvCxnSpPr>
          <p:nvPr/>
        </p:nvCxnSpPr>
        <p:spPr bwMode="auto">
          <a:xfrm>
            <a:off x="4518026" y="5189538"/>
            <a:ext cx="1611313" cy="7159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9173" name="AutoShape 22">
            <a:extLst>
              <a:ext uri="{FF2B5EF4-FFF2-40B4-BE49-F238E27FC236}">
                <a16:creationId xmlns:a16="http://schemas.microsoft.com/office/drawing/2014/main" id="{8F162E41-B61B-BEC2-4B95-6565391E98F6}"/>
              </a:ext>
            </a:extLst>
          </p:cNvPr>
          <p:cNvCxnSpPr>
            <a:cxnSpLocks noChangeShapeType="1"/>
            <a:stCxn id="49159" idx="4"/>
            <a:endCxn id="49166" idx="1"/>
          </p:cNvCxnSpPr>
          <p:nvPr/>
        </p:nvCxnSpPr>
        <p:spPr bwMode="auto">
          <a:xfrm>
            <a:off x="6130926" y="5081588"/>
            <a:ext cx="98425" cy="6032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9174" name="AutoShape 23">
            <a:extLst>
              <a:ext uri="{FF2B5EF4-FFF2-40B4-BE49-F238E27FC236}">
                <a16:creationId xmlns:a16="http://schemas.microsoft.com/office/drawing/2014/main" id="{00FB6816-2B22-B470-D32A-1BD18DACCD1A}"/>
              </a:ext>
            </a:extLst>
          </p:cNvPr>
          <p:cNvCxnSpPr>
            <a:cxnSpLocks noChangeShapeType="1"/>
            <a:stCxn id="49163" idx="5"/>
            <a:endCxn id="49159" idx="1"/>
          </p:cNvCxnSpPr>
          <p:nvPr/>
        </p:nvCxnSpPr>
        <p:spPr bwMode="auto">
          <a:xfrm>
            <a:off x="5414963" y="4105276"/>
            <a:ext cx="519112" cy="4540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9175" name="AutoShape 24">
            <a:extLst>
              <a:ext uri="{FF2B5EF4-FFF2-40B4-BE49-F238E27FC236}">
                <a16:creationId xmlns:a16="http://schemas.microsoft.com/office/drawing/2014/main" id="{65ACFBEE-DF6A-E9FE-54F8-D731957A8CB3}"/>
              </a:ext>
            </a:extLst>
          </p:cNvPr>
          <p:cNvCxnSpPr>
            <a:cxnSpLocks noChangeShapeType="1"/>
            <a:stCxn id="49165" idx="5"/>
            <a:endCxn id="49163" idx="1"/>
          </p:cNvCxnSpPr>
          <p:nvPr/>
        </p:nvCxnSpPr>
        <p:spPr bwMode="auto">
          <a:xfrm>
            <a:off x="4303713" y="3170238"/>
            <a:ext cx="717550" cy="4953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9176" name="AutoShape 25">
            <a:extLst>
              <a:ext uri="{FF2B5EF4-FFF2-40B4-BE49-F238E27FC236}">
                <a16:creationId xmlns:a16="http://schemas.microsoft.com/office/drawing/2014/main" id="{4E157FEB-EA8F-3F8D-3379-F6FA21956539}"/>
              </a:ext>
            </a:extLst>
          </p:cNvPr>
          <p:cNvCxnSpPr>
            <a:cxnSpLocks noChangeShapeType="1"/>
            <a:stCxn id="49165" idx="4"/>
            <a:endCxn id="49161" idx="0"/>
          </p:cNvCxnSpPr>
          <p:nvPr/>
        </p:nvCxnSpPr>
        <p:spPr bwMode="auto">
          <a:xfrm>
            <a:off x="4106863" y="3252789"/>
            <a:ext cx="114300" cy="16335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9177" name="AutoShape 26">
            <a:extLst>
              <a:ext uri="{FF2B5EF4-FFF2-40B4-BE49-F238E27FC236}">
                <a16:creationId xmlns:a16="http://schemas.microsoft.com/office/drawing/2014/main" id="{A1B980D5-4415-16CB-683F-4E2E78B2B827}"/>
              </a:ext>
            </a:extLst>
          </p:cNvPr>
          <p:cNvCxnSpPr>
            <a:cxnSpLocks noChangeShapeType="1"/>
            <a:stCxn id="49165" idx="6"/>
            <a:endCxn id="49160" idx="2"/>
          </p:cNvCxnSpPr>
          <p:nvPr/>
        </p:nvCxnSpPr>
        <p:spPr bwMode="auto">
          <a:xfrm>
            <a:off x="4403725" y="2951164"/>
            <a:ext cx="1644650" cy="4222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9178" name="AutoShape 27">
            <a:extLst>
              <a:ext uri="{FF2B5EF4-FFF2-40B4-BE49-F238E27FC236}">
                <a16:creationId xmlns:a16="http://schemas.microsoft.com/office/drawing/2014/main" id="{D50EA9E1-ABFC-EE86-7DF9-1EA5CFB45DFC}"/>
              </a:ext>
            </a:extLst>
          </p:cNvPr>
          <p:cNvCxnSpPr>
            <a:cxnSpLocks noChangeShapeType="1"/>
            <a:stCxn id="49160" idx="6"/>
            <a:endCxn id="49162" idx="1"/>
          </p:cNvCxnSpPr>
          <p:nvPr/>
        </p:nvCxnSpPr>
        <p:spPr bwMode="auto">
          <a:xfrm>
            <a:off x="6642100" y="3373439"/>
            <a:ext cx="1125538" cy="31273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9179" name="AutoShape 28">
            <a:extLst>
              <a:ext uri="{FF2B5EF4-FFF2-40B4-BE49-F238E27FC236}">
                <a16:creationId xmlns:a16="http://schemas.microsoft.com/office/drawing/2014/main" id="{47B6F436-E391-863D-9A2D-1E125FF017A2}"/>
              </a:ext>
            </a:extLst>
          </p:cNvPr>
          <p:cNvCxnSpPr>
            <a:cxnSpLocks noChangeShapeType="1"/>
            <a:stCxn id="49164" idx="3"/>
            <a:endCxn id="49162" idx="7"/>
          </p:cNvCxnSpPr>
          <p:nvPr/>
        </p:nvCxnSpPr>
        <p:spPr bwMode="auto">
          <a:xfrm flipH="1">
            <a:off x="8161339" y="2428875"/>
            <a:ext cx="231775" cy="12573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>
            <a:extLst>
              <a:ext uri="{FF2B5EF4-FFF2-40B4-BE49-F238E27FC236}">
                <a16:creationId xmlns:a16="http://schemas.microsoft.com/office/drawing/2014/main" id="{2B8EE7F4-F091-DF4B-7C49-A43B105ECD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457200"/>
            <a:ext cx="7772400" cy="1143000"/>
          </a:xfrm>
        </p:spPr>
        <p:txBody>
          <a:bodyPr/>
          <a:lstStyle/>
          <a:p>
            <a:r>
              <a:rPr lang="en-US" altLang="en-US"/>
              <a:t>Topological Sorting Example </a:t>
            </a:r>
          </a:p>
        </p:txBody>
      </p:sp>
      <p:sp>
        <p:nvSpPr>
          <p:cNvPr id="50178" name="Rectangle 3">
            <a:extLst>
              <a:ext uri="{FF2B5EF4-FFF2-40B4-BE49-F238E27FC236}">
                <a16:creationId xmlns:a16="http://schemas.microsoft.com/office/drawing/2014/main" id="{CEE56399-8F8C-52CC-BF24-1123A9286C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0788" y="2719389"/>
            <a:ext cx="23812" cy="7937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50179" name="Rectangle 4">
            <a:extLst>
              <a:ext uri="{FF2B5EF4-FFF2-40B4-BE49-F238E27FC236}">
                <a16:creationId xmlns:a16="http://schemas.microsoft.com/office/drawing/2014/main" id="{29D09323-B81F-5526-A2C9-6A4968EDC5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6963" y="3673475"/>
            <a:ext cx="23812" cy="7938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50180" name="Rectangle 5">
            <a:extLst>
              <a:ext uri="{FF2B5EF4-FFF2-40B4-BE49-F238E27FC236}">
                <a16:creationId xmlns:a16="http://schemas.microsoft.com/office/drawing/2014/main" id="{0472C300-9B8D-EC1E-4D63-939044D1E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9464" y="3673475"/>
            <a:ext cx="22225" cy="7938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50181" name="Rectangle 6">
            <a:extLst>
              <a:ext uri="{FF2B5EF4-FFF2-40B4-BE49-F238E27FC236}">
                <a16:creationId xmlns:a16="http://schemas.microsoft.com/office/drawing/2014/main" id="{D7054CD3-0BD7-C24C-7D03-2ECDF4843D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2864" y="5756275"/>
            <a:ext cx="22225" cy="7938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50182" name="Oval 7">
            <a:extLst>
              <a:ext uri="{FF2B5EF4-FFF2-40B4-BE49-F238E27FC236}">
                <a16:creationId xmlns:a16="http://schemas.microsoft.com/office/drawing/2014/main" id="{1195337E-E918-1166-89C2-971C549C9C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1676" y="1752600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2</a:t>
            </a:r>
          </a:p>
        </p:txBody>
      </p:sp>
      <p:sp>
        <p:nvSpPr>
          <p:cNvPr id="50183" name="Oval 8">
            <a:extLst>
              <a:ext uri="{FF2B5EF4-FFF2-40B4-BE49-F238E27FC236}">
                <a16:creationId xmlns:a16="http://schemas.microsoft.com/office/drawing/2014/main" id="{7E66A891-8753-4F8F-2280-618E94BACE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3114" y="4495800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7</a:t>
            </a:r>
          </a:p>
        </p:txBody>
      </p:sp>
      <p:sp>
        <p:nvSpPr>
          <p:cNvPr id="50184" name="Oval 9">
            <a:extLst>
              <a:ext uri="{FF2B5EF4-FFF2-40B4-BE49-F238E27FC236}">
                <a16:creationId xmlns:a16="http://schemas.microsoft.com/office/drawing/2014/main" id="{9967D878-111A-162E-E303-441FF770E5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7426" y="3089275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4</a:t>
            </a:r>
          </a:p>
        </p:txBody>
      </p:sp>
      <p:sp>
        <p:nvSpPr>
          <p:cNvPr id="50185" name="Oval 10">
            <a:extLst>
              <a:ext uri="{FF2B5EF4-FFF2-40B4-BE49-F238E27FC236}">
                <a16:creationId xmlns:a16="http://schemas.microsoft.com/office/drawing/2014/main" id="{E7FB8EFA-8677-CD10-9B62-1D2F1A1651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3351" y="4905375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8</a:t>
            </a:r>
          </a:p>
        </p:txBody>
      </p:sp>
      <p:sp>
        <p:nvSpPr>
          <p:cNvPr id="50186" name="Oval 11">
            <a:extLst>
              <a:ext uri="{FF2B5EF4-FFF2-40B4-BE49-F238E27FC236}">
                <a16:creationId xmlns:a16="http://schemas.microsoft.com/office/drawing/2014/main" id="{B8E97662-3B1E-42D1-E8A1-2FF431D04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6676" y="3622675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5</a:t>
            </a:r>
          </a:p>
        </p:txBody>
      </p:sp>
      <p:sp>
        <p:nvSpPr>
          <p:cNvPr id="50187" name="Oval 12">
            <a:extLst>
              <a:ext uri="{FF2B5EF4-FFF2-40B4-BE49-F238E27FC236}">
                <a16:creationId xmlns:a16="http://schemas.microsoft.com/office/drawing/2014/main" id="{392D36FE-C69D-95F5-2F33-218C3490FA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0301" y="3602039"/>
            <a:ext cx="555625" cy="56673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6</a:t>
            </a:r>
          </a:p>
        </p:txBody>
      </p:sp>
      <p:sp>
        <p:nvSpPr>
          <p:cNvPr id="50188" name="Oval 13">
            <a:extLst>
              <a:ext uri="{FF2B5EF4-FFF2-40B4-BE49-F238E27FC236}">
                <a16:creationId xmlns:a16="http://schemas.microsoft.com/office/drawing/2014/main" id="{AA9480FA-1608-251F-1118-07A2460F87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2151" y="1925639"/>
            <a:ext cx="555625" cy="56673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50189" name="Oval 14">
            <a:extLst>
              <a:ext uri="{FF2B5EF4-FFF2-40B4-BE49-F238E27FC236}">
                <a16:creationId xmlns:a16="http://schemas.microsoft.com/office/drawing/2014/main" id="{93F0790A-1A26-4160-BA77-341A93F6CD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9051" y="2667000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3</a:t>
            </a:r>
          </a:p>
        </p:txBody>
      </p:sp>
      <p:sp>
        <p:nvSpPr>
          <p:cNvPr id="50190" name="Oval 15">
            <a:extLst>
              <a:ext uri="{FF2B5EF4-FFF2-40B4-BE49-F238E27FC236}">
                <a16:creationId xmlns:a16="http://schemas.microsoft.com/office/drawing/2014/main" id="{7A18FCA0-5439-E590-B03F-DD08164049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8389" y="5621339"/>
            <a:ext cx="555625" cy="56673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9</a:t>
            </a:r>
          </a:p>
        </p:txBody>
      </p:sp>
      <p:cxnSp>
        <p:nvCxnSpPr>
          <p:cNvPr id="50191" name="AutoShape 16">
            <a:extLst>
              <a:ext uri="{FF2B5EF4-FFF2-40B4-BE49-F238E27FC236}">
                <a16:creationId xmlns:a16="http://schemas.microsoft.com/office/drawing/2014/main" id="{BB15A1F7-ACAF-FF15-D598-6D25AD056C43}"/>
              </a:ext>
            </a:extLst>
          </p:cNvPr>
          <p:cNvCxnSpPr>
            <a:cxnSpLocks noChangeShapeType="1"/>
            <a:stCxn id="50182" idx="2"/>
            <a:endCxn id="50189" idx="7"/>
          </p:cNvCxnSpPr>
          <p:nvPr/>
        </p:nvCxnSpPr>
        <p:spPr bwMode="auto">
          <a:xfrm flipH="1">
            <a:off x="4303713" y="2036764"/>
            <a:ext cx="1458912" cy="6937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192" name="AutoShape 17">
            <a:extLst>
              <a:ext uri="{FF2B5EF4-FFF2-40B4-BE49-F238E27FC236}">
                <a16:creationId xmlns:a16="http://schemas.microsoft.com/office/drawing/2014/main" id="{AE2CF001-0808-55D3-BDAA-12A6906CC51B}"/>
              </a:ext>
            </a:extLst>
          </p:cNvPr>
          <p:cNvCxnSpPr>
            <a:cxnSpLocks noChangeShapeType="1"/>
            <a:stCxn id="50182" idx="4"/>
            <a:endCxn id="50184" idx="0"/>
          </p:cNvCxnSpPr>
          <p:nvPr/>
        </p:nvCxnSpPr>
        <p:spPr bwMode="auto">
          <a:xfrm>
            <a:off x="6059488" y="2338389"/>
            <a:ext cx="285750" cy="7318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193" name="AutoShape 18">
            <a:extLst>
              <a:ext uri="{FF2B5EF4-FFF2-40B4-BE49-F238E27FC236}">
                <a16:creationId xmlns:a16="http://schemas.microsoft.com/office/drawing/2014/main" id="{994F70B2-FF82-3921-1D9C-21D99BA9CDBC}"/>
              </a:ext>
            </a:extLst>
          </p:cNvPr>
          <p:cNvCxnSpPr>
            <a:cxnSpLocks noChangeShapeType="1"/>
            <a:stCxn id="50188" idx="2"/>
            <a:endCxn id="50184" idx="7"/>
          </p:cNvCxnSpPr>
          <p:nvPr/>
        </p:nvCxnSpPr>
        <p:spPr bwMode="auto">
          <a:xfrm flipH="1">
            <a:off x="6542088" y="2209801"/>
            <a:ext cx="1751012" cy="9429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194" name="AutoShape 19">
            <a:extLst>
              <a:ext uri="{FF2B5EF4-FFF2-40B4-BE49-F238E27FC236}">
                <a16:creationId xmlns:a16="http://schemas.microsoft.com/office/drawing/2014/main" id="{3F629509-12D9-78F0-C56F-624FC3CBA56C}"/>
              </a:ext>
            </a:extLst>
          </p:cNvPr>
          <p:cNvCxnSpPr>
            <a:cxnSpLocks noChangeShapeType="1"/>
            <a:stCxn id="50186" idx="2"/>
            <a:endCxn id="50183" idx="7"/>
          </p:cNvCxnSpPr>
          <p:nvPr/>
        </p:nvCxnSpPr>
        <p:spPr bwMode="auto">
          <a:xfrm flipH="1">
            <a:off x="6327775" y="3906838"/>
            <a:ext cx="1339850" cy="652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195" name="AutoShape 20">
            <a:extLst>
              <a:ext uri="{FF2B5EF4-FFF2-40B4-BE49-F238E27FC236}">
                <a16:creationId xmlns:a16="http://schemas.microsoft.com/office/drawing/2014/main" id="{29BE8427-D0C1-8977-87E7-4BF7C551DBAE}"/>
              </a:ext>
            </a:extLst>
          </p:cNvPr>
          <p:cNvCxnSpPr>
            <a:cxnSpLocks noChangeShapeType="1"/>
            <a:stCxn id="50186" idx="3"/>
            <a:endCxn id="50190" idx="7"/>
          </p:cNvCxnSpPr>
          <p:nvPr/>
        </p:nvCxnSpPr>
        <p:spPr bwMode="auto">
          <a:xfrm flipH="1">
            <a:off x="6623050" y="4125914"/>
            <a:ext cx="1144588" cy="15589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196" name="AutoShape 21">
            <a:extLst>
              <a:ext uri="{FF2B5EF4-FFF2-40B4-BE49-F238E27FC236}">
                <a16:creationId xmlns:a16="http://schemas.microsoft.com/office/drawing/2014/main" id="{E4F237B8-9F2F-6C1D-0EB7-CE3BDA6EF25F}"/>
              </a:ext>
            </a:extLst>
          </p:cNvPr>
          <p:cNvCxnSpPr>
            <a:cxnSpLocks noChangeShapeType="1"/>
            <a:stCxn id="50185" idx="6"/>
            <a:endCxn id="50190" idx="2"/>
          </p:cNvCxnSpPr>
          <p:nvPr/>
        </p:nvCxnSpPr>
        <p:spPr bwMode="auto">
          <a:xfrm>
            <a:off x="4518026" y="5189538"/>
            <a:ext cx="1611313" cy="7159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197" name="AutoShape 22">
            <a:extLst>
              <a:ext uri="{FF2B5EF4-FFF2-40B4-BE49-F238E27FC236}">
                <a16:creationId xmlns:a16="http://schemas.microsoft.com/office/drawing/2014/main" id="{B8A2BDCB-0712-C670-B7C2-F641FEEBA86D}"/>
              </a:ext>
            </a:extLst>
          </p:cNvPr>
          <p:cNvCxnSpPr>
            <a:cxnSpLocks noChangeShapeType="1"/>
            <a:stCxn id="50183" idx="4"/>
            <a:endCxn id="50190" idx="1"/>
          </p:cNvCxnSpPr>
          <p:nvPr/>
        </p:nvCxnSpPr>
        <p:spPr bwMode="auto">
          <a:xfrm>
            <a:off x="6130926" y="5081588"/>
            <a:ext cx="98425" cy="6032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198" name="AutoShape 23">
            <a:extLst>
              <a:ext uri="{FF2B5EF4-FFF2-40B4-BE49-F238E27FC236}">
                <a16:creationId xmlns:a16="http://schemas.microsoft.com/office/drawing/2014/main" id="{B692CB9D-3C4E-12F5-F8E9-D7205BBBFD06}"/>
              </a:ext>
            </a:extLst>
          </p:cNvPr>
          <p:cNvCxnSpPr>
            <a:cxnSpLocks noChangeShapeType="1"/>
            <a:stCxn id="50187" idx="5"/>
            <a:endCxn id="50183" idx="1"/>
          </p:cNvCxnSpPr>
          <p:nvPr/>
        </p:nvCxnSpPr>
        <p:spPr bwMode="auto">
          <a:xfrm>
            <a:off x="5414963" y="4105276"/>
            <a:ext cx="519112" cy="4540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199" name="AutoShape 24">
            <a:extLst>
              <a:ext uri="{FF2B5EF4-FFF2-40B4-BE49-F238E27FC236}">
                <a16:creationId xmlns:a16="http://schemas.microsoft.com/office/drawing/2014/main" id="{18532F5B-D98E-ED27-0925-BB2170A594F2}"/>
              </a:ext>
            </a:extLst>
          </p:cNvPr>
          <p:cNvCxnSpPr>
            <a:cxnSpLocks noChangeShapeType="1"/>
            <a:stCxn id="50189" idx="5"/>
            <a:endCxn id="50187" idx="1"/>
          </p:cNvCxnSpPr>
          <p:nvPr/>
        </p:nvCxnSpPr>
        <p:spPr bwMode="auto">
          <a:xfrm>
            <a:off x="4303713" y="3170238"/>
            <a:ext cx="717550" cy="4953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200" name="AutoShape 25">
            <a:extLst>
              <a:ext uri="{FF2B5EF4-FFF2-40B4-BE49-F238E27FC236}">
                <a16:creationId xmlns:a16="http://schemas.microsoft.com/office/drawing/2014/main" id="{18DAA732-3C79-4515-818A-D8E2C3945235}"/>
              </a:ext>
            </a:extLst>
          </p:cNvPr>
          <p:cNvCxnSpPr>
            <a:cxnSpLocks noChangeShapeType="1"/>
            <a:stCxn id="50189" idx="4"/>
            <a:endCxn id="50185" idx="0"/>
          </p:cNvCxnSpPr>
          <p:nvPr/>
        </p:nvCxnSpPr>
        <p:spPr bwMode="auto">
          <a:xfrm>
            <a:off x="4106863" y="3252789"/>
            <a:ext cx="114300" cy="16335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201" name="AutoShape 26">
            <a:extLst>
              <a:ext uri="{FF2B5EF4-FFF2-40B4-BE49-F238E27FC236}">
                <a16:creationId xmlns:a16="http://schemas.microsoft.com/office/drawing/2014/main" id="{689AF14D-FE4E-D86B-D041-D71AFF3A9397}"/>
              </a:ext>
            </a:extLst>
          </p:cNvPr>
          <p:cNvCxnSpPr>
            <a:cxnSpLocks noChangeShapeType="1"/>
            <a:stCxn id="50189" idx="6"/>
            <a:endCxn id="50184" idx="2"/>
          </p:cNvCxnSpPr>
          <p:nvPr/>
        </p:nvCxnSpPr>
        <p:spPr bwMode="auto">
          <a:xfrm>
            <a:off x="4403725" y="2951164"/>
            <a:ext cx="1644650" cy="4222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202" name="AutoShape 27">
            <a:extLst>
              <a:ext uri="{FF2B5EF4-FFF2-40B4-BE49-F238E27FC236}">
                <a16:creationId xmlns:a16="http://schemas.microsoft.com/office/drawing/2014/main" id="{35CF5163-7279-6309-A554-44DC99B8115D}"/>
              </a:ext>
            </a:extLst>
          </p:cNvPr>
          <p:cNvCxnSpPr>
            <a:cxnSpLocks noChangeShapeType="1"/>
            <a:stCxn id="50184" idx="6"/>
            <a:endCxn id="50186" idx="1"/>
          </p:cNvCxnSpPr>
          <p:nvPr/>
        </p:nvCxnSpPr>
        <p:spPr bwMode="auto">
          <a:xfrm>
            <a:off x="6642100" y="3373439"/>
            <a:ext cx="1125538" cy="31273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203" name="AutoShape 28">
            <a:extLst>
              <a:ext uri="{FF2B5EF4-FFF2-40B4-BE49-F238E27FC236}">
                <a16:creationId xmlns:a16="http://schemas.microsoft.com/office/drawing/2014/main" id="{F38C1B51-18B9-4688-7667-590964D55C52}"/>
              </a:ext>
            </a:extLst>
          </p:cNvPr>
          <p:cNvCxnSpPr>
            <a:cxnSpLocks noChangeShapeType="1"/>
            <a:stCxn id="50188" idx="3"/>
            <a:endCxn id="50186" idx="7"/>
          </p:cNvCxnSpPr>
          <p:nvPr/>
        </p:nvCxnSpPr>
        <p:spPr bwMode="auto">
          <a:xfrm flipH="1">
            <a:off x="8161339" y="2428875"/>
            <a:ext cx="231775" cy="12573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>
            <a:extLst>
              <a:ext uri="{FF2B5EF4-FFF2-40B4-BE49-F238E27FC236}">
                <a16:creationId xmlns:a16="http://schemas.microsoft.com/office/drawing/2014/main" id="{E67BFE0A-1E94-2031-D321-FDBFB33B43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457200"/>
            <a:ext cx="7772400" cy="1143000"/>
          </a:xfrm>
        </p:spPr>
        <p:txBody>
          <a:bodyPr/>
          <a:lstStyle/>
          <a:p>
            <a:r>
              <a:rPr lang="en-US" altLang="en-US"/>
              <a:t>Topological Sorting Example </a:t>
            </a:r>
          </a:p>
        </p:txBody>
      </p:sp>
      <p:sp>
        <p:nvSpPr>
          <p:cNvPr id="51202" name="Rectangle 3">
            <a:extLst>
              <a:ext uri="{FF2B5EF4-FFF2-40B4-BE49-F238E27FC236}">
                <a16:creationId xmlns:a16="http://schemas.microsoft.com/office/drawing/2014/main" id="{5A7B3FFE-31F6-9B5E-98EE-880B559E2C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0788" y="2719389"/>
            <a:ext cx="23812" cy="7937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51203" name="Rectangle 4">
            <a:extLst>
              <a:ext uri="{FF2B5EF4-FFF2-40B4-BE49-F238E27FC236}">
                <a16:creationId xmlns:a16="http://schemas.microsoft.com/office/drawing/2014/main" id="{CFA6F143-36EC-E50A-AD36-49AA4B1324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6963" y="3673475"/>
            <a:ext cx="23812" cy="7938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51204" name="Rectangle 5">
            <a:extLst>
              <a:ext uri="{FF2B5EF4-FFF2-40B4-BE49-F238E27FC236}">
                <a16:creationId xmlns:a16="http://schemas.microsoft.com/office/drawing/2014/main" id="{2BA5F48B-82E7-F29B-DD65-F271172843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9464" y="3673475"/>
            <a:ext cx="22225" cy="7938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51205" name="Rectangle 6">
            <a:extLst>
              <a:ext uri="{FF2B5EF4-FFF2-40B4-BE49-F238E27FC236}">
                <a16:creationId xmlns:a16="http://schemas.microsoft.com/office/drawing/2014/main" id="{05022C80-AFCF-CF8C-A24A-C06F3F54E0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2864" y="5756275"/>
            <a:ext cx="22225" cy="7938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51206" name="Oval 7">
            <a:extLst>
              <a:ext uri="{FF2B5EF4-FFF2-40B4-BE49-F238E27FC236}">
                <a16:creationId xmlns:a16="http://schemas.microsoft.com/office/drawing/2014/main" id="{3EB80543-8474-FAD7-08BF-DE70306A79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1676" y="1752600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2</a:t>
            </a:r>
          </a:p>
        </p:txBody>
      </p:sp>
      <p:sp>
        <p:nvSpPr>
          <p:cNvPr id="51207" name="Oval 8">
            <a:extLst>
              <a:ext uri="{FF2B5EF4-FFF2-40B4-BE49-F238E27FC236}">
                <a16:creationId xmlns:a16="http://schemas.microsoft.com/office/drawing/2014/main" id="{BBCBB88E-C698-1E86-BCA9-2CE77BB6F4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3114" y="4495800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7</a:t>
            </a:r>
          </a:p>
        </p:txBody>
      </p:sp>
      <p:sp>
        <p:nvSpPr>
          <p:cNvPr id="51208" name="Oval 9">
            <a:extLst>
              <a:ext uri="{FF2B5EF4-FFF2-40B4-BE49-F238E27FC236}">
                <a16:creationId xmlns:a16="http://schemas.microsoft.com/office/drawing/2014/main" id="{91BF7F0D-D1AC-A4EF-6F14-F00B249568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7426" y="3089275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4</a:t>
            </a:r>
          </a:p>
        </p:txBody>
      </p:sp>
      <p:sp>
        <p:nvSpPr>
          <p:cNvPr id="51209" name="Oval 10">
            <a:extLst>
              <a:ext uri="{FF2B5EF4-FFF2-40B4-BE49-F238E27FC236}">
                <a16:creationId xmlns:a16="http://schemas.microsoft.com/office/drawing/2014/main" id="{B4EC067E-A902-C143-5971-C7462BD252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3351" y="4905375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8</a:t>
            </a:r>
          </a:p>
        </p:txBody>
      </p:sp>
      <p:sp>
        <p:nvSpPr>
          <p:cNvPr id="51210" name="Oval 11">
            <a:extLst>
              <a:ext uri="{FF2B5EF4-FFF2-40B4-BE49-F238E27FC236}">
                <a16:creationId xmlns:a16="http://schemas.microsoft.com/office/drawing/2014/main" id="{C3765398-1EDF-1DB9-F54E-C7131D5784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6676" y="3622675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5</a:t>
            </a:r>
          </a:p>
        </p:txBody>
      </p:sp>
      <p:sp>
        <p:nvSpPr>
          <p:cNvPr id="51211" name="Oval 12">
            <a:extLst>
              <a:ext uri="{FF2B5EF4-FFF2-40B4-BE49-F238E27FC236}">
                <a16:creationId xmlns:a16="http://schemas.microsoft.com/office/drawing/2014/main" id="{412317AC-74EB-7A3D-6086-AE2F9AAC0E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0301" y="3602039"/>
            <a:ext cx="555625" cy="56673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6</a:t>
            </a:r>
          </a:p>
        </p:txBody>
      </p:sp>
      <p:sp>
        <p:nvSpPr>
          <p:cNvPr id="51212" name="Oval 13">
            <a:extLst>
              <a:ext uri="{FF2B5EF4-FFF2-40B4-BE49-F238E27FC236}">
                <a16:creationId xmlns:a16="http://schemas.microsoft.com/office/drawing/2014/main" id="{78EDACDD-31B9-E5C0-754A-B6CA673420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2151" y="1925639"/>
            <a:ext cx="555625" cy="56673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1</a:t>
            </a:r>
          </a:p>
        </p:txBody>
      </p:sp>
      <p:sp>
        <p:nvSpPr>
          <p:cNvPr id="51213" name="Oval 14">
            <a:extLst>
              <a:ext uri="{FF2B5EF4-FFF2-40B4-BE49-F238E27FC236}">
                <a16:creationId xmlns:a16="http://schemas.microsoft.com/office/drawing/2014/main" id="{15BCF495-5E4D-C503-EFA8-4C55C13A01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9051" y="2667000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3</a:t>
            </a:r>
          </a:p>
        </p:txBody>
      </p:sp>
      <p:sp>
        <p:nvSpPr>
          <p:cNvPr id="51214" name="Oval 15">
            <a:extLst>
              <a:ext uri="{FF2B5EF4-FFF2-40B4-BE49-F238E27FC236}">
                <a16:creationId xmlns:a16="http://schemas.microsoft.com/office/drawing/2014/main" id="{F7940CE0-7D0B-98B2-887B-61EBC10EAB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8389" y="5621339"/>
            <a:ext cx="555625" cy="56673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9</a:t>
            </a:r>
          </a:p>
        </p:txBody>
      </p:sp>
      <p:cxnSp>
        <p:nvCxnSpPr>
          <p:cNvPr id="51215" name="AutoShape 16">
            <a:extLst>
              <a:ext uri="{FF2B5EF4-FFF2-40B4-BE49-F238E27FC236}">
                <a16:creationId xmlns:a16="http://schemas.microsoft.com/office/drawing/2014/main" id="{A175704D-A83A-4D0E-0D23-B6C0978BCAB6}"/>
              </a:ext>
            </a:extLst>
          </p:cNvPr>
          <p:cNvCxnSpPr>
            <a:cxnSpLocks noChangeShapeType="1"/>
            <a:stCxn id="51206" idx="2"/>
            <a:endCxn id="51213" idx="7"/>
          </p:cNvCxnSpPr>
          <p:nvPr/>
        </p:nvCxnSpPr>
        <p:spPr bwMode="auto">
          <a:xfrm flipH="1">
            <a:off x="4303713" y="2036764"/>
            <a:ext cx="1458912" cy="6937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216" name="AutoShape 17">
            <a:extLst>
              <a:ext uri="{FF2B5EF4-FFF2-40B4-BE49-F238E27FC236}">
                <a16:creationId xmlns:a16="http://schemas.microsoft.com/office/drawing/2014/main" id="{88BAEDF3-A27F-F67A-3739-B2F849AB07A4}"/>
              </a:ext>
            </a:extLst>
          </p:cNvPr>
          <p:cNvCxnSpPr>
            <a:cxnSpLocks noChangeShapeType="1"/>
            <a:stCxn id="51206" idx="4"/>
            <a:endCxn id="51208" idx="0"/>
          </p:cNvCxnSpPr>
          <p:nvPr/>
        </p:nvCxnSpPr>
        <p:spPr bwMode="auto">
          <a:xfrm>
            <a:off x="6059488" y="2338389"/>
            <a:ext cx="285750" cy="7318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217" name="AutoShape 18">
            <a:extLst>
              <a:ext uri="{FF2B5EF4-FFF2-40B4-BE49-F238E27FC236}">
                <a16:creationId xmlns:a16="http://schemas.microsoft.com/office/drawing/2014/main" id="{A87C2E2B-99DA-A5C8-381D-6C9134A21597}"/>
              </a:ext>
            </a:extLst>
          </p:cNvPr>
          <p:cNvCxnSpPr>
            <a:cxnSpLocks noChangeShapeType="1"/>
            <a:stCxn id="51212" idx="2"/>
            <a:endCxn id="51208" idx="7"/>
          </p:cNvCxnSpPr>
          <p:nvPr/>
        </p:nvCxnSpPr>
        <p:spPr bwMode="auto">
          <a:xfrm flipH="1">
            <a:off x="6542088" y="2209801"/>
            <a:ext cx="1751012" cy="9429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218" name="AutoShape 19">
            <a:extLst>
              <a:ext uri="{FF2B5EF4-FFF2-40B4-BE49-F238E27FC236}">
                <a16:creationId xmlns:a16="http://schemas.microsoft.com/office/drawing/2014/main" id="{E6EB9C14-B771-81B9-8D8F-475C04273B9F}"/>
              </a:ext>
            </a:extLst>
          </p:cNvPr>
          <p:cNvCxnSpPr>
            <a:cxnSpLocks noChangeShapeType="1"/>
            <a:stCxn id="51210" idx="2"/>
            <a:endCxn id="51207" idx="7"/>
          </p:cNvCxnSpPr>
          <p:nvPr/>
        </p:nvCxnSpPr>
        <p:spPr bwMode="auto">
          <a:xfrm flipH="1">
            <a:off x="6327775" y="3906838"/>
            <a:ext cx="1339850" cy="652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219" name="AutoShape 20">
            <a:extLst>
              <a:ext uri="{FF2B5EF4-FFF2-40B4-BE49-F238E27FC236}">
                <a16:creationId xmlns:a16="http://schemas.microsoft.com/office/drawing/2014/main" id="{0139D791-F2EF-01C3-E4B0-E0EEA0CBADDE}"/>
              </a:ext>
            </a:extLst>
          </p:cNvPr>
          <p:cNvCxnSpPr>
            <a:cxnSpLocks noChangeShapeType="1"/>
            <a:stCxn id="51210" idx="3"/>
            <a:endCxn id="51214" idx="7"/>
          </p:cNvCxnSpPr>
          <p:nvPr/>
        </p:nvCxnSpPr>
        <p:spPr bwMode="auto">
          <a:xfrm flipH="1">
            <a:off x="6623050" y="4125914"/>
            <a:ext cx="1144588" cy="15589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220" name="AutoShape 21">
            <a:extLst>
              <a:ext uri="{FF2B5EF4-FFF2-40B4-BE49-F238E27FC236}">
                <a16:creationId xmlns:a16="http://schemas.microsoft.com/office/drawing/2014/main" id="{4CC06000-5865-815D-74D2-BE5D1A7EB36D}"/>
              </a:ext>
            </a:extLst>
          </p:cNvPr>
          <p:cNvCxnSpPr>
            <a:cxnSpLocks noChangeShapeType="1"/>
            <a:stCxn id="51209" idx="6"/>
            <a:endCxn id="51214" idx="2"/>
          </p:cNvCxnSpPr>
          <p:nvPr/>
        </p:nvCxnSpPr>
        <p:spPr bwMode="auto">
          <a:xfrm>
            <a:off x="4518026" y="5189538"/>
            <a:ext cx="1611313" cy="7159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221" name="AutoShape 22">
            <a:extLst>
              <a:ext uri="{FF2B5EF4-FFF2-40B4-BE49-F238E27FC236}">
                <a16:creationId xmlns:a16="http://schemas.microsoft.com/office/drawing/2014/main" id="{C3F46C1F-3F19-8F1C-7903-85752C17D8B3}"/>
              </a:ext>
            </a:extLst>
          </p:cNvPr>
          <p:cNvCxnSpPr>
            <a:cxnSpLocks noChangeShapeType="1"/>
            <a:stCxn id="51207" idx="4"/>
            <a:endCxn id="51214" idx="1"/>
          </p:cNvCxnSpPr>
          <p:nvPr/>
        </p:nvCxnSpPr>
        <p:spPr bwMode="auto">
          <a:xfrm>
            <a:off x="6130926" y="5081588"/>
            <a:ext cx="98425" cy="6032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222" name="AutoShape 23">
            <a:extLst>
              <a:ext uri="{FF2B5EF4-FFF2-40B4-BE49-F238E27FC236}">
                <a16:creationId xmlns:a16="http://schemas.microsoft.com/office/drawing/2014/main" id="{AAF76F65-6C32-819A-AD64-F06D13AE9A50}"/>
              </a:ext>
            </a:extLst>
          </p:cNvPr>
          <p:cNvCxnSpPr>
            <a:cxnSpLocks noChangeShapeType="1"/>
            <a:stCxn id="51211" idx="5"/>
            <a:endCxn id="51207" idx="1"/>
          </p:cNvCxnSpPr>
          <p:nvPr/>
        </p:nvCxnSpPr>
        <p:spPr bwMode="auto">
          <a:xfrm>
            <a:off x="5414963" y="4105276"/>
            <a:ext cx="519112" cy="4540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223" name="AutoShape 24">
            <a:extLst>
              <a:ext uri="{FF2B5EF4-FFF2-40B4-BE49-F238E27FC236}">
                <a16:creationId xmlns:a16="http://schemas.microsoft.com/office/drawing/2014/main" id="{434508A4-9CC9-2188-A678-F634E4B644B3}"/>
              </a:ext>
            </a:extLst>
          </p:cNvPr>
          <p:cNvCxnSpPr>
            <a:cxnSpLocks noChangeShapeType="1"/>
            <a:stCxn id="51213" idx="5"/>
            <a:endCxn id="51211" idx="1"/>
          </p:cNvCxnSpPr>
          <p:nvPr/>
        </p:nvCxnSpPr>
        <p:spPr bwMode="auto">
          <a:xfrm>
            <a:off x="4303713" y="3170238"/>
            <a:ext cx="717550" cy="4953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224" name="AutoShape 25">
            <a:extLst>
              <a:ext uri="{FF2B5EF4-FFF2-40B4-BE49-F238E27FC236}">
                <a16:creationId xmlns:a16="http://schemas.microsoft.com/office/drawing/2014/main" id="{DE0DAA0B-5ADF-9EB1-DDE5-F29602524F80}"/>
              </a:ext>
            </a:extLst>
          </p:cNvPr>
          <p:cNvCxnSpPr>
            <a:cxnSpLocks noChangeShapeType="1"/>
            <a:stCxn id="51213" idx="4"/>
            <a:endCxn id="51209" idx="0"/>
          </p:cNvCxnSpPr>
          <p:nvPr/>
        </p:nvCxnSpPr>
        <p:spPr bwMode="auto">
          <a:xfrm>
            <a:off x="4106863" y="3252789"/>
            <a:ext cx="114300" cy="16335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225" name="AutoShape 26">
            <a:extLst>
              <a:ext uri="{FF2B5EF4-FFF2-40B4-BE49-F238E27FC236}">
                <a16:creationId xmlns:a16="http://schemas.microsoft.com/office/drawing/2014/main" id="{6C9F5D31-7E10-3309-E7F2-9B224BC46060}"/>
              </a:ext>
            </a:extLst>
          </p:cNvPr>
          <p:cNvCxnSpPr>
            <a:cxnSpLocks noChangeShapeType="1"/>
            <a:stCxn id="51213" idx="6"/>
            <a:endCxn id="51208" idx="2"/>
          </p:cNvCxnSpPr>
          <p:nvPr/>
        </p:nvCxnSpPr>
        <p:spPr bwMode="auto">
          <a:xfrm>
            <a:off x="4403725" y="2951164"/>
            <a:ext cx="1644650" cy="4222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226" name="AutoShape 27">
            <a:extLst>
              <a:ext uri="{FF2B5EF4-FFF2-40B4-BE49-F238E27FC236}">
                <a16:creationId xmlns:a16="http://schemas.microsoft.com/office/drawing/2014/main" id="{BE31A24D-6275-6AD9-0F91-5D1E1D779229}"/>
              </a:ext>
            </a:extLst>
          </p:cNvPr>
          <p:cNvCxnSpPr>
            <a:cxnSpLocks noChangeShapeType="1"/>
            <a:stCxn id="51208" idx="6"/>
            <a:endCxn id="51210" idx="1"/>
          </p:cNvCxnSpPr>
          <p:nvPr/>
        </p:nvCxnSpPr>
        <p:spPr bwMode="auto">
          <a:xfrm>
            <a:off x="6642100" y="3373439"/>
            <a:ext cx="1125538" cy="31273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227" name="AutoShape 28">
            <a:extLst>
              <a:ext uri="{FF2B5EF4-FFF2-40B4-BE49-F238E27FC236}">
                <a16:creationId xmlns:a16="http://schemas.microsoft.com/office/drawing/2014/main" id="{41155974-D5F6-7988-F46E-5D6A0C771130}"/>
              </a:ext>
            </a:extLst>
          </p:cNvPr>
          <p:cNvCxnSpPr>
            <a:cxnSpLocks noChangeShapeType="1"/>
            <a:stCxn id="51212" idx="3"/>
            <a:endCxn id="51210" idx="7"/>
          </p:cNvCxnSpPr>
          <p:nvPr/>
        </p:nvCxnSpPr>
        <p:spPr bwMode="auto">
          <a:xfrm flipH="1">
            <a:off x="8161339" y="2428875"/>
            <a:ext cx="231775" cy="12573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28</TotalTime>
  <Words>1771</Words>
  <Application>Microsoft Office PowerPoint</Application>
  <PresentationFormat>Widescreen</PresentationFormat>
  <Paragraphs>525</Paragraphs>
  <Slides>34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4" baseType="lpstr">
      <vt:lpstr>宋体</vt:lpstr>
      <vt:lpstr>Aptos</vt:lpstr>
      <vt:lpstr>Arial</vt:lpstr>
      <vt:lpstr>Symbol</vt:lpstr>
      <vt:lpstr>Times</vt:lpstr>
      <vt:lpstr>Times New Roman</vt:lpstr>
      <vt:lpstr>Trebuchet MS</vt:lpstr>
      <vt:lpstr>Wingdings</vt:lpstr>
      <vt:lpstr>Wingdings 3</vt:lpstr>
      <vt:lpstr>Facet</vt:lpstr>
      <vt:lpstr>CS535: Algorithm Design and Analysis   Directed Graphs</vt:lpstr>
      <vt:lpstr>Digraphs</vt:lpstr>
      <vt:lpstr>Digraph Applications</vt:lpstr>
      <vt:lpstr>Directed DFS/BFS</vt:lpstr>
      <vt:lpstr>Reachability</vt:lpstr>
      <vt:lpstr>Strong Connectivity</vt:lpstr>
      <vt:lpstr>More Efficient Algorithm for Strong Connectivity</vt:lpstr>
      <vt:lpstr>Strongly Connected Components</vt:lpstr>
      <vt:lpstr>Transitive Closure</vt:lpstr>
      <vt:lpstr>Computing the Transitive Closure</vt:lpstr>
      <vt:lpstr>Floyd-Warshall Transitive Closure</vt:lpstr>
      <vt:lpstr>Floyd-Warshall’s Algorithm</vt:lpstr>
      <vt:lpstr>Floyd-Warshall Example</vt:lpstr>
      <vt:lpstr>Floyd-Warshall, Iteration 1</vt:lpstr>
      <vt:lpstr>Floyd-Warshall, Iteration 2</vt:lpstr>
      <vt:lpstr>Floyd-Warshall, Iteration 3</vt:lpstr>
      <vt:lpstr>Floyd-Warshall, Iteration 4</vt:lpstr>
      <vt:lpstr>Floyd-Warshall, Iteration 5</vt:lpstr>
      <vt:lpstr>Floyd-Warshall, Iteration 6</vt:lpstr>
      <vt:lpstr>Floyd-Warshall, Conclusion</vt:lpstr>
      <vt:lpstr>DAGs and Topological Ordering</vt:lpstr>
      <vt:lpstr>Topological Sorting</vt:lpstr>
      <vt:lpstr>Algorithm for Topological Sorting</vt:lpstr>
      <vt:lpstr>Topological Sorting Algorithm using DFS</vt:lpstr>
      <vt:lpstr>Topological Sorting Example </vt:lpstr>
      <vt:lpstr>Topological Sorting Example </vt:lpstr>
      <vt:lpstr>Topological Sorting Example </vt:lpstr>
      <vt:lpstr>Topological Sorting Example </vt:lpstr>
      <vt:lpstr>Topological Sorting Example </vt:lpstr>
      <vt:lpstr>Topological Sorting Example </vt:lpstr>
      <vt:lpstr>Topological Sorting Example </vt:lpstr>
      <vt:lpstr>Topological Sorting Example </vt:lpstr>
      <vt:lpstr>Topological Sorting Example </vt:lpstr>
      <vt:lpstr>Topological Sorting Example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Singh, Rohit (singh2ro)</dc:creator>
  <cp:lastModifiedBy>Singh, Rohit (singh2ro)</cp:lastModifiedBy>
  <cp:revision>2</cp:revision>
  <dcterms:created xsi:type="dcterms:W3CDTF">2024-11-18T03:45:27Z</dcterms:created>
  <dcterms:modified xsi:type="dcterms:W3CDTF">2024-11-18T04:13:30Z</dcterms:modified>
</cp:coreProperties>
</file>