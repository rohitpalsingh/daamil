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DD82C-1C82-4CD7-9E34-7D128E244C5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5ECA6-E5E5-43CE-9FBB-B51492B8C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5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B99EB7C8-CC74-D185-D403-F4C297FB36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F2B721CF-3934-C29F-C6E2-438808FAC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C5F17FD4-DEA6-A094-6C5F-A38A8F9C8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C31EDC-CC89-9A44-A7C5-02C2C09C7F8B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2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91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9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4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0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8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0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6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3681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45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1802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98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35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1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03914-D4CB-4AC4-AA98-1428EC4C6163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95D7E47-2080-4D7E-A955-8066729FE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1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71816DE-5343-F30D-0C90-D7CEF1B4E4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The Greedy Method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960F468-7142-81FC-52A4-3F07FA10E2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4,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BFBDDF39-2DCF-1428-C496-73E9536DE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5.1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A945C3B-E188-FEA7-73C2-EC03D7131B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The Greedy Method</a:t>
            </a:r>
          </a:p>
        </p:txBody>
      </p:sp>
      <p:sp>
        <p:nvSpPr>
          <p:cNvPr id="1536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F4D28B5-4243-629F-CDCA-97358F3C212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057400" y="990600"/>
            <a:ext cx="8229600" cy="3200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 b="1">
                <a:solidFill>
                  <a:schemeClr val="tx2"/>
                </a:solidFill>
              </a:rPr>
              <a:t>The greedy method</a:t>
            </a:r>
            <a:r>
              <a:rPr lang="en-US" altLang="en-US" sz="2200"/>
              <a:t> is a general algorithm design paradigm, built on the following elements: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>
                <a:solidFill>
                  <a:schemeClr val="tx2"/>
                </a:solidFill>
              </a:rPr>
              <a:t>configurations</a:t>
            </a:r>
            <a:r>
              <a:rPr lang="en-US" altLang="en-US" sz="2000"/>
              <a:t>: different choices, collections, or values to find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b="1">
                <a:solidFill>
                  <a:schemeClr val="tx2"/>
                </a:solidFill>
              </a:rPr>
              <a:t>objective function</a:t>
            </a:r>
            <a:r>
              <a:rPr lang="en-US" altLang="en-US" sz="2000"/>
              <a:t>: a score assigned to configurations, which we want to either maximize or minimize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It works best when applied to problems with the </a:t>
            </a:r>
            <a:r>
              <a:rPr lang="en-US" altLang="en-US" sz="2200" b="1">
                <a:solidFill>
                  <a:schemeClr val="tx2"/>
                </a:solidFill>
              </a:rPr>
              <a:t>greedy-choice</a:t>
            </a:r>
            <a:r>
              <a:rPr lang="en-US" altLang="en-US" sz="2200"/>
              <a:t> property: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a globally-optimal solution can always be found by a series of local improvements from a starting configuration.</a:t>
            </a:r>
          </a:p>
        </p:txBody>
      </p:sp>
      <p:sp>
        <p:nvSpPr>
          <p:cNvPr id="15364" name="Freeform 10">
            <a:extLst>
              <a:ext uri="{FF2B5EF4-FFF2-40B4-BE49-F238E27FC236}">
                <a16:creationId xmlns:a16="http://schemas.microsoft.com/office/drawing/2014/main" id="{F9150DF9-6E9C-C43A-881E-F989C0CF5816}"/>
              </a:ext>
            </a:extLst>
          </p:cNvPr>
          <p:cNvSpPr>
            <a:spLocks/>
          </p:cNvSpPr>
          <p:nvPr/>
        </p:nvSpPr>
        <p:spPr bwMode="auto">
          <a:xfrm>
            <a:off x="2209800" y="4572000"/>
            <a:ext cx="2033588" cy="1866900"/>
          </a:xfrm>
          <a:custGeom>
            <a:avLst/>
            <a:gdLst>
              <a:gd name="T0" fmla="*/ 0 w 2033517"/>
              <a:gd name="T1" fmla="*/ 0 h 1867468"/>
              <a:gd name="T2" fmla="*/ 1037266 w 2033517"/>
              <a:gd name="T3" fmla="*/ 1855530 h 1867468"/>
              <a:gd name="T4" fmla="*/ 2033588 w 2033517"/>
              <a:gd name="T5" fmla="*/ 68218 h 1867468"/>
              <a:gd name="T6" fmla="*/ 0 60000 65536"/>
              <a:gd name="T7" fmla="*/ 0 60000 65536"/>
              <a:gd name="T8" fmla="*/ 0 60000 65536"/>
              <a:gd name="T9" fmla="*/ 0 w 2033517"/>
              <a:gd name="T10" fmla="*/ 0 h 1867468"/>
              <a:gd name="T11" fmla="*/ 2033517 w 2033517"/>
              <a:gd name="T12" fmla="*/ 1867468 h 18674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3517" h="1867468">
                <a:moveTo>
                  <a:pt x="0" y="0"/>
                </a:moveTo>
                <a:cubicBezTo>
                  <a:pt x="349155" y="922361"/>
                  <a:pt x="698311" y="1844722"/>
                  <a:pt x="1037230" y="1856095"/>
                </a:cubicBezTo>
                <a:cubicBezTo>
                  <a:pt x="1376150" y="1867468"/>
                  <a:pt x="1704833" y="967853"/>
                  <a:pt x="2033517" y="68239"/>
                </a:cubicBezTo>
              </a:path>
            </a:pathLst>
          </a:custGeom>
          <a:noFill/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Oval 11">
            <a:extLst>
              <a:ext uri="{FF2B5EF4-FFF2-40B4-BE49-F238E27FC236}">
                <a16:creationId xmlns:a16="http://schemas.microsoft.com/office/drawing/2014/main" id="{1CEEB689-95CB-EA12-EBE8-5D2C9A726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257800"/>
            <a:ext cx="152400" cy="152400"/>
          </a:xfrm>
          <a:prstGeom prst="ellipse">
            <a:avLst/>
          </a:prstGeom>
          <a:solidFill>
            <a:schemeClr val="accent1"/>
          </a:solidFill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15366" name="Straight Arrow Connector 13">
            <a:extLst>
              <a:ext uri="{FF2B5EF4-FFF2-40B4-BE49-F238E27FC236}">
                <a16:creationId xmlns:a16="http://schemas.microsoft.com/office/drawing/2014/main" id="{407BF343-33A8-32FB-DA6B-29201F33BEDF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 flipH="1" flipV="1">
            <a:off x="3767139" y="5497514"/>
            <a:ext cx="420687" cy="185737"/>
          </a:xfrm>
          <a:prstGeom prst="straightConnector1">
            <a:avLst/>
          </a:prstGeom>
          <a:noFill/>
          <a:ln w="28575" algn="ctr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21">
            <a:extLst>
              <a:ext uri="{FF2B5EF4-FFF2-40B4-BE49-F238E27FC236}">
                <a16:creationId xmlns:a16="http://schemas.microsoft.com/office/drawing/2014/main" id="{C124288E-FE92-9EFE-9D09-E3A0E9855EE4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191000"/>
            <a:ext cx="5562600" cy="2438400"/>
            <a:chOff x="3352800" y="4191000"/>
            <a:chExt cx="5562600" cy="2438400"/>
          </a:xfrm>
        </p:grpSpPr>
        <p:grpSp>
          <p:nvGrpSpPr>
            <p:cNvPr id="15368" name="Group 14">
              <a:extLst>
                <a:ext uri="{FF2B5EF4-FFF2-40B4-BE49-F238E27FC236}">
                  <a16:creationId xmlns:a16="http://schemas.microsoft.com/office/drawing/2014/main" id="{A2A3B6DB-E2ED-C21E-D817-3F9651BD95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2800" y="4191000"/>
              <a:ext cx="5562600" cy="2438400"/>
              <a:chOff x="3352800" y="4191000"/>
              <a:chExt cx="5562600" cy="2438400"/>
            </a:xfrm>
          </p:grpSpPr>
          <p:sp>
            <p:nvSpPr>
              <p:cNvPr id="15373" name="Freeform 3">
                <a:extLst>
                  <a:ext uri="{FF2B5EF4-FFF2-40B4-BE49-F238E27FC236}">
                    <a16:creationId xmlns:a16="http://schemas.microsoft.com/office/drawing/2014/main" id="{031F0146-BDC6-B81F-780B-E69711C3A9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1538" y="4586288"/>
                <a:ext cx="5503862" cy="1550987"/>
              </a:xfrm>
              <a:custGeom>
                <a:avLst/>
                <a:gdLst>
                  <a:gd name="T0" fmla="*/ 0 w 5504597"/>
                  <a:gd name="T1" fmla="*/ 1358337 h 1551295"/>
                  <a:gd name="T2" fmla="*/ 27267 w 5504597"/>
                  <a:gd name="T3" fmla="*/ 1303823 h 1551295"/>
                  <a:gd name="T4" fmla="*/ 545399 w 5504597"/>
                  <a:gd name="T5" fmla="*/ 281662 h 1551295"/>
                  <a:gd name="T6" fmla="*/ 859004 w 5504597"/>
                  <a:gd name="T7" fmla="*/ 663267 h 1551295"/>
                  <a:gd name="T8" fmla="*/ 1008989 w 5504597"/>
                  <a:gd name="T9" fmla="*/ 622380 h 1551295"/>
                  <a:gd name="T10" fmla="*/ 1213517 w 5504597"/>
                  <a:gd name="T11" fmla="*/ 1031246 h 1551295"/>
                  <a:gd name="T12" fmla="*/ 1404410 w 5504597"/>
                  <a:gd name="T13" fmla="*/ 1140279 h 1551295"/>
                  <a:gd name="T14" fmla="*/ 1663473 w 5504597"/>
                  <a:gd name="T15" fmla="*/ 1521884 h 1551295"/>
                  <a:gd name="T16" fmla="*/ 1963443 w 5504597"/>
                  <a:gd name="T17" fmla="*/ 1303823 h 1551295"/>
                  <a:gd name="T18" fmla="*/ 2454301 w 5504597"/>
                  <a:gd name="T19" fmla="*/ 417950 h 1551295"/>
                  <a:gd name="T20" fmla="*/ 2931525 w 5504597"/>
                  <a:gd name="T21" fmla="*/ 254401 h 1551295"/>
                  <a:gd name="T22" fmla="*/ 3095145 w 5504597"/>
                  <a:gd name="T23" fmla="*/ 186260 h 1551295"/>
                  <a:gd name="T24" fmla="*/ 3313312 w 5504597"/>
                  <a:gd name="T25" fmla="*/ 308922 h 1551295"/>
                  <a:gd name="T26" fmla="*/ 3490564 w 5504597"/>
                  <a:gd name="T27" fmla="*/ 826816 h 1551295"/>
                  <a:gd name="T28" fmla="*/ 3926884 w 5504597"/>
                  <a:gd name="T29" fmla="*/ 1262935 h 1551295"/>
                  <a:gd name="T30" fmla="*/ 4090506 w 5504597"/>
                  <a:gd name="T31" fmla="*/ 1031246 h 1551295"/>
                  <a:gd name="T32" fmla="*/ 4540451 w 5504597"/>
                  <a:gd name="T33" fmla="*/ 1262935 h 1551295"/>
                  <a:gd name="T34" fmla="*/ 5290375 w 5504597"/>
                  <a:gd name="T35" fmla="*/ 227148 h 1551295"/>
                  <a:gd name="T36" fmla="*/ 5467631 w 5504597"/>
                  <a:gd name="T37" fmla="*/ 36345 h 1551295"/>
                  <a:gd name="T38" fmla="*/ 5481277 w 5504597"/>
                  <a:gd name="T39" fmla="*/ 9084 h 155129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5504597"/>
                  <a:gd name="T61" fmla="*/ 0 h 1551295"/>
                  <a:gd name="T62" fmla="*/ 5504597 w 5504597"/>
                  <a:gd name="T63" fmla="*/ 1551295 h 155129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5504597" h="1551295">
                    <a:moveTo>
                      <a:pt x="0" y="1360227"/>
                    </a:moveTo>
                    <a:lnTo>
                      <a:pt x="27295" y="1305636"/>
                    </a:lnTo>
                    <a:cubicBezTo>
                      <a:pt x="118280" y="1125941"/>
                      <a:pt x="407158" y="388961"/>
                      <a:pt x="545910" y="282054"/>
                    </a:cubicBezTo>
                    <a:cubicBezTo>
                      <a:pt x="684662" y="175147"/>
                      <a:pt x="782472" y="607325"/>
                      <a:pt x="859809" y="664191"/>
                    </a:cubicBezTo>
                    <a:cubicBezTo>
                      <a:pt x="937146" y="721057"/>
                      <a:pt x="950794" y="561833"/>
                      <a:pt x="1009934" y="623248"/>
                    </a:cubicBezTo>
                    <a:cubicBezTo>
                      <a:pt x="1069074" y="684663"/>
                      <a:pt x="1148687" y="946245"/>
                      <a:pt x="1214651" y="1032681"/>
                    </a:cubicBezTo>
                    <a:cubicBezTo>
                      <a:pt x="1280615" y="1119117"/>
                      <a:pt x="1330656" y="1059976"/>
                      <a:pt x="1405719" y="1141863"/>
                    </a:cubicBezTo>
                    <a:cubicBezTo>
                      <a:pt x="1480782" y="1223750"/>
                      <a:pt x="1571768" y="1496705"/>
                      <a:pt x="1665027" y="1524000"/>
                    </a:cubicBezTo>
                    <a:cubicBezTo>
                      <a:pt x="1758286" y="1551295"/>
                      <a:pt x="1833349" y="1489881"/>
                      <a:pt x="1965277" y="1305636"/>
                    </a:cubicBezTo>
                    <a:cubicBezTo>
                      <a:pt x="2097205" y="1121391"/>
                      <a:pt x="2295099" y="593677"/>
                      <a:pt x="2456597" y="418531"/>
                    </a:cubicBezTo>
                    <a:cubicBezTo>
                      <a:pt x="2618096" y="243385"/>
                      <a:pt x="2827361" y="293427"/>
                      <a:pt x="2934268" y="254758"/>
                    </a:cubicBezTo>
                    <a:cubicBezTo>
                      <a:pt x="3041175" y="216089"/>
                      <a:pt x="3034352" y="177421"/>
                      <a:pt x="3098042" y="186519"/>
                    </a:cubicBezTo>
                    <a:cubicBezTo>
                      <a:pt x="3161732" y="195617"/>
                      <a:pt x="3250442" y="202442"/>
                      <a:pt x="3316406" y="309349"/>
                    </a:cubicBezTo>
                    <a:cubicBezTo>
                      <a:pt x="3382370" y="416256"/>
                      <a:pt x="3391469" y="668740"/>
                      <a:pt x="3493827" y="827964"/>
                    </a:cubicBezTo>
                    <a:cubicBezTo>
                      <a:pt x="3596185" y="987188"/>
                      <a:pt x="3830472" y="1230573"/>
                      <a:pt x="3930555" y="1264692"/>
                    </a:cubicBezTo>
                    <a:cubicBezTo>
                      <a:pt x="4030638" y="1298811"/>
                      <a:pt x="3991970" y="1032681"/>
                      <a:pt x="4094328" y="1032681"/>
                    </a:cubicBezTo>
                    <a:cubicBezTo>
                      <a:pt x="4196686" y="1032681"/>
                      <a:pt x="4344537" y="1398895"/>
                      <a:pt x="4544704" y="1264692"/>
                    </a:cubicBezTo>
                    <a:cubicBezTo>
                      <a:pt x="4744871" y="1130489"/>
                      <a:pt x="5140656" y="432179"/>
                      <a:pt x="5295331" y="227463"/>
                    </a:cubicBezTo>
                    <a:cubicBezTo>
                      <a:pt x="5450006" y="22747"/>
                      <a:pt x="5440907" y="72788"/>
                      <a:pt x="5472752" y="36394"/>
                    </a:cubicBezTo>
                    <a:cubicBezTo>
                      <a:pt x="5504597" y="0"/>
                      <a:pt x="5486400" y="9098"/>
                      <a:pt x="5486400" y="9098"/>
                    </a:cubicBezTo>
                  </a:path>
                </a:pathLst>
              </a:custGeom>
              <a:noFill/>
              <a:ln w="28575" algn="ctr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4" name="Right Arrow 4">
                <a:extLst>
                  <a:ext uri="{FF2B5EF4-FFF2-40B4-BE49-F238E27FC236}">
                    <a16:creationId xmlns:a16="http://schemas.microsoft.com/office/drawing/2014/main" id="{2E12335A-E9F3-EA81-5B23-8D6A7B48F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970202">
                <a:off x="4716463" y="6259513"/>
                <a:ext cx="381000" cy="1524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28575" algn="ctr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375" name="Right Arrow 5">
                <a:extLst>
                  <a:ext uri="{FF2B5EF4-FFF2-40B4-BE49-F238E27FC236}">
                    <a16:creationId xmlns:a16="http://schemas.microsoft.com/office/drawing/2014/main" id="{7E465BBB-63DE-9A6A-6C09-7EF1149DE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970202">
                <a:off x="7472363" y="5975350"/>
                <a:ext cx="381000" cy="1524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28575" algn="ctr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376" name="TextBox 6">
                <a:extLst>
                  <a:ext uri="{FF2B5EF4-FFF2-40B4-BE49-F238E27FC236}">
                    <a16:creationId xmlns:a16="http://schemas.microsoft.com/office/drawing/2014/main" id="{F52FB893-98A8-8125-C833-486DDEDDDF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2800" y="6259513"/>
                <a:ext cx="1524000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/>
                  <a:t>global min</a:t>
                </a:r>
              </a:p>
            </p:txBody>
          </p:sp>
          <p:sp>
            <p:nvSpPr>
              <p:cNvPr id="15377" name="TextBox 7">
                <a:extLst>
                  <a:ext uri="{FF2B5EF4-FFF2-40B4-BE49-F238E27FC236}">
                    <a16:creationId xmlns:a16="http://schemas.microsoft.com/office/drawing/2014/main" id="{0E939BF7-BB8F-5ED8-D5BD-480A6634E9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5075" y="6124575"/>
                <a:ext cx="1524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en-US" altLang="en-US"/>
                  <a:t>local min</a:t>
                </a:r>
              </a:p>
            </p:txBody>
          </p:sp>
          <p:sp>
            <p:nvSpPr>
              <p:cNvPr id="15378" name="Rectangle 8">
                <a:extLst>
                  <a:ext uri="{FF2B5EF4-FFF2-40B4-BE49-F238E27FC236}">
                    <a16:creationId xmlns:a16="http://schemas.microsoft.com/office/drawing/2014/main" id="{FCB6EBAE-AC82-83B5-ECC4-F49C4CFBA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3800" y="4191000"/>
                <a:ext cx="4572000" cy="590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lvl="1" eaLnBrk="1" hangingPunct="1">
                  <a:lnSpc>
                    <a:spcPct val="90000"/>
                  </a:lnSpc>
                </a:pPr>
                <a:r>
                  <a:rPr lang="en-US" altLang="en-US">
                    <a:solidFill>
                      <a:srgbClr val="C00000"/>
                    </a:solidFill>
                  </a:rPr>
                  <a:t>(However, in some cases we may get stuck at a local minimum)</a:t>
                </a:r>
              </a:p>
            </p:txBody>
          </p:sp>
        </p:grpSp>
        <p:sp>
          <p:nvSpPr>
            <p:cNvPr id="15369" name="Oval 15">
              <a:extLst>
                <a:ext uri="{FF2B5EF4-FFF2-40B4-BE49-F238E27FC236}">
                  <a16:creationId xmlns:a16="http://schemas.microsoft.com/office/drawing/2014/main" id="{CF5EA521-6A3F-F39D-7827-3941FBDC4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9878" y="5255525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5370" name="Straight Arrow Connector 16">
              <a:extLst>
                <a:ext uri="{FF2B5EF4-FFF2-40B4-BE49-F238E27FC236}">
                  <a16:creationId xmlns:a16="http://schemas.microsoft.com/office/drawing/2014/main" id="{8C0180D4-D626-E5EF-AC7C-B834A40745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20418" y="5473888"/>
              <a:ext cx="449240" cy="25817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1" name="Oval 18">
              <a:extLst>
                <a:ext uri="{FF2B5EF4-FFF2-40B4-BE49-F238E27FC236}">
                  <a16:creationId xmlns:a16="http://schemas.microsoft.com/office/drawing/2014/main" id="{2AE32A93-4F05-8145-BDD4-27405723A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2365" y="5321489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5372" name="Straight Arrow Connector 19">
              <a:extLst>
                <a:ext uri="{FF2B5EF4-FFF2-40B4-BE49-F238E27FC236}">
                  <a16:creationId xmlns:a16="http://schemas.microsoft.com/office/drawing/2014/main" id="{87A5FE6C-05D2-A9D7-A0AB-3A2A79B47D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5406220" y="5579089"/>
              <a:ext cx="465163" cy="195620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836DC1F6-3DE3-5466-9D6F-107843E31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The Fractional Knapsack Problem</a:t>
            </a:r>
          </a:p>
        </p:txBody>
      </p:sp>
      <p:sp>
        <p:nvSpPr>
          <p:cNvPr id="102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6C38F08-524E-C55A-D2DF-D3B379C8FA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3716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S of n items, with each item i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benefit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weight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Goal: Choose items with maximum total benefit but with weight at most W.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If we are allowed to take fractional amounts, then this is the </a:t>
            </a:r>
            <a:r>
              <a:rPr lang="en-US" altLang="en-US" sz="2000" b="1">
                <a:solidFill>
                  <a:schemeClr val="tx2"/>
                </a:solidFill>
              </a:rPr>
              <a:t>fractional knapsack problem</a:t>
            </a:r>
            <a:r>
              <a:rPr lang="en-US" altLang="en-US" sz="20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In this case, we let x</a:t>
            </a:r>
            <a:r>
              <a:rPr lang="en-US" altLang="en-US" sz="1800" baseline="-25000"/>
              <a:t>i </a:t>
            </a:r>
            <a:r>
              <a:rPr lang="en-US" altLang="en-US" sz="1800"/>
              <a:t>denote the amount we take of item i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Objective: maximize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Constraint:</a:t>
            </a:r>
            <a:endParaRPr lang="en-US" altLang="en-US" sz="1800" b="1">
              <a:solidFill>
                <a:schemeClr val="tx2"/>
              </a:solidFill>
            </a:endParaRPr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1A5CB0F6-FFFF-E0F2-F1E1-8199E9337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4648201"/>
          <a:ext cx="17526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35600" imgH="7899400" progId="Equation.3">
                  <p:embed/>
                </p:oleObj>
              </mc:Choice>
              <mc:Fallback>
                <p:oleObj name="Equation" r:id="rId2" imgW="18135600" imgH="7899400" progId="Equation.3">
                  <p:embed/>
                  <p:pic>
                    <p:nvPicPr>
                      <p:cNvPr id="1026" name="Object 3">
                        <a:extLst>
                          <a:ext uri="{FF2B5EF4-FFF2-40B4-BE49-F238E27FC236}">
                            <a16:creationId xmlns:a16="http://schemas.microsoft.com/office/drawing/2014/main" id="{1A5CB0F6-FFFF-E0F2-F1E1-8199E9337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648201"/>
                        <a:ext cx="17526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4">
            <a:extLst>
              <a:ext uri="{FF2B5EF4-FFF2-40B4-BE49-F238E27FC236}">
                <a16:creationId xmlns:a16="http://schemas.microsoft.com/office/drawing/2014/main" id="{7BE1424A-CC6B-136A-8BF1-DCBAC1200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5638801"/>
          <a:ext cx="13462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30400" imgH="7899400" progId="Equation.3">
                  <p:embed/>
                </p:oleObj>
              </mc:Choice>
              <mc:Fallback>
                <p:oleObj name="Equation" r:id="rId4" imgW="14630400" imgH="7899400" progId="Equation.3">
                  <p:embed/>
                  <p:pic>
                    <p:nvPicPr>
                      <p:cNvPr id="1027" name="Object 4">
                        <a:extLst>
                          <a:ext uri="{FF2B5EF4-FFF2-40B4-BE49-F238E27FC236}">
                            <a16:creationId xmlns:a16="http://schemas.microsoft.com/office/drawing/2014/main" id="{7BE1424A-CC6B-136A-8BF1-DCBAC12008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638801"/>
                        <a:ext cx="13462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F67C85D-E1E6-02B8-0D5C-C5017EDE1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1638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4D27E9E-3DB1-C1BA-9AF7-5E6EE154ED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295400"/>
            <a:ext cx="8229600" cy="1752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S of n items, with each item i having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benefit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</a:t>
            </a:r>
            <a:r>
              <a:rPr lang="en-US" altLang="en-US" sz="1800" baseline="-25000"/>
              <a:t>i</a:t>
            </a:r>
            <a:r>
              <a:rPr lang="en-US" altLang="en-US" sz="1800"/>
              <a:t> - a positive weight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Goal: Choose items with maximum total benefit but with weight at most W.</a:t>
            </a:r>
          </a:p>
        </p:txBody>
      </p:sp>
      <p:pic>
        <p:nvPicPr>
          <p:cNvPr id="16388" name="Picture 6" descr="HH01008_">
            <a:extLst>
              <a:ext uri="{FF2B5EF4-FFF2-40B4-BE49-F238E27FC236}">
                <a16:creationId xmlns:a16="http://schemas.microsoft.com/office/drawing/2014/main" id="{E0F7DAB8-3AF2-1FF8-17E2-16810309A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88" y="3775076"/>
            <a:ext cx="495300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7" descr="HH01008_">
            <a:extLst>
              <a:ext uri="{FF2B5EF4-FFF2-40B4-BE49-F238E27FC236}">
                <a16:creationId xmlns:a16="http://schemas.microsoft.com/office/drawing/2014/main" id="{4F955F21-F364-BE3D-0E62-EE81B59FD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76" y="3394076"/>
            <a:ext cx="708025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8" descr="HH01008_">
            <a:extLst>
              <a:ext uri="{FF2B5EF4-FFF2-40B4-BE49-F238E27FC236}">
                <a16:creationId xmlns:a16="http://schemas.microsoft.com/office/drawing/2014/main" id="{F08A1EFE-3DD0-A88A-EA6A-57E6BCBC0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4079876"/>
            <a:ext cx="32543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9" descr="HH01008_">
            <a:extLst>
              <a:ext uri="{FF2B5EF4-FFF2-40B4-BE49-F238E27FC236}">
                <a16:creationId xmlns:a16="http://schemas.microsoft.com/office/drawing/2014/main" id="{39EB8BA5-8BC3-387A-7705-2E758D9C6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651" y="3595688"/>
            <a:ext cx="5953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10" descr="HH01008_">
            <a:extLst>
              <a:ext uri="{FF2B5EF4-FFF2-40B4-BE49-F238E27FC236}">
                <a16:creationId xmlns:a16="http://schemas.microsoft.com/office/drawing/2014/main" id="{C56DC480-0EFF-42CB-9DB1-741DA2396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1" y="4129088"/>
            <a:ext cx="282575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3" name="Text Box 11">
            <a:extLst>
              <a:ext uri="{FF2B5EF4-FFF2-40B4-BE49-F238E27FC236}">
                <a16:creationId xmlns:a16="http://schemas.microsoft.com/office/drawing/2014/main" id="{8D99E861-07DC-D207-D7D7-A7DC9AF50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4662488"/>
            <a:ext cx="9627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Weight:</a:t>
            </a:r>
          </a:p>
        </p:txBody>
      </p:sp>
      <p:sp>
        <p:nvSpPr>
          <p:cNvPr id="16394" name="Text Box 12">
            <a:extLst>
              <a:ext uri="{FF2B5EF4-FFF2-40B4-BE49-F238E27FC236}">
                <a16:creationId xmlns:a16="http://schemas.microsoft.com/office/drawing/2014/main" id="{F08AEDA6-3D87-9FAE-817C-0AACD973B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5043488"/>
            <a:ext cx="9669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Benefit:</a:t>
            </a:r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BA970AC3-F009-5762-C832-711116BF6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213" y="4281489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396" name="Text Box 14">
            <a:extLst>
              <a:ext uri="{FF2B5EF4-FFF2-40B4-BE49-F238E27FC236}">
                <a16:creationId xmlns:a16="http://schemas.microsoft.com/office/drawing/2014/main" id="{936013EF-F5B6-6853-924B-580D85F40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4281489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6397" name="Text Box 15">
            <a:extLst>
              <a:ext uri="{FF2B5EF4-FFF2-40B4-BE49-F238E27FC236}">
                <a16:creationId xmlns:a16="http://schemas.microsoft.com/office/drawing/2014/main" id="{7626A150-6498-0F18-CD65-C0E7BE000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4281489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6398" name="Text Box 16">
            <a:extLst>
              <a:ext uri="{FF2B5EF4-FFF2-40B4-BE49-F238E27FC236}">
                <a16:creationId xmlns:a16="http://schemas.microsoft.com/office/drawing/2014/main" id="{BE7AAFC7-51FA-F5C0-661B-9B28988CD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75" y="4281489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6399" name="Text Box 17">
            <a:extLst>
              <a:ext uri="{FF2B5EF4-FFF2-40B4-BE49-F238E27FC236}">
                <a16:creationId xmlns:a16="http://schemas.microsoft.com/office/drawing/2014/main" id="{7A11B89E-29FF-925D-F8C5-7C943676B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8563" y="4281489"/>
            <a:ext cx="2840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400" name="Text Box 18">
            <a:extLst>
              <a:ext uri="{FF2B5EF4-FFF2-40B4-BE49-F238E27FC236}">
                <a16:creationId xmlns:a16="http://schemas.microsoft.com/office/drawing/2014/main" id="{047806B7-851F-7593-6522-0557F329A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701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4 ml</a:t>
            </a:r>
          </a:p>
        </p:txBody>
      </p:sp>
      <p:sp>
        <p:nvSpPr>
          <p:cNvPr id="16401" name="Text Box 19">
            <a:extLst>
              <a:ext uri="{FF2B5EF4-FFF2-40B4-BE49-F238E27FC236}">
                <a16:creationId xmlns:a16="http://schemas.microsoft.com/office/drawing/2014/main" id="{2FD10C0A-47F4-C3FD-6EA0-06B2A6062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651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8 ml</a:t>
            </a:r>
          </a:p>
        </p:txBody>
      </p:sp>
      <p:sp>
        <p:nvSpPr>
          <p:cNvPr id="16402" name="Text Box 20">
            <a:extLst>
              <a:ext uri="{FF2B5EF4-FFF2-40B4-BE49-F238E27FC236}">
                <a16:creationId xmlns:a16="http://schemas.microsoft.com/office/drawing/2014/main" id="{8B45AF7A-DB64-1AF0-54EE-1D37D679D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214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2 ml</a:t>
            </a:r>
          </a:p>
        </p:txBody>
      </p:sp>
      <p:sp>
        <p:nvSpPr>
          <p:cNvPr id="16403" name="Text Box 21">
            <a:extLst>
              <a:ext uri="{FF2B5EF4-FFF2-40B4-BE49-F238E27FC236}">
                <a16:creationId xmlns:a16="http://schemas.microsoft.com/office/drawing/2014/main" id="{EBC32EEC-9B60-1E3F-E1A3-5BDF9BD69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364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6 ml</a:t>
            </a:r>
          </a:p>
        </p:txBody>
      </p:sp>
      <p:sp>
        <p:nvSpPr>
          <p:cNvPr id="16404" name="Text Box 23">
            <a:extLst>
              <a:ext uri="{FF2B5EF4-FFF2-40B4-BE49-F238E27FC236}">
                <a16:creationId xmlns:a16="http://schemas.microsoft.com/office/drawing/2014/main" id="{9B4CE442-12DE-5B22-5AE2-1D6A424A9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051" y="4738688"/>
            <a:ext cx="625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1 ml</a:t>
            </a:r>
          </a:p>
        </p:txBody>
      </p:sp>
      <p:sp>
        <p:nvSpPr>
          <p:cNvPr id="16405" name="Text Box 24">
            <a:extLst>
              <a:ext uri="{FF2B5EF4-FFF2-40B4-BE49-F238E27FC236}">
                <a16:creationId xmlns:a16="http://schemas.microsoft.com/office/drawing/2014/main" id="{CFDD81BB-68E1-4E9A-BC3D-5330AE833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9" y="5119688"/>
            <a:ext cx="56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$12</a:t>
            </a:r>
          </a:p>
        </p:txBody>
      </p:sp>
      <p:sp>
        <p:nvSpPr>
          <p:cNvPr id="16406" name="Text Box 25">
            <a:extLst>
              <a:ext uri="{FF2B5EF4-FFF2-40B4-BE49-F238E27FC236}">
                <a16:creationId xmlns:a16="http://schemas.microsoft.com/office/drawing/2014/main" id="{741582D0-E0B5-5D6E-924C-D1703D8BA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401" y="5119688"/>
            <a:ext cx="56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$32</a:t>
            </a:r>
          </a:p>
        </p:txBody>
      </p:sp>
      <p:sp>
        <p:nvSpPr>
          <p:cNvPr id="16407" name="Text Box 26">
            <a:extLst>
              <a:ext uri="{FF2B5EF4-FFF2-40B4-BE49-F238E27FC236}">
                <a16:creationId xmlns:a16="http://schemas.microsoft.com/office/drawing/2014/main" id="{F1D3F6A1-FDAC-6008-45C6-872C9E4B6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551" y="5119688"/>
            <a:ext cx="56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$40</a:t>
            </a:r>
          </a:p>
        </p:txBody>
      </p:sp>
      <p:sp>
        <p:nvSpPr>
          <p:cNvPr id="16408" name="Text Box 27">
            <a:extLst>
              <a:ext uri="{FF2B5EF4-FFF2-40B4-BE49-F238E27FC236}">
                <a16:creationId xmlns:a16="http://schemas.microsoft.com/office/drawing/2014/main" id="{0799FD6B-0021-E4E5-912A-AA6A6F204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119688"/>
            <a:ext cx="56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$30</a:t>
            </a:r>
          </a:p>
        </p:txBody>
      </p:sp>
      <p:sp>
        <p:nvSpPr>
          <p:cNvPr id="16409" name="Text Box 28">
            <a:extLst>
              <a:ext uri="{FF2B5EF4-FFF2-40B4-BE49-F238E27FC236}">
                <a16:creationId xmlns:a16="http://schemas.microsoft.com/office/drawing/2014/main" id="{495CE09B-FE38-53BB-4CBA-BF834EE83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801" y="5119688"/>
            <a:ext cx="56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$50</a:t>
            </a:r>
          </a:p>
        </p:txBody>
      </p:sp>
      <p:sp>
        <p:nvSpPr>
          <p:cNvPr id="16410" name="Text Box 29">
            <a:extLst>
              <a:ext uri="{FF2B5EF4-FFF2-40B4-BE49-F238E27FC236}">
                <a16:creationId xmlns:a16="http://schemas.microsoft.com/office/drawing/2014/main" id="{80578F78-C93A-2FE9-A8D8-8C96FCE14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3976688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Items:</a:t>
            </a:r>
          </a:p>
        </p:txBody>
      </p:sp>
      <p:sp>
        <p:nvSpPr>
          <p:cNvPr id="16411" name="Text Box 30">
            <a:extLst>
              <a:ext uri="{FF2B5EF4-FFF2-40B4-BE49-F238E27FC236}">
                <a16:creationId xmlns:a16="http://schemas.microsoft.com/office/drawing/2014/main" id="{01B218A0-703D-B4EC-BE09-8DCD8A14A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5424488"/>
            <a:ext cx="8215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Value:</a:t>
            </a:r>
          </a:p>
        </p:txBody>
      </p:sp>
      <p:sp>
        <p:nvSpPr>
          <p:cNvPr id="16412" name="Text Box 31">
            <a:extLst>
              <a:ext uri="{FF2B5EF4-FFF2-40B4-BE49-F238E27FC236}">
                <a16:creationId xmlns:a16="http://schemas.microsoft.com/office/drawing/2014/main" id="{110A1DB3-688A-BE36-7B86-3D3BED70E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3" y="55006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3</a:t>
            </a:r>
          </a:p>
        </p:txBody>
      </p:sp>
      <p:sp>
        <p:nvSpPr>
          <p:cNvPr id="16413" name="Text Box 32">
            <a:extLst>
              <a:ext uri="{FF2B5EF4-FFF2-40B4-BE49-F238E27FC236}">
                <a16:creationId xmlns:a16="http://schemas.microsoft.com/office/drawing/2014/main" id="{E266973F-73BD-023E-450D-97715CD8D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729288"/>
            <a:ext cx="12017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($ per ml)</a:t>
            </a:r>
          </a:p>
        </p:txBody>
      </p:sp>
      <p:sp>
        <p:nvSpPr>
          <p:cNvPr id="16414" name="Text Box 33">
            <a:extLst>
              <a:ext uri="{FF2B5EF4-FFF2-40B4-BE49-F238E27FC236}">
                <a16:creationId xmlns:a16="http://schemas.microsoft.com/office/drawing/2014/main" id="{EA704F47-AD03-F53B-7FCB-AAF82A8DE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55006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4</a:t>
            </a:r>
          </a:p>
        </p:txBody>
      </p:sp>
      <p:sp>
        <p:nvSpPr>
          <p:cNvPr id="16415" name="Text Box 34">
            <a:extLst>
              <a:ext uri="{FF2B5EF4-FFF2-40B4-BE49-F238E27FC236}">
                <a16:creationId xmlns:a16="http://schemas.microsoft.com/office/drawing/2014/main" id="{BB763B83-667B-FF68-3A4B-3F9242A15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463" y="550068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20</a:t>
            </a:r>
          </a:p>
        </p:txBody>
      </p:sp>
      <p:sp>
        <p:nvSpPr>
          <p:cNvPr id="16416" name="Text Box 35">
            <a:extLst>
              <a:ext uri="{FF2B5EF4-FFF2-40B4-BE49-F238E27FC236}">
                <a16:creationId xmlns:a16="http://schemas.microsoft.com/office/drawing/2014/main" id="{202BB799-5793-1728-F47C-BFB3F409B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113" y="550068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5</a:t>
            </a:r>
          </a:p>
        </p:txBody>
      </p:sp>
      <p:sp>
        <p:nvSpPr>
          <p:cNvPr id="16417" name="Text Box 36">
            <a:extLst>
              <a:ext uri="{FF2B5EF4-FFF2-40B4-BE49-F238E27FC236}">
                <a16:creationId xmlns:a16="http://schemas.microsoft.com/office/drawing/2014/main" id="{7D7879A2-3EE2-C508-8C7E-788D1649F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5500688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50</a:t>
            </a:r>
          </a:p>
        </p:txBody>
      </p:sp>
      <p:grpSp>
        <p:nvGrpSpPr>
          <p:cNvPr id="16418" name="Group 47">
            <a:extLst>
              <a:ext uri="{FF2B5EF4-FFF2-40B4-BE49-F238E27FC236}">
                <a16:creationId xmlns:a16="http://schemas.microsoft.com/office/drawing/2014/main" id="{CC17F3B8-5898-5F76-BF79-EAA573C8B7D6}"/>
              </a:ext>
            </a:extLst>
          </p:cNvPr>
          <p:cNvGrpSpPr>
            <a:grpSpLocks/>
          </p:cNvGrpSpPr>
          <p:nvPr/>
        </p:nvGrpSpPr>
        <p:grpSpPr bwMode="auto">
          <a:xfrm>
            <a:off x="7315201" y="3144838"/>
            <a:ext cx="1247775" cy="2722562"/>
            <a:chOff x="4180" y="2068"/>
            <a:chExt cx="786" cy="1715"/>
          </a:xfrm>
        </p:grpSpPr>
        <p:sp>
          <p:nvSpPr>
            <p:cNvPr id="16422" name="Freeform 38">
              <a:extLst>
                <a:ext uri="{FF2B5EF4-FFF2-40B4-BE49-F238E27FC236}">
                  <a16:creationId xmlns:a16="http://schemas.microsoft.com/office/drawing/2014/main" id="{A803FBE9-775B-86FD-86B3-4C1720C63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068"/>
              <a:ext cx="594" cy="320"/>
            </a:xfrm>
            <a:custGeom>
              <a:avLst/>
              <a:gdLst>
                <a:gd name="T0" fmla="*/ 578 w 594"/>
                <a:gd name="T1" fmla="*/ 231 h 320"/>
                <a:gd name="T2" fmla="*/ 584 w 594"/>
                <a:gd name="T3" fmla="*/ 147 h 320"/>
                <a:gd name="T4" fmla="*/ 594 w 594"/>
                <a:gd name="T5" fmla="*/ 103 h 320"/>
                <a:gd name="T6" fmla="*/ 590 w 594"/>
                <a:gd name="T7" fmla="*/ 75 h 320"/>
                <a:gd name="T8" fmla="*/ 571 w 594"/>
                <a:gd name="T9" fmla="*/ 52 h 320"/>
                <a:gd name="T10" fmla="*/ 540 w 594"/>
                <a:gd name="T11" fmla="*/ 33 h 320"/>
                <a:gd name="T12" fmla="*/ 498 w 594"/>
                <a:gd name="T13" fmla="*/ 18 h 320"/>
                <a:gd name="T14" fmla="*/ 446 w 594"/>
                <a:gd name="T15" fmla="*/ 8 h 320"/>
                <a:gd name="T16" fmla="*/ 391 w 594"/>
                <a:gd name="T17" fmla="*/ 2 h 320"/>
                <a:gd name="T18" fmla="*/ 329 w 594"/>
                <a:gd name="T19" fmla="*/ 0 h 320"/>
                <a:gd name="T20" fmla="*/ 265 w 594"/>
                <a:gd name="T21" fmla="*/ 2 h 320"/>
                <a:gd name="T22" fmla="*/ 203 w 594"/>
                <a:gd name="T23" fmla="*/ 5 h 320"/>
                <a:gd name="T24" fmla="*/ 148 w 594"/>
                <a:gd name="T25" fmla="*/ 11 h 320"/>
                <a:gd name="T26" fmla="*/ 96 w 594"/>
                <a:gd name="T27" fmla="*/ 21 h 320"/>
                <a:gd name="T28" fmla="*/ 54 w 594"/>
                <a:gd name="T29" fmla="*/ 34 h 320"/>
                <a:gd name="T30" fmla="*/ 23 w 594"/>
                <a:gd name="T31" fmla="*/ 53 h 320"/>
                <a:gd name="T32" fmla="*/ 4 w 594"/>
                <a:gd name="T33" fmla="*/ 75 h 320"/>
                <a:gd name="T34" fmla="*/ 0 w 594"/>
                <a:gd name="T35" fmla="*/ 103 h 320"/>
                <a:gd name="T36" fmla="*/ 10 w 594"/>
                <a:gd name="T37" fmla="*/ 147 h 320"/>
                <a:gd name="T38" fmla="*/ 16 w 594"/>
                <a:gd name="T39" fmla="*/ 231 h 320"/>
                <a:gd name="T40" fmla="*/ 22 w 594"/>
                <a:gd name="T41" fmla="*/ 279 h 320"/>
                <a:gd name="T42" fmla="*/ 39 w 594"/>
                <a:gd name="T43" fmla="*/ 288 h 320"/>
                <a:gd name="T44" fmla="*/ 95 w 594"/>
                <a:gd name="T45" fmla="*/ 303 h 320"/>
                <a:gd name="T46" fmla="*/ 172 w 594"/>
                <a:gd name="T47" fmla="*/ 313 h 320"/>
                <a:gd name="T48" fmla="*/ 244 w 594"/>
                <a:gd name="T49" fmla="*/ 319 h 320"/>
                <a:gd name="T50" fmla="*/ 310 w 594"/>
                <a:gd name="T51" fmla="*/ 320 h 320"/>
                <a:gd name="T52" fmla="*/ 367 w 594"/>
                <a:gd name="T53" fmla="*/ 317 h 320"/>
                <a:gd name="T54" fmla="*/ 416 w 594"/>
                <a:gd name="T55" fmla="*/ 311 h 320"/>
                <a:gd name="T56" fmla="*/ 457 w 594"/>
                <a:gd name="T57" fmla="*/ 306 h 320"/>
                <a:gd name="T58" fmla="*/ 489 w 594"/>
                <a:gd name="T59" fmla="*/ 298 h 320"/>
                <a:gd name="T60" fmla="*/ 511 w 594"/>
                <a:gd name="T61" fmla="*/ 292 h 320"/>
                <a:gd name="T62" fmla="*/ 530 w 594"/>
                <a:gd name="T63" fmla="*/ 288 h 320"/>
                <a:gd name="T64" fmla="*/ 550 w 594"/>
                <a:gd name="T65" fmla="*/ 284 h 320"/>
                <a:gd name="T66" fmla="*/ 569 w 594"/>
                <a:gd name="T67" fmla="*/ 276 h 3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94"/>
                <a:gd name="T103" fmla="*/ 0 h 320"/>
                <a:gd name="T104" fmla="*/ 594 w 594"/>
                <a:gd name="T105" fmla="*/ 320 h 3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94" h="320">
                  <a:moveTo>
                    <a:pt x="578" y="272"/>
                  </a:moveTo>
                  <a:lnTo>
                    <a:pt x="578" y="231"/>
                  </a:lnTo>
                  <a:lnTo>
                    <a:pt x="580" y="187"/>
                  </a:lnTo>
                  <a:lnTo>
                    <a:pt x="584" y="147"/>
                  </a:lnTo>
                  <a:lnTo>
                    <a:pt x="590" y="119"/>
                  </a:lnTo>
                  <a:lnTo>
                    <a:pt x="594" y="103"/>
                  </a:lnTo>
                  <a:lnTo>
                    <a:pt x="594" y="88"/>
                  </a:lnTo>
                  <a:lnTo>
                    <a:pt x="590" y="75"/>
                  </a:lnTo>
                  <a:lnTo>
                    <a:pt x="583" y="62"/>
                  </a:lnTo>
                  <a:lnTo>
                    <a:pt x="571" y="52"/>
                  </a:lnTo>
                  <a:lnTo>
                    <a:pt x="556" y="41"/>
                  </a:lnTo>
                  <a:lnTo>
                    <a:pt x="540" y="33"/>
                  </a:lnTo>
                  <a:lnTo>
                    <a:pt x="520" y="24"/>
                  </a:lnTo>
                  <a:lnTo>
                    <a:pt x="498" y="18"/>
                  </a:lnTo>
                  <a:lnTo>
                    <a:pt x="473" y="12"/>
                  </a:lnTo>
                  <a:lnTo>
                    <a:pt x="446" y="8"/>
                  </a:lnTo>
                  <a:lnTo>
                    <a:pt x="419" y="5"/>
                  </a:lnTo>
                  <a:lnTo>
                    <a:pt x="391" y="2"/>
                  </a:lnTo>
                  <a:lnTo>
                    <a:pt x="360" y="0"/>
                  </a:lnTo>
                  <a:lnTo>
                    <a:pt x="329" y="0"/>
                  </a:lnTo>
                  <a:lnTo>
                    <a:pt x="297" y="0"/>
                  </a:lnTo>
                  <a:lnTo>
                    <a:pt x="265" y="2"/>
                  </a:lnTo>
                  <a:lnTo>
                    <a:pt x="234" y="3"/>
                  </a:lnTo>
                  <a:lnTo>
                    <a:pt x="203" y="5"/>
                  </a:lnTo>
                  <a:lnTo>
                    <a:pt x="175" y="8"/>
                  </a:lnTo>
                  <a:lnTo>
                    <a:pt x="148" y="11"/>
                  </a:lnTo>
                  <a:lnTo>
                    <a:pt x="121" y="15"/>
                  </a:lnTo>
                  <a:lnTo>
                    <a:pt x="96" y="21"/>
                  </a:lnTo>
                  <a:lnTo>
                    <a:pt x="74" y="27"/>
                  </a:lnTo>
                  <a:lnTo>
                    <a:pt x="54" y="34"/>
                  </a:lnTo>
                  <a:lnTo>
                    <a:pt x="38" y="43"/>
                  </a:lnTo>
                  <a:lnTo>
                    <a:pt x="23" y="53"/>
                  </a:lnTo>
                  <a:lnTo>
                    <a:pt x="11" y="63"/>
                  </a:lnTo>
                  <a:lnTo>
                    <a:pt x="4" y="75"/>
                  </a:lnTo>
                  <a:lnTo>
                    <a:pt x="0" y="88"/>
                  </a:lnTo>
                  <a:lnTo>
                    <a:pt x="0" y="103"/>
                  </a:lnTo>
                  <a:lnTo>
                    <a:pt x="4" y="119"/>
                  </a:lnTo>
                  <a:lnTo>
                    <a:pt x="10" y="147"/>
                  </a:lnTo>
                  <a:lnTo>
                    <a:pt x="14" y="187"/>
                  </a:lnTo>
                  <a:lnTo>
                    <a:pt x="16" y="231"/>
                  </a:lnTo>
                  <a:lnTo>
                    <a:pt x="14" y="272"/>
                  </a:lnTo>
                  <a:lnTo>
                    <a:pt x="22" y="279"/>
                  </a:lnTo>
                  <a:lnTo>
                    <a:pt x="29" y="284"/>
                  </a:lnTo>
                  <a:lnTo>
                    <a:pt x="39" y="288"/>
                  </a:lnTo>
                  <a:lnTo>
                    <a:pt x="52" y="294"/>
                  </a:lnTo>
                  <a:lnTo>
                    <a:pt x="95" y="303"/>
                  </a:lnTo>
                  <a:lnTo>
                    <a:pt x="134" y="308"/>
                  </a:lnTo>
                  <a:lnTo>
                    <a:pt x="172" y="313"/>
                  </a:lnTo>
                  <a:lnTo>
                    <a:pt x="209" y="317"/>
                  </a:lnTo>
                  <a:lnTo>
                    <a:pt x="244" y="319"/>
                  </a:lnTo>
                  <a:lnTo>
                    <a:pt x="278" y="320"/>
                  </a:lnTo>
                  <a:lnTo>
                    <a:pt x="310" y="320"/>
                  </a:lnTo>
                  <a:lnTo>
                    <a:pt x="339" y="319"/>
                  </a:lnTo>
                  <a:lnTo>
                    <a:pt x="367" y="317"/>
                  </a:lnTo>
                  <a:lnTo>
                    <a:pt x="392" y="314"/>
                  </a:lnTo>
                  <a:lnTo>
                    <a:pt x="416" y="311"/>
                  </a:lnTo>
                  <a:lnTo>
                    <a:pt x="438" y="308"/>
                  </a:lnTo>
                  <a:lnTo>
                    <a:pt x="457" y="306"/>
                  </a:lnTo>
                  <a:lnTo>
                    <a:pt x="473" y="301"/>
                  </a:lnTo>
                  <a:lnTo>
                    <a:pt x="489" y="298"/>
                  </a:lnTo>
                  <a:lnTo>
                    <a:pt x="501" y="294"/>
                  </a:lnTo>
                  <a:lnTo>
                    <a:pt x="511" y="292"/>
                  </a:lnTo>
                  <a:lnTo>
                    <a:pt x="520" y="291"/>
                  </a:lnTo>
                  <a:lnTo>
                    <a:pt x="530" y="288"/>
                  </a:lnTo>
                  <a:lnTo>
                    <a:pt x="540" y="286"/>
                  </a:lnTo>
                  <a:lnTo>
                    <a:pt x="550" y="284"/>
                  </a:lnTo>
                  <a:lnTo>
                    <a:pt x="559" y="279"/>
                  </a:lnTo>
                  <a:lnTo>
                    <a:pt x="569" y="276"/>
                  </a:lnTo>
                  <a:lnTo>
                    <a:pt x="578" y="272"/>
                  </a:lnTo>
                  <a:close/>
                </a:path>
              </a:pathLst>
            </a:custGeom>
            <a:solidFill>
              <a:srgbClr val="A37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39">
              <a:extLst>
                <a:ext uri="{FF2B5EF4-FFF2-40B4-BE49-F238E27FC236}">
                  <a16:creationId xmlns:a16="http://schemas.microsoft.com/office/drawing/2014/main" id="{A4D7020B-C9B3-7E6C-DD03-5975E3FCA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340"/>
              <a:ext cx="786" cy="1147"/>
            </a:xfrm>
            <a:custGeom>
              <a:avLst/>
              <a:gdLst>
                <a:gd name="T0" fmla="*/ 665 w 786"/>
                <a:gd name="T1" fmla="*/ 4 h 1147"/>
                <a:gd name="T2" fmla="*/ 646 w 786"/>
                <a:gd name="T3" fmla="*/ 12 h 1147"/>
                <a:gd name="T4" fmla="*/ 626 w 786"/>
                <a:gd name="T5" fmla="*/ 16 h 1147"/>
                <a:gd name="T6" fmla="*/ 607 w 786"/>
                <a:gd name="T7" fmla="*/ 20 h 1147"/>
                <a:gd name="T8" fmla="*/ 585 w 786"/>
                <a:gd name="T9" fmla="*/ 26 h 1147"/>
                <a:gd name="T10" fmla="*/ 553 w 786"/>
                <a:gd name="T11" fmla="*/ 34 h 1147"/>
                <a:gd name="T12" fmla="*/ 512 w 786"/>
                <a:gd name="T13" fmla="*/ 39 h 1147"/>
                <a:gd name="T14" fmla="*/ 463 w 786"/>
                <a:gd name="T15" fmla="*/ 45 h 1147"/>
                <a:gd name="T16" fmla="*/ 406 w 786"/>
                <a:gd name="T17" fmla="*/ 48 h 1147"/>
                <a:gd name="T18" fmla="*/ 340 w 786"/>
                <a:gd name="T19" fmla="*/ 47 h 1147"/>
                <a:gd name="T20" fmla="*/ 268 w 786"/>
                <a:gd name="T21" fmla="*/ 41 h 1147"/>
                <a:gd name="T22" fmla="*/ 191 w 786"/>
                <a:gd name="T23" fmla="*/ 31 h 1147"/>
                <a:gd name="T24" fmla="*/ 135 w 786"/>
                <a:gd name="T25" fmla="*/ 16 h 1147"/>
                <a:gd name="T26" fmla="*/ 118 w 786"/>
                <a:gd name="T27" fmla="*/ 7 h 1147"/>
                <a:gd name="T28" fmla="*/ 82 w 786"/>
                <a:gd name="T29" fmla="*/ 13 h 1147"/>
                <a:gd name="T30" fmla="*/ 41 w 786"/>
                <a:gd name="T31" fmla="*/ 44 h 1147"/>
                <a:gd name="T32" fmla="*/ 17 w 786"/>
                <a:gd name="T33" fmla="*/ 78 h 1147"/>
                <a:gd name="T34" fmla="*/ 5 w 786"/>
                <a:gd name="T35" fmla="*/ 107 h 1147"/>
                <a:gd name="T36" fmla="*/ 2 w 786"/>
                <a:gd name="T37" fmla="*/ 295 h 1147"/>
                <a:gd name="T38" fmla="*/ 0 w 786"/>
                <a:gd name="T39" fmla="*/ 796 h 1147"/>
                <a:gd name="T40" fmla="*/ 6 w 786"/>
                <a:gd name="T41" fmla="*/ 980 h 1147"/>
                <a:gd name="T42" fmla="*/ 22 w 786"/>
                <a:gd name="T43" fmla="*/ 1012 h 1147"/>
                <a:gd name="T44" fmla="*/ 52 w 786"/>
                <a:gd name="T45" fmla="*/ 1044 h 1147"/>
                <a:gd name="T46" fmla="*/ 94 w 786"/>
                <a:gd name="T47" fmla="*/ 1074 h 1147"/>
                <a:gd name="T48" fmla="*/ 147 w 786"/>
                <a:gd name="T49" fmla="*/ 1100 h 1147"/>
                <a:gd name="T50" fmla="*/ 208 w 786"/>
                <a:gd name="T51" fmla="*/ 1122 h 1147"/>
                <a:gd name="T52" fmla="*/ 277 w 786"/>
                <a:gd name="T53" fmla="*/ 1138 h 1147"/>
                <a:gd name="T54" fmla="*/ 353 w 786"/>
                <a:gd name="T55" fmla="*/ 1146 h 1147"/>
                <a:gd name="T56" fmla="*/ 433 w 786"/>
                <a:gd name="T57" fmla="*/ 1146 h 1147"/>
                <a:gd name="T58" fmla="*/ 507 w 786"/>
                <a:gd name="T59" fmla="*/ 1138 h 1147"/>
                <a:gd name="T60" fmla="*/ 576 w 786"/>
                <a:gd name="T61" fmla="*/ 1122 h 1147"/>
                <a:gd name="T62" fmla="*/ 638 w 786"/>
                <a:gd name="T63" fmla="*/ 1100 h 1147"/>
                <a:gd name="T64" fmla="*/ 690 w 786"/>
                <a:gd name="T65" fmla="*/ 1074 h 1147"/>
                <a:gd name="T66" fmla="*/ 733 w 786"/>
                <a:gd name="T67" fmla="*/ 1044 h 1147"/>
                <a:gd name="T68" fmla="*/ 764 w 786"/>
                <a:gd name="T69" fmla="*/ 1012 h 1147"/>
                <a:gd name="T70" fmla="*/ 780 w 786"/>
                <a:gd name="T71" fmla="*/ 980 h 1147"/>
                <a:gd name="T72" fmla="*/ 786 w 786"/>
                <a:gd name="T73" fmla="*/ 796 h 1147"/>
                <a:gd name="T74" fmla="*/ 784 w 786"/>
                <a:gd name="T75" fmla="*/ 295 h 1147"/>
                <a:gd name="T76" fmla="*/ 781 w 786"/>
                <a:gd name="T77" fmla="*/ 107 h 1147"/>
                <a:gd name="T78" fmla="*/ 769 w 786"/>
                <a:gd name="T79" fmla="*/ 78 h 1147"/>
                <a:gd name="T80" fmla="*/ 745 w 786"/>
                <a:gd name="T81" fmla="*/ 44 h 1147"/>
                <a:gd name="T82" fmla="*/ 702 w 786"/>
                <a:gd name="T83" fmla="*/ 13 h 11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786"/>
                <a:gd name="T127" fmla="*/ 0 h 1147"/>
                <a:gd name="T128" fmla="*/ 786 w 786"/>
                <a:gd name="T129" fmla="*/ 1147 h 11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786" h="1147">
                  <a:moveTo>
                    <a:pt x="674" y="0"/>
                  </a:moveTo>
                  <a:lnTo>
                    <a:pt x="665" y="4"/>
                  </a:lnTo>
                  <a:lnTo>
                    <a:pt x="655" y="7"/>
                  </a:lnTo>
                  <a:lnTo>
                    <a:pt x="646" y="12"/>
                  </a:lnTo>
                  <a:lnTo>
                    <a:pt x="636" y="14"/>
                  </a:lnTo>
                  <a:lnTo>
                    <a:pt x="626" y="16"/>
                  </a:lnTo>
                  <a:lnTo>
                    <a:pt x="616" y="19"/>
                  </a:lnTo>
                  <a:lnTo>
                    <a:pt x="607" y="20"/>
                  </a:lnTo>
                  <a:lnTo>
                    <a:pt x="597" y="22"/>
                  </a:lnTo>
                  <a:lnTo>
                    <a:pt x="585" y="26"/>
                  </a:lnTo>
                  <a:lnTo>
                    <a:pt x="569" y="29"/>
                  </a:lnTo>
                  <a:lnTo>
                    <a:pt x="553" y="34"/>
                  </a:lnTo>
                  <a:lnTo>
                    <a:pt x="534" y="36"/>
                  </a:lnTo>
                  <a:lnTo>
                    <a:pt x="512" y="39"/>
                  </a:lnTo>
                  <a:lnTo>
                    <a:pt x="488" y="42"/>
                  </a:lnTo>
                  <a:lnTo>
                    <a:pt x="463" y="45"/>
                  </a:lnTo>
                  <a:lnTo>
                    <a:pt x="435" y="47"/>
                  </a:lnTo>
                  <a:lnTo>
                    <a:pt x="406" y="48"/>
                  </a:lnTo>
                  <a:lnTo>
                    <a:pt x="374" y="48"/>
                  </a:lnTo>
                  <a:lnTo>
                    <a:pt x="340" y="47"/>
                  </a:lnTo>
                  <a:lnTo>
                    <a:pt x="305" y="45"/>
                  </a:lnTo>
                  <a:lnTo>
                    <a:pt x="268" y="41"/>
                  </a:lnTo>
                  <a:lnTo>
                    <a:pt x="230" y="36"/>
                  </a:lnTo>
                  <a:lnTo>
                    <a:pt x="191" y="31"/>
                  </a:lnTo>
                  <a:lnTo>
                    <a:pt x="148" y="22"/>
                  </a:lnTo>
                  <a:lnTo>
                    <a:pt x="135" y="16"/>
                  </a:lnTo>
                  <a:lnTo>
                    <a:pt x="125" y="12"/>
                  </a:lnTo>
                  <a:lnTo>
                    <a:pt x="118" y="7"/>
                  </a:lnTo>
                  <a:lnTo>
                    <a:pt x="110" y="0"/>
                  </a:lnTo>
                  <a:lnTo>
                    <a:pt x="82" y="13"/>
                  </a:lnTo>
                  <a:lnTo>
                    <a:pt x="60" y="28"/>
                  </a:lnTo>
                  <a:lnTo>
                    <a:pt x="41" y="44"/>
                  </a:lnTo>
                  <a:lnTo>
                    <a:pt x="27" y="61"/>
                  </a:lnTo>
                  <a:lnTo>
                    <a:pt x="17" y="78"/>
                  </a:lnTo>
                  <a:lnTo>
                    <a:pt x="9" y="94"/>
                  </a:lnTo>
                  <a:lnTo>
                    <a:pt x="5" y="107"/>
                  </a:lnTo>
                  <a:lnTo>
                    <a:pt x="3" y="119"/>
                  </a:lnTo>
                  <a:lnTo>
                    <a:pt x="2" y="295"/>
                  </a:lnTo>
                  <a:lnTo>
                    <a:pt x="0" y="547"/>
                  </a:lnTo>
                  <a:lnTo>
                    <a:pt x="0" y="796"/>
                  </a:lnTo>
                  <a:lnTo>
                    <a:pt x="3" y="964"/>
                  </a:lnTo>
                  <a:lnTo>
                    <a:pt x="6" y="980"/>
                  </a:lnTo>
                  <a:lnTo>
                    <a:pt x="12" y="996"/>
                  </a:lnTo>
                  <a:lnTo>
                    <a:pt x="22" y="1012"/>
                  </a:lnTo>
                  <a:lnTo>
                    <a:pt x="36" y="1028"/>
                  </a:lnTo>
                  <a:lnTo>
                    <a:pt x="52" y="1044"/>
                  </a:lnTo>
                  <a:lnTo>
                    <a:pt x="72" y="1059"/>
                  </a:lnTo>
                  <a:lnTo>
                    <a:pt x="94" y="1074"/>
                  </a:lnTo>
                  <a:lnTo>
                    <a:pt x="119" y="1088"/>
                  </a:lnTo>
                  <a:lnTo>
                    <a:pt x="147" y="1100"/>
                  </a:lnTo>
                  <a:lnTo>
                    <a:pt x="176" y="1112"/>
                  </a:lnTo>
                  <a:lnTo>
                    <a:pt x="208" y="1122"/>
                  </a:lnTo>
                  <a:lnTo>
                    <a:pt x="242" y="1131"/>
                  </a:lnTo>
                  <a:lnTo>
                    <a:pt x="277" y="1138"/>
                  </a:lnTo>
                  <a:lnTo>
                    <a:pt x="314" y="1143"/>
                  </a:lnTo>
                  <a:lnTo>
                    <a:pt x="353" y="1146"/>
                  </a:lnTo>
                  <a:lnTo>
                    <a:pt x="393" y="1147"/>
                  </a:lnTo>
                  <a:lnTo>
                    <a:pt x="433" y="1146"/>
                  </a:lnTo>
                  <a:lnTo>
                    <a:pt x="471" y="1143"/>
                  </a:lnTo>
                  <a:lnTo>
                    <a:pt x="507" y="1138"/>
                  </a:lnTo>
                  <a:lnTo>
                    <a:pt x="542" y="1131"/>
                  </a:lnTo>
                  <a:lnTo>
                    <a:pt x="576" y="1122"/>
                  </a:lnTo>
                  <a:lnTo>
                    <a:pt x="608" y="1112"/>
                  </a:lnTo>
                  <a:lnTo>
                    <a:pt x="638" y="1100"/>
                  </a:lnTo>
                  <a:lnTo>
                    <a:pt x="665" y="1088"/>
                  </a:lnTo>
                  <a:lnTo>
                    <a:pt x="690" y="1074"/>
                  </a:lnTo>
                  <a:lnTo>
                    <a:pt x="712" y="1059"/>
                  </a:lnTo>
                  <a:lnTo>
                    <a:pt x="733" y="1044"/>
                  </a:lnTo>
                  <a:lnTo>
                    <a:pt x="749" y="1028"/>
                  </a:lnTo>
                  <a:lnTo>
                    <a:pt x="764" y="1012"/>
                  </a:lnTo>
                  <a:lnTo>
                    <a:pt x="774" y="996"/>
                  </a:lnTo>
                  <a:lnTo>
                    <a:pt x="780" y="980"/>
                  </a:lnTo>
                  <a:lnTo>
                    <a:pt x="783" y="964"/>
                  </a:lnTo>
                  <a:lnTo>
                    <a:pt x="786" y="796"/>
                  </a:lnTo>
                  <a:lnTo>
                    <a:pt x="786" y="547"/>
                  </a:lnTo>
                  <a:lnTo>
                    <a:pt x="784" y="295"/>
                  </a:lnTo>
                  <a:lnTo>
                    <a:pt x="783" y="119"/>
                  </a:lnTo>
                  <a:lnTo>
                    <a:pt x="781" y="107"/>
                  </a:lnTo>
                  <a:lnTo>
                    <a:pt x="777" y="94"/>
                  </a:lnTo>
                  <a:lnTo>
                    <a:pt x="769" y="78"/>
                  </a:lnTo>
                  <a:lnTo>
                    <a:pt x="759" y="61"/>
                  </a:lnTo>
                  <a:lnTo>
                    <a:pt x="745" y="44"/>
                  </a:lnTo>
                  <a:lnTo>
                    <a:pt x="726" y="28"/>
                  </a:lnTo>
                  <a:lnTo>
                    <a:pt x="702" y="13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609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40">
              <a:extLst>
                <a:ext uri="{FF2B5EF4-FFF2-40B4-BE49-F238E27FC236}">
                  <a16:creationId xmlns:a16="http://schemas.microsoft.com/office/drawing/2014/main" id="{01E47B68-82EC-646B-0D03-30DB3570D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2195"/>
              <a:ext cx="482" cy="164"/>
            </a:xfrm>
            <a:custGeom>
              <a:avLst/>
              <a:gdLst>
                <a:gd name="T0" fmla="*/ 447 w 482"/>
                <a:gd name="T1" fmla="*/ 149 h 164"/>
                <a:gd name="T2" fmla="*/ 370 w 482"/>
                <a:gd name="T3" fmla="*/ 159 h 164"/>
                <a:gd name="T4" fmla="*/ 274 w 482"/>
                <a:gd name="T5" fmla="*/ 164 h 164"/>
                <a:gd name="T6" fmla="*/ 168 w 482"/>
                <a:gd name="T7" fmla="*/ 161 h 164"/>
                <a:gd name="T8" fmla="*/ 66 w 482"/>
                <a:gd name="T9" fmla="*/ 145 h 164"/>
                <a:gd name="T10" fmla="*/ 7 w 482"/>
                <a:gd name="T11" fmla="*/ 104 h 164"/>
                <a:gd name="T12" fmla="*/ 0 w 482"/>
                <a:gd name="T13" fmla="*/ 0 h 164"/>
                <a:gd name="T14" fmla="*/ 48 w 482"/>
                <a:gd name="T15" fmla="*/ 10 h 164"/>
                <a:gd name="T16" fmla="*/ 115 w 482"/>
                <a:gd name="T17" fmla="*/ 23 h 164"/>
                <a:gd name="T18" fmla="*/ 203 w 482"/>
                <a:gd name="T19" fmla="*/ 32 h 164"/>
                <a:gd name="T20" fmla="*/ 307 w 482"/>
                <a:gd name="T21" fmla="*/ 32 h 164"/>
                <a:gd name="T22" fmla="*/ 427 w 482"/>
                <a:gd name="T23" fmla="*/ 16 h 164"/>
                <a:gd name="T24" fmla="*/ 445 w 482"/>
                <a:gd name="T25" fmla="*/ 16 h 164"/>
                <a:gd name="T26" fmla="*/ 388 w 482"/>
                <a:gd name="T27" fmla="*/ 29 h 164"/>
                <a:gd name="T28" fmla="*/ 312 w 482"/>
                <a:gd name="T29" fmla="*/ 39 h 164"/>
                <a:gd name="T30" fmla="*/ 221 w 482"/>
                <a:gd name="T31" fmla="*/ 48 h 164"/>
                <a:gd name="T32" fmla="*/ 123 w 482"/>
                <a:gd name="T33" fmla="*/ 49 h 164"/>
                <a:gd name="T34" fmla="*/ 74 w 482"/>
                <a:gd name="T35" fmla="*/ 51 h 164"/>
                <a:gd name="T36" fmla="*/ 143 w 482"/>
                <a:gd name="T37" fmla="*/ 61 h 164"/>
                <a:gd name="T38" fmla="*/ 225 w 482"/>
                <a:gd name="T39" fmla="*/ 67 h 164"/>
                <a:gd name="T40" fmla="*/ 313 w 482"/>
                <a:gd name="T41" fmla="*/ 66 h 164"/>
                <a:gd name="T42" fmla="*/ 398 w 482"/>
                <a:gd name="T43" fmla="*/ 58 h 164"/>
                <a:gd name="T44" fmla="*/ 474 w 482"/>
                <a:gd name="T45" fmla="*/ 45 h 164"/>
                <a:gd name="T46" fmla="*/ 429 w 482"/>
                <a:gd name="T47" fmla="*/ 61 h 164"/>
                <a:gd name="T48" fmla="*/ 353 w 482"/>
                <a:gd name="T49" fmla="*/ 76 h 164"/>
                <a:gd name="T50" fmla="*/ 262 w 482"/>
                <a:gd name="T51" fmla="*/ 86 h 164"/>
                <a:gd name="T52" fmla="*/ 170 w 482"/>
                <a:gd name="T53" fmla="*/ 89 h 164"/>
                <a:gd name="T54" fmla="*/ 89 w 482"/>
                <a:gd name="T55" fmla="*/ 85 h 164"/>
                <a:gd name="T56" fmla="*/ 108 w 482"/>
                <a:gd name="T57" fmla="*/ 92 h 164"/>
                <a:gd name="T58" fmla="*/ 175 w 482"/>
                <a:gd name="T59" fmla="*/ 104 h 164"/>
                <a:gd name="T60" fmla="*/ 253 w 482"/>
                <a:gd name="T61" fmla="*/ 108 h 164"/>
                <a:gd name="T62" fmla="*/ 334 w 482"/>
                <a:gd name="T63" fmla="*/ 108 h 164"/>
                <a:gd name="T64" fmla="*/ 417 w 482"/>
                <a:gd name="T65" fmla="*/ 101 h 164"/>
                <a:gd name="T66" fmla="*/ 458 w 482"/>
                <a:gd name="T67" fmla="*/ 96 h 164"/>
                <a:gd name="T68" fmla="*/ 410 w 482"/>
                <a:gd name="T69" fmla="*/ 110 h 164"/>
                <a:gd name="T70" fmla="*/ 345 w 482"/>
                <a:gd name="T71" fmla="*/ 121 h 164"/>
                <a:gd name="T72" fmla="*/ 271 w 482"/>
                <a:gd name="T73" fmla="*/ 130 h 164"/>
                <a:gd name="T74" fmla="*/ 183 w 482"/>
                <a:gd name="T75" fmla="*/ 130 h 164"/>
                <a:gd name="T76" fmla="*/ 86 w 482"/>
                <a:gd name="T77" fmla="*/ 118 h 164"/>
                <a:gd name="T78" fmla="*/ 126 w 482"/>
                <a:gd name="T79" fmla="*/ 127 h 164"/>
                <a:gd name="T80" fmla="*/ 187 w 482"/>
                <a:gd name="T81" fmla="*/ 137 h 164"/>
                <a:gd name="T82" fmla="*/ 265 w 482"/>
                <a:gd name="T83" fmla="*/ 146 h 164"/>
                <a:gd name="T84" fmla="*/ 354 w 482"/>
                <a:gd name="T85" fmla="*/ 148 h 164"/>
                <a:gd name="T86" fmla="*/ 449 w 482"/>
                <a:gd name="T87" fmla="*/ 143 h 1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2"/>
                <a:gd name="T133" fmla="*/ 0 h 164"/>
                <a:gd name="T134" fmla="*/ 482 w 482"/>
                <a:gd name="T135" fmla="*/ 164 h 16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2" h="164">
                  <a:moveTo>
                    <a:pt x="482" y="139"/>
                  </a:moveTo>
                  <a:lnTo>
                    <a:pt x="467" y="145"/>
                  </a:lnTo>
                  <a:lnTo>
                    <a:pt x="447" y="149"/>
                  </a:lnTo>
                  <a:lnTo>
                    <a:pt x="425" y="154"/>
                  </a:lnTo>
                  <a:lnTo>
                    <a:pt x="398" y="157"/>
                  </a:lnTo>
                  <a:lnTo>
                    <a:pt x="370" y="159"/>
                  </a:lnTo>
                  <a:lnTo>
                    <a:pt x="340" y="162"/>
                  </a:lnTo>
                  <a:lnTo>
                    <a:pt x="307" y="164"/>
                  </a:lnTo>
                  <a:lnTo>
                    <a:pt x="274" y="164"/>
                  </a:lnTo>
                  <a:lnTo>
                    <a:pt x="238" y="164"/>
                  </a:lnTo>
                  <a:lnTo>
                    <a:pt x="203" y="162"/>
                  </a:lnTo>
                  <a:lnTo>
                    <a:pt x="168" y="161"/>
                  </a:lnTo>
                  <a:lnTo>
                    <a:pt x="133" y="157"/>
                  </a:lnTo>
                  <a:lnTo>
                    <a:pt x="99" y="152"/>
                  </a:lnTo>
                  <a:lnTo>
                    <a:pt x="66" y="145"/>
                  </a:lnTo>
                  <a:lnTo>
                    <a:pt x="33" y="137"/>
                  </a:lnTo>
                  <a:lnTo>
                    <a:pt x="4" y="129"/>
                  </a:lnTo>
                  <a:lnTo>
                    <a:pt x="7" y="104"/>
                  </a:lnTo>
                  <a:lnTo>
                    <a:pt x="7" y="73"/>
                  </a:lnTo>
                  <a:lnTo>
                    <a:pt x="4" y="38"/>
                  </a:lnTo>
                  <a:lnTo>
                    <a:pt x="0" y="0"/>
                  </a:lnTo>
                  <a:lnTo>
                    <a:pt x="13" y="2"/>
                  </a:lnTo>
                  <a:lnTo>
                    <a:pt x="29" y="7"/>
                  </a:lnTo>
                  <a:lnTo>
                    <a:pt x="48" y="10"/>
                  </a:lnTo>
                  <a:lnTo>
                    <a:pt x="69" y="14"/>
                  </a:lnTo>
                  <a:lnTo>
                    <a:pt x="91" y="19"/>
                  </a:lnTo>
                  <a:lnTo>
                    <a:pt x="115" y="23"/>
                  </a:lnTo>
                  <a:lnTo>
                    <a:pt x="143" y="26"/>
                  </a:lnTo>
                  <a:lnTo>
                    <a:pt x="173" y="29"/>
                  </a:lnTo>
                  <a:lnTo>
                    <a:pt x="203" y="32"/>
                  </a:lnTo>
                  <a:lnTo>
                    <a:pt x="236" y="33"/>
                  </a:lnTo>
                  <a:lnTo>
                    <a:pt x="271" y="33"/>
                  </a:lnTo>
                  <a:lnTo>
                    <a:pt x="307" y="32"/>
                  </a:lnTo>
                  <a:lnTo>
                    <a:pt x="345" y="29"/>
                  </a:lnTo>
                  <a:lnTo>
                    <a:pt x="385" y="23"/>
                  </a:lnTo>
                  <a:lnTo>
                    <a:pt x="427" y="16"/>
                  </a:lnTo>
                  <a:lnTo>
                    <a:pt x="470" y="7"/>
                  </a:lnTo>
                  <a:lnTo>
                    <a:pt x="460" y="11"/>
                  </a:lnTo>
                  <a:lnTo>
                    <a:pt x="445" y="16"/>
                  </a:lnTo>
                  <a:lnTo>
                    <a:pt x="429" y="20"/>
                  </a:lnTo>
                  <a:lnTo>
                    <a:pt x="410" y="25"/>
                  </a:lnTo>
                  <a:lnTo>
                    <a:pt x="388" y="29"/>
                  </a:lnTo>
                  <a:lnTo>
                    <a:pt x="364" y="33"/>
                  </a:lnTo>
                  <a:lnTo>
                    <a:pt x="338" y="36"/>
                  </a:lnTo>
                  <a:lnTo>
                    <a:pt x="312" y="39"/>
                  </a:lnTo>
                  <a:lnTo>
                    <a:pt x="282" y="44"/>
                  </a:lnTo>
                  <a:lnTo>
                    <a:pt x="252" y="45"/>
                  </a:lnTo>
                  <a:lnTo>
                    <a:pt x="221" y="48"/>
                  </a:lnTo>
                  <a:lnTo>
                    <a:pt x="189" y="49"/>
                  </a:lnTo>
                  <a:lnTo>
                    <a:pt x="156" y="49"/>
                  </a:lnTo>
                  <a:lnTo>
                    <a:pt x="123" y="49"/>
                  </a:lnTo>
                  <a:lnTo>
                    <a:pt x="91" y="48"/>
                  </a:lnTo>
                  <a:lnTo>
                    <a:pt x="57" y="47"/>
                  </a:lnTo>
                  <a:lnTo>
                    <a:pt x="74" y="51"/>
                  </a:lnTo>
                  <a:lnTo>
                    <a:pt x="95" y="55"/>
                  </a:lnTo>
                  <a:lnTo>
                    <a:pt x="118" y="58"/>
                  </a:lnTo>
                  <a:lnTo>
                    <a:pt x="143" y="61"/>
                  </a:lnTo>
                  <a:lnTo>
                    <a:pt x="170" y="64"/>
                  </a:lnTo>
                  <a:lnTo>
                    <a:pt x="196" y="66"/>
                  </a:lnTo>
                  <a:lnTo>
                    <a:pt x="225" y="67"/>
                  </a:lnTo>
                  <a:lnTo>
                    <a:pt x="255" y="67"/>
                  </a:lnTo>
                  <a:lnTo>
                    <a:pt x="284" y="67"/>
                  </a:lnTo>
                  <a:lnTo>
                    <a:pt x="313" y="66"/>
                  </a:lnTo>
                  <a:lnTo>
                    <a:pt x="343" y="64"/>
                  </a:lnTo>
                  <a:lnTo>
                    <a:pt x="370" y="61"/>
                  </a:lnTo>
                  <a:lnTo>
                    <a:pt x="398" y="58"/>
                  </a:lnTo>
                  <a:lnTo>
                    <a:pt x="426" y="55"/>
                  </a:lnTo>
                  <a:lnTo>
                    <a:pt x="451" y="51"/>
                  </a:lnTo>
                  <a:lnTo>
                    <a:pt x="474" y="45"/>
                  </a:lnTo>
                  <a:lnTo>
                    <a:pt x="464" y="51"/>
                  </a:lnTo>
                  <a:lnTo>
                    <a:pt x="448" y="55"/>
                  </a:lnTo>
                  <a:lnTo>
                    <a:pt x="429" y="61"/>
                  </a:lnTo>
                  <a:lnTo>
                    <a:pt x="407" y="66"/>
                  </a:lnTo>
                  <a:lnTo>
                    <a:pt x="381" y="71"/>
                  </a:lnTo>
                  <a:lnTo>
                    <a:pt x="353" y="76"/>
                  </a:lnTo>
                  <a:lnTo>
                    <a:pt x="323" y="79"/>
                  </a:lnTo>
                  <a:lnTo>
                    <a:pt x="294" y="83"/>
                  </a:lnTo>
                  <a:lnTo>
                    <a:pt x="262" y="86"/>
                  </a:lnTo>
                  <a:lnTo>
                    <a:pt x="231" y="88"/>
                  </a:lnTo>
                  <a:lnTo>
                    <a:pt x="199" y="89"/>
                  </a:lnTo>
                  <a:lnTo>
                    <a:pt x="170" y="89"/>
                  </a:lnTo>
                  <a:lnTo>
                    <a:pt x="140" y="89"/>
                  </a:lnTo>
                  <a:lnTo>
                    <a:pt x="114" y="88"/>
                  </a:lnTo>
                  <a:lnTo>
                    <a:pt x="89" y="85"/>
                  </a:lnTo>
                  <a:lnTo>
                    <a:pt x="69" y="82"/>
                  </a:lnTo>
                  <a:lnTo>
                    <a:pt x="88" y="88"/>
                  </a:lnTo>
                  <a:lnTo>
                    <a:pt x="108" y="92"/>
                  </a:lnTo>
                  <a:lnTo>
                    <a:pt x="129" y="96"/>
                  </a:lnTo>
                  <a:lnTo>
                    <a:pt x="152" y="99"/>
                  </a:lnTo>
                  <a:lnTo>
                    <a:pt x="175" y="104"/>
                  </a:lnTo>
                  <a:lnTo>
                    <a:pt x="200" y="105"/>
                  </a:lnTo>
                  <a:lnTo>
                    <a:pt x="227" y="108"/>
                  </a:lnTo>
                  <a:lnTo>
                    <a:pt x="253" y="108"/>
                  </a:lnTo>
                  <a:lnTo>
                    <a:pt x="280" y="110"/>
                  </a:lnTo>
                  <a:lnTo>
                    <a:pt x="306" y="110"/>
                  </a:lnTo>
                  <a:lnTo>
                    <a:pt x="334" y="108"/>
                  </a:lnTo>
                  <a:lnTo>
                    <a:pt x="362" y="107"/>
                  </a:lnTo>
                  <a:lnTo>
                    <a:pt x="389" y="104"/>
                  </a:lnTo>
                  <a:lnTo>
                    <a:pt x="417" y="101"/>
                  </a:lnTo>
                  <a:lnTo>
                    <a:pt x="444" y="96"/>
                  </a:lnTo>
                  <a:lnTo>
                    <a:pt x="471" y="92"/>
                  </a:lnTo>
                  <a:lnTo>
                    <a:pt x="458" y="96"/>
                  </a:lnTo>
                  <a:lnTo>
                    <a:pt x="444" y="99"/>
                  </a:lnTo>
                  <a:lnTo>
                    <a:pt x="427" y="105"/>
                  </a:lnTo>
                  <a:lnTo>
                    <a:pt x="410" y="110"/>
                  </a:lnTo>
                  <a:lnTo>
                    <a:pt x="389" y="114"/>
                  </a:lnTo>
                  <a:lnTo>
                    <a:pt x="369" y="118"/>
                  </a:lnTo>
                  <a:lnTo>
                    <a:pt x="345" y="121"/>
                  </a:lnTo>
                  <a:lnTo>
                    <a:pt x="322" y="126"/>
                  </a:lnTo>
                  <a:lnTo>
                    <a:pt x="297" y="129"/>
                  </a:lnTo>
                  <a:lnTo>
                    <a:pt x="271" y="130"/>
                  </a:lnTo>
                  <a:lnTo>
                    <a:pt x="243" y="132"/>
                  </a:lnTo>
                  <a:lnTo>
                    <a:pt x="214" y="132"/>
                  </a:lnTo>
                  <a:lnTo>
                    <a:pt x="183" y="130"/>
                  </a:lnTo>
                  <a:lnTo>
                    <a:pt x="152" y="129"/>
                  </a:lnTo>
                  <a:lnTo>
                    <a:pt x="120" y="124"/>
                  </a:lnTo>
                  <a:lnTo>
                    <a:pt x="86" y="118"/>
                  </a:lnTo>
                  <a:lnTo>
                    <a:pt x="96" y="121"/>
                  </a:lnTo>
                  <a:lnTo>
                    <a:pt x="110" y="124"/>
                  </a:lnTo>
                  <a:lnTo>
                    <a:pt x="126" y="127"/>
                  </a:lnTo>
                  <a:lnTo>
                    <a:pt x="143" y="132"/>
                  </a:lnTo>
                  <a:lnTo>
                    <a:pt x="164" y="135"/>
                  </a:lnTo>
                  <a:lnTo>
                    <a:pt x="187" y="137"/>
                  </a:lnTo>
                  <a:lnTo>
                    <a:pt x="212" y="140"/>
                  </a:lnTo>
                  <a:lnTo>
                    <a:pt x="238" y="143"/>
                  </a:lnTo>
                  <a:lnTo>
                    <a:pt x="265" y="146"/>
                  </a:lnTo>
                  <a:lnTo>
                    <a:pt x="294" y="148"/>
                  </a:lnTo>
                  <a:lnTo>
                    <a:pt x="323" y="148"/>
                  </a:lnTo>
                  <a:lnTo>
                    <a:pt x="354" y="148"/>
                  </a:lnTo>
                  <a:lnTo>
                    <a:pt x="386" y="148"/>
                  </a:lnTo>
                  <a:lnTo>
                    <a:pt x="417" y="146"/>
                  </a:lnTo>
                  <a:lnTo>
                    <a:pt x="449" y="143"/>
                  </a:lnTo>
                  <a:lnTo>
                    <a:pt x="482" y="139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41">
              <a:extLst>
                <a:ext uri="{FF2B5EF4-FFF2-40B4-BE49-F238E27FC236}">
                  <a16:creationId xmlns:a16="http://schemas.microsoft.com/office/drawing/2014/main" id="{ECDE451B-569F-BF41-3DBF-22A5B97D3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2098"/>
              <a:ext cx="487" cy="101"/>
            </a:xfrm>
            <a:custGeom>
              <a:avLst/>
              <a:gdLst>
                <a:gd name="T0" fmla="*/ 0 w 487"/>
                <a:gd name="T1" fmla="*/ 53 h 101"/>
                <a:gd name="T2" fmla="*/ 5 w 487"/>
                <a:gd name="T3" fmla="*/ 42 h 101"/>
                <a:gd name="T4" fmla="*/ 19 w 487"/>
                <a:gd name="T5" fmla="*/ 32 h 101"/>
                <a:gd name="T6" fmla="*/ 43 w 487"/>
                <a:gd name="T7" fmla="*/ 23 h 101"/>
                <a:gd name="T8" fmla="*/ 74 w 487"/>
                <a:gd name="T9" fmla="*/ 16 h 101"/>
                <a:gd name="T10" fmla="*/ 110 w 487"/>
                <a:gd name="T11" fmla="*/ 10 h 101"/>
                <a:gd name="T12" fmla="*/ 153 w 487"/>
                <a:gd name="T13" fmla="*/ 6 h 101"/>
                <a:gd name="T14" fmla="*/ 197 w 487"/>
                <a:gd name="T15" fmla="*/ 1 h 101"/>
                <a:gd name="T16" fmla="*/ 242 w 487"/>
                <a:gd name="T17" fmla="*/ 0 h 101"/>
                <a:gd name="T18" fmla="*/ 289 w 487"/>
                <a:gd name="T19" fmla="*/ 0 h 101"/>
                <a:gd name="T20" fmla="*/ 333 w 487"/>
                <a:gd name="T21" fmla="*/ 1 h 101"/>
                <a:gd name="T22" fmla="*/ 374 w 487"/>
                <a:gd name="T23" fmla="*/ 4 h 101"/>
                <a:gd name="T24" fmla="*/ 412 w 487"/>
                <a:gd name="T25" fmla="*/ 9 h 101"/>
                <a:gd name="T26" fmla="*/ 443 w 487"/>
                <a:gd name="T27" fmla="*/ 16 h 101"/>
                <a:gd name="T28" fmla="*/ 466 w 487"/>
                <a:gd name="T29" fmla="*/ 25 h 101"/>
                <a:gd name="T30" fmla="*/ 482 w 487"/>
                <a:gd name="T31" fmla="*/ 35 h 101"/>
                <a:gd name="T32" fmla="*/ 487 w 487"/>
                <a:gd name="T33" fmla="*/ 48 h 101"/>
                <a:gd name="T34" fmla="*/ 481 w 487"/>
                <a:gd name="T35" fmla="*/ 61 h 101"/>
                <a:gd name="T36" fmla="*/ 465 w 487"/>
                <a:gd name="T37" fmla="*/ 72 h 101"/>
                <a:gd name="T38" fmla="*/ 441 w 487"/>
                <a:gd name="T39" fmla="*/ 82 h 101"/>
                <a:gd name="T40" fmla="*/ 410 w 487"/>
                <a:gd name="T41" fmla="*/ 89 h 101"/>
                <a:gd name="T42" fmla="*/ 374 w 487"/>
                <a:gd name="T43" fmla="*/ 95 h 101"/>
                <a:gd name="T44" fmla="*/ 334 w 487"/>
                <a:gd name="T45" fmla="*/ 98 h 101"/>
                <a:gd name="T46" fmla="*/ 290 w 487"/>
                <a:gd name="T47" fmla="*/ 101 h 101"/>
                <a:gd name="T48" fmla="*/ 246 w 487"/>
                <a:gd name="T49" fmla="*/ 101 h 101"/>
                <a:gd name="T50" fmla="*/ 201 w 487"/>
                <a:gd name="T51" fmla="*/ 101 h 101"/>
                <a:gd name="T52" fmla="*/ 157 w 487"/>
                <a:gd name="T53" fmla="*/ 98 h 101"/>
                <a:gd name="T54" fmla="*/ 116 w 487"/>
                <a:gd name="T55" fmla="*/ 94 h 101"/>
                <a:gd name="T56" fmla="*/ 79 w 487"/>
                <a:gd name="T57" fmla="*/ 88 h 101"/>
                <a:gd name="T58" fmla="*/ 49 w 487"/>
                <a:gd name="T59" fmla="*/ 82 h 101"/>
                <a:gd name="T60" fmla="*/ 24 w 487"/>
                <a:gd name="T61" fmla="*/ 73 h 101"/>
                <a:gd name="T62" fmla="*/ 8 w 487"/>
                <a:gd name="T63" fmla="*/ 63 h 101"/>
                <a:gd name="T64" fmla="*/ 0 w 487"/>
                <a:gd name="T65" fmla="*/ 53 h 10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87"/>
                <a:gd name="T100" fmla="*/ 0 h 101"/>
                <a:gd name="T101" fmla="*/ 487 w 487"/>
                <a:gd name="T102" fmla="*/ 101 h 10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87" h="101">
                  <a:moveTo>
                    <a:pt x="0" y="53"/>
                  </a:moveTo>
                  <a:lnTo>
                    <a:pt x="5" y="42"/>
                  </a:lnTo>
                  <a:lnTo>
                    <a:pt x="19" y="32"/>
                  </a:lnTo>
                  <a:lnTo>
                    <a:pt x="43" y="23"/>
                  </a:lnTo>
                  <a:lnTo>
                    <a:pt x="74" y="16"/>
                  </a:lnTo>
                  <a:lnTo>
                    <a:pt x="110" y="10"/>
                  </a:lnTo>
                  <a:lnTo>
                    <a:pt x="153" y="6"/>
                  </a:lnTo>
                  <a:lnTo>
                    <a:pt x="197" y="1"/>
                  </a:lnTo>
                  <a:lnTo>
                    <a:pt x="242" y="0"/>
                  </a:lnTo>
                  <a:lnTo>
                    <a:pt x="289" y="0"/>
                  </a:lnTo>
                  <a:lnTo>
                    <a:pt x="333" y="1"/>
                  </a:lnTo>
                  <a:lnTo>
                    <a:pt x="374" y="4"/>
                  </a:lnTo>
                  <a:lnTo>
                    <a:pt x="412" y="9"/>
                  </a:lnTo>
                  <a:lnTo>
                    <a:pt x="443" y="16"/>
                  </a:lnTo>
                  <a:lnTo>
                    <a:pt x="466" y="25"/>
                  </a:lnTo>
                  <a:lnTo>
                    <a:pt x="482" y="35"/>
                  </a:lnTo>
                  <a:lnTo>
                    <a:pt x="487" y="48"/>
                  </a:lnTo>
                  <a:lnTo>
                    <a:pt x="481" y="61"/>
                  </a:lnTo>
                  <a:lnTo>
                    <a:pt x="465" y="72"/>
                  </a:lnTo>
                  <a:lnTo>
                    <a:pt x="441" y="82"/>
                  </a:lnTo>
                  <a:lnTo>
                    <a:pt x="410" y="89"/>
                  </a:lnTo>
                  <a:lnTo>
                    <a:pt x="374" y="95"/>
                  </a:lnTo>
                  <a:lnTo>
                    <a:pt x="334" y="98"/>
                  </a:lnTo>
                  <a:lnTo>
                    <a:pt x="290" y="101"/>
                  </a:lnTo>
                  <a:lnTo>
                    <a:pt x="246" y="101"/>
                  </a:lnTo>
                  <a:lnTo>
                    <a:pt x="201" y="101"/>
                  </a:lnTo>
                  <a:lnTo>
                    <a:pt x="157" y="98"/>
                  </a:lnTo>
                  <a:lnTo>
                    <a:pt x="116" y="94"/>
                  </a:lnTo>
                  <a:lnTo>
                    <a:pt x="79" y="88"/>
                  </a:lnTo>
                  <a:lnTo>
                    <a:pt x="49" y="82"/>
                  </a:lnTo>
                  <a:lnTo>
                    <a:pt x="24" y="73"/>
                  </a:lnTo>
                  <a:lnTo>
                    <a:pt x="8" y="6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42">
              <a:extLst>
                <a:ext uri="{FF2B5EF4-FFF2-40B4-BE49-F238E27FC236}">
                  <a16:creationId xmlns:a16="http://schemas.microsoft.com/office/drawing/2014/main" id="{8722FBDA-AB4F-B66F-DB5E-D1922DFB1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2362"/>
              <a:ext cx="693" cy="1071"/>
            </a:xfrm>
            <a:custGeom>
              <a:avLst/>
              <a:gdLst>
                <a:gd name="T0" fmla="*/ 35 w 693"/>
                <a:gd name="T1" fmla="*/ 994 h 1071"/>
                <a:gd name="T2" fmla="*/ 302 w 693"/>
                <a:gd name="T3" fmla="*/ 1069 h 1071"/>
                <a:gd name="T4" fmla="*/ 567 w 693"/>
                <a:gd name="T5" fmla="*/ 1031 h 1071"/>
                <a:gd name="T6" fmla="*/ 377 w 693"/>
                <a:gd name="T7" fmla="*/ 1015 h 1071"/>
                <a:gd name="T8" fmla="*/ 513 w 693"/>
                <a:gd name="T9" fmla="*/ 1003 h 1071"/>
                <a:gd name="T10" fmla="*/ 626 w 693"/>
                <a:gd name="T11" fmla="*/ 965 h 1071"/>
                <a:gd name="T12" fmla="*/ 579 w 693"/>
                <a:gd name="T13" fmla="*/ 971 h 1071"/>
                <a:gd name="T14" fmla="*/ 451 w 693"/>
                <a:gd name="T15" fmla="*/ 962 h 1071"/>
                <a:gd name="T16" fmla="*/ 453 w 693"/>
                <a:gd name="T17" fmla="*/ 943 h 1071"/>
                <a:gd name="T18" fmla="*/ 610 w 693"/>
                <a:gd name="T19" fmla="*/ 909 h 1071"/>
                <a:gd name="T20" fmla="*/ 692 w 693"/>
                <a:gd name="T21" fmla="*/ 854 h 1071"/>
                <a:gd name="T22" fmla="*/ 561 w 693"/>
                <a:gd name="T23" fmla="*/ 893 h 1071"/>
                <a:gd name="T24" fmla="*/ 446 w 693"/>
                <a:gd name="T25" fmla="*/ 889 h 1071"/>
                <a:gd name="T26" fmla="*/ 528 w 693"/>
                <a:gd name="T27" fmla="*/ 877 h 1071"/>
                <a:gd name="T28" fmla="*/ 645 w 693"/>
                <a:gd name="T29" fmla="*/ 832 h 1071"/>
                <a:gd name="T30" fmla="*/ 596 w 693"/>
                <a:gd name="T31" fmla="*/ 820 h 1071"/>
                <a:gd name="T32" fmla="*/ 533 w 693"/>
                <a:gd name="T33" fmla="*/ 795 h 1071"/>
                <a:gd name="T34" fmla="*/ 664 w 693"/>
                <a:gd name="T35" fmla="*/ 747 h 1071"/>
                <a:gd name="T36" fmla="*/ 470 w 693"/>
                <a:gd name="T37" fmla="*/ 748 h 1071"/>
                <a:gd name="T38" fmla="*/ 675 w 693"/>
                <a:gd name="T39" fmla="*/ 695 h 1071"/>
                <a:gd name="T40" fmla="*/ 539 w 693"/>
                <a:gd name="T41" fmla="*/ 695 h 1071"/>
                <a:gd name="T42" fmla="*/ 637 w 693"/>
                <a:gd name="T43" fmla="*/ 656 h 1071"/>
                <a:gd name="T44" fmla="*/ 573 w 693"/>
                <a:gd name="T45" fmla="*/ 638 h 1071"/>
                <a:gd name="T46" fmla="*/ 595 w 693"/>
                <a:gd name="T47" fmla="*/ 609 h 1071"/>
                <a:gd name="T48" fmla="*/ 633 w 693"/>
                <a:gd name="T49" fmla="*/ 568 h 1071"/>
                <a:gd name="T50" fmla="*/ 519 w 693"/>
                <a:gd name="T51" fmla="*/ 562 h 1071"/>
                <a:gd name="T52" fmla="*/ 686 w 693"/>
                <a:gd name="T53" fmla="*/ 503 h 1071"/>
                <a:gd name="T54" fmla="*/ 508 w 693"/>
                <a:gd name="T55" fmla="*/ 509 h 1071"/>
                <a:gd name="T56" fmla="*/ 659 w 693"/>
                <a:gd name="T57" fmla="*/ 468 h 1071"/>
                <a:gd name="T58" fmla="*/ 554 w 693"/>
                <a:gd name="T59" fmla="*/ 462 h 1071"/>
                <a:gd name="T60" fmla="*/ 596 w 693"/>
                <a:gd name="T61" fmla="*/ 433 h 1071"/>
                <a:gd name="T62" fmla="*/ 608 w 693"/>
                <a:gd name="T63" fmla="*/ 402 h 1071"/>
                <a:gd name="T64" fmla="*/ 539 w 693"/>
                <a:gd name="T65" fmla="*/ 389 h 1071"/>
                <a:gd name="T66" fmla="*/ 646 w 693"/>
                <a:gd name="T67" fmla="*/ 346 h 1071"/>
                <a:gd name="T68" fmla="*/ 473 w 693"/>
                <a:gd name="T69" fmla="*/ 331 h 1071"/>
                <a:gd name="T70" fmla="*/ 658 w 693"/>
                <a:gd name="T71" fmla="*/ 302 h 1071"/>
                <a:gd name="T72" fmla="*/ 595 w 693"/>
                <a:gd name="T73" fmla="*/ 299 h 1071"/>
                <a:gd name="T74" fmla="*/ 482 w 693"/>
                <a:gd name="T75" fmla="*/ 290 h 1071"/>
                <a:gd name="T76" fmla="*/ 513 w 693"/>
                <a:gd name="T77" fmla="*/ 279 h 1071"/>
                <a:gd name="T78" fmla="*/ 637 w 693"/>
                <a:gd name="T79" fmla="*/ 251 h 1071"/>
                <a:gd name="T80" fmla="*/ 673 w 693"/>
                <a:gd name="T81" fmla="*/ 230 h 1071"/>
                <a:gd name="T82" fmla="*/ 563 w 693"/>
                <a:gd name="T83" fmla="*/ 245 h 1071"/>
                <a:gd name="T84" fmla="*/ 448 w 693"/>
                <a:gd name="T85" fmla="*/ 242 h 1071"/>
                <a:gd name="T86" fmla="*/ 478 w 693"/>
                <a:gd name="T87" fmla="*/ 233 h 1071"/>
                <a:gd name="T88" fmla="*/ 617 w 693"/>
                <a:gd name="T89" fmla="*/ 210 h 1071"/>
                <a:gd name="T90" fmla="*/ 680 w 693"/>
                <a:gd name="T91" fmla="*/ 183 h 1071"/>
                <a:gd name="T92" fmla="*/ 533 w 693"/>
                <a:gd name="T93" fmla="*/ 195 h 1071"/>
                <a:gd name="T94" fmla="*/ 388 w 693"/>
                <a:gd name="T95" fmla="*/ 185 h 1071"/>
                <a:gd name="T96" fmla="*/ 498 w 693"/>
                <a:gd name="T97" fmla="*/ 180 h 1071"/>
                <a:gd name="T98" fmla="*/ 662 w 693"/>
                <a:gd name="T99" fmla="*/ 160 h 1071"/>
                <a:gd name="T100" fmla="*/ 602 w 693"/>
                <a:gd name="T101" fmla="*/ 152 h 1071"/>
                <a:gd name="T102" fmla="*/ 333 w 693"/>
                <a:gd name="T103" fmla="*/ 148 h 1071"/>
                <a:gd name="T104" fmla="*/ 311 w 693"/>
                <a:gd name="T105" fmla="*/ 126 h 1071"/>
                <a:gd name="T106" fmla="*/ 582 w 693"/>
                <a:gd name="T107" fmla="*/ 110 h 1071"/>
                <a:gd name="T108" fmla="*/ 684 w 693"/>
                <a:gd name="T109" fmla="*/ 69 h 1071"/>
                <a:gd name="T110" fmla="*/ 591 w 693"/>
                <a:gd name="T111" fmla="*/ 1 h 1071"/>
                <a:gd name="T112" fmla="*/ 457 w 693"/>
                <a:gd name="T113" fmla="*/ 20 h 1071"/>
                <a:gd name="T114" fmla="*/ 237 w 693"/>
                <a:gd name="T115" fmla="*/ 19 h 1071"/>
                <a:gd name="T116" fmla="*/ 53 w 693"/>
                <a:gd name="T117" fmla="*/ 31 h 1071"/>
                <a:gd name="T118" fmla="*/ 6 w 693"/>
                <a:gd name="T119" fmla="*/ 177 h 107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693"/>
                <a:gd name="T181" fmla="*/ 0 h 1071"/>
                <a:gd name="T182" fmla="*/ 693 w 693"/>
                <a:gd name="T183" fmla="*/ 1071 h 107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693" h="1071">
                  <a:moveTo>
                    <a:pt x="5" y="226"/>
                  </a:moveTo>
                  <a:lnTo>
                    <a:pt x="2" y="425"/>
                  </a:lnTo>
                  <a:lnTo>
                    <a:pt x="0" y="645"/>
                  </a:lnTo>
                  <a:lnTo>
                    <a:pt x="0" y="836"/>
                  </a:lnTo>
                  <a:lnTo>
                    <a:pt x="2" y="946"/>
                  </a:lnTo>
                  <a:lnTo>
                    <a:pt x="15" y="972"/>
                  </a:lnTo>
                  <a:lnTo>
                    <a:pt x="35" y="994"/>
                  </a:lnTo>
                  <a:lnTo>
                    <a:pt x="62" y="1014"/>
                  </a:lnTo>
                  <a:lnTo>
                    <a:pt x="94" y="1031"/>
                  </a:lnTo>
                  <a:lnTo>
                    <a:pt x="129" y="1044"/>
                  </a:lnTo>
                  <a:lnTo>
                    <a:pt x="170" y="1055"/>
                  </a:lnTo>
                  <a:lnTo>
                    <a:pt x="213" y="1062"/>
                  </a:lnTo>
                  <a:lnTo>
                    <a:pt x="257" y="1068"/>
                  </a:lnTo>
                  <a:lnTo>
                    <a:pt x="302" y="1069"/>
                  </a:lnTo>
                  <a:lnTo>
                    <a:pt x="346" y="1071"/>
                  </a:lnTo>
                  <a:lnTo>
                    <a:pt x="391" y="1069"/>
                  </a:lnTo>
                  <a:lnTo>
                    <a:pt x="434" y="1065"/>
                  </a:lnTo>
                  <a:lnTo>
                    <a:pt x="473" y="1059"/>
                  </a:lnTo>
                  <a:lnTo>
                    <a:pt x="508" y="1052"/>
                  </a:lnTo>
                  <a:lnTo>
                    <a:pt x="541" y="1041"/>
                  </a:lnTo>
                  <a:lnTo>
                    <a:pt x="567" y="1031"/>
                  </a:lnTo>
                  <a:lnTo>
                    <a:pt x="536" y="1033"/>
                  </a:lnTo>
                  <a:lnTo>
                    <a:pt x="506" y="1034"/>
                  </a:lnTo>
                  <a:lnTo>
                    <a:pt x="476" y="1033"/>
                  </a:lnTo>
                  <a:lnTo>
                    <a:pt x="447" y="1031"/>
                  </a:lnTo>
                  <a:lnTo>
                    <a:pt x="419" y="1027"/>
                  </a:lnTo>
                  <a:lnTo>
                    <a:pt x="396" y="1022"/>
                  </a:lnTo>
                  <a:lnTo>
                    <a:pt x="377" y="1015"/>
                  </a:lnTo>
                  <a:lnTo>
                    <a:pt x="362" y="1006"/>
                  </a:lnTo>
                  <a:lnTo>
                    <a:pt x="390" y="1009"/>
                  </a:lnTo>
                  <a:lnTo>
                    <a:pt x="418" y="1011"/>
                  </a:lnTo>
                  <a:lnTo>
                    <a:pt x="444" y="1009"/>
                  </a:lnTo>
                  <a:lnTo>
                    <a:pt x="467" y="1009"/>
                  </a:lnTo>
                  <a:lnTo>
                    <a:pt x="491" y="1006"/>
                  </a:lnTo>
                  <a:lnTo>
                    <a:pt x="513" y="1003"/>
                  </a:lnTo>
                  <a:lnTo>
                    <a:pt x="533" y="999"/>
                  </a:lnTo>
                  <a:lnTo>
                    <a:pt x="552" y="994"/>
                  </a:lnTo>
                  <a:lnTo>
                    <a:pt x="570" y="989"/>
                  </a:lnTo>
                  <a:lnTo>
                    <a:pt x="586" y="983"/>
                  </a:lnTo>
                  <a:lnTo>
                    <a:pt x="601" y="977"/>
                  </a:lnTo>
                  <a:lnTo>
                    <a:pt x="614" y="971"/>
                  </a:lnTo>
                  <a:lnTo>
                    <a:pt x="626" y="965"/>
                  </a:lnTo>
                  <a:lnTo>
                    <a:pt x="637" y="958"/>
                  </a:lnTo>
                  <a:lnTo>
                    <a:pt x="646" y="952"/>
                  </a:lnTo>
                  <a:lnTo>
                    <a:pt x="654" y="946"/>
                  </a:lnTo>
                  <a:lnTo>
                    <a:pt x="636" y="955"/>
                  </a:lnTo>
                  <a:lnTo>
                    <a:pt x="617" y="962"/>
                  </a:lnTo>
                  <a:lnTo>
                    <a:pt x="598" y="967"/>
                  </a:lnTo>
                  <a:lnTo>
                    <a:pt x="579" y="971"/>
                  </a:lnTo>
                  <a:lnTo>
                    <a:pt x="560" y="972"/>
                  </a:lnTo>
                  <a:lnTo>
                    <a:pt x="541" y="974"/>
                  </a:lnTo>
                  <a:lnTo>
                    <a:pt x="522" y="972"/>
                  </a:lnTo>
                  <a:lnTo>
                    <a:pt x="503" y="971"/>
                  </a:lnTo>
                  <a:lnTo>
                    <a:pt x="485" y="969"/>
                  </a:lnTo>
                  <a:lnTo>
                    <a:pt x="467" y="967"/>
                  </a:lnTo>
                  <a:lnTo>
                    <a:pt x="451" y="962"/>
                  </a:lnTo>
                  <a:lnTo>
                    <a:pt x="437" y="958"/>
                  </a:lnTo>
                  <a:lnTo>
                    <a:pt x="422" y="955"/>
                  </a:lnTo>
                  <a:lnTo>
                    <a:pt x="409" y="950"/>
                  </a:lnTo>
                  <a:lnTo>
                    <a:pt x="399" y="946"/>
                  </a:lnTo>
                  <a:lnTo>
                    <a:pt x="390" y="942"/>
                  </a:lnTo>
                  <a:lnTo>
                    <a:pt x="422" y="943"/>
                  </a:lnTo>
                  <a:lnTo>
                    <a:pt x="453" y="943"/>
                  </a:lnTo>
                  <a:lnTo>
                    <a:pt x="481" y="942"/>
                  </a:lnTo>
                  <a:lnTo>
                    <a:pt x="507" y="939"/>
                  </a:lnTo>
                  <a:lnTo>
                    <a:pt x="530" y="934"/>
                  </a:lnTo>
                  <a:lnTo>
                    <a:pt x="554" y="930"/>
                  </a:lnTo>
                  <a:lnTo>
                    <a:pt x="574" y="923"/>
                  </a:lnTo>
                  <a:lnTo>
                    <a:pt x="592" y="917"/>
                  </a:lnTo>
                  <a:lnTo>
                    <a:pt x="610" y="909"/>
                  </a:lnTo>
                  <a:lnTo>
                    <a:pt x="626" y="901"/>
                  </a:lnTo>
                  <a:lnTo>
                    <a:pt x="639" y="893"/>
                  </a:lnTo>
                  <a:lnTo>
                    <a:pt x="652" y="884"/>
                  </a:lnTo>
                  <a:lnTo>
                    <a:pt x="664" y="877"/>
                  </a:lnTo>
                  <a:lnTo>
                    <a:pt x="674" y="868"/>
                  </a:lnTo>
                  <a:lnTo>
                    <a:pt x="683" y="861"/>
                  </a:lnTo>
                  <a:lnTo>
                    <a:pt x="692" y="854"/>
                  </a:lnTo>
                  <a:lnTo>
                    <a:pt x="674" y="862"/>
                  </a:lnTo>
                  <a:lnTo>
                    <a:pt x="656" y="870"/>
                  </a:lnTo>
                  <a:lnTo>
                    <a:pt x="639" y="877"/>
                  </a:lnTo>
                  <a:lnTo>
                    <a:pt x="620" y="883"/>
                  </a:lnTo>
                  <a:lnTo>
                    <a:pt x="599" y="887"/>
                  </a:lnTo>
                  <a:lnTo>
                    <a:pt x="580" y="890"/>
                  </a:lnTo>
                  <a:lnTo>
                    <a:pt x="561" y="893"/>
                  </a:lnTo>
                  <a:lnTo>
                    <a:pt x="542" y="895"/>
                  </a:lnTo>
                  <a:lnTo>
                    <a:pt x="525" y="895"/>
                  </a:lnTo>
                  <a:lnTo>
                    <a:pt x="506" y="895"/>
                  </a:lnTo>
                  <a:lnTo>
                    <a:pt x="489" y="895"/>
                  </a:lnTo>
                  <a:lnTo>
                    <a:pt x="473" y="893"/>
                  </a:lnTo>
                  <a:lnTo>
                    <a:pt x="459" y="890"/>
                  </a:lnTo>
                  <a:lnTo>
                    <a:pt x="446" y="889"/>
                  </a:lnTo>
                  <a:lnTo>
                    <a:pt x="434" y="884"/>
                  </a:lnTo>
                  <a:lnTo>
                    <a:pt x="425" y="881"/>
                  </a:lnTo>
                  <a:lnTo>
                    <a:pt x="446" y="883"/>
                  </a:lnTo>
                  <a:lnTo>
                    <a:pt x="467" y="883"/>
                  </a:lnTo>
                  <a:lnTo>
                    <a:pt x="488" y="883"/>
                  </a:lnTo>
                  <a:lnTo>
                    <a:pt x="507" y="880"/>
                  </a:lnTo>
                  <a:lnTo>
                    <a:pt x="528" y="877"/>
                  </a:lnTo>
                  <a:lnTo>
                    <a:pt x="547" y="874"/>
                  </a:lnTo>
                  <a:lnTo>
                    <a:pt x="564" y="868"/>
                  </a:lnTo>
                  <a:lnTo>
                    <a:pt x="583" y="862"/>
                  </a:lnTo>
                  <a:lnTo>
                    <a:pt x="599" y="855"/>
                  </a:lnTo>
                  <a:lnTo>
                    <a:pt x="615" y="848"/>
                  </a:lnTo>
                  <a:lnTo>
                    <a:pt x="632" y="840"/>
                  </a:lnTo>
                  <a:lnTo>
                    <a:pt x="645" y="832"/>
                  </a:lnTo>
                  <a:lnTo>
                    <a:pt x="659" y="823"/>
                  </a:lnTo>
                  <a:lnTo>
                    <a:pt x="671" y="814"/>
                  </a:lnTo>
                  <a:lnTo>
                    <a:pt x="681" y="805"/>
                  </a:lnTo>
                  <a:lnTo>
                    <a:pt x="692" y="795"/>
                  </a:lnTo>
                  <a:lnTo>
                    <a:pt x="658" y="808"/>
                  </a:lnTo>
                  <a:lnTo>
                    <a:pt x="627" y="817"/>
                  </a:lnTo>
                  <a:lnTo>
                    <a:pt x="596" y="820"/>
                  </a:lnTo>
                  <a:lnTo>
                    <a:pt x="569" y="820"/>
                  </a:lnTo>
                  <a:lnTo>
                    <a:pt x="541" y="817"/>
                  </a:lnTo>
                  <a:lnTo>
                    <a:pt x="514" y="811"/>
                  </a:lnTo>
                  <a:lnTo>
                    <a:pt x="487" y="805"/>
                  </a:lnTo>
                  <a:lnTo>
                    <a:pt x="460" y="798"/>
                  </a:lnTo>
                  <a:lnTo>
                    <a:pt x="498" y="798"/>
                  </a:lnTo>
                  <a:lnTo>
                    <a:pt x="533" y="795"/>
                  </a:lnTo>
                  <a:lnTo>
                    <a:pt x="566" y="791"/>
                  </a:lnTo>
                  <a:lnTo>
                    <a:pt x="595" y="783"/>
                  </a:lnTo>
                  <a:lnTo>
                    <a:pt x="623" y="773"/>
                  </a:lnTo>
                  <a:lnTo>
                    <a:pt x="648" y="761"/>
                  </a:lnTo>
                  <a:lnTo>
                    <a:pt x="671" y="748"/>
                  </a:lnTo>
                  <a:lnTo>
                    <a:pt x="692" y="732"/>
                  </a:lnTo>
                  <a:lnTo>
                    <a:pt x="664" y="747"/>
                  </a:lnTo>
                  <a:lnTo>
                    <a:pt x="633" y="755"/>
                  </a:lnTo>
                  <a:lnTo>
                    <a:pt x="602" y="760"/>
                  </a:lnTo>
                  <a:lnTo>
                    <a:pt x="570" y="761"/>
                  </a:lnTo>
                  <a:lnTo>
                    <a:pt x="541" y="760"/>
                  </a:lnTo>
                  <a:lnTo>
                    <a:pt x="513" y="757"/>
                  </a:lnTo>
                  <a:lnTo>
                    <a:pt x="489" y="752"/>
                  </a:lnTo>
                  <a:lnTo>
                    <a:pt x="470" y="748"/>
                  </a:lnTo>
                  <a:lnTo>
                    <a:pt x="507" y="748"/>
                  </a:lnTo>
                  <a:lnTo>
                    <a:pt x="542" y="744"/>
                  </a:lnTo>
                  <a:lnTo>
                    <a:pt x="574" y="738"/>
                  </a:lnTo>
                  <a:lnTo>
                    <a:pt x="604" y="729"/>
                  </a:lnTo>
                  <a:lnTo>
                    <a:pt x="632" y="720"/>
                  </a:lnTo>
                  <a:lnTo>
                    <a:pt x="655" y="707"/>
                  </a:lnTo>
                  <a:lnTo>
                    <a:pt x="675" y="695"/>
                  </a:lnTo>
                  <a:lnTo>
                    <a:pt x="692" y="680"/>
                  </a:lnTo>
                  <a:lnTo>
                    <a:pt x="658" y="691"/>
                  </a:lnTo>
                  <a:lnTo>
                    <a:pt x="630" y="697"/>
                  </a:lnTo>
                  <a:lnTo>
                    <a:pt x="605" y="701"/>
                  </a:lnTo>
                  <a:lnTo>
                    <a:pt x="583" y="701"/>
                  </a:lnTo>
                  <a:lnTo>
                    <a:pt x="561" y="700"/>
                  </a:lnTo>
                  <a:lnTo>
                    <a:pt x="539" y="695"/>
                  </a:lnTo>
                  <a:lnTo>
                    <a:pt x="514" y="688"/>
                  </a:lnTo>
                  <a:lnTo>
                    <a:pt x="488" y="679"/>
                  </a:lnTo>
                  <a:lnTo>
                    <a:pt x="528" y="676"/>
                  </a:lnTo>
                  <a:lnTo>
                    <a:pt x="561" y="673"/>
                  </a:lnTo>
                  <a:lnTo>
                    <a:pt x="591" y="669"/>
                  </a:lnTo>
                  <a:lnTo>
                    <a:pt x="615" y="663"/>
                  </a:lnTo>
                  <a:lnTo>
                    <a:pt x="637" y="656"/>
                  </a:lnTo>
                  <a:lnTo>
                    <a:pt x="656" y="645"/>
                  </a:lnTo>
                  <a:lnTo>
                    <a:pt x="674" y="634"/>
                  </a:lnTo>
                  <a:lnTo>
                    <a:pt x="692" y="617"/>
                  </a:lnTo>
                  <a:lnTo>
                    <a:pt x="656" y="626"/>
                  </a:lnTo>
                  <a:lnTo>
                    <a:pt x="624" y="632"/>
                  </a:lnTo>
                  <a:lnTo>
                    <a:pt x="596" y="636"/>
                  </a:lnTo>
                  <a:lnTo>
                    <a:pt x="573" y="638"/>
                  </a:lnTo>
                  <a:lnTo>
                    <a:pt x="550" y="638"/>
                  </a:lnTo>
                  <a:lnTo>
                    <a:pt x="528" y="635"/>
                  </a:lnTo>
                  <a:lnTo>
                    <a:pt x="507" y="629"/>
                  </a:lnTo>
                  <a:lnTo>
                    <a:pt x="485" y="622"/>
                  </a:lnTo>
                  <a:lnTo>
                    <a:pt x="529" y="619"/>
                  </a:lnTo>
                  <a:lnTo>
                    <a:pt x="564" y="614"/>
                  </a:lnTo>
                  <a:lnTo>
                    <a:pt x="595" y="609"/>
                  </a:lnTo>
                  <a:lnTo>
                    <a:pt x="620" y="600"/>
                  </a:lnTo>
                  <a:lnTo>
                    <a:pt x="640" y="590"/>
                  </a:lnTo>
                  <a:lnTo>
                    <a:pt x="658" y="578"/>
                  </a:lnTo>
                  <a:lnTo>
                    <a:pt x="673" y="565"/>
                  </a:lnTo>
                  <a:lnTo>
                    <a:pt x="686" y="550"/>
                  </a:lnTo>
                  <a:lnTo>
                    <a:pt x="661" y="560"/>
                  </a:lnTo>
                  <a:lnTo>
                    <a:pt x="633" y="568"/>
                  </a:lnTo>
                  <a:lnTo>
                    <a:pt x="605" y="572"/>
                  </a:lnTo>
                  <a:lnTo>
                    <a:pt x="577" y="573"/>
                  </a:lnTo>
                  <a:lnTo>
                    <a:pt x="551" y="573"/>
                  </a:lnTo>
                  <a:lnTo>
                    <a:pt x="526" y="572"/>
                  </a:lnTo>
                  <a:lnTo>
                    <a:pt x="506" y="569"/>
                  </a:lnTo>
                  <a:lnTo>
                    <a:pt x="488" y="566"/>
                  </a:lnTo>
                  <a:lnTo>
                    <a:pt x="519" y="562"/>
                  </a:lnTo>
                  <a:lnTo>
                    <a:pt x="550" y="556"/>
                  </a:lnTo>
                  <a:lnTo>
                    <a:pt x="582" y="548"/>
                  </a:lnTo>
                  <a:lnTo>
                    <a:pt x="611" y="540"/>
                  </a:lnTo>
                  <a:lnTo>
                    <a:pt x="637" y="531"/>
                  </a:lnTo>
                  <a:lnTo>
                    <a:pt x="659" y="522"/>
                  </a:lnTo>
                  <a:lnTo>
                    <a:pt x="677" y="512"/>
                  </a:lnTo>
                  <a:lnTo>
                    <a:pt x="686" y="503"/>
                  </a:lnTo>
                  <a:lnTo>
                    <a:pt x="662" y="507"/>
                  </a:lnTo>
                  <a:lnTo>
                    <a:pt x="639" y="512"/>
                  </a:lnTo>
                  <a:lnTo>
                    <a:pt x="613" y="515"/>
                  </a:lnTo>
                  <a:lnTo>
                    <a:pt x="586" y="516"/>
                  </a:lnTo>
                  <a:lnTo>
                    <a:pt x="560" y="516"/>
                  </a:lnTo>
                  <a:lnTo>
                    <a:pt x="535" y="513"/>
                  </a:lnTo>
                  <a:lnTo>
                    <a:pt x="508" y="509"/>
                  </a:lnTo>
                  <a:lnTo>
                    <a:pt x="485" y="503"/>
                  </a:lnTo>
                  <a:lnTo>
                    <a:pt x="510" y="503"/>
                  </a:lnTo>
                  <a:lnTo>
                    <a:pt x="541" y="499"/>
                  </a:lnTo>
                  <a:lnTo>
                    <a:pt x="573" y="493"/>
                  </a:lnTo>
                  <a:lnTo>
                    <a:pt x="605" y="485"/>
                  </a:lnTo>
                  <a:lnTo>
                    <a:pt x="634" y="477"/>
                  </a:lnTo>
                  <a:lnTo>
                    <a:pt x="659" y="468"/>
                  </a:lnTo>
                  <a:lnTo>
                    <a:pt x="677" y="459"/>
                  </a:lnTo>
                  <a:lnTo>
                    <a:pt x="686" y="452"/>
                  </a:lnTo>
                  <a:lnTo>
                    <a:pt x="656" y="456"/>
                  </a:lnTo>
                  <a:lnTo>
                    <a:pt x="630" y="459"/>
                  </a:lnTo>
                  <a:lnTo>
                    <a:pt x="604" y="460"/>
                  </a:lnTo>
                  <a:lnTo>
                    <a:pt x="579" y="462"/>
                  </a:lnTo>
                  <a:lnTo>
                    <a:pt x="554" y="462"/>
                  </a:lnTo>
                  <a:lnTo>
                    <a:pt x="530" y="460"/>
                  </a:lnTo>
                  <a:lnTo>
                    <a:pt x="507" y="456"/>
                  </a:lnTo>
                  <a:lnTo>
                    <a:pt x="485" y="449"/>
                  </a:lnTo>
                  <a:lnTo>
                    <a:pt x="513" y="446"/>
                  </a:lnTo>
                  <a:lnTo>
                    <a:pt x="541" y="441"/>
                  </a:lnTo>
                  <a:lnTo>
                    <a:pt x="569" y="437"/>
                  </a:lnTo>
                  <a:lnTo>
                    <a:pt x="596" y="433"/>
                  </a:lnTo>
                  <a:lnTo>
                    <a:pt x="623" y="427"/>
                  </a:lnTo>
                  <a:lnTo>
                    <a:pt x="648" y="419"/>
                  </a:lnTo>
                  <a:lnTo>
                    <a:pt x="668" y="409"/>
                  </a:lnTo>
                  <a:lnTo>
                    <a:pt x="686" y="396"/>
                  </a:lnTo>
                  <a:lnTo>
                    <a:pt x="662" y="399"/>
                  </a:lnTo>
                  <a:lnTo>
                    <a:pt x="636" y="402"/>
                  </a:lnTo>
                  <a:lnTo>
                    <a:pt x="608" y="402"/>
                  </a:lnTo>
                  <a:lnTo>
                    <a:pt x="580" y="402"/>
                  </a:lnTo>
                  <a:lnTo>
                    <a:pt x="551" y="402"/>
                  </a:lnTo>
                  <a:lnTo>
                    <a:pt x="525" y="399"/>
                  </a:lnTo>
                  <a:lnTo>
                    <a:pt x="500" y="396"/>
                  </a:lnTo>
                  <a:lnTo>
                    <a:pt x="478" y="391"/>
                  </a:lnTo>
                  <a:lnTo>
                    <a:pt x="510" y="391"/>
                  </a:lnTo>
                  <a:lnTo>
                    <a:pt x="539" y="389"/>
                  </a:lnTo>
                  <a:lnTo>
                    <a:pt x="570" y="384"/>
                  </a:lnTo>
                  <a:lnTo>
                    <a:pt x="598" y="378"/>
                  </a:lnTo>
                  <a:lnTo>
                    <a:pt x="623" y="369"/>
                  </a:lnTo>
                  <a:lnTo>
                    <a:pt x="646" y="361"/>
                  </a:lnTo>
                  <a:lnTo>
                    <a:pt x="668" y="350"/>
                  </a:lnTo>
                  <a:lnTo>
                    <a:pt x="686" y="340"/>
                  </a:lnTo>
                  <a:lnTo>
                    <a:pt x="646" y="346"/>
                  </a:lnTo>
                  <a:lnTo>
                    <a:pt x="613" y="349"/>
                  </a:lnTo>
                  <a:lnTo>
                    <a:pt x="583" y="349"/>
                  </a:lnTo>
                  <a:lnTo>
                    <a:pt x="557" y="346"/>
                  </a:lnTo>
                  <a:lnTo>
                    <a:pt x="533" y="343"/>
                  </a:lnTo>
                  <a:lnTo>
                    <a:pt x="513" y="340"/>
                  </a:lnTo>
                  <a:lnTo>
                    <a:pt x="492" y="336"/>
                  </a:lnTo>
                  <a:lnTo>
                    <a:pt x="473" y="331"/>
                  </a:lnTo>
                  <a:lnTo>
                    <a:pt x="494" y="331"/>
                  </a:lnTo>
                  <a:lnTo>
                    <a:pt x="519" y="330"/>
                  </a:lnTo>
                  <a:lnTo>
                    <a:pt x="544" y="327"/>
                  </a:lnTo>
                  <a:lnTo>
                    <a:pt x="571" y="324"/>
                  </a:lnTo>
                  <a:lnTo>
                    <a:pt x="601" y="320"/>
                  </a:lnTo>
                  <a:lnTo>
                    <a:pt x="630" y="312"/>
                  </a:lnTo>
                  <a:lnTo>
                    <a:pt x="658" y="302"/>
                  </a:lnTo>
                  <a:lnTo>
                    <a:pt x="686" y="290"/>
                  </a:lnTo>
                  <a:lnTo>
                    <a:pt x="673" y="293"/>
                  </a:lnTo>
                  <a:lnTo>
                    <a:pt x="659" y="295"/>
                  </a:lnTo>
                  <a:lnTo>
                    <a:pt x="643" y="296"/>
                  </a:lnTo>
                  <a:lnTo>
                    <a:pt x="629" y="298"/>
                  </a:lnTo>
                  <a:lnTo>
                    <a:pt x="611" y="299"/>
                  </a:lnTo>
                  <a:lnTo>
                    <a:pt x="595" y="299"/>
                  </a:lnTo>
                  <a:lnTo>
                    <a:pt x="579" y="299"/>
                  </a:lnTo>
                  <a:lnTo>
                    <a:pt x="561" y="299"/>
                  </a:lnTo>
                  <a:lnTo>
                    <a:pt x="545" y="298"/>
                  </a:lnTo>
                  <a:lnTo>
                    <a:pt x="528" y="296"/>
                  </a:lnTo>
                  <a:lnTo>
                    <a:pt x="511" y="295"/>
                  </a:lnTo>
                  <a:lnTo>
                    <a:pt x="497" y="293"/>
                  </a:lnTo>
                  <a:lnTo>
                    <a:pt x="482" y="290"/>
                  </a:lnTo>
                  <a:lnTo>
                    <a:pt x="469" y="287"/>
                  </a:lnTo>
                  <a:lnTo>
                    <a:pt x="456" y="284"/>
                  </a:lnTo>
                  <a:lnTo>
                    <a:pt x="446" y="280"/>
                  </a:lnTo>
                  <a:lnTo>
                    <a:pt x="462" y="281"/>
                  </a:lnTo>
                  <a:lnTo>
                    <a:pt x="478" y="281"/>
                  </a:lnTo>
                  <a:lnTo>
                    <a:pt x="495" y="281"/>
                  </a:lnTo>
                  <a:lnTo>
                    <a:pt x="513" y="279"/>
                  </a:lnTo>
                  <a:lnTo>
                    <a:pt x="532" y="277"/>
                  </a:lnTo>
                  <a:lnTo>
                    <a:pt x="551" y="274"/>
                  </a:lnTo>
                  <a:lnTo>
                    <a:pt x="570" y="270"/>
                  </a:lnTo>
                  <a:lnTo>
                    <a:pt x="588" y="265"/>
                  </a:lnTo>
                  <a:lnTo>
                    <a:pt x="605" y="261"/>
                  </a:lnTo>
                  <a:lnTo>
                    <a:pt x="623" y="255"/>
                  </a:lnTo>
                  <a:lnTo>
                    <a:pt x="637" y="251"/>
                  </a:lnTo>
                  <a:lnTo>
                    <a:pt x="652" y="245"/>
                  </a:lnTo>
                  <a:lnTo>
                    <a:pt x="665" y="239"/>
                  </a:lnTo>
                  <a:lnTo>
                    <a:pt x="677" y="235"/>
                  </a:lnTo>
                  <a:lnTo>
                    <a:pt x="686" y="229"/>
                  </a:lnTo>
                  <a:lnTo>
                    <a:pt x="692" y="224"/>
                  </a:lnTo>
                  <a:lnTo>
                    <a:pt x="683" y="227"/>
                  </a:lnTo>
                  <a:lnTo>
                    <a:pt x="673" y="230"/>
                  </a:lnTo>
                  <a:lnTo>
                    <a:pt x="661" y="233"/>
                  </a:lnTo>
                  <a:lnTo>
                    <a:pt x="646" y="236"/>
                  </a:lnTo>
                  <a:lnTo>
                    <a:pt x="632" y="239"/>
                  </a:lnTo>
                  <a:lnTo>
                    <a:pt x="615" y="240"/>
                  </a:lnTo>
                  <a:lnTo>
                    <a:pt x="598" y="242"/>
                  </a:lnTo>
                  <a:lnTo>
                    <a:pt x="582" y="243"/>
                  </a:lnTo>
                  <a:lnTo>
                    <a:pt x="563" y="245"/>
                  </a:lnTo>
                  <a:lnTo>
                    <a:pt x="545" y="245"/>
                  </a:lnTo>
                  <a:lnTo>
                    <a:pt x="528" y="246"/>
                  </a:lnTo>
                  <a:lnTo>
                    <a:pt x="510" y="246"/>
                  </a:lnTo>
                  <a:lnTo>
                    <a:pt x="492" y="246"/>
                  </a:lnTo>
                  <a:lnTo>
                    <a:pt x="478" y="245"/>
                  </a:lnTo>
                  <a:lnTo>
                    <a:pt x="462" y="243"/>
                  </a:lnTo>
                  <a:lnTo>
                    <a:pt x="448" y="242"/>
                  </a:lnTo>
                  <a:lnTo>
                    <a:pt x="440" y="240"/>
                  </a:lnTo>
                  <a:lnTo>
                    <a:pt x="431" y="239"/>
                  </a:lnTo>
                  <a:lnTo>
                    <a:pt x="424" y="236"/>
                  </a:lnTo>
                  <a:lnTo>
                    <a:pt x="418" y="233"/>
                  </a:lnTo>
                  <a:lnTo>
                    <a:pt x="437" y="235"/>
                  </a:lnTo>
                  <a:lnTo>
                    <a:pt x="457" y="235"/>
                  </a:lnTo>
                  <a:lnTo>
                    <a:pt x="478" y="233"/>
                  </a:lnTo>
                  <a:lnTo>
                    <a:pt x="498" y="232"/>
                  </a:lnTo>
                  <a:lnTo>
                    <a:pt x="519" y="229"/>
                  </a:lnTo>
                  <a:lnTo>
                    <a:pt x="539" y="226"/>
                  </a:lnTo>
                  <a:lnTo>
                    <a:pt x="560" y="223"/>
                  </a:lnTo>
                  <a:lnTo>
                    <a:pt x="580" y="218"/>
                  </a:lnTo>
                  <a:lnTo>
                    <a:pt x="599" y="214"/>
                  </a:lnTo>
                  <a:lnTo>
                    <a:pt x="617" y="210"/>
                  </a:lnTo>
                  <a:lnTo>
                    <a:pt x="634" y="205"/>
                  </a:lnTo>
                  <a:lnTo>
                    <a:pt x="649" y="199"/>
                  </a:lnTo>
                  <a:lnTo>
                    <a:pt x="662" y="195"/>
                  </a:lnTo>
                  <a:lnTo>
                    <a:pt x="674" y="191"/>
                  </a:lnTo>
                  <a:lnTo>
                    <a:pt x="684" y="185"/>
                  </a:lnTo>
                  <a:lnTo>
                    <a:pt x="692" y="180"/>
                  </a:lnTo>
                  <a:lnTo>
                    <a:pt x="680" y="183"/>
                  </a:lnTo>
                  <a:lnTo>
                    <a:pt x="665" y="186"/>
                  </a:lnTo>
                  <a:lnTo>
                    <a:pt x="648" y="189"/>
                  </a:lnTo>
                  <a:lnTo>
                    <a:pt x="629" y="191"/>
                  </a:lnTo>
                  <a:lnTo>
                    <a:pt x="607" y="192"/>
                  </a:lnTo>
                  <a:lnTo>
                    <a:pt x="583" y="193"/>
                  </a:lnTo>
                  <a:lnTo>
                    <a:pt x="558" y="195"/>
                  </a:lnTo>
                  <a:lnTo>
                    <a:pt x="533" y="195"/>
                  </a:lnTo>
                  <a:lnTo>
                    <a:pt x="508" y="195"/>
                  </a:lnTo>
                  <a:lnTo>
                    <a:pt x="485" y="195"/>
                  </a:lnTo>
                  <a:lnTo>
                    <a:pt x="462" y="193"/>
                  </a:lnTo>
                  <a:lnTo>
                    <a:pt x="440" y="192"/>
                  </a:lnTo>
                  <a:lnTo>
                    <a:pt x="421" y="191"/>
                  </a:lnTo>
                  <a:lnTo>
                    <a:pt x="403" y="188"/>
                  </a:lnTo>
                  <a:lnTo>
                    <a:pt x="388" y="185"/>
                  </a:lnTo>
                  <a:lnTo>
                    <a:pt x="378" y="180"/>
                  </a:lnTo>
                  <a:lnTo>
                    <a:pt x="391" y="182"/>
                  </a:lnTo>
                  <a:lnTo>
                    <a:pt x="407" y="182"/>
                  </a:lnTo>
                  <a:lnTo>
                    <a:pt x="428" y="182"/>
                  </a:lnTo>
                  <a:lnTo>
                    <a:pt x="450" y="182"/>
                  </a:lnTo>
                  <a:lnTo>
                    <a:pt x="473" y="180"/>
                  </a:lnTo>
                  <a:lnTo>
                    <a:pt x="498" y="180"/>
                  </a:lnTo>
                  <a:lnTo>
                    <a:pt x="525" y="179"/>
                  </a:lnTo>
                  <a:lnTo>
                    <a:pt x="551" y="176"/>
                  </a:lnTo>
                  <a:lnTo>
                    <a:pt x="576" y="174"/>
                  </a:lnTo>
                  <a:lnTo>
                    <a:pt x="601" y="171"/>
                  </a:lnTo>
                  <a:lnTo>
                    <a:pt x="623" y="167"/>
                  </a:lnTo>
                  <a:lnTo>
                    <a:pt x="645" y="164"/>
                  </a:lnTo>
                  <a:lnTo>
                    <a:pt x="662" y="160"/>
                  </a:lnTo>
                  <a:lnTo>
                    <a:pt x="677" y="155"/>
                  </a:lnTo>
                  <a:lnTo>
                    <a:pt x="687" y="149"/>
                  </a:lnTo>
                  <a:lnTo>
                    <a:pt x="693" y="144"/>
                  </a:lnTo>
                  <a:lnTo>
                    <a:pt x="680" y="147"/>
                  </a:lnTo>
                  <a:lnTo>
                    <a:pt x="659" y="148"/>
                  </a:lnTo>
                  <a:lnTo>
                    <a:pt x="633" y="151"/>
                  </a:lnTo>
                  <a:lnTo>
                    <a:pt x="602" y="152"/>
                  </a:lnTo>
                  <a:lnTo>
                    <a:pt x="567" y="154"/>
                  </a:lnTo>
                  <a:lnTo>
                    <a:pt x="530" y="154"/>
                  </a:lnTo>
                  <a:lnTo>
                    <a:pt x="491" y="154"/>
                  </a:lnTo>
                  <a:lnTo>
                    <a:pt x="450" y="154"/>
                  </a:lnTo>
                  <a:lnTo>
                    <a:pt x="409" y="152"/>
                  </a:lnTo>
                  <a:lnTo>
                    <a:pt x="369" y="151"/>
                  </a:lnTo>
                  <a:lnTo>
                    <a:pt x="333" y="148"/>
                  </a:lnTo>
                  <a:lnTo>
                    <a:pt x="299" y="145"/>
                  </a:lnTo>
                  <a:lnTo>
                    <a:pt x="268" y="141"/>
                  </a:lnTo>
                  <a:lnTo>
                    <a:pt x="243" y="136"/>
                  </a:lnTo>
                  <a:lnTo>
                    <a:pt x="223" y="130"/>
                  </a:lnTo>
                  <a:lnTo>
                    <a:pt x="211" y="123"/>
                  </a:lnTo>
                  <a:lnTo>
                    <a:pt x="261" y="124"/>
                  </a:lnTo>
                  <a:lnTo>
                    <a:pt x="311" y="126"/>
                  </a:lnTo>
                  <a:lnTo>
                    <a:pt x="356" y="126"/>
                  </a:lnTo>
                  <a:lnTo>
                    <a:pt x="402" y="126"/>
                  </a:lnTo>
                  <a:lnTo>
                    <a:pt x="443" y="123"/>
                  </a:lnTo>
                  <a:lnTo>
                    <a:pt x="482" y="122"/>
                  </a:lnTo>
                  <a:lnTo>
                    <a:pt x="519" y="119"/>
                  </a:lnTo>
                  <a:lnTo>
                    <a:pt x="551" y="114"/>
                  </a:lnTo>
                  <a:lnTo>
                    <a:pt x="582" y="110"/>
                  </a:lnTo>
                  <a:lnTo>
                    <a:pt x="608" y="104"/>
                  </a:lnTo>
                  <a:lnTo>
                    <a:pt x="632" y="100"/>
                  </a:lnTo>
                  <a:lnTo>
                    <a:pt x="651" y="94"/>
                  </a:lnTo>
                  <a:lnTo>
                    <a:pt x="665" y="88"/>
                  </a:lnTo>
                  <a:lnTo>
                    <a:pt x="675" y="82"/>
                  </a:lnTo>
                  <a:lnTo>
                    <a:pt x="683" y="75"/>
                  </a:lnTo>
                  <a:lnTo>
                    <a:pt x="684" y="69"/>
                  </a:lnTo>
                  <a:lnTo>
                    <a:pt x="678" y="53"/>
                  </a:lnTo>
                  <a:lnTo>
                    <a:pt x="670" y="39"/>
                  </a:lnTo>
                  <a:lnTo>
                    <a:pt x="659" y="28"/>
                  </a:lnTo>
                  <a:lnTo>
                    <a:pt x="646" y="17"/>
                  </a:lnTo>
                  <a:lnTo>
                    <a:pt x="630" y="10"/>
                  </a:lnTo>
                  <a:lnTo>
                    <a:pt x="613" y="4"/>
                  </a:lnTo>
                  <a:lnTo>
                    <a:pt x="591" y="1"/>
                  </a:lnTo>
                  <a:lnTo>
                    <a:pt x="566" y="0"/>
                  </a:lnTo>
                  <a:lnTo>
                    <a:pt x="554" y="4"/>
                  </a:lnTo>
                  <a:lnTo>
                    <a:pt x="538" y="7"/>
                  </a:lnTo>
                  <a:lnTo>
                    <a:pt x="522" y="12"/>
                  </a:lnTo>
                  <a:lnTo>
                    <a:pt x="503" y="14"/>
                  </a:lnTo>
                  <a:lnTo>
                    <a:pt x="481" y="17"/>
                  </a:lnTo>
                  <a:lnTo>
                    <a:pt x="457" y="20"/>
                  </a:lnTo>
                  <a:lnTo>
                    <a:pt x="432" y="23"/>
                  </a:lnTo>
                  <a:lnTo>
                    <a:pt x="404" y="25"/>
                  </a:lnTo>
                  <a:lnTo>
                    <a:pt x="375" y="26"/>
                  </a:lnTo>
                  <a:lnTo>
                    <a:pt x="343" y="26"/>
                  </a:lnTo>
                  <a:lnTo>
                    <a:pt x="309" y="25"/>
                  </a:lnTo>
                  <a:lnTo>
                    <a:pt x="274" y="23"/>
                  </a:lnTo>
                  <a:lnTo>
                    <a:pt x="237" y="19"/>
                  </a:lnTo>
                  <a:lnTo>
                    <a:pt x="199" y="14"/>
                  </a:lnTo>
                  <a:lnTo>
                    <a:pt x="160" y="9"/>
                  </a:lnTo>
                  <a:lnTo>
                    <a:pt x="117" y="0"/>
                  </a:lnTo>
                  <a:lnTo>
                    <a:pt x="103" y="6"/>
                  </a:lnTo>
                  <a:lnTo>
                    <a:pt x="87" y="12"/>
                  </a:lnTo>
                  <a:lnTo>
                    <a:pt x="70" y="20"/>
                  </a:lnTo>
                  <a:lnTo>
                    <a:pt x="53" y="31"/>
                  </a:lnTo>
                  <a:lnTo>
                    <a:pt x="38" y="42"/>
                  </a:lnTo>
                  <a:lnTo>
                    <a:pt x="24" y="57"/>
                  </a:lnTo>
                  <a:lnTo>
                    <a:pt x="15" y="73"/>
                  </a:lnTo>
                  <a:lnTo>
                    <a:pt x="9" y="92"/>
                  </a:lnTo>
                  <a:lnTo>
                    <a:pt x="7" y="108"/>
                  </a:lnTo>
                  <a:lnTo>
                    <a:pt x="7" y="136"/>
                  </a:lnTo>
                  <a:lnTo>
                    <a:pt x="6" y="177"/>
                  </a:lnTo>
                  <a:lnTo>
                    <a:pt x="5" y="226"/>
                  </a:lnTo>
                  <a:close/>
                </a:path>
              </a:pathLst>
            </a:custGeom>
            <a:solidFill>
              <a:srgbClr val="D8E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44">
              <a:extLst>
                <a:ext uri="{FF2B5EF4-FFF2-40B4-BE49-F238E27FC236}">
                  <a16:creationId xmlns:a16="http://schemas.microsoft.com/office/drawing/2014/main" id="{26BCF986-2506-98D0-5780-F0457DDCC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" y="2415"/>
              <a:ext cx="72" cy="908"/>
            </a:xfrm>
            <a:custGeom>
              <a:avLst/>
              <a:gdLst>
                <a:gd name="T0" fmla="*/ 72 w 72"/>
                <a:gd name="T1" fmla="*/ 0 h 908"/>
                <a:gd name="T2" fmla="*/ 60 w 72"/>
                <a:gd name="T3" fmla="*/ 1 h 908"/>
                <a:gd name="T4" fmla="*/ 49 w 72"/>
                <a:gd name="T5" fmla="*/ 5 h 908"/>
                <a:gd name="T6" fmla="*/ 38 w 72"/>
                <a:gd name="T7" fmla="*/ 13 h 908"/>
                <a:gd name="T8" fmla="*/ 28 w 72"/>
                <a:gd name="T9" fmla="*/ 22 h 908"/>
                <a:gd name="T10" fmla="*/ 19 w 72"/>
                <a:gd name="T11" fmla="*/ 35 h 908"/>
                <a:gd name="T12" fmla="*/ 13 w 72"/>
                <a:gd name="T13" fmla="*/ 54 h 908"/>
                <a:gd name="T14" fmla="*/ 9 w 72"/>
                <a:gd name="T15" fmla="*/ 76 h 908"/>
                <a:gd name="T16" fmla="*/ 8 w 72"/>
                <a:gd name="T17" fmla="*/ 104 h 908"/>
                <a:gd name="T18" fmla="*/ 6 w 72"/>
                <a:gd name="T19" fmla="*/ 262 h 908"/>
                <a:gd name="T20" fmla="*/ 5 w 72"/>
                <a:gd name="T21" fmla="*/ 529 h 908"/>
                <a:gd name="T22" fmla="*/ 2 w 72"/>
                <a:gd name="T23" fmla="*/ 782 h 908"/>
                <a:gd name="T24" fmla="*/ 0 w 72"/>
                <a:gd name="T25" fmla="*/ 893 h 908"/>
                <a:gd name="T26" fmla="*/ 34 w 72"/>
                <a:gd name="T27" fmla="*/ 908 h 908"/>
                <a:gd name="T28" fmla="*/ 35 w 72"/>
                <a:gd name="T29" fmla="*/ 786 h 908"/>
                <a:gd name="T30" fmla="*/ 38 w 72"/>
                <a:gd name="T31" fmla="*/ 516 h 908"/>
                <a:gd name="T32" fmla="*/ 41 w 72"/>
                <a:gd name="T33" fmla="*/ 240 h 908"/>
                <a:gd name="T34" fmla="*/ 46 w 72"/>
                <a:gd name="T35" fmla="*/ 101 h 908"/>
                <a:gd name="T36" fmla="*/ 47 w 72"/>
                <a:gd name="T37" fmla="*/ 73 h 908"/>
                <a:gd name="T38" fmla="*/ 50 w 72"/>
                <a:gd name="T39" fmla="*/ 45 h 908"/>
                <a:gd name="T40" fmla="*/ 57 w 72"/>
                <a:gd name="T41" fmla="*/ 19 h 908"/>
                <a:gd name="T42" fmla="*/ 72 w 72"/>
                <a:gd name="T43" fmla="*/ 0 h 9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2"/>
                <a:gd name="T67" fmla="*/ 0 h 908"/>
                <a:gd name="T68" fmla="*/ 72 w 72"/>
                <a:gd name="T69" fmla="*/ 908 h 9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2" h="908">
                  <a:moveTo>
                    <a:pt x="72" y="0"/>
                  </a:moveTo>
                  <a:lnTo>
                    <a:pt x="60" y="1"/>
                  </a:lnTo>
                  <a:lnTo>
                    <a:pt x="49" y="5"/>
                  </a:lnTo>
                  <a:lnTo>
                    <a:pt x="38" y="13"/>
                  </a:lnTo>
                  <a:lnTo>
                    <a:pt x="28" y="22"/>
                  </a:lnTo>
                  <a:lnTo>
                    <a:pt x="19" y="35"/>
                  </a:lnTo>
                  <a:lnTo>
                    <a:pt x="13" y="54"/>
                  </a:lnTo>
                  <a:lnTo>
                    <a:pt x="9" y="76"/>
                  </a:lnTo>
                  <a:lnTo>
                    <a:pt x="8" y="104"/>
                  </a:lnTo>
                  <a:lnTo>
                    <a:pt x="6" y="262"/>
                  </a:lnTo>
                  <a:lnTo>
                    <a:pt x="5" y="529"/>
                  </a:lnTo>
                  <a:lnTo>
                    <a:pt x="2" y="782"/>
                  </a:lnTo>
                  <a:lnTo>
                    <a:pt x="0" y="893"/>
                  </a:lnTo>
                  <a:lnTo>
                    <a:pt x="34" y="908"/>
                  </a:lnTo>
                  <a:lnTo>
                    <a:pt x="35" y="786"/>
                  </a:lnTo>
                  <a:lnTo>
                    <a:pt x="38" y="516"/>
                  </a:lnTo>
                  <a:lnTo>
                    <a:pt x="41" y="240"/>
                  </a:lnTo>
                  <a:lnTo>
                    <a:pt x="46" y="101"/>
                  </a:lnTo>
                  <a:lnTo>
                    <a:pt x="47" y="73"/>
                  </a:lnTo>
                  <a:lnTo>
                    <a:pt x="50" y="45"/>
                  </a:lnTo>
                  <a:lnTo>
                    <a:pt x="57" y="1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Text Box 45">
              <a:extLst>
                <a:ext uri="{FF2B5EF4-FFF2-40B4-BE49-F238E27FC236}">
                  <a16:creationId xmlns:a16="http://schemas.microsoft.com/office/drawing/2014/main" id="{B6810A9E-6663-F7E6-9D38-448C4E61F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552"/>
              <a:ext cx="4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10 ml</a:t>
              </a:r>
            </a:p>
          </p:txBody>
        </p:sp>
      </p:grpSp>
      <p:sp>
        <p:nvSpPr>
          <p:cNvPr id="16419" name="Line 46">
            <a:extLst>
              <a:ext uri="{FF2B5EF4-FFF2-40B4-BE49-F238E27FC236}">
                <a16:creationId xmlns:a16="http://schemas.microsoft.com/office/drawing/2014/main" id="{30F82630-D4B9-F4EE-C065-1FCD69BD7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062288"/>
            <a:ext cx="0" cy="281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8" name="Text Box 48">
            <a:extLst>
              <a:ext uri="{FF2B5EF4-FFF2-40B4-BE49-F238E27FC236}">
                <a16:creationId xmlns:a16="http://schemas.microsoft.com/office/drawing/2014/main" id="{24027951-E4ED-2F67-DA05-776C519D4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3824288"/>
            <a:ext cx="1326004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/>
              <a:t>Solution:</a:t>
            </a:r>
          </a:p>
          <a:p>
            <a:pPr algn="l" eaLnBrk="1" hangingPunct="1">
              <a:buFontTx/>
              <a:buChar char="•"/>
            </a:pPr>
            <a:r>
              <a:rPr lang="en-US" altLang="en-US" sz="2000"/>
              <a:t> 1 ml of 5</a:t>
            </a:r>
          </a:p>
          <a:p>
            <a:pPr algn="l" eaLnBrk="1" hangingPunct="1">
              <a:buFontTx/>
              <a:buChar char="•"/>
            </a:pPr>
            <a:r>
              <a:rPr lang="en-US" altLang="en-US" sz="2000"/>
              <a:t> 2 ml of 3</a:t>
            </a:r>
          </a:p>
          <a:p>
            <a:pPr algn="l" eaLnBrk="1" hangingPunct="1">
              <a:buFontTx/>
              <a:buChar char="•"/>
            </a:pPr>
            <a:r>
              <a:rPr lang="en-US" altLang="en-US" sz="2000"/>
              <a:t> 6 ml of 4</a:t>
            </a:r>
          </a:p>
          <a:p>
            <a:pPr algn="l" eaLnBrk="1" hangingPunct="1">
              <a:buFontTx/>
              <a:buChar char="•"/>
            </a:pPr>
            <a:r>
              <a:rPr lang="en-US" altLang="en-US" sz="2000"/>
              <a:t> 1 ml of 2</a:t>
            </a:r>
          </a:p>
        </p:txBody>
      </p:sp>
      <p:sp>
        <p:nvSpPr>
          <p:cNvPr id="16421" name="Text Box 49">
            <a:extLst>
              <a:ext uri="{FF2B5EF4-FFF2-40B4-BE49-F238E27FC236}">
                <a16:creationId xmlns:a16="http://schemas.microsoft.com/office/drawing/2014/main" id="{BAFDFE20-A0E3-C147-4F85-BECED995D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3138488"/>
            <a:ext cx="13131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“knapsack”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0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1BC0BC-E093-5953-2BE6-98AC03276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The Fractional Knapsack Algorithm</a:t>
            </a:r>
          </a:p>
        </p:txBody>
      </p:sp>
      <p:sp>
        <p:nvSpPr>
          <p:cNvPr id="1741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219358B-9AE6-1580-6AF2-3EE8E71666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371600"/>
            <a:ext cx="441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Greedy choice: Keep taking item with highest </a:t>
            </a:r>
            <a:r>
              <a:rPr lang="en-US" altLang="en-US" sz="2000" b="1">
                <a:solidFill>
                  <a:schemeClr val="tx2"/>
                </a:solidFill>
              </a:rPr>
              <a:t>value</a:t>
            </a:r>
            <a:r>
              <a:rPr lang="en-US" altLang="en-US" sz="2000"/>
              <a:t> (benefit to weight ratio)</a:t>
            </a:r>
            <a:r>
              <a:rPr lang="en-US" altLang="en-US" sz="1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Run time: O(n log n). Why?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Correctness: Suppose there is a better solution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there is an item i with higher value than a chosen item j (i.e., v</a:t>
            </a:r>
            <a:r>
              <a:rPr lang="en-US" altLang="en-US" sz="1800" baseline="-25000"/>
              <a:t>i</a:t>
            </a:r>
            <a:r>
              <a:rPr lang="en-US" altLang="en-US" sz="1800"/>
              <a:t>&gt;v</a:t>
            </a:r>
            <a:r>
              <a:rPr lang="en-US" altLang="en-US" sz="1800" baseline="-25000"/>
              <a:t>j</a:t>
            </a:r>
            <a:r>
              <a:rPr lang="en-US" altLang="en-US" sz="1800"/>
              <a:t>), but x</a:t>
            </a:r>
            <a:r>
              <a:rPr lang="en-US" altLang="en-US" sz="1800" baseline="-25000"/>
              <a:t>i</a:t>
            </a:r>
            <a:r>
              <a:rPr lang="en-US" altLang="en-US" sz="1800"/>
              <a:t>&lt;w</a:t>
            </a:r>
            <a:r>
              <a:rPr lang="en-US" altLang="en-US" sz="1800" baseline="-25000"/>
              <a:t>i </a:t>
            </a:r>
            <a:r>
              <a:rPr lang="en-US" altLang="en-US" sz="1800"/>
              <a:t>and x</a:t>
            </a:r>
            <a:r>
              <a:rPr lang="en-US" altLang="en-US" sz="1800" baseline="-25000"/>
              <a:t>j</a:t>
            </a:r>
            <a:r>
              <a:rPr lang="en-US" altLang="en-US" sz="1800"/>
              <a:t>&gt;0. If we replace some j with i (for min{w</a:t>
            </a:r>
            <a:r>
              <a:rPr lang="en-US" altLang="en-US" sz="1800" baseline="-25000"/>
              <a:t>i</a:t>
            </a:r>
            <a:r>
              <a:rPr lang="en-US" altLang="en-US" sz="1800"/>
              <a:t>-x</a:t>
            </a:r>
            <a:r>
              <a:rPr lang="en-US" altLang="en-US" sz="1800" baseline="-25000"/>
              <a:t>i</a:t>
            </a:r>
            <a:r>
              <a:rPr lang="en-US" altLang="en-US" sz="1800"/>
              <a:t>, x</a:t>
            </a:r>
            <a:r>
              <a:rPr lang="en-US" altLang="en-US" sz="1800" baseline="-25000"/>
              <a:t>j</a:t>
            </a:r>
            <a:r>
              <a:rPr lang="en-US" altLang="en-US" sz="1800"/>
              <a:t>}), we would get a better solution.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Thus, there is no better solution than the greedy one</a:t>
            </a:r>
          </a:p>
        </p:txBody>
      </p:sp>
      <p:sp>
        <p:nvSpPr>
          <p:cNvPr id="17412" name="Text Box 6">
            <a:extLst>
              <a:ext uri="{FF2B5EF4-FFF2-40B4-BE49-F238E27FC236}">
                <a16:creationId xmlns:a16="http://schemas.microsoft.com/office/drawing/2014/main" id="{E7DB5EAC-EF6C-8C4F-9539-03B92DE80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417638"/>
            <a:ext cx="3810000" cy="40687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fractionalKnapsack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set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items w/ benefit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	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and weight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; max. weight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amount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each item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i 	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to maximize benefit with 				weight at most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each item i in S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v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 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/ w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 		</a:t>
            </a:r>
            <a:r>
              <a:rPr lang="en-US" altLang="en-US">
                <a:latin typeface="Times New Roman" panose="02020603050405020304" pitchFamily="18" charset="0"/>
              </a:rPr>
              <a:t>{value}</a:t>
            </a:r>
            <a:endParaRPr lang="en-US" altLang="en-US" baseline="-25000"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>
                <a:latin typeface="Times New Roman" panose="02020603050405020304" pitchFamily="18" charset="0"/>
              </a:rPr>
              <a:t>{total weight}</a:t>
            </a:r>
            <a:endParaRPr lang="en-US" altLang="en-US" i="1"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&lt; W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remove item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with highest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endParaRPr lang="en-US" altLang="en-US" baseline="-25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min{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, W </a:t>
            </a:r>
            <a:r>
              <a:rPr lang="en-US" altLang="en-US" b="1" i="1">
                <a:solidFill>
                  <a:schemeClr val="accent2"/>
                </a:solidFill>
                <a:latin typeface="Symbol" pitchFamily="2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w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  + min{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, W </a:t>
            </a:r>
            <a:r>
              <a:rPr lang="en-US" altLang="en-US" b="1" i="1">
                <a:solidFill>
                  <a:schemeClr val="accent2"/>
                </a:solidFill>
                <a:latin typeface="Symbol" pitchFamily="2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w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7C84BE2-8CD3-63E5-C682-BF70F3D57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Task Scheduling</a:t>
            </a:r>
          </a:p>
        </p:txBody>
      </p:sp>
      <p:sp>
        <p:nvSpPr>
          <p:cNvPr id="1843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61E3AE1-C66F-51B9-E661-3F305E3552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371601"/>
            <a:ext cx="8077200" cy="24288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T of n tasks, each having: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start time, s</a:t>
            </a:r>
            <a:r>
              <a:rPr lang="en-US" altLang="en-US" sz="1800" baseline="-25000"/>
              <a:t>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finish time, f</a:t>
            </a:r>
            <a:r>
              <a:rPr lang="en-US" altLang="en-US" sz="1800" baseline="-25000"/>
              <a:t>i</a:t>
            </a:r>
            <a:r>
              <a:rPr lang="en-US" altLang="en-US" sz="1800"/>
              <a:t> (where s</a:t>
            </a:r>
            <a:r>
              <a:rPr lang="en-US" altLang="en-US" sz="1800" baseline="-25000"/>
              <a:t>i</a:t>
            </a:r>
            <a:r>
              <a:rPr lang="en-US" altLang="en-US" sz="1800"/>
              <a:t> &lt; f</a:t>
            </a:r>
            <a:r>
              <a:rPr lang="en-US" altLang="en-US" sz="1800" baseline="-25000"/>
              <a:t>i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Goal: Perform all the tasks using a minimum number of machines, so that the tasks assigned to each machine should not conflict (or overlap).</a:t>
            </a:r>
          </a:p>
        </p:txBody>
      </p:sp>
      <p:grpSp>
        <p:nvGrpSpPr>
          <p:cNvPr id="2" name="Group 730">
            <a:extLst>
              <a:ext uri="{FF2B5EF4-FFF2-40B4-BE49-F238E27FC236}">
                <a16:creationId xmlns:a16="http://schemas.microsoft.com/office/drawing/2014/main" id="{9EFF5B65-5DEB-46F2-963E-E28401E7ADDB}"/>
              </a:ext>
            </a:extLst>
          </p:cNvPr>
          <p:cNvGrpSpPr>
            <a:grpSpLocks/>
          </p:cNvGrpSpPr>
          <p:nvPr/>
        </p:nvGrpSpPr>
        <p:grpSpPr bwMode="auto">
          <a:xfrm>
            <a:off x="2946400" y="3759200"/>
            <a:ext cx="6121400" cy="2478088"/>
            <a:chOff x="1422400" y="3759200"/>
            <a:chExt cx="6121400" cy="2478088"/>
          </a:xfrm>
        </p:grpSpPr>
        <p:grpSp>
          <p:nvGrpSpPr>
            <p:cNvPr id="18437" name="Group 249">
              <a:extLst>
                <a:ext uri="{FF2B5EF4-FFF2-40B4-BE49-F238E27FC236}">
                  <a16:creationId xmlns:a16="http://schemas.microsoft.com/office/drawing/2014/main" id="{0B5CA16C-4930-36AC-C172-861DF9BA9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5538" y="4670425"/>
              <a:ext cx="4632325" cy="131763"/>
              <a:chOff x="1563" y="2893"/>
              <a:chExt cx="2590" cy="73"/>
            </a:xfrm>
          </p:grpSpPr>
          <p:sp>
            <p:nvSpPr>
              <p:cNvPr id="18964" name="Line 49">
                <a:extLst>
                  <a:ext uri="{FF2B5EF4-FFF2-40B4-BE49-F238E27FC236}">
                    <a16:creationId xmlns:a16="http://schemas.microsoft.com/office/drawing/2014/main" id="{FF727072-2AEC-32A7-1034-DEA68A8BE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5" name="Line 50">
                <a:extLst>
                  <a:ext uri="{FF2B5EF4-FFF2-40B4-BE49-F238E27FC236}">
                    <a16:creationId xmlns:a16="http://schemas.microsoft.com/office/drawing/2014/main" id="{116723C5-DAE7-4B6A-04DF-E6DFA32D3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6" name="Line 51">
                <a:extLst>
                  <a:ext uri="{FF2B5EF4-FFF2-40B4-BE49-F238E27FC236}">
                    <a16:creationId xmlns:a16="http://schemas.microsoft.com/office/drawing/2014/main" id="{A9087FDB-DAC4-785F-1859-1A4F386AF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7" name="Line 52">
                <a:extLst>
                  <a:ext uri="{FF2B5EF4-FFF2-40B4-BE49-F238E27FC236}">
                    <a16:creationId xmlns:a16="http://schemas.microsoft.com/office/drawing/2014/main" id="{FDEAFA1C-36C2-635D-1182-6F2B597096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8" name="Line 53">
                <a:extLst>
                  <a:ext uri="{FF2B5EF4-FFF2-40B4-BE49-F238E27FC236}">
                    <a16:creationId xmlns:a16="http://schemas.microsoft.com/office/drawing/2014/main" id="{0E85E602-E532-6679-633F-F39AF2B29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9" name="Line 54">
                <a:extLst>
                  <a:ext uri="{FF2B5EF4-FFF2-40B4-BE49-F238E27FC236}">
                    <a16:creationId xmlns:a16="http://schemas.microsoft.com/office/drawing/2014/main" id="{9467E31F-1716-B58E-5359-66190F39C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0" name="Line 55">
                <a:extLst>
                  <a:ext uri="{FF2B5EF4-FFF2-40B4-BE49-F238E27FC236}">
                    <a16:creationId xmlns:a16="http://schemas.microsoft.com/office/drawing/2014/main" id="{5FEB3282-5AD6-27E5-68B0-F51B4390F0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1" name="Line 56">
                <a:extLst>
                  <a:ext uri="{FF2B5EF4-FFF2-40B4-BE49-F238E27FC236}">
                    <a16:creationId xmlns:a16="http://schemas.microsoft.com/office/drawing/2014/main" id="{8B41A29C-4FB1-6E92-56EB-F041A7B62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2" name="Line 57">
                <a:extLst>
                  <a:ext uri="{FF2B5EF4-FFF2-40B4-BE49-F238E27FC236}">
                    <a16:creationId xmlns:a16="http://schemas.microsoft.com/office/drawing/2014/main" id="{C958A437-C665-CF9F-7D97-AFBA45A94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3" name="Line 58">
                <a:extLst>
                  <a:ext uri="{FF2B5EF4-FFF2-40B4-BE49-F238E27FC236}">
                    <a16:creationId xmlns:a16="http://schemas.microsoft.com/office/drawing/2014/main" id="{1D5C8375-14D0-3D30-8EFC-6B55364B6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4" name="Line 59">
                <a:extLst>
                  <a:ext uri="{FF2B5EF4-FFF2-40B4-BE49-F238E27FC236}">
                    <a16:creationId xmlns:a16="http://schemas.microsoft.com/office/drawing/2014/main" id="{A754D1F4-EDA2-B7AA-5322-69D96FEEA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5" name="Line 60">
                <a:extLst>
                  <a:ext uri="{FF2B5EF4-FFF2-40B4-BE49-F238E27FC236}">
                    <a16:creationId xmlns:a16="http://schemas.microsoft.com/office/drawing/2014/main" id="{E7575EBC-D986-8D13-D76B-0BEA70785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6" name="Line 61">
                <a:extLst>
                  <a:ext uri="{FF2B5EF4-FFF2-40B4-BE49-F238E27FC236}">
                    <a16:creationId xmlns:a16="http://schemas.microsoft.com/office/drawing/2014/main" id="{6A0C0F4C-85E3-05D7-5FAA-038CBE9C4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7" name="Line 62">
                <a:extLst>
                  <a:ext uri="{FF2B5EF4-FFF2-40B4-BE49-F238E27FC236}">
                    <a16:creationId xmlns:a16="http://schemas.microsoft.com/office/drawing/2014/main" id="{622AB739-ACB5-C2A2-FC5D-88915F17E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8" name="Line 63">
                <a:extLst>
                  <a:ext uri="{FF2B5EF4-FFF2-40B4-BE49-F238E27FC236}">
                    <a16:creationId xmlns:a16="http://schemas.microsoft.com/office/drawing/2014/main" id="{580D92DC-901F-973F-02FC-E8997C0F7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9" name="Line 64">
                <a:extLst>
                  <a:ext uri="{FF2B5EF4-FFF2-40B4-BE49-F238E27FC236}">
                    <a16:creationId xmlns:a16="http://schemas.microsoft.com/office/drawing/2014/main" id="{63458567-E177-BF85-F939-D6BACC229E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0" name="Line 65">
                <a:extLst>
                  <a:ext uri="{FF2B5EF4-FFF2-40B4-BE49-F238E27FC236}">
                    <a16:creationId xmlns:a16="http://schemas.microsoft.com/office/drawing/2014/main" id="{E68C657A-8357-CDE5-30B7-04E9BA2BC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1" name="Line 66">
                <a:extLst>
                  <a:ext uri="{FF2B5EF4-FFF2-40B4-BE49-F238E27FC236}">
                    <a16:creationId xmlns:a16="http://schemas.microsoft.com/office/drawing/2014/main" id="{BCE36C99-B28C-2047-20BF-EB572A861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2" name="Line 67">
                <a:extLst>
                  <a:ext uri="{FF2B5EF4-FFF2-40B4-BE49-F238E27FC236}">
                    <a16:creationId xmlns:a16="http://schemas.microsoft.com/office/drawing/2014/main" id="{1C70C779-608D-1D17-AF93-C68F3C0CD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3" name="Line 68">
                <a:extLst>
                  <a:ext uri="{FF2B5EF4-FFF2-40B4-BE49-F238E27FC236}">
                    <a16:creationId xmlns:a16="http://schemas.microsoft.com/office/drawing/2014/main" id="{093B74CC-18C4-2FCF-7D0E-D3887BA96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4" name="Line 69">
                <a:extLst>
                  <a:ext uri="{FF2B5EF4-FFF2-40B4-BE49-F238E27FC236}">
                    <a16:creationId xmlns:a16="http://schemas.microsoft.com/office/drawing/2014/main" id="{C1BBA24E-7F76-95F5-1F10-B75E8118B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5" name="Line 70">
                <a:extLst>
                  <a:ext uri="{FF2B5EF4-FFF2-40B4-BE49-F238E27FC236}">
                    <a16:creationId xmlns:a16="http://schemas.microsoft.com/office/drawing/2014/main" id="{DD1C4271-0F1C-26DD-033B-F3E52CF87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6" name="Line 71">
                <a:extLst>
                  <a:ext uri="{FF2B5EF4-FFF2-40B4-BE49-F238E27FC236}">
                    <a16:creationId xmlns:a16="http://schemas.microsoft.com/office/drawing/2014/main" id="{DDE988F6-382A-CA1E-A2E9-069B3E62A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7" name="Line 72">
                <a:extLst>
                  <a:ext uri="{FF2B5EF4-FFF2-40B4-BE49-F238E27FC236}">
                    <a16:creationId xmlns:a16="http://schemas.microsoft.com/office/drawing/2014/main" id="{B7308ADF-90A1-ACFE-1A2D-47852AD41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8" name="Line 73">
                <a:extLst>
                  <a:ext uri="{FF2B5EF4-FFF2-40B4-BE49-F238E27FC236}">
                    <a16:creationId xmlns:a16="http://schemas.microsoft.com/office/drawing/2014/main" id="{676190EE-A44B-B388-134E-DA2C02196F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9" name="Line 74">
                <a:extLst>
                  <a:ext uri="{FF2B5EF4-FFF2-40B4-BE49-F238E27FC236}">
                    <a16:creationId xmlns:a16="http://schemas.microsoft.com/office/drawing/2014/main" id="{D3BF18B4-88B4-AD8E-79B7-C55B01E84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0" name="Line 75">
                <a:extLst>
                  <a:ext uri="{FF2B5EF4-FFF2-40B4-BE49-F238E27FC236}">
                    <a16:creationId xmlns:a16="http://schemas.microsoft.com/office/drawing/2014/main" id="{74020E06-A33C-D97C-2C22-B06A6B47D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1" name="Line 76">
                <a:extLst>
                  <a:ext uri="{FF2B5EF4-FFF2-40B4-BE49-F238E27FC236}">
                    <a16:creationId xmlns:a16="http://schemas.microsoft.com/office/drawing/2014/main" id="{2A586408-EE0C-4080-61F0-55E3DBF38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2" name="Line 77">
                <a:extLst>
                  <a:ext uri="{FF2B5EF4-FFF2-40B4-BE49-F238E27FC236}">
                    <a16:creationId xmlns:a16="http://schemas.microsoft.com/office/drawing/2014/main" id="{D0962B96-481E-3F90-C557-DDB74A283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3" name="Line 78">
                <a:extLst>
                  <a:ext uri="{FF2B5EF4-FFF2-40B4-BE49-F238E27FC236}">
                    <a16:creationId xmlns:a16="http://schemas.microsoft.com/office/drawing/2014/main" id="{C2A77A53-EC4A-A901-2077-406EB81E5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4" name="Line 79">
                <a:extLst>
                  <a:ext uri="{FF2B5EF4-FFF2-40B4-BE49-F238E27FC236}">
                    <a16:creationId xmlns:a16="http://schemas.microsoft.com/office/drawing/2014/main" id="{0421FE15-8F57-3352-D8E8-C26E38F5C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5" name="Line 80">
                <a:extLst>
                  <a:ext uri="{FF2B5EF4-FFF2-40B4-BE49-F238E27FC236}">
                    <a16:creationId xmlns:a16="http://schemas.microsoft.com/office/drawing/2014/main" id="{3B366F07-5FDA-53C8-D8F3-E626B6F4E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6" name="Line 81">
                <a:extLst>
                  <a:ext uri="{FF2B5EF4-FFF2-40B4-BE49-F238E27FC236}">
                    <a16:creationId xmlns:a16="http://schemas.microsoft.com/office/drawing/2014/main" id="{0DB7042B-75E6-2644-372D-70030B6A9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7" name="Line 82">
                <a:extLst>
                  <a:ext uri="{FF2B5EF4-FFF2-40B4-BE49-F238E27FC236}">
                    <a16:creationId xmlns:a16="http://schemas.microsoft.com/office/drawing/2014/main" id="{2BA1BB98-1961-4171-1D01-B0C9AC3E3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8" name="Line 83">
                <a:extLst>
                  <a:ext uri="{FF2B5EF4-FFF2-40B4-BE49-F238E27FC236}">
                    <a16:creationId xmlns:a16="http://schemas.microsoft.com/office/drawing/2014/main" id="{980E55E8-F455-050F-E671-EE7EC7D17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9" name="Line 84">
                <a:extLst>
                  <a:ext uri="{FF2B5EF4-FFF2-40B4-BE49-F238E27FC236}">
                    <a16:creationId xmlns:a16="http://schemas.microsoft.com/office/drawing/2014/main" id="{6277FD97-B530-3CDD-5E1B-595792FDC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0" name="Line 85">
                <a:extLst>
                  <a:ext uri="{FF2B5EF4-FFF2-40B4-BE49-F238E27FC236}">
                    <a16:creationId xmlns:a16="http://schemas.microsoft.com/office/drawing/2014/main" id="{214DC66B-23F6-CB10-0820-315FA888C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1" name="Line 86">
                <a:extLst>
                  <a:ext uri="{FF2B5EF4-FFF2-40B4-BE49-F238E27FC236}">
                    <a16:creationId xmlns:a16="http://schemas.microsoft.com/office/drawing/2014/main" id="{5BEC4C92-D50B-6095-DE2E-E57ADA3B7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2" name="Line 87">
                <a:extLst>
                  <a:ext uri="{FF2B5EF4-FFF2-40B4-BE49-F238E27FC236}">
                    <a16:creationId xmlns:a16="http://schemas.microsoft.com/office/drawing/2014/main" id="{B9EAF587-E4D2-91C6-8097-EDE132563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3" name="Line 88">
                <a:extLst>
                  <a:ext uri="{FF2B5EF4-FFF2-40B4-BE49-F238E27FC236}">
                    <a16:creationId xmlns:a16="http://schemas.microsoft.com/office/drawing/2014/main" id="{CCD404EB-9EF1-8A22-ACA3-FB55EB5CB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4" name="Line 89">
                <a:extLst>
                  <a:ext uri="{FF2B5EF4-FFF2-40B4-BE49-F238E27FC236}">
                    <a16:creationId xmlns:a16="http://schemas.microsoft.com/office/drawing/2014/main" id="{1D623422-9C0C-E76C-69EA-CD2973172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5" name="Line 90">
                <a:extLst>
                  <a:ext uri="{FF2B5EF4-FFF2-40B4-BE49-F238E27FC236}">
                    <a16:creationId xmlns:a16="http://schemas.microsoft.com/office/drawing/2014/main" id="{1BF86581-7249-1F5B-0C8A-538E8B4E2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6" name="Line 91">
                <a:extLst>
                  <a:ext uri="{FF2B5EF4-FFF2-40B4-BE49-F238E27FC236}">
                    <a16:creationId xmlns:a16="http://schemas.microsoft.com/office/drawing/2014/main" id="{B3F44BF3-7041-C712-A833-819CA3C10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7" name="Line 92">
                <a:extLst>
                  <a:ext uri="{FF2B5EF4-FFF2-40B4-BE49-F238E27FC236}">
                    <a16:creationId xmlns:a16="http://schemas.microsoft.com/office/drawing/2014/main" id="{11C079C0-0FD4-D5A2-3CF5-BDB2EDD35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8" name="Line 93">
                <a:extLst>
                  <a:ext uri="{FF2B5EF4-FFF2-40B4-BE49-F238E27FC236}">
                    <a16:creationId xmlns:a16="http://schemas.microsoft.com/office/drawing/2014/main" id="{7008D32D-6A45-62E5-CAE0-C7D4FBFCEE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9" name="Line 94">
                <a:extLst>
                  <a:ext uri="{FF2B5EF4-FFF2-40B4-BE49-F238E27FC236}">
                    <a16:creationId xmlns:a16="http://schemas.microsoft.com/office/drawing/2014/main" id="{7427A86D-7232-939D-4346-61C0C7F27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0" name="Line 95">
                <a:extLst>
                  <a:ext uri="{FF2B5EF4-FFF2-40B4-BE49-F238E27FC236}">
                    <a16:creationId xmlns:a16="http://schemas.microsoft.com/office/drawing/2014/main" id="{DF933357-9E6B-30F7-61E6-0FA485932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1" name="Line 96">
                <a:extLst>
                  <a:ext uri="{FF2B5EF4-FFF2-40B4-BE49-F238E27FC236}">
                    <a16:creationId xmlns:a16="http://schemas.microsoft.com/office/drawing/2014/main" id="{6C8489EA-DE92-8758-6B91-D27662F8F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2" name="Line 97">
                <a:extLst>
                  <a:ext uri="{FF2B5EF4-FFF2-40B4-BE49-F238E27FC236}">
                    <a16:creationId xmlns:a16="http://schemas.microsoft.com/office/drawing/2014/main" id="{6ED29F07-0EA4-7523-36F7-5DE788EA8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3" name="Line 98">
                <a:extLst>
                  <a:ext uri="{FF2B5EF4-FFF2-40B4-BE49-F238E27FC236}">
                    <a16:creationId xmlns:a16="http://schemas.microsoft.com/office/drawing/2014/main" id="{3E52AF4E-34D4-B391-0FE3-6097B281F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4" name="Line 99">
                <a:extLst>
                  <a:ext uri="{FF2B5EF4-FFF2-40B4-BE49-F238E27FC236}">
                    <a16:creationId xmlns:a16="http://schemas.microsoft.com/office/drawing/2014/main" id="{91F93F57-1CFE-BE20-F825-70EA9B057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5" name="Line 100">
                <a:extLst>
                  <a:ext uri="{FF2B5EF4-FFF2-40B4-BE49-F238E27FC236}">
                    <a16:creationId xmlns:a16="http://schemas.microsoft.com/office/drawing/2014/main" id="{9EDA294C-13F3-BA7C-A156-26A547EB7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6" name="Line 101">
                <a:extLst>
                  <a:ext uri="{FF2B5EF4-FFF2-40B4-BE49-F238E27FC236}">
                    <a16:creationId xmlns:a16="http://schemas.microsoft.com/office/drawing/2014/main" id="{CEB8BF7B-4BFC-B007-2C11-B3D0E2CBD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7" name="Line 102">
                <a:extLst>
                  <a:ext uri="{FF2B5EF4-FFF2-40B4-BE49-F238E27FC236}">
                    <a16:creationId xmlns:a16="http://schemas.microsoft.com/office/drawing/2014/main" id="{56A2D54E-FE7A-A96B-A682-B0FA6CD8A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8" name="Line 103">
                <a:extLst>
                  <a:ext uri="{FF2B5EF4-FFF2-40B4-BE49-F238E27FC236}">
                    <a16:creationId xmlns:a16="http://schemas.microsoft.com/office/drawing/2014/main" id="{5101CD6D-AF14-C6AC-A6BF-10A6973BF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9" name="Line 104">
                <a:extLst>
                  <a:ext uri="{FF2B5EF4-FFF2-40B4-BE49-F238E27FC236}">
                    <a16:creationId xmlns:a16="http://schemas.microsoft.com/office/drawing/2014/main" id="{4E838451-F1A0-DED8-FEEA-7B05EE291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0" name="Line 105">
                <a:extLst>
                  <a:ext uri="{FF2B5EF4-FFF2-40B4-BE49-F238E27FC236}">
                    <a16:creationId xmlns:a16="http://schemas.microsoft.com/office/drawing/2014/main" id="{C6CED919-3BD0-2830-AB67-FF892FDB2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1" name="Line 106">
                <a:extLst>
                  <a:ext uri="{FF2B5EF4-FFF2-40B4-BE49-F238E27FC236}">
                    <a16:creationId xmlns:a16="http://schemas.microsoft.com/office/drawing/2014/main" id="{69483826-B5E2-CADD-6952-BCAA691C5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2" name="Line 107">
                <a:extLst>
                  <a:ext uri="{FF2B5EF4-FFF2-40B4-BE49-F238E27FC236}">
                    <a16:creationId xmlns:a16="http://schemas.microsoft.com/office/drawing/2014/main" id="{09CB65F1-150F-E044-7C1C-5E37E0999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3" name="Line 108">
                <a:extLst>
                  <a:ext uri="{FF2B5EF4-FFF2-40B4-BE49-F238E27FC236}">
                    <a16:creationId xmlns:a16="http://schemas.microsoft.com/office/drawing/2014/main" id="{F9E3ABA7-137C-8C73-CAF5-EF6527E50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4" name="Line 109">
                <a:extLst>
                  <a:ext uri="{FF2B5EF4-FFF2-40B4-BE49-F238E27FC236}">
                    <a16:creationId xmlns:a16="http://schemas.microsoft.com/office/drawing/2014/main" id="{2E299941-D1AA-5B23-4581-14956587D9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5" name="Line 110">
                <a:extLst>
                  <a:ext uri="{FF2B5EF4-FFF2-40B4-BE49-F238E27FC236}">
                    <a16:creationId xmlns:a16="http://schemas.microsoft.com/office/drawing/2014/main" id="{4D5F653A-2570-E0F5-9E02-1BAD727416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6" name="Line 111">
                <a:extLst>
                  <a:ext uri="{FF2B5EF4-FFF2-40B4-BE49-F238E27FC236}">
                    <a16:creationId xmlns:a16="http://schemas.microsoft.com/office/drawing/2014/main" id="{8C95445F-E288-099E-3FAB-E8F6E48355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7" name="Line 112">
                <a:extLst>
                  <a:ext uri="{FF2B5EF4-FFF2-40B4-BE49-F238E27FC236}">
                    <a16:creationId xmlns:a16="http://schemas.microsoft.com/office/drawing/2014/main" id="{851EDCCF-13A8-8845-967C-54F788C8B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8" name="Line 113">
                <a:extLst>
                  <a:ext uri="{FF2B5EF4-FFF2-40B4-BE49-F238E27FC236}">
                    <a16:creationId xmlns:a16="http://schemas.microsoft.com/office/drawing/2014/main" id="{C11B5ED4-40D6-1FBD-A1A7-9EDAA8A77C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9" name="Line 114">
                <a:extLst>
                  <a:ext uri="{FF2B5EF4-FFF2-40B4-BE49-F238E27FC236}">
                    <a16:creationId xmlns:a16="http://schemas.microsoft.com/office/drawing/2014/main" id="{4D20C63F-81C0-E107-6874-C393C6D89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0" name="Line 115">
                <a:extLst>
                  <a:ext uri="{FF2B5EF4-FFF2-40B4-BE49-F238E27FC236}">
                    <a16:creationId xmlns:a16="http://schemas.microsoft.com/office/drawing/2014/main" id="{5B5CEFB0-D6E4-F917-1E3A-590EB874CB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1" name="Line 116">
                <a:extLst>
                  <a:ext uri="{FF2B5EF4-FFF2-40B4-BE49-F238E27FC236}">
                    <a16:creationId xmlns:a16="http://schemas.microsoft.com/office/drawing/2014/main" id="{5C38782D-2484-4B71-7CF0-3455C9099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2" name="Line 117">
                <a:extLst>
                  <a:ext uri="{FF2B5EF4-FFF2-40B4-BE49-F238E27FC236}">
                    <a16:creationId xmlns:a16="http://schemas.microsoft.com/office/drawing/2014/main" id="{093E9DAE-8CFE-77E1-FC86-2A055CA951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3" name="Line 118">
                <a:extLst>
                  <a:ext uri="{FF2B5EF4-FFF2-40B4-BE49-F238E27FC236}">
                    <a16:creationId xmlns:a16="http://schemas.microsoft.com/office/drawing/2014/main" id="{17B0DF20-8CAE-4A1D-C464-81D58E599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4" name="Line 119">
                <a:extLst>
                  <a:ext uri="{FF2B5EF4-FFF2-40B4-BE49-F238E27FC236}">
                    <a16:creationId xmlns:a16="http://schemas.microsoft.com/office/drawing/2014/main" id="{FD6B77C0-8117-1CC7-F7E7-026020FAC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5" name="Line 120">
                <a:extLst>
                  <a:ext uri="{FF2B5EF4-FFF2-40B4-BE49-F238E27FC236}">
                    <a16:creationId xmlns:a16="http://schemas.microsoft.com/office/drawing/2014/main" id="{DDAAB2EA-3C7E-2191-1FC1-AA60924B8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6" name="Line 121">
                <a:extLst>
                  <a:ext uri="{FF2B5EF4-FFF2-40B4-BE49-F238E27FC236}">
                    <a16:creationId xmlns:a16="http://schemas.microsoft.com/office/drawing/2014/main" id="{4FBB20DD-CFAA-6F32-9C5D-FBDD21BAA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7" name="Line 122">
                <a:extLst>
                  <a:ext uri="{FF2B5EF4-FFF2-40B4-BE49-F238E27FC236}">
                    <a16:creationId xmlns:a16="http://schemas.microsoft.com/office/drawing/2014/main" id="{32B9E566-7160-0A15-EA7A-43DBE1989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8" name="Line 123">
                <a:extLst>
                  <a:ext uri="{FF2B5EF4-FFF2-40B4-BE49-F238E27FC236}">
                    <a16:creationId xmlns:a16="http://schemas.microsoft.com/office/drawing/2014/main" id="{528F03A7-4071-6E0A-7219-384FDCD51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9" name="Line 124">
                <a:extLst>
                  <a:ext uri="{FF2B5EF4-FFF2-40B4-BE49-F238E27FC236}">
                    <a16:creationId xmlns:a16="http://schemas.microsoft.com/office/drawing/2014/main" id="{1965A6D5-A5A2-7782-E210-6D7DE426F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0" name="Line 125">
                <a:extLst>
                  <a:ext uri="{FF2B5EF4-FFF2-40B4-BE49-F238E27FC236}">
                    <a16:creationId xmlns:a16="http://schemas.microsoft.com/office/drawing/2014/main" id="{1616407D-BCC3-F95E-7A8A-01474F0155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1" name="Line 126">
                <a:extLst>
                  <a:ext uri="{FF2B5EF4-FFF2-40B4-BE49-F238E27FC236}">
                    <a16:creationId xmlns:a16="http://schemas.microsoft.com/office/drawing/2014/main" id="{50EB18D1-AA47-1710-BD36-4F51FA4B7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2" name="Line 127">
                <a:extLst>
                  <a:ext uri="{FF2B5EF4-FFF2-40B4-BE49-F238E27FC236}">
                    <a16:creationId xmlns:a16="http://schemas.microsoft.com/office/drawing/2014/main" id="{2B88653B-BA8C-9AAF-93A9-6A1235415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3" name="Line 128">
                <a:extLst>
                  <a:ext uri="{FF2B5EF4-FFF2-40B4-BE49-F238E27FC236}">
                    <a16:creationId xmlns:a16="http://schemas.microsoft.com/office/drawing/2014/main" id="{FE08110B-D144-CA6A-3470-DF3C32602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4" name="Line 129">
                <a:extLst>
                  <a:ext uri="{FF2B5EF4-FFF2-40B4-BE49-F238E27FC236}">
                    <a16:creationId xmlns:a16="http://schemas.microsoft.com/office/drawing/2014/main" id="{7AFD954F-C358-EB40-9FAE-CBB90FF24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5" name="Line 130">
                <a:extLst>
                  <a:ext uri="{FF2B5EF4-FFF2-40B4-BE49-F238E27FC236}">
                    <a16:creationId xmlns:a16="http://schemas.microsoft.com/office/drawing/2014/main" id="{D75E0386-7A1A-9E78-15D4-619859979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6" name="Line 131">
                <a:extLst>
                  <a:ext uri="{FF2B5EF4-FFF2-40B4-BE49-F238E27FC236}">
                    <a16:creationId xmlns:a16="http://schemas.microsoft.com/office/drawing/2014/main" id="{7B5CBF92-777D-2E69-15D3-C20CAD5CE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7" name="Line 132">
                <a:extLst>
                  <a:ext uri="{FF2B5EF4-FFF2-40B4-BE49-F238E27FC236}">
                    <a16:creationId xmlns:a16="http://schemas.microsoft.com/office/drawing/2014/main" id="{BE9DB7C1-DECC-EA54-9B5B-5AEED2424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8" name="Line 133">
                <a:extLst>
                  <a:ext uri="{FF2B5EF4-FFF2-40B4-BE49-F238E27FC236}">
                    <a16:creationId xmlns:a16="http://schemas.microsoft.com/office/drawing/2014/main" id="{60E33B21-6B03-D145-96DF-94934978B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9" name="Line 134">
                <a:extLst>
                  <a:ext uri="{FF2B5EF4-FFF2-40B4-BE49-F238E27FC236}">
                    <a16:creationId xmlns:a16="http://schemas.microsoft.com/office/drawing/2014/main" id="{A04BB4ED-1370-6F3F-9890-B5A9A2E91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0" name="Line 135">
                <a:extLst>
                  <a:ext uri="{FF2B5EF4-FFF2-40B4-BE49-F238E27FC236}">
                    <a16:creationId xmlns:a16="http://schemas.microsoft.com/office/drawing/2014/main" id="{5DCF6C82-0C14-32C9-66D1-00FF326A5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1" name="Line 136">
                <a:extLst>
                  <a:ext uri="{FF2B5EF4-FFF2-40B4-BE49-F238E27FC236}">
                    <a16:creationId xmlns:a16="http://schemas.microsoft.com/office/drawing/2014/main" id="{9389904A-A5DD-98FD-E570-B030D2D52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2" name="Line 137">
                <a:extLst>
                  <a:ext uri="{FF2B5EF4-FFF2-40B4-BE49-F238E27FC236}">
                    <a16:creationId xmlns:a16="http://schemas.microsoft.com/office/drawing/2014/main" id="{29C835E3-9248-75B1-ED8F-4C771510E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3" name="Line 138">
                <a:extLst>
                  <a:ext uri="{FF2B5EF4-FFF2-40B4-BE49-F238E27FC236}">
                    <a16:creationId xmlns:a16="http://schemas.microsoft.com/office/drawing/2014/main" id="{7216D18D-A80D-EAAC-EEC6-C03A93A382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4" name="Line 139">
                <a:extLst>
                  <a:ext uri="{FF2B5EF4-FFF2-40B4-BE49-F238E27FC236}">
                    <a16:creationId xmlns:a16="http://schemas.microsoft.com/office/drawing/2014/main" id="{E9025ABF-6934-9A29-3D79-EA9561766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5" name="Line 140">
                <a:extLst>
                  <a:ext uri="{FF2B5EF4-FFF2-40B4-BE49-F238E27FC236}">
                    <a16:creationId xmlns:a16="http://schemas.microsoft.com/office/drawing/2014/main" id="{0334027C-5C2A-7697-B6B8-6B9946C99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6" name="Line 141">
                <a:extLst>
                  <a:ext uri="{FF2B5EF4-FFF2-40B4-BE49-F238E27FC236}">
                    <a16:creationId xmlns:a16="http://schemas.microsoft.com/office/drawing/2014/main" id="{D8FCEF3C-21A9-B9C0-01F0-A4BE78BDDD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7" name="Line 142">
                <a:extLst>
                  <a:ext uri="{FF2B5EF4-FFF2-40B4-BE49-F238E27FC236}">
                    <a16:creationId xmlns:a16="http://schemas.microsoft.com/office/drawing/2014/main" id="{CA15F789-718B-1B08-AA12-ABA72F564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8" name="Line 143">
                <a:extLst>
                  <a:ext uri="{FF2B5EF4-FFF2-40B4-BE49-F238E27FC236}">
                    <a16:creationId xmlns:a16="http://schemas.microsoft.com/office/drawing/2014/main" id="{77DCCE82-5A74-E59A-A9F2-EAEDB80C6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9" name="Line 144">
                <a:extLst>
                  <a:ext uri="{FF2B5EF4-FFF2-40B4-BE49-F238E27FC236}">
                    <a16:creationId xmlns:a16="http://schemas.microsoft.com/office/drawing/2014/main" id="{3A497F06-E4E5-7C35-436D-6C50DD334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0" name="Line 145">
                <a:extLst>
                  <a:ext uri="{FF2B5EF4-FFF2-40B4-BE49-F238E27FC236}">
                    <a16:creationId xmlns:a16="http://schemas.microsoft.com/office/drawing/2014/main" id="{7F9493F4-1E0C-6AAB-D8EA-93105872A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1" name="Line 146">
                <a:extLst>
                  <a:ext uri="{FF2B5EF4-FFF2-40B4-BE49-F238E27FC236}">
                    <a16:creationId xmlns:a16="http://schemas.microsoft.com/office/drawing/2014/main" id="{DB72D5C8-881A-D494-A540-2A9A1DACC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965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2" name="Line 147">
                <a:extLst>
                  <a:ext uri="{FF2B5EF4-FFF2-40B4-BE49-F238E27FC236}">
                    <a16:creationId xmlns:a16="http://schemas.microsoft.com/office/drawing/2014/main" id="{429663BF-D108-F1C7-5027-194930C2D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3" name="Line 148">
                <a:extLst>
                  <a:ext uri="{FF2B5EF4-FFF2-40B4-BE49-F238E27FC236}">
                    <a16:creationId xmlns:a16="http://schemas.microsoft.com/office/drawing/2014/main" id="{F766C5F7-61DD-0D16-F3C3-5596DE53C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4" name="Line 149">
                <a:extLst>
                  <a:ext uri="{FF2B5EF4-FFF2-40B4-BE49-F238E27FC236}">
                    <a16:creationId xmlns:a16="http://schemas.microsoft.com/office/drawing/2014/main" id="{2CA1BE33-8CE4-0AC9-A750-53FD9189C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5" name="Line 150">
                <a:extLst>
                  <a:ext uri="{FF2B5EF4-FFF2-40B4-BE49-F238E27FC236}">
                    <a16:creationId xmlns:a16="http://schemas.microsoft.com/office/drawing/2014/main" id="{C53D725F-B875-F4E9-7E94-9E68D1C7F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6" name="Line 151">
                <a:extLst>
                  <a:ext uri="{FF2B5EF4-FFF2-40B4-BE49-F238E27FC236}">
                    <a16:creationId xmlns:a16="http://schemas.microsoft.com/office/drawing/2014/main" id="{962BD711-F4EC-1A5C-83AE-50D6D27ED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7" name="Line 152">
                <a:extLst>
                  <a:ext uri="{FF2B5EF4-FFF2-40B4-BE49-F238E27FC236}">
                    <a16:creationId xmlns:a16="http://schemas.microsoft.com/office/drawing/2014/main" id="{23A9180B-C1D0-D66A-AA50-B1D8380B29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8" name="Line 153">
                <a:extLst>
                  <a:ext uri="{FF2B5EF4-FFF2-40B4-BE49-F238E27FC236}">
                    <a16:creationId xmlns:a16="http://schemas.microsoft.com/office/drawing/2014/main" id="{2359EF77-8362-6E90-C244-330802077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9" name="Line 154">
                <a:extLst>
                  <a:ext uri="{FF2B5EF4-FFF2-40B4-BE49-F238E27FC236}">
                    <a16:creationId xmlns:a16="http://schemas.microsoft.com/office/drawing/2014/main" id="{C33A4794-BCF9-D681-7AE5-92896D14B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0" name="Line 155">
                <a:extLst>
                  <a:ext uri="{FF2B5EF4-FFF2-40B4-BE49-F238E27FC236}">
                    <a16:creationId xmlns:a16="http://schemas.microsoft.com/office/drawing/2014/main" id="{A0799C16-6440-20EA-3F24-634619826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1" name="Line 156">
                <a:extLst>
                  <a:ext uri="{FF2B5EF4-FFF2-40B4-BE49-F238E27FC236}">
                    <a16:creationId xmlns:a16="http://schemas.microsoft.com/office/drawing/2014/main" id="{A77E72AE-B3C1-EC6C-77E6-1987292BE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2" name="Line 157">
                <a:extLst>
                  <a:ext uri="{FF2B5EF4-FFF2-40B4-BE49-F238E27FC236}">
                    <a16:creationId xmlns:a16="http://schemas.microsoft.com/office/drawing/2014/main" id="{F22B5FA2-3285-3950-4503-7A5FC977D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3" name="Line 158">
                <a:extLst>
                  <a:ext uri="{FF2B5EF4-FFF2-40B4-BE49-F238E27FC236}">
                    <a16:creationId xmlns:a16="http://schemas.microsoft.com/office/drawing/2014/main" id="{7DE948B7-AE86-2AEA-528A-17983DDA1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4" name="Line 159">
                <a:extLst>
                  <a:ext uri="{FF2B5EF4-FFF2-40B4-BE49-F238E27FC236}">
                    <a16:creationId xmlns:a16="http://schemas.microsoft.com/office/drawing/2014/main" id="{241048E1-64E0-1F39-4653-5C8768286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5" name="Line 160">
                <a:extLst>
                  <a:ext uri="{FF2B5EF4-FFF2-40B4-BE49-F238E27FC236}">
                    <a16:creationId xmlns:a16="http://schemas.microsoft.com/office/drawing/2014/main" id="{4C319853-B7E1-3036-4983-88EB929FB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6" name="Line 161">
                <a:extLst>
                  <a:ext uri="{FF2B5EF4-FFF2-40B4-BE49-F238E27FC236}">
                    <a16:creationId xmlns:a16="http://schemas.microsoft.com/office/drawing/2014/main" id="{6F094EAA-4EBD-64C9-53B2-CF15ED159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965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7" name="Line 162">
                <a:extLst>
                  <a:ext uri="{FF2B5EF4-FFF2-40B4-BE49-F238E27FC236}">
                    <a16:creationId xmlns:a16="http://schemas.microsoft.com/office/drawing/2014/main" id="{89E04589-D958-D177-F3EC-58798C4D8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8" name="Line 163">
                <a:extLst>
                  <a:ext uri="{FF2B5EF4-FFF2-40B4-BE49-F238E27FC236}">
                    <a16:creationId xmlns:a16="http://schemas.microsoft.com/office/drawing/2014/main" id="{0C0B8DB9-5A29-D1CF-91A6-614B903F0F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9" name="Line 164">
                <a:extLst>
                  <a:ext uri="{FF2B5EF4-FFF2-40B4-BE49-F238E27FC236}">
                    <a16:creationId xmlns:a16="http://schemas.microsoft.com/office/drawing/2014/main" id="{1E1BC308-9345-B7D8-9B41-1310B4158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0" name="Line 165">
                <a:extLst>
                  <a:ext uri="{FF2B5EF4-FFF2-40B4-BE49-F238E27FC236}">
                    <a16:creationId xmlns:a16="http://schemas.microsoft.com/office/drawing/2014/main" id="{4A848B6D-7CA4-FD0B-4A10-234D04811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1" name="Line 166">
                <a:extLst>
                  <a:ext uri="{FF2B5EF4-FFF2-40B4-BE49-F238E27FC236}">
                    <a16:creationId xmlns:a16="http://schemas.microsoft.com/office/drawing/2014/main" id="{E2B23218-3B9A-C7A5-D2C2-CEB323BEE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2" name="Line 167">
                <a:extLst>
                  <a:ext uri="{FF2B5EF4-FFF2-40B4-BE49-F238E27FC236}">
                    <a16:creationId xmlns:a16="http://schemas.microsoft.com/office/drawing/2014/main" id="{F3812FD6-806A-8E73-09D6-38A794A89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3" name="Line 168">
                <a:extLst>
                  <a:ext uri="{FF2B5EF4-FFF2-40B4-BE49-F238E27FC236}">
                    <a16:creationId xmlns:a16="http://schemas.microsoft.com/office/drawing/2014/main" id="{31991DCB-EBCD-F0F0-2B4E-A06488F5D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4" name="Line 169">
                <a:extLst>
                  <a:ext uri="{FF2B5EF4-FFF2-40B4-BE49-F238E27FC236}">
                    <a16:creationId xmlns:a16="http://schemas.microsoft.com/office/drawing/2014/main" id="{BBD5790E-C435-DD87-9C39-B1EA6D6F4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5" name="Line 170">
                <a:extLst>
                  <a:ext uri="{FF2B5EF4-FFF2-40B4-BE49-F238E27FC236}">
                    <a16:creationId xmlns:a16="http://schemas.microsoft.com/office/drawing/2014/main" id="{CEE4C13F-3E5E-A4BA-EEFA-9E9B9156D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6" name="Line 171">
                <a:extLst>
                  <a:ext uri="{FF2B5EF4-FFF2-40B4-BE49-F238E27FC236}">
                    <a16:creationId xmlns:a16="http://schemas.microsoft.com/office/drawing/2014/main" id="{98D40E55-3793-4946-D3D5-F6EE5E82B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7" name="Line 172">
                <a:extLst>
                  <a:ext uri="{FF2B5EF4-FFF2-40B4-BE49-F238E27FC236}">
                    <a16:creationId xmlns:a16="http://schemas.microsoft.com/office/drawing/2014/main" id="{48326DB9-A8B0-92C1-1C86-883E9EA29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8" name="Line 173">
                <a:extLst>
                  <a:ext uri="{FF2B5EF4-FFF2-40B4-BE49-F238E27FC236}">
                    <a16:creationId xmlns:a16="http://schemas.microsoft.com/office/drawing/2014/main" id="{568EBA49-AD10-36C0-3D05-FE74EA662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9" name="Line 174">
                <a:extLst>
                  <a:ext uri="{FF2B5EF4-FFF2-40B4-BE49-F238E27FC236}">
                    <a16:creationId xmlns:a16="http://schemas.microsoft.com/office/drawing/2014/main" id="{88A1C325-2356-7D92-417D-5F3260950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0" name="Line 175">
                <a:extLst>
                  <a:ext uri="{FF2B5EF4-FFF2-40B4-BE49-F238E27FC236}">
                    <a16:creationId xmlns:a16="http://schemas.microsoft.com/office/drawing/2014/main" id="{83C30C7E-7D92-2871-3CC5-403A3C777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1" name="Line 176">
                <a:extLst>
                  <a:ext uri="{FF2B5EF4-FFF2-40B4-BE49-F238E27FC236}">
                    <a16:creationId xmlns:a16="http://schemas.microsoft.com/office/drawing/2014/main" id="{079634E9-E69B-0D2E-3ABB-895336CDE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2" name="Line 177">
                <a:extLst>
                  <a:ext uri="{FF2B5EF4-FFF2-40B4-BE49-F238E27FC236}">
                    <a16:creationId xmlns:a16="http://schemas.microsoft.com/office/drawing/2014/main" id="{EEB71A4F-C951-2AD1-0174-E6BE1B14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3" name="Line 178">
                <a:extLst>
                  <a:ext uri="{FF2B5EF4-FFF2-40B4-BE49-F238E27FC236}">
                    <a16:creationId xmlns:a16="http://schemas.microsoft.com/office/drawing/2014/main" id="{30BE1E5A-5571-480B-E96C-97DB5FEED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4" name="Line 179">
                <a:extLst>
                  <a:ext uri="{FF2B5EF4-FFF2-40B4-BE49-F238E27FC236}">
                    <a16:creationId xmlns:a16="http://schemas.microsoft.com/office/drawing/2014/main" id="{D14C9033-CB8D-35D5-3F5D-0AF846658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5" name="Line 180">
                <a:extLst>
                  <a:ext uri="{FF2B5EF4-FFF2-40B4-BE49-F238E27FC236}">
                    <a16:creationId xmlns:a16="http://schemas.microsoft.com/office/drawing/2014/main" id="{203274BB-288C-8666-24A1-19B535EB6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6" name="Line 181">
                <a:extLst>
                  <a:ext uri="{FF2B5EF4-FFF2-40B4-BE49-F238E27FC236}">
                    <a16:creationId xmlns:a16="http://schemas.microsoft.com/office/drawing/2014/main" id="{2E3C21BF-C007-1677-9D77-1E9D70C896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7" name="Line 182">
                <a:extLst>
                  <a:ext uri="{FF2B5EF4-FFF2-40B4-BE49-F238E27FC236}">
                    <a16:creationId xmlns:a16="http://schemas.microsoft.com/office/drawing/2014/main" id="{8AAC73EE-93B5-68DA-3FB1-33F35DE24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8" name="Line 183">
                <a:extLst>
                  <a:ext uri="{FF2B5EF4-FFF2-40B4-BE49-F238E27FC236}">
                    <a16:creationId xmlns:a16="http://schemas.microsoft.com/office/drawing/2014/main" id="{5ED819FC-3602-D55D-FC04-74BDCEA28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9" name="Line 184">
                <a:extLst>
                  <a:ext uri="{FF2B5EF4-FFF2-40B4-BE49-F238E27FC236}">
                    <a16:creationId xmlns:a16="http://schemas.microsoft.com/office/drawing/2014/main" id="{1AAFAAED-D6A7-D4E2-BCFD-95CCC3995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0" name="Line 185">
                <a:extLst>
                  <a:ext uri="{FF2B5EF4-FFF2-40B4-BE49-F238E27FC236}">
                    <a16:creationId xmlns:a16="http://schemas.microsoft.com/office/drawing/2014/main" id="{80A8BBDF-44CE-6BE8-4C58-2663DC753C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1" name="Line 186">
                <a:extLst>
                  <a:ext uri="{FF2B5EF4-FFF2-40B4-BE49-F238E27FC236}">
                    <a16:creationId xmlns:a16="http://schemas.microsoft.com/office/drawing/2014/main" id="{F510F142-3BCE-DF81-5DF8-B93EDF016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2" name="Line 187">
                <a:extLst>
                  <a:ext uri="{FF2B5EF4-FFF2-40B4-BE49-F238E27FC236}">
                    <a16:creationId xmlns:a16="http://schemas.microsoft.com/office/drawing/2014/main" id="{963F2CAE-1449-51C4-B748-F1293BD9B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3" name="Line 188">
                <a:extLst>
                  <a:ext uri="{FF2B5EF4-FFF2-40B4-BE49-F238E27FC236}">
                    <a16:creationId xmlns:a16="http://schemas.microsoft.com/office/drawing/2014/main" id="{484551E1-189D-0F5C-B1C0-B259139EB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4" name="Line 189">
                <a:extLst>
                  <a:ext uri="{FF2B5EF4-FFF2-40B4-BE49-F238E27FC236}">
                    <a16:creationId xmlns:a16="http://schemas.microsoft.com/office/drawing/2014/main" id="{9012C65B-C3F9-5C0D-A8FB-52594CE2C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5" name="Line 190">
                <a:extLst>
                  <a:ext uri="{FF2B5EF4-FFF2-40B4-BE49-F238E27FC236}">
                    <a16:creationId xmlns:a16="http://schemas.microsoft.com/office/drawing/2014/main" id="{D78A0FA6-0D7D-6A2A-4280-A0D9B2B35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6" name="Line 191">
                <a:extLst>
                  <a:ext uri="{FF2B5EF4-FFF2-40B4-BE49-F238E27FC236}">
                    <a16:creationId xmlns:a16="http://schemas.microsoft.com/office/drawing/2014/main" id="{735204BC-F4A8-2C6B-AD17-85F68C5206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7" name="Line 192">
                <a:extLst>
                  <a:ext uri="{FF2B5EF4-FFF2-40B4-BE49-F238E27FC236}">
                    <a16:creationId xmlns:a16="http://schemas.microsoft.com/office/drawing/2014/main" id="{399E7C57-BFE5-B142-1FDC-55B737F98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8" name="Line 193">
                <a:extLst>
                  <a:ext uri="{FF2B5EF4-FFF2-40B4-BE49-F238E27FC236}">
                    <a16:creationId xmlns:a16="http://schemas.microsoft.com/office/drawing/2014/main" id="{08307F8E-80C3-99AB-2987-53A91233A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9" name="Line 194">
                <a:extLst>
                  <a:ext uri="{FF2B5EF4-FFF2-40B4-BE49-F238E27FC236}">
                    <a16:creationId xmlns:a16="http://schemas.microsoft.com/office/drawing/2014/main" id="{956CED46-4961-F39F-6167-398B04FCE9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0" name="Line 195">
                <a:extLst>
                  <a:ext uri="{FF2B5EF4-FFF2-40B4-BE49-F238E27FC236}">
                    <a16:creationId xmlns:a16="http://schemas.microsoft.com/office/drawing/2014/main" id="{BF39295C-36F5-A532-C69A-76EC422806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1" name="Line 196">
                <a:extLst>
                  <a:ext uri="{FF2B5EF4-FFF2-40B4-BE49-F238E27FC236}">
                    <a16:creationId xmlns:a16="http://schemas.microsoft.com/office/drawing/2014/main" id="{FFFCBD4B-B3DD-8C59-8E76-0D11A28E1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2" name="Line 197">
                <a:extLst>
                  <a:ext uri="{FF2B5EF4-FFF2-40B4-BE49-F238E27FC236}">
                    <a16:creationId xmlns:a16="http://schemas.microsoft.com/office/drawing/2014/main" id="{89B279C0-DFC9-D880-3370-8E92780FAD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3" name="Line 198">
                <a:extLst>
                  <a:ext uri="{FF2B5EF4-FFF2-40B4-BE49-F238E27FC236}">
                    <a16:creationId xmlns:a16="http://schemas.microsoft.com/office/drawing/2014/main" id="{6DF2A9A2-2BE2-E97E-E930-59A093EA9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4" name="Line 199">
                <a:extLst>
                  <a:ext uri="{FF2B5EF4-FFF2-40B4-BE49-F238E27FC236}">
                    <a16:creationId xmlns:a16="http://schemas.microsoft.com/office/drawing/2014/main" id="{4F829084-A4FE-518E-1026-7E0E02D6B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5" name="Line 200">
                <a:extLst>
                  <a:ext uri="{FF2B5EF4-FFF2-40B4-BE49-F238E27FC236}">
                    <a16:creationId xmlns:a16="http://schemas.microsoft.com/office/drawing/2014/main" id="{DD5C6BF9-311F-F275-1632-16115CE33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6" name="Line 201">
                <a:extLst>
                  <a:ext uri="{FF2B5EF4-FFF2-40B4-BE49-F238E27FC236}">
                    <a16:creationId xmlns:a16="http://schemas.microsoft.com/office/drawing/2014/main" id="{21A16BA3-8636-8BD5-356B-4FD8FE7B3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7" name="Line 202">
                <a:extLst>
                  <a:ext uri="{FF2B5EF4-FFF2-40B4-BE49-F238E27FC236}">
                    <a16:creationId xmlns:a16="http://schemas.microsoft.com/office/drawing/2014/main" id="{CE547C41-D21D-41DF-9C97-1E971E4A1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8" name="Line 203">
                <a:extLst>
                  <a:ext uri="{FF2B5EF4-FFF2-40B4-BE49-F238E27FC236}">
                    <a16:creationId xmlns:a16="http://schemas.microsoft.com/office/drawing/2014/main" id="{EE1E75FC-EFF0-56CD-24BE-FF405FA73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9" name="Line 204">
                <a:extLst>
                  <a:ext uri="{FF2B5EF4-FFF2-40B4-BE49-F238E27FC236}">
                    <a16:creationId xmlns:a16="http://schemas.microsoft.com/office/drawing/2014/main" id="{77EE0A46-E6B7-A4BE-FEF5-A7D16583D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0" name="Line 205">
                <a:extLst>
                  <a:ext uri="{FF2B5EF4-FFF2-40B4-BE49-F238E27FC236}">
                    <a16:creationId xmlns:a16="http://schemas.microsoft.com/office/drawing/2014/main" id="{133CF89F-DA03-0440-4FE7-B69F9F8DB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1" name="Line 206">
                <a:extLst>
                  <a:ext uri="{FF2B5EF4-FFF2-40B4-BE49-F238E27FC236}">
                    <a16:creationId xmlns:a16="http://schemas.microsoft.com/office/drawing/2014/main" id="{04DDF5B8-45B4-BB65-697F-2A61F0E7E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2" name="Line 207">
                <a:extLst>
                  <a:ext uri="{FF2B5EF4-FFF2-40B4-BE49-F238E27FC236}">
                    <a16:creationId xmlns:a16="http://schemas.microsoft.com/office/drawing/2014/main" id="{7B2A2939-7B64-C047-925B-D7D107602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3" name="Line 208">
                <a:extLst>
                  <a:ext uri="{FF2B5EF4-FFF2-40B4-BE49-F238E27FC236}">
                    <a16:creationId xmlns:a16="http://schemas.microsoft.com/office/drawing/2014/main" id="{D651A6C5-0B1D-41F1-88DE-18B4952AD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4" name="Line 209">
                <a:extLst>
                  <a:ext uri="{FF2B5EF4-FFF2-40B4-BE49-F238E27FC236}">
                    <a16:creationId xmlns:a16="http://schemas.microsoft.com/office/drawing/2014/main" id="{7F833B65-8800-5790-FA5B-2F93FF249E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5" name="Line 210">
                <a:extLst>
                  <a:ext uri="{FF2B5EF4-FFF2-40B4-BE49-F238E27FC236}">
                    <a16:creationId xmlns:a16="http://schemas.microsoft.com/office/drawing/2014/main" id="{FFAE3F7F-9274-69BA-1A05-F2F3BC6ED8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6" name="Line 211">
                <a:extLst>
                  <a:ext uri="{FF2B5EF4-FFF2-40B4-BE49-F238E27FC236}">
                    <a16:creationId xmlns:a16="http://schemas.microsoft.com/office/drawing/2014/main" id="{3E28D494-0C07-DB1A-D261-578899869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7" name="Line 212">
                <a:extLst>
                  <a:ext uri="{FF2B5EF4-FFF2-40B4-BE49-F238E27FC236}">
                    <a16:creationId xmlns:a16="http://schemas.microsoft.com/office/drawing/2014/main" id="{6537596B-A089-9098-9949-1FAA6CDE8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8" name="Line 213">
                <a:extLst>
                  <a:ext uri="{FF2B5EF4-FFF2-40B4-BE49-F238E27FC236}">
                    <a16:creationId xmlns:a16="http://schemas.microsoft.com/office/drawing/2014/main" id="{D28A9A63-78E8-C045-A14E-DA37F2A28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9" name="Line 214">
                <a:extLst>
                  <a:ext uri="{FF2B5EF4-FFF2-40B4-BE49-F238E27FC236}">
                    <a16:creationId xmlns:a16="http://schemas.microsoft.com/office/drawing/2014/main" id="{389A31F7-DD49-FAE6-D7FB-BE162DB2B1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0" name="Line 215">
                <a:extLst>
                  <a:ext uri="{FF2B5EF4-FFF2-40B4-BE49-F238E27FC236}">
                    <a16:creationId xmlns:a16="http://schemas.microsoft.com/office/drawing/2014/main" id="{D2744DF1-94D5-18D6-EBE8-C3FE6EE2F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1" name="Line 216">
                <a:extLst>
                  <a:ext uri="{FF2B5EF4-FFF2-40B4-BE49-F238E27FC236}">
                    <a16:creationId xmlns:a16="http://schemas.microsoft.com/office/drawing/2014/main" id="{B6D32410-0AF6-E696-07DA-E239CC0A05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2" name="Line 217">
                <a:extLst>
                  <a:ext uri="{FF2B5EF4-FFF2-40B4-BE49-F238E27FC236}">
                    <a16:creationId xmlns:a16="http://schemas.microsoft.com/office/drawing/2014/main" id="{6E16AC4A-88BB-0EB9-21C6-90D6FA2C7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3" name="Line 218">
                <a:extLst>
                  <a:ext uri="{FF2B5EF4-FFF2-40B4-BE49-F238E27FC236}">
                    <a16:creationId xmlns:a16="http://schemas.microsoft.com/office/drawing/2014/main" id="{C4D45042-D00B-2469-E676-CC8BAA1BB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4" name="Line 219">
                <a:extLst>
                  <a:ext uri="{FF2B5EF4-FFF2-40B4-BE49-F238E27FC236}">
                    <a16:creationId xmlns:a16="http://schemas.microsoft.com/office/drawing/2014/main" id="{E72F7CF9-75DE-88C1-3B16-CAF8ACE83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5" name="Line 220">
                <a:extLst>
                  <a:ext uri="{FF2B5EF4-FFF2-40B4-BE49-F238E27FC236}">
                    <a16:creationId xmlns:a16="http://schemas.microsoft.com/office/drawing/2014/main" id="{A6FE44F2-F599-E10E-B465-BC9BD6E76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6" name="Line 221">
                <a:extLst>
                  <a:ext uri="{FF2B5EF4-FFF2-40B4-BE49-F238E27FC236}">
                    <a16:creationId xmlns:a16="http://schemas.microsoft.com/office/drawing/2014/main" id="{449A77E5-37A0-840B-42CE-58F3284393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7" name="Line 222">
                <a:extLst>
                  <a:ext uri="{FF2B5EF4-FFF2-40B4-BE49-F238E27FC236}">
                    <a16:creationId xmlns:a16="http://schemas.microsoft.com/office/drawing/2014/main" id="{F717C231-A33E-A408-4F91-DA2FEE123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8" name="Line 223">
                <a:extLst>
                  <a:ext uri="{FF2B5EF4-FFF2-40B4-BE49-F238E27FC236}">
                    <a16:creationId xmlns:a16="http://schemas.microsoft.com/office/drawing/2014/main" id="{2A4929D5-F956-378C-55A6-1C977F0EFD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9" name="Line 224">
                <a:extLst>
                  <a:ext uri="{FF2B5EF4-FFF2-40B4-BE49-F238E27FC236}">
                    <a16:creationId xmlns:a16="http://schemas.microsoft.com/office/drawing/2014/main" id="{08973380-0AD2-537A-C7FD-E1E36445F9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0" name="Line 225">
                <a:extLst>
                  <a:ext uri="{FF2B5EF4-FFF2-40B4-BE49-F238E27FC236}">
                    <a16:creationId xmlns:a16="http://schemas.microsoft.com/office/drawing/2014/main" id="{C1DFD588-2C85-2C55-B365-57995262A6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1" name="Line 226">
                <a:extLst>
                  <a:ext uri="{FF2B5EF4-FFF2-40B4-BE49-F238E27FC236}">
                    <a16:creationId xmlns:a16="http://schemas.microsoft.com/office/drawing/2014/main" id="{0920CE17-54E8-E599-AE8B-D38CCA94C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2" name="Line 227">
                <a:extLst>
                  <a:ext uri="{FF2B5EF4-FFF2-40B4-BE49-F238E27FC236}">
                    <a16:creationId xmlns:a16="http://schemas.microsoft.com/office/drawing/2014/main" id="{C20EAF4F-ED77-A2AF-2E0F-FAACC52A1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3" name="Line 228">
                <a:extLst>
                  <a:ext uri="{FF2B5EF4-FFF2-40B4-BE49-F238E27FC236}">
                    <a16:creationId xmlns:a16="http://schemas.microsoft.com/office/drawing/2014/main" id="{A5EDC9AC-493B-5C7A-0282-B745E3E5B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4" name="Line 229">
                <a:extLst>
                  <a:ext uri="{FF2B5EF4-FFF2-40B4-BE49-F238E27FC236}">
                    <a16:creationId xmlns:a16="http://schemas.microsoft.com/office/drawing/2014/main" id="{D79DB963-2592-726C-0C4A-33E41E754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5" name="Line 230">
                <a:extLst>
                  <a:ext uri="{FF2B5EF4-FFF2-40B4-BE49-F238E27FC236}">
                    <a16:creationId xmlns:a16="http://schemas.microsoft.com/office/drawing/2014/main" id="{816D8174-0403-DCA8-02A6-FDEB88E2B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6" name="Line 231">
                <a:extLst>
                  <a:ext uri="{FF2B5EF4-FFF2-40B4-BE49-F238E27FC236}">
                    <a16:creationId xmlns:a16="http://schemas.microsoft.com/office/drawing/2014/main" id="{8C4B3597-90D0-4D2B-A0E0-F32F9E7A0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7" name="Line 232">
                <a:extLst>
                  <a:ext uri="{FF2B5EF4-FFF2-40B4-BE49-F238E27FC236}">
                    <a16:creationId xmlns:a16="http://schemas.microsoft.com/office/drawing/2014/main" id="{C862B16B-7D2C-0F2C-628D-9EB9E5F93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8" name="Line 233">
                <a:extLst>
                  <a:ext uri="{FF2B5EF4-FFF2-40B4-BE49-F238E27FC236}">
                    <a16:creationId xmlns:a16="http://schemas.microsoft.com/office/drawing/2014/main" id="{B760E331-D946-748E-4F03-9BE9A01A9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9" name="Line 234">
                <a:extLst>
                  <a:ext uri="{FF2B5EF4-FFF2-40B4-BE49-F238E27FC236}">
                    <a16:creationId xmlns:a16="http://schemas.microsoft.com/office/drawing/2014/main" id="{88DE6603-66CD-CDFE-64BD-29C631BA1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0" name="Line 235">
                <a:extLst>
                  <a:ext uri="{FF2B5EF4-FFF2-40B4-BE49-F238E27FC236}">
                    <a16:creationId xmlns:a16="http://schemas.microsoft.com/office/drawing/2014/main" id="{DFDD730A-919A-186E-C97B-6976FF0B23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1" name="Line 236">
                <a:extLst>
                  <a:ext uri="{FF2B5EF4-FFF2-40B4-BE49-F238E27FC236}">
                    <a16:creationId xmlns:a16="http://schemas.microsoft.com/office/drawing/2014/main" id="{D67F4312-1C40-F376-70E9-D76E2D345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2" name="Line 237">
                <a:extLst>
                  <a:ext uri="{FF2B5EF4-FFF2-40B4-BE49-F238E27FC236}">
                    <a16:creationId xmlns:a16="http://schemas.microsoft.com/office/drawing/2014/main" id="{03B9F811-03E0-83AA-95E7-BEA29A60B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3" name="Line 238">
                <a:extLst>
                  <a:ext uri="{FF2B5EF4-FFF2-40B4-BE49-F238E27FC236}">
                    <a16:creationId xmlns:a16="http://schemas.microsoft.com/office/drawing/2014/main" id="{4B93D356-A855-0C96-5EB1-FFB87293F2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4" name="Line 239">
                <a:extLst>
                  <a:ext uri="{FF2B5EF4-FFF2-40B4-BE49-F238E27FC236}">
                    <a16:creationId xmlns:a16="http://schemas.microsoft.com/office/drawing/2014/main" id="{2C248140-8F19-9291-10A4-736BB1FF7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5" name="Line 240">
                <a:extLst>
                  <a:ext uri="{FF2B5EF4-FFF2-40B4-BE49-F238E27FC236}">
                    <a16:creationId xmlns:a16="http://schemas.microsoft.com/office/drawing/2014/main" id="{1D47CC31-DFD4-B4A2-613F-8663211CC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6" name="Line 241">
                <a:extLst>
                  <a:ext uri="{FF2B5EF4-FFF2-40B4-BE49-F238E27FC236}">
                    <a16:creationId xmlns:a16="http://schemas.microsoft.com/office/drawing/2014/main" id="{1F5809EB-48B7-68C7-C699-B584E7573E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7" name="Line 242">
                <a:extLst>
                  <a:ext uri="{FF2B5EF4-FFF2-40B4-BE49-F238E27FC236}">
                    <a16:creationId xmlns:a16="http://schemas.microsoft.com/office/drawing/2014/main" id="{9C70D547-BA41-B290-2595-3DD7FE0AAD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8" name="Line 243">
                <a:extLst>
                  <a:ext uri="{FF2B5EF4-FFF2-40B4-BE49-F238E27FC236}">
                    <a16:creationId xmlns:a16="http://schemas.microsoft.com/office/drawing/2014/main" id="{42AA1879-38A1-E974-5A04-FEA4D9156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9" name="Line 244">
                <a:extLst>
                  <a:ext uri="{FF2B5EF4-FFF2-40B4-BE49-F238E27FC236}">
                    <a16:creationId xmlns:a16="http://schemas.microsoft.com/office/drawing/2014/main" id="{825D114E-344B-CED7-1568-4546DA64D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0" name="Line 245">
                <a:extLst>
                  <a:ext uri="{FF2B5EF4-FFF2-40B4-BE49-F238E27FC236}">
                    <a16:creationId xmlns:a16="http://schemas.microsoft.com/office/drawing/2014/main" id="{18F29C3B-3D76-48F9-8BB6-67A8AA4F7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1" name="Line 246">
                <a:extLst>
                  <a:ext uri="{FF2B5EF4-FFF2-40B4-BE49-F238E27FC236}">
                    <a16:creationId xmlns:a16="http://schemas.microsoft.com/office/drawing/2014/main" id="{3D572D5A-AB0B-6216-2AC6-7028CF8C5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2" name="Line 247">
                <a:extLst>
                  <a:ext uri="{FF2B5EF4-FFF2-40B4-BE49-F238E27FC236}">
                    <a16:creationId xmlns:a16="http://schemas.microsoft.com/office/drawing/2014/main" id="{2AA39028-540C-FBC2-5EB6-BD429C3E6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3" name="Line 248">
                <a:extLst>
                  <a:ext uri="{FF2B5EF4-FFF2-40B4-BE49-F238E27FC236}">
                    <a16:creationId xmlns:a16="http://schemas.microsoft.com/office/drawing/2014/main" id="{9587F7D4-C4E8-EE5E-C096-16C7CCC25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38" name="Group 450">
              <a:extLst>
                <a:ext uri="{FF2B5EF4-FFF2-40B4-BE49-F238E27FC236}">
                  <a16:creationId xmlns:a16="http://schemas.microsoft.com/office/drawing/2014/main" id="{C63631E2-0534-1301-6F97-F1E019F07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5538" y="4410075"/>
              <a:ext cx="4632325" cy="261938"/>
              <a:chOff x="1563" y="2750"/>
              <a:chExt cx="2590" cy="144"/>
            </a:xfrm>
          </p:grpSpPr>
          <p:sp>
            <p:nvSpPr>
              <p:cNvPr id="18764" name="Line 250">
                <a:extLst>
                  <a:ext uri="{FF2B5EF4-FFF2-40B4-BE49-F238E27FC236}">
                    <a16:creationId xmlns:a16="http://schemas.microsoft.com/office/drawing/2014/main" id="{01128B31-934D-7E85-5911-F992CFD1F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5" name="Line 251">
                <a:extLst>
                  <a:ext uri="{FF2B5EF4-FFF2-40B4-BE49-F238E27FC236}">
                    <a16:creationId xmlns:a16="http://schemas.microsoft.com/office/drawing/2014/main" id="{AD546792-F3D7-8432-8909-D6BBB83709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6" name="Line 252">
                <a:extLst>
                  <a:ext uri="{FF2B5EF4-FFF2-40B4-BE49-F238E27FC236}">
                    <a16:creationId xmlns:a16="http://schemas.microsoft.com/office/drawing/2014/main" id="{2AC73C15-437E-4923-535A-C5A92D3A6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7" name="Line 253">
                <a:extLst>
                  <a:ext uri="{FF2B5EF4-FFF2-40B4-BE49-F238E27FC236}">
                    <a16:creationId xmlns:a16="http://schemas.microsoft.com/office/drawing/2014/main" id="{A249BC68-BE09-CCE8-DB0F-0FBA153B0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8" name="Line 254">
                <a:extLst>
                  <a:ext uri="{FF2B5EF4-FFF2-40B4-BE49-F238E27FC236}">
                    <a16:creationId xmlns:a16="http://schemas.microsoft.com/office/drawing/2014/main" id="{3EAD6B38-B4A9-5823-D886-96E7ECE73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9" name="Line 255">
                <a:extLst>
                  <a:ext uri="{FF2B5EF4-FFF2-40B4-BE49-F238E27FC236}">
                    <a16:creationId xmlns:a16="http://schemas.microsoft.com/office/drawing/2014/main" id="{0D746AD8-7D5E-F62D-F8BE-AB2228976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0" name="Line 256">
                <a:extLst>
                  <a:ext uri="{FF2B5EF4-FFF2-40B4-BE49-F238E27FC236}">
                    <a16:creationId xmlns:a16="http://schemas.microsoft.com/office/drawing/2014/main" id="{2FB9BD6B-2CA0-1ED2-5D00-5C788D34C1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1" name="Line 257">
                <a:extLst>
                  <a:ext uri="{FF2B5EF4-FFF2-40B4-BE49-F238E27FC236}">
                    <a16:creationId xmlns:a16="http://schemas.microsoft.com/office/drawing/2014/main" id="{01966F8F-3C2B-6925-0667-D13A18163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2" name="Line 258">
                <a:extLst>
                  <a:ext uri="{FF2B5EF4-FFF2-40B4-BE49-F238E27FC236}">
                    <a16:creationId xmlns:a16="http://schemas.microsoft.com/office/drawing/2014/main" id="{37BEF7DB-ECE9-9F4A-879F-887715B43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3" name="Line 259">
                <a:extLst>
                  <a:ext uri="{FF2B5EF4-FFF2-40B4-BE49-F238E27FC236}">
                    <a16:creationId xmlns:a16="http://schemas.microsoft.com/office/drawing/2014/main" id="{C8C4B5C1-9168-8B33-5B1D-096C4401A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4" name="Line 260">
                <a:extLst>
                  <a:ext uri="{FF2B5EF4-FFF2-40B4-BE49-F238E27FC236}">
                    <a16:creationId xmlns:a16="http://schemas.microsoft.com/office/drawing/2014/main" id="{13E5E19C-D1FD-0CAE-4BC5-C57741001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893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5" name="Line 261">
                <a:extLst>
                  <a:ext uri="{FF2B5EF4-FFF2-40B4-BE49-F238E27FC236}">
                    <a16:creationId xmlns:a16="http://schemas.microsoft.com/office/drawing/2014/main" id="{86820833-6160-1849-6FD4-A4D4B59ED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6" name="Line 262">
                <a:extLst>
                  <a:ext uri="{FF2B5EF4-FFF2-40B4-BE49-F238E27FC236}">
                    <a16:creationId xmlns:a16="http://schemas.microsoft.com/office/drawing/2014/main" id="{53AA00E6-34B3-FB56-EC6E-03850F767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7" name="Line 263">
                <a:extLst>
                  <a:ext uri="{FF2B5EF4-FFF2-40B4-BE49-F238E27FC236}">
                    <a16:creationId xmlns:a16="http://schemas.microsoft.com/office/drawing/2014/main" id="{28F2C4FF-EF76-1640-0D21-4B5EFB4B0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8" name="Line 264">
                <a:extLst>
                  <a:ext uri="{FF2B5EF4-FFF2-40B4-BE49-F238E27FC236}">
                    <a16:creationId xmlns:a16="http://schemas.microsoft.com/office/drawing/2014/main" id="{C0A8A827-AF11-09F8-9899-CF5E266085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9" name="Line 265">
                <a:extLst>
                  <a:ext uri="{FF2B5EF4-FFF2-40B4-BE49-F238E27FC236}">
                    <a16:creationId xmlns:a16="http://schemas.microsoft.com/office/drawing/2014/main" id="{E27BB048-8EC6-DA87-529A-258547026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0" name="Line 266">
                <a:extLst>
                  <a:ext uri="{FF2B5EF4-FFF2-40B4-BE49-F238E27FC236}">
                    <a16:creationId xmlns:a16="http://schemas.microsoft.com/office/drawing/2014/main" id="{95BE1AD0-ABAC-7A80-EE8C-CF4A51288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1" name="Line 267">
                <a:extLst>
                  <a:ext uri="{FF2B5EF4-FFF2-40B4-BE49-F238E27FC236}">
                    <a16:creationId xmlns:a16="http://schemas.microsoft.com/office/drawing/2014/main" id="{BE8E1CB9-0BEC-B842-54E4-0CFF9D6446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2" name="Line 268">
                <a:extLst>
                  <a:ext uri="{FF2B5EF4-FFF2-40B4-BE49-F238E27FC236}">
                    <a16:creationId xmlns:a16="http://schemas.microsoft.com/office/drawing/2014/main" id="{55DDD3E4-0740-360C-E9C3-0450BFBC2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3" name="Line 269">
                <a:extLst>
                  <a:ext uri="{FF2B5EF4-FFF2-40B4-BE49-F238E27FC236}">
                    <a16:creationId xmlns:a16="http://schemas.microsoft.com/office/drawing/2014/main" id="{4F45A755-0E6D-225C-EBDB-5BE945CE6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4" name="Line 270">
                <a:extLst>
                  <a:ext uri="{FF2B5EF4-FFF2-40B4-BE49-F238E27FC236}">
                    <a16:creationId xmlns:a16="http://schemas.microsoft.com/office/drawing/2014/main" id="{79C00460-4E08-3BAE-5698-6C976E1D4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5" name="Line 271">
                <a:extLst>
                  <a:ext uri="{FF2B5EF4-FFF2-40B4-BE49-F238E27FC236}">
                    <a16:creationId xmlns:a16="http://schemas.microsoft.com/office/drawing/2014/main" id="{FC9CBC43-5FD1-6C58-8A2C-99814BEBC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6" name="Line 272">
                <a:extLst>
                  <a:ext uri="{FF2B5EF4-FFF2-40B4-BE49-F238E27FC236}">
                    <a16:creationId xmlns:a16="http://schemas.microsoft.com/office/drawing/2014/main" id="{500EA224-7C27-3425-5A62-57945BA05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7" name="Line 273">
                <a:extLst>
                  <a:ext uri="{FF2B5EF4-FFF2-40B4-BE49-F238E27FC236}">
                    <a16:creationId xmlns:a16="http://schemas.microsoft.com/office/drawing/2014/main" id="{16F1138A-4BEA-6C85-2738-DA13C1009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8" name="Line 274">
                <a:extLst>
                  <a:ext uri="{FF2B5EF4-FFF2-40B4-BE49-F238E27FC236}">
                    <a16:creationId xmlns:a16="http://schemas.microsoft.com/office/drawing/2014/main" id="{1F5D9BA0-0896-AED4-BB2C-CC9D39624F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9" name="Line 275">
                <a:extLst>
                  <a:ext uri="{FF2B5EF4-FFF2-40B4-BE49-F238E27FC236}">
                    <a16:creationId xmlns:a16="http://schemas.microsoft.com/office/drawing/2014/main" id="{C5CA1624-F04C-5D56-0827-B345AB623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893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0" name="Line 276">
                <a:extLst>
                  <a:ext uri="{FF2B5EF4-FFF2-40B4-BE49-F238E27FC236}">
                    <a16:creationId xmlns:a16="http://schemas.microsoft.com/office/drawing/2014/main" id="{6D8C8E42-398F-A0E3-F90B-92792699B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1" name="Line 277">
                <a:extLst>
                  <a:ext uri="{FF2B5EF4-FFF2-40B4-BE49-F238E27FC236}">
                    <a16:creationId xmlns:a16="http://schemas.microsoft.com/office/drawing/2014/main" id="{829B9142-B683-FF51-6708-37C64E269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2" name="Line 278">
                <a:extLst>
                  <a:ext uri="{FF2B5EF4-FFF2-40B4-BE49-F238E27FC236}">
                    <a16:creationId xmlns:a16="http://schemas.microsoft.com/office/drawing/2014/main" id="{8D253F0D-AC14-629D-7EEF-459457BE88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3" name="Line 279">
                <a:extLst>
                  <a:ext uri="{FF2B5EF4-FFF2-40B4-BE49-F238E27FC236}">
                    <a16:creationId xmlns:a16="http://schemas.microsoft.com/office/drawing/2014/main" id="{9E07C849-F2AD-88CE-E13D-7938465E5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4" name="Line 280">
                <a:extLst>
                  <a:ext uri="{FF2B5EF4-FFF2-40B4-BE49-F238E27FC236}">
                    <a16:creationId xmlns:a16="http://schemas.microsoft.com/office/drawing/2014/main" id="{2E725857-B1A2-6BE9-0111-FB1A76AD2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5" name="Line 281">
                <a:extLst>
                  <a:ext uri="{FF2B5EF4-FFF2-40B4-BE49-F238E27FC236}">
                    <a16:creationId xmlns:a16="http://schemas.microsoft.com/office/drawing/2014/main" id="{D2AE57FF-046A-89D5-F150-CC9AE11D5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6" name="Line 282">
                <a:extLst>
                  <a:ext uri="{FF2B5EF4-FFF2-40B4-BE49-F238E27FC236}">
                    <a16:creationId xmlns:a16="http://schemas.microsoft.com/office/drawing/2014/main" id="{032504F4-3F1A-8892-35FC-0DB7F32499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7" name="Line 283">
                <a:extLst>
                  <a:ext uri="{FF2B5EF4-FFF2-40B4-BE49-F238E27FC236}">
                    <a16:creationId xmlns:a16="http://schemas.microsoft.com/office/drawing/2014/main" id="{3672467F-A610-5992-1BC0-212DDF313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8" name="Line 284">
                <a:extLst>
                  <a:ext uri="{FF2B5EF4-FFF2-40B4-BE49-F238E27FC236}">
                    <a16:creationId xmlns:a16="http://schemas.microsoft.com/office/drawing/2014/main" id="{D437D5C6-AF43-E1D6-9A79-CF6E1090E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9" name="Line 285">
                <a:extLst>
                  <a:ext uri="{FF2B5EF4-FFF2-40B4-BE49-F238E27FC236}">
                    <a16:creationId xmlns:a16="http://schemas.microsoft.com/office/drawing/2014/main" id="{14FD7ECE-D806-DCDD-E5EC-CAE93C197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0" name="Line 286">
                <a:extLst>
                  <a:ext uri="{FF2B5EF4-FFF2-40B4-BE49-F238E27FC236}">
                    <a16:creationId xmlns:a16="http://schemas.microsoft.com/office/drawing/2014/main" id="{07A74F46-4DA4-9B1A-919D-EEC82A8B2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1" name="Line 287">
                <a:extLst>
                  <a:ext uri="{FF2B5EF4-FFF2-40B4-BE49-F238E27FC236}">
                    <a16:creationId xmlns:a16="http://schemas.microsoft.com/office/drawing/2014/main" id="{7AEE8610-15A3-6E34-755D-D452FA594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2" name="Line 288">
                <a:extLst>
                  <a:ext uri="{FF2B5EF4-FFF2-40B4-BE49-F238E27FC236}">
                    <a16:creationId xmlns:a16="http://schemas.microsoft.com/office/drawing/2014/main" id="{559F20A6-5D4A-4CBF-0D46-3014C373E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3" name="Line 289">
                <a:extLst>
                  <a:ext uri="{FF2B5EF4-FFF2-40B4-BE49-F238E27FC236}">
                    <a16:creationId xmlns:a16="http://schemas.microsoft.com/office/drawing/2014/main" id="{C39F6EDB-E494-B956-BB1E-C6A6576DF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4" name="Line 290">
                <a:extLst>
                  <a:ext uri="{FF2B5EF4-FFF2-40B4-BE49-F238E27FC236}">
                    <a16:creationId xmlns:a16="http://schemas.microsoft.com/office/drawing/2014/main" id="{7CCCB9D4-2769-090B-3D32-A960C0FA1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5" name="Line 291">
                <a:extLst>
                  <a:ext uri="{FF2B5EF4-FFF2-40B4-BE49-F238E27FC236}">
                    <a16:creationId xmlns:a16="http://schemas.microsoft.com/office/drawing/2014/main" id="{74610988-FE6D-1CFA-A8FD-1000EE790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6" name="Line 292">
                <a:extLst>
                  <a:ext uri="{FF2B5EF4-FFF2-40B4-BE49-F238E27FC236}">
                    <a16:creationId xmlns:a16="http://schemas.microsoft.com/office/drawing/2014/main" id="{71AEF2E6-3CD0-CBAD-A1A3-D3DF2E3A9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7" name="Line 293">
                <a:extLst>
                  <a:ext uri="{FF2B5EF4-FFF2-40B4-BE49-F238E27FC236}">
                    <a16:creationId xmlns:a16="http://schemas.microsoft.com/office/drawing/2014/main" id="{EF10662C-49C7-A94F-0A44-904141D74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8" name="Line 294">
                <a:extLst>
                  <a:ext uri="{FF2B5EF4-FFF2-40B4-BE49-F238E27FC236}">
                    <a16:creationId xmlns:a16="http://schemas.microsoft.com/office/drawing/2014/main" id="{676ED1AF-FF8E-2327-70AC-EA4964CE6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9" name="Line 295">
                <a:extLst>
                  <a:ext uri="{FF2B5EF4-FFF2-40B4-BE49-F238E27FC236}">
                    <a16:creationId xmlns:a16="http://schemas.microsoft.com/office/drawing/2014/main" id="{1542A94D-D491-C953-F390-E13F36F35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0" name="Line 296">
                <a:extLst>
                  <a:ext uri="{FF2B5EF4-FFF2-40B4-BE49-F238E27FC236}">
                    <a16:creationId xmlns:a16="http://schemas.microsoft.com/office/drawing/2014/main" id="{87F3BC25-239C-BB44-1401-0BDCB400F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1" name="Line 297">
                <a:extLst>
                  <a:ext uri="{FF2B5EF4-FFF2-40B4-BE49-F238E27FC236}">
                    <a16:creationId xmlns:a16="http://schemas.microsoft.com/office/drawing/2014/main" id="{C7EF1D4C-E15C-D45E-5A05-411E7B051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2" name="Line 298">
                <a:extLst>
                  <a:ext uri="{FF2B5EF4-FFF2-40B4-BE49-F238E27FC236}">
                    <a16:creationId xmlns:a16="http://schemas.microsoft.com/office/drawing/2014/main" id="{202ED4F1-0C7D-7B20-A445-C79616230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3" name="Line 299">
                <a:extLst>
                  <a:ext uri="{FF2B5EF4-FFF2-40B4-BE49-F238E27FC236}">
                    <a16:creationId xmlns:a16="http://schemas.microsoft.com/office/drawing/2014/main" id="{30C79A58-10D9-D372-FFDA-D2C3EC023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4" name="Line 300">
                <a:extLst>
                  <a:ext uri="{FF2B5EF4-FFF2-40B4-BE49-F238E27FC236}">
                    <a16:creationId xmlns:a16="http://schemas.microsoft.com/office/drawing/2014/main" id="{95E11A4E-28E6-80D0-5B48-96CB2C68B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5" name="Line 301">
                <a:extLst>
                  <a:ext uri="{FF2B5EF4-FFF2-40B4-BE49-F238E27FC236}">
                    <a16:creationId xmlns:a16="http://schemas.microsoft.com/office/drawing/2014/main" id="{D6407D92-4135-1398-877B-B8BFEFD20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6" name="Line 302">
                <a:extLst>
                  <a:ext uri="{FF2B5EF4-FFF2-40B4-BE49-F238E27FC236}">
                    <a16:creationId xmlns:a16="http://schemas.microsoft.com/office/drawing/2014/main" id="{ECE5DF77-A904-AC87-EF34-51CD0DA6F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7" name="Line 303">
                <a:extLst>
                  <a:ext uri="{FF2B5EF4-FFF2-40B4-BE49-F238E27FC236}">
                    <a16:creationId xmlns:a16="http://schemas.microsoft.com/office/drawing/2014/main" id="{B6EE092F-98DF-28D3-0DCC-8B15F4E6E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8" name="Line 304">
                <a:extLst>
                  <a:ext uri="{FF2B5EF4-FFF2-40B4-BE49-F238E27FC236}">
                    <a16:creationId xmlns:a16="http://schemas.microsoft.com/office/drawing/2014/main" id="{FF512175-83CA-EF0F-67BA-AF0DA92D5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9" name="Line 305">
                <a:extLst>
                  <a:ext uri="{FF2B5EF4-FFF2-40B4-BE49-F238E27FC236}">
                    <a16:creationId xmlns:a16="http://schemas.microsoft.com/office/drawing/2014/main" id="{217F2D56-A0E9-6A88-15ED-B74CEE731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0" name="Line 306">
                <a:extLst>
                  <a:ext uri="{FF2B5EF4-FFF2-40B4-BE49-F238E27FC236}">
                    <a16:creationId xmlns:a16="http://schemas.microsoft.com/office/drawing/2014/main" id="{B27D4699-44D4-AF30-9BC7-845E851AF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1" name="Line 307">
                <a:extLst>
                  <a:ext uri="{FF2B5EF4-FFF2-40B4-BE49-F238E27FC236}">
                    <a16:creationId xmlns:a16="http://schemas.microsoft.com/office/drawing/2014/main" id="{B96EE5D1-7FE6-AEFB-A49C-9D6230679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2" name="Line 308">
                <a:extLst>
                  <a:ext uri="{FF2B5EF4-FFF2-40B4-BE49-F238E27FC236}">
                    <a16:creationId xmlns:a16="http://schemas.microsoft.com/office/drawing/2014/main" id="{B79992A7-90C6-F851-5213-417013A83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3" name="Line 309">
                <a:extLst>
                  <a:ext uri="{FF2B5EF4-FFF2-40B4-BE49-F238E27FC236}">
                    <a16:creationId xmlns:a16="http://schemas.microsoft.com/office/drawing/2014/main" id="{4ABD28A3-AECC-2822-9D54-5ECC11754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4" name="Line 310">
                <a:extLst>
                  <a:ext uri="{FF2B5EF4-FFF2-40B4-BE49-F238E27FC236}">
                    <a16:creationId xmlns:a16="http://schemas.microsoft.com/office/drawing/2014/main" id="{765CE8DC-A4BD-DE02-7394-B4077F3D8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5" name="Line 311">
                <a:extLst>
                  <a:ext uri="{FF2B5EF4-FFF2-40B4-BE49-F238E27FC236}">
                    <a16:creationId xmlns:a16="http://schemas.microsoft.com/office/drawing/2014/main" id="{FEE2D602-645C-96F2-928F-26B7026F1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6" name="Line 312">
                <a:extLst>
                  <a:ext uri="{FF2B5EF4-FFF2-40B4-BE49-F238E27FC236}">
                    <a16:creationId xmlns:a16="http://schemas.microsoft.com/office/drawing/2014/main" id="{058525D1-CAF7-F8F1-C563-7E1B401F5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7" name="Line 313">
                <a:extLst>
                  <a:ext uri="{FF2B5EF4-FFF2-40B4-BE49-F238E27FC236}">
                    <a16:creationId xmlns:a16="http://schemas.microsoft.com/office/drawing/2014/main" id="{79788B7D-AC63-E7F9-4FDB-A24F9C9316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8" name="Line 314">
                <a:extLst>
                  <a:ext uri="{FF2B5EF4-FFF2-40B4-BE49-F238E27FC236}">
                    <a16:creationId xmlns:a16="http://schemas.microsoft.com/office/drawing/2014/main" id="{6D579E68-792C-460C-ECF0-71FD4C16B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9" name="Line 315">
                <a:extLst>
                  <a:ext uri="{FF2B5EF4-FFF2-40B4-BE49-F238E27FC236}">
                    <a16:creationId xmlns:a16="http://schemas.microsoft.com/office/drawing/2014/main" id="{298962CF-262A-6974-A440-C25F8B0099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0" name="Line 316">
                <a:extLst>
                  <a:ext uri="{FF2B5EF4-FFF2-40B4-BE49-F238E27FC236}">
                    <a16:creationId xmlns:a16="http://schemas.microsoft.com/office/drawing/2014/main" id="{EA020CC1-9202-081F-5F3B-B8B8ADDB9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1" name="Line 317">
                <a:extLst>
                  <a:ext uri="{FF2B5EF4-FFF2-40B4-BE49-F238E27FC236}">
                    <a16:creationId xmlns:a16="http://schemas.microsoft.com/office/drawing/2014/main" id="{F0D26864-C291-DE98-E195-37E1E5D05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2" name="Line 318">
                <a:extLst>
                  <a:ext uri="{FF2B5EF4-FFF2-40B4-BE49-F238E27FC236}">
                    <a16:creationId xmlns:a16="http://schemas.microsoft.com/office/drawing/2014/main" id="{0779A644-4DFC-8949-4D0E-99590FCE3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3" name="Line 319">
                <a:extLst>
                  <a:ext uri="{FF2B5EF4-FFF2-40B4-BE49-F238E27FC236}">
                    <a16:creationId xmlns:a16="http://schemas.microsoft.com/office/drawing/2014/main" id="{E74D9956-8E17-2A7B-9976-9CC232416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4" name="Line 320">
                <a:extLst>
                  <a:ext uri="{FF2B5EF4-FFF2-40B4-BE49-F238E27FC236}">
                    <a16:creationId xmlns:a16="http://schemas.microsoft.com/office/drawing/2014/main" id="{422DCF2F-94A3-2718-FFB7-3480D6841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5" name="Line 321">
                <a:extLst>
                  <a:ext uri="{FF2B5EF4-FFF2-40B4-BE49-F238E27FC236}">
                    <a16:creationId xmlns:a16="http://schemas.microsoft.com/office/drawing/2014/main" id="{130071A9-DC86-9A0D-9A77-AC81E1E55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6" name="Line 322">
                <a:extLst>
                  <a:ext uri="{FF2B5EF4-FFF2-40B4-BE49-F238E27FC236}">
                    <a16:creationId xmlns:a16="http://schemas.microsoft.com/office/drawing/2014/main" id="{6F2DFE57-938C-F537-4DF5-0DC709A180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7" name="Line 323">
                <a:extLst>
                  <a:ext uri="{FF2B5EF4-FFF2-40B4-BE49-F238E27FC236}">
                    <a16:creationId xmlns:a16="http://schemas.microsoft.com/office/drawing/2014/main" id="{B594E985-AC76-34B2-76D1-545306E33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8" name="Line 324">
                <a:extLst>
                  <a:ext uri="{FF2B5EF4-FFF2-40B4-BE49-F238E27FC236}">
                    <a16:creationId xmlns:a16="http://schemas.microsoft.com/office/drawing/2014/main" id="{611977D7-48CA-1193-8C45-DE2D2129A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9" name="Line 325">
                <a:extLst>
                  <a:ext uri="{FF2B5EF4-FFF2-40B4-BE49-F238E27FC236}">
                    <a16:creationId xmlns:a16="http://schemas.microsoft.com/office/drawing/2014/main" id="{6C197616-C9C0-AD26-9C3A-6D43DA81E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0" name="Line 326">
                <a:extLst>
                  <a:ext uri="{FF2B5EF4-FFF2-40B4-BE49-F238E27FC236}">
                    <a16:creationId xmlns:a16="http://schemas.microsoft.com/office/drawing/2014/main" id="{5CA283C8-E37D-21B6-03F1-E9DE583A5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1" name="Line 327">
                <a:extLst>
                  <a:ext uri="{FF2B5EF4-FFF2-40B4-BE49-F238E27FC236}">
                    <a16:creationId xmlns:a16="http://schemas.microsoft.com/office/drawing/2014/main" id="{9BFBF4A9-2628-1129-2419-22D170FA3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2" name="Line 328">
                <a:extLst>
                  <a:ext uri="{FF2B5EF4-FFF2-40B4-BE49-F238E27FC236}">
                    <a16:creationId xmlns:a16="http://schemas.microsoft.com/office/drawing/2014/main" id="{C04FEF49-60E2-444C-7CF7-D52B30B74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3" name="Line 329">
                <a:extLst>
                  <a:ext uri="{FF2B5EF4-FFF2-40B4-BE49-F238E27FC236}">
                    <a16:creationId xmlns:a16="http://schemas.microsoft.com/office/drawing/2014/main" id="{903A58C7-DC0E-6A18-4F25-84212FA8A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4" name="Line 330">
                <a:extLst>
                  <a:ext uri="{FF2B5EF4-FFF2-40B4-BE49-F238E27FC236}">
                    <a16:creationId xmlns:a16="http://schemas.microsoft.com/office/drawing/2014/main" id="{6588AC62-D5DE-52FD-9EDA-E4233D2E0F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5" name="Line 331">
                <a:extLst>
                  <a:ext uri="{FF2B5EF4-FFF2-40B4-BE49-F238E27FC236}">
                    <a16:creationId xmlns:a16="http://schemas.microsoft.com/office/drawing/2014/main" id="{E39FC71C-32A9-BA95-1264-8C5F8E513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6" name="Line 332">
                <a:extLst>
                  <a:ext uri="{FF2B5EF4-FFF2-40B4-BE49-F238E27FC236}">
                    <a16:creationId xmlns:a16="http://schemas.microsoft.com/office/drawing/2014/main" id="{13553E73-A6F7-8015-7924-1D62E9DA1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7" name="Line 333">
                <a:extLst>
                  <a:ext uri="{FF2B5EF4-FFF2-40B4-BE49-F238E27FC236}">
                    <a16:creationId xmlns:a16="http://schemas.microsoft.com/office/drawing/2014/main" id="{01B97A9C-6396-2716-8589-B9A3E9A022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8" name="Line 334">
                <a:extLst>
                  <a:ext uri="{FF2B5EF4-FFF2-40B4-BE49-F238E27FC236}">
                    <a16:creationId xmlns:a16="http://schemas.microsoft.com/office/drawing/2014/main" id="{F2AB5C62-9080-3DEF-057E-0DB86B256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9" name="Line 335">
                <a:extLst>
                  <a:ext uri="{FF2B5EF4-FFF2-40B4-BE49-F238E27FC236}">
                    <a16:creationId xmlns:a16="http://schemas.microsoft.com/office/drawing/2014/main" id="{81D5DEE4-04A9-B0DD-B6F1-396E66E21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0" name="Line 336">
                <a:extLst>
                  <a:ext uri="{FF2B5EF4-FFF2-40B4-BE49-F238E27FC236}">
                    <a16:creationId xmlns:a16="http://schemas.microsoft.com/office/drawing/2014/main" id="{18E235B4-47E4-BA6A-8EC6-10A53F6C00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1" name="Line 337">
                <a:extLst>
                  <a:ext uri="{FF2B5EF4-FFF2-40B4-BE49-F238E27FC236}">
                    <a16:creationId xmlns:a16="http://schemas.microsoft.com/office/drawing/2014/main" id="{23A9C526-FDB8-3951-3254-A8228E5A3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2" name="Line 338">
                <a:extLst>
                  <a:ext uri="{FF2B5EF4-FFF2-40B4-BE49-F238E27FC236}">
                    <a16:creationId xmlns:a16="http://schemas.microsoft.com/office/drawing/2014/main" id="{356C938C-8904-B56F-D9CF-0FD3201B8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3" name="Line 339">
                <a:extLst>
                  <a:ext uri="{FF2B5EF4-FFF2-40B4-BE49-F238E27FC236}">
                    <a16:creationId xmlns:a16="http://schemas.microsoft.com/office/drawing/2014/main" id="{D8825A88-6F59-724B-4996-50238F911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4" name="Line 340">
                <a:extLst>
                  <a:ext uri="{FF2B5EF4-FFF2-40B4-BE49-F238E27FC236}">
                    <a16:creationId xmlns:a16="http://schemas.microsoft.com/office/drawing/2014/main" id="{FFD53105-679C-850B-5979-1AC2B1530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5" name="Line 341">
                <a:extLst>
                  <a:ext uri="{FF2B5EF4-FFF2-40B4-BE49-F238E27FC236}">
                    <a16:creationId xmlns:a16="http://schemas.microsoft.com/office/drawing/2014/main" id="{4CB326F5-384F-023E-BA11-D422CA0F8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6" name="Line 342">
                <a:extLst>
                  <a:ext uri="{FF2B5EF4-FFF2-40B4-BE49-F238E27FC236}">
                    <a16:creationId xmlns:a16="http://schemas.microsoft.com/office/drawing/2014/main" id="{792F4C07-2C92-A4D5-ABD9-E6FC42499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7" name="Line 343">
                <a:extLst>
                  <a:ext uri="{FF2B5EF4-FFF2-40B4-BE49-F238E27FC236}">
                    <a16:creationId xmlns:a16="http://schemas.microsoft.com/office/drawing/2014/main" id="{2D782B34-345F-4790-D65E-42F5F10AE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8" name="Line 344">
                <a:extLst>
                  <a:ext uri="{FF2B5EF4-FFF2-40B4-BE49-F238E27FC236}">
                    <a16:creationId xmlns:a16="http://schemas.microsoft.com/office/drawing/2014/main" id="{461A71CE-930D-110B-5909-02761ED0E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9" name="Line 345">
                <a:extLst>
                  <a:ext uri="{FF2B5EF4-FFF2-40B4-BE49-F238E27FC236}">
                    <a16:creationId xmlns:a16="http://schemas.microsoft.com/office/drawing/2014/main" id="{2546B66B-E6D3-9F8D-CC14-1F4336756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0" name="Line 346">
                <a:extLst>
                  <a:ext uri="{FF2B5EF4-FFF2-40B4-BE49-F238E27FC236}">
                    <a16:creationId xmlns:a16="http://schemas.microsoft.com/office/drawing/2014/main" id="{2BEACA65-358D-956F-94F0-1CCE40CB7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1" name="Line 347">
                <a:extLst>
                  <a:ext uri="{FF2B5EF4-FFF2-40B4-BE49-F238E27FC236}">
                    <a16:creationId xmlns:a16="http://schemas.microsoft.com/office/drawing/2014/main" id="{E309B59C-5AEB-18AE-20A0-699EF3AE1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2" name="Line 348">
                <a:extLst>
                  <a:ext uri="{FF2B5EF4-FFF2-40B4-BE49-F238E27FC236}">
                    <a16:creationId xmlns:a16="http://schemas.microsoft.com/office/drawing/2014/main" id="{872E37F5-E68C-5A46-31FC-D7949F226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3" name="Line 349">
                <a:extLst>
                  <a:ext uri="{FF2B5EF4-FFF2-40B4-BE49-F238E27FC236}">
                    <a16:creationId xmlns:a16="http://schemas.microsoft.com/office/drawing/2014/main" id="{4B5AD76F-AE18-8CF0-6CCE-989DBAE2B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4" name="Line 350">
                <a:extLst>
                  <a:ext uri="{FF2B5EF4-FFF2-40B4-BE49-F238E27FC236}">
                    <a16:creationId xmlns:a16="http://schemas.microsoft.com/office/drawing/2014/main" id="{0011BDE8-0B4B-D43C-E4F0-7913F193C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5" name="Line 351">
                <a:extLst>
                  <a:ext uri="{FF2B5EF4-FFF2-40B4-BE49-F238E27FC236}">
                    <a16:creationId xmlns:a16="http://schemas.microsoft.com/office/drawing/2014/main" id="{9E98BA25-4E69-FE7A-E094-617B8AF75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6" name="Line 352">
                <a:extLst>
                  <a:ext uri="{FF2B5EF4-FFF2-40B4-BE49-F238E27FC236}">
                    <a16:creationId xmlns:a16="http://schemas.microsoft.com/office/drawing/2014/main" id="{E545902B-8500-1E10-0B9A-414AA06FE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7" name="Line 353">
                <a:extLst>
                  <a:ext uri="{FF2B5EF4-FFF2-40B4-BE49-F238E27FC236}">
                    <a16:creationId xmlns:a16="http://schemas.microsoft.com/office/drawing/2014/main" id="{ABBA4437-09ED-2957-4859-819D8476F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8" name="Line 354">
                <a:extLst>
                  <a:ext uri="{FF2B5EF4-FFF2-40B4-BE49-F238E27FC236}">
                    <a16:creationId xmlns:a16="http://schemas.microsoft.com/office/drawing/2014/main" id="{E327952C-B2FC-EFCF-463C-EE4C888D8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9" name="Line 355">
                <a:extLst>
                  <a:ext uri="{FF2B5EF4-FFF2-40B4-BE49-F238E27FC236}">
                    <a16:creationId xmlns:a16="http://schemas.microsoft.com/office/drawing/2014/main" id="{05AD34C6-E51A-7729-FCB9-00C331EB3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0" name="Line 356">
                <a:extLst>
                  <a:ext uri="{FF2B5EF4-FFF2-40B4-BE49-F238E27FC236}">
                    <a16:creationId xmlns:a16="http://schemas.microsoft.com/office/drawing/2014/main" id="{83A7C288-9BCA-3A36-4385-225AB3C00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1" name="Line 357">
                <a:extLst>
                  <a:ext uri="{FF2B5EF4-FFF2-40B4-BE49-F238E27FC236}">
                    <a16:creationId xmlns:a16="http://schemas.microsoft.com/office/drawing/2014/main" id="{64D4699A-8BAA-F14B-E2B2-77161DDA2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2" name="Line 358">
                <a:extLst>
                  <a:ext uri="{FF2B5EF4-FFF2-40B4-BE49-F238E27FC236}">
                    <a16:creationId xmlns:a16="http://schemas.microsoft.com/office/drawing/2014/main" id="{86B3BA70-3299-9DA9-3531-5A02F14CA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3" name="Line 359">
                <a:extLst>
                  <a:ext uri="{FF2B5EF4-FFF2-40B4-BE49-F238E27FC236}">
                    <a16:creationId xmlns:a16="http://schemas.microsoft.com/office/drawing/2014/main" id="{EC275AC7-81A5-B97F-A0C9-DC4ED29E92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4" name="Line 360">
                <a:extLst>
                  <a:ext uri="{FF2B5EF4-FFF2-40B4-BE49-F238E27FC236}">
                    <a16:creationId xmlns:a16="http://schemas.microsoft.com/office/drawing/2014/main" id="{F2C0E494-F727-2266-5A0F-6719E1A1F5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5" name="Line 361">
                <a:extLst>
                  <a:ext uri="{FF2B5EF4-FFF2-40B4-BE49-F238E27FC236}">
                    <a16:creationId xmlns:a16="http://schemas.microsoft.com/office/drawing/2014/main" id="{0656FC15-B45D-0D6C-A674-59B4BF930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6" name="Line 362">
                <a:extLst>
                  <a:ext uri="{FF2B5EF4-FFF2-40B4-BE49-F238E27FC236}">
                    <a16:creationId xmlns:a16="http://schemas.microsoft.com/office/drawing/2014/main" id="{C162BD8F-04D8-90FA-DB0B-B48F5EFEBF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7" name="Line 363">
                <a:extLst>
                  <a:ext uri="{FF2B5EF4-FFF2-40B4-BE49-F238E27FC236}">
                    <a16:creationId xmlns:a16="http://schemas.microsoft.com/office/drawing/2014/main" id="{FF2809EE-1705-9ECE-A045-FC6603C1F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8" name="Line 364">
                <a:extLst>
                  <a:ext uri="{FF2B5EF4-FFF2-40B4-BE49-F238E27FC236}">
                    <a16:creationId xmlns:a16="http://schemas.microsoft.com/office/drawing/2014/main" id="{49EC1E85-149F-6ABA-4791-EE027080B0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9" name="Line 365">
                <a:extLst>
                  <a:ext uri="{FF2B5EF4-FFF2-40B4-BE49-F238E27FC236}">
                    <a16:creationId xmlns:a16="http://schemas.microsoft.com/office/drawing/2014/main" id="{C7D22B1C-F7F0-DF00-85EB-D8F4A2CBE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0" name="Line 366">
                <a:extLst>
                  <a:ext uri="{FF2B5EF4-FFF2-40B4-BE49-F238E27FC236}">
                    <a16:creationId xmlns:a16="http://schemas.microsoft.com/office/drawing/2014/main" id="{477E33A8-F3FD-BC6A-4B43-D68BDA219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1" name="Line 367">
                <a:extLst>
                  <a:ext uri="{FF2B5EF4-FFF2-40B4-BE49-F238E27FC236}">
                    <a16:creationId xmlns:a16="http://schemas.microsoft.com/office/drawing/2014/main" id="{48FEF869-DC84-F283-614F-406AF56BE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2" name="Line 368">
                <a:extLst>
                  <a:ext uri="{FF2B5EF4-FFF2-40B4-BE49-F238E27FC236}">
                    <a16:creationId xmlns:a16="http://schemas.microsoft.com/office/drawing/2014/main" id="{E9F6652B-FC16-73C6-C238-F81784F1D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3" name="Line 369">
                <a:extLst>
                  <a:ext uri="{FF2B5EF4-FFF2-40B4-BE49-F238E27FC236}">
                    <a16:creationId xmlns:a16="http://schemas.microsoft.com/office/drawing/2014/main" id="{C366A41B-AC58-1962-1170-E9B8EC92D5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4" name="Line 370">
                <a:extLst>
                  <a:ext uri="{FF2B5EF4-FFF2-40B4-BE49-F238E27FC236}">
                    <a16:creationId xmlns:a16="http://schemas.microsoft.com/office/drawing/2014/main" id="{EAE3F914-42AD-EDBB-E6F3-44671F88F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5" name="Line 371">
                <a:extLst>
                  <a:ext uri="{FF2B5EF4-FFF2-40B4-BE49-F238E27FC236}">
                    <a16:creationId xmlns:a16="http://schemas.microsoft.com/office/drawing/2014/main" id="{A36EC631-EAF6-4768-E9F6-E5B8F6B3F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6" name="Line 372">
                <a:extLst>
                  <a:ext uri="{FF2B5EF4-FFF2-40B4-BE49-F238E27FC236}">
                    <a16:creationId xmlns:a16="http://schemas.microsoft.com/office/drawing/2014/main" id="{64C3B248-0516-14CB-478B-BD05A652D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7" name="Line 373">
                <a:extLst>
                  <a:ext uri="{FF2B5EF4-FFF2-40B4-BE49-F238E27FC236}">
                    <a16:creationId xmlns:a16="http://schemas.microsoft.com/office/drawing/2014/main" id="{0041EBCA-B700-521F-EDA0-965E621A6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822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8" name="Line 374">
                <a:extLst>
                  <a:ext uri="{FF2B5EF4-FFF2-40B4-BE49-F238E27FC236}">
                    <a16:creationId xmlns:a16="http://schemas.microsoft.com/office/drawing/2014/main" id="{87F8FB11-226F-0906-D57D-AA6197E48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9" name="Line 375">
                <a:extLst>
                  <a:ext uri="{FF2B5EF4-FFF2-40B4-BE49-F238E27FC236}">
                    <a16:creationId xmlns:a16="http://schemas.microsoft.com/office/drawing/2014/main" id="{14AF6416-1577-6896-8CB6-510BA54648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0" name="Line 376">
                <a:extLst>
                  <a:ext uri="{FF2B5EF4-FFF2-40B4-BE49-F238E27FC236}">
                    <a16:creationId xmlns:a16="http://schemas.microsoft.com/office/drawing/2014/main" id="{3F17C51A-BB40-BEC6-C63B-AD84AE4C1E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1" name="Line 377">
                <a:extLst>
                  <a:ext uri="{FF2B5EF4-FFF2-40B4-BE49-F238E27FC236}">
                    <a16:creationId xmlns:a16="http://schemas.microsoft.com/office/drawing/2014/main" id="{3B737489-20A4-7B58-456A-5C5EBD3929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2" name="Line 378">
                <a:extLst>
                  <a:ext uri="{FF2B5EF4-FFF2-40B4-BE49-F238E27FC236}">
                    <a16:creationId xmlns:a16="http://schemas.microsoft.com/office/drawing/2014/main" id="{25087319-DF1F-B69A-5EEC-9B215958A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3" name="Line 379">
                <a:extLst>
                  <a:ext uri="{FF2B5EF4-FFF2-40B4-BE49-F238E27FC236}">
                    <a16:creationId xmlns:a16="http://schemas.microsoft.com/office/drawing/2014/main" id="{672E44A2-1859-470C-A63E-DC707CB8A0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4" name="Line 380">
                <a:extLst>
                  <a:ext uri="{FF2B5EF4-FFF2-40B4-BE49-F238E27FC236}">
                    <a16:creationId xmlns:a16="http://schemas.microsoft.com/office/drawing/2014/main" id="{CC15C5FB-602E-04BD-014F-0F73D4B9A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5" name="Line 381">
                <a:extLst>
                  <a:ext uri="{FF2B5EF4-FFF2-40B4-BE49-F238E27FC236}">
                    <a16:creationId xmlns:a16="http://schemas.microsoft.com/office/drawing/2014/main" id="{5255F307-2F3B-F04E-D9EF-47850D41C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6" name="Line 382">
                <a:extLst>
                  <a:ext uri="{FF2B5EF4-FFF2-40B4-BE49-F238E27FC236}">
                    <a16:creationId xmlns:a16="http://schemas.microsoft.com/office/drawing/2014/main" id="{9BC8D4BE-B30B-A622-699C-EA4586640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7" name="Line 383">
                <a:extLst>
                  <a:ext uri="{FF2B5EF4-FFF2-40B4-BE49-F238E27FC236}">
                    <a16:creationId xmlns:a16="http://schemas.microsoft.com/office/drawing/2014/main" id="{564B057A-90AA-9409-14D7-D491C7ABB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8" name="Line 384">
                <a:extLst>
                  <a:ext uri="{FF2B5EF4-FFF2-40B4-BE49-F238E27FC236}">
                    <a16:creationId xmlns:a16="http://schemas.microsoft.com/office/drawing/2014/main" id="{9D0D9B34-800C-1871-190A-65206BA9E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9" name="Line 385">
                <a:extLst>
                  <a:ext uri="{FF2B5EF4-FFF2-40B4-BE49-F238E27FC236}">
                    <a16:creationId xmlns:a16="http://schemas.microsoft.com/office/drawing/2014/main" id="{E14723A0-23B0-066C-E140-6489BA202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0" name="Line 386">
                <a:extLst>
                  <a:ext uri="{FF2B5EF4-FFF2-40B4-BE49-F238E27FC236}">
                    <a16:creationId xmlns:a16="http://schemas.microsoft.com/office/drawing/2014/main" id="{BE804CF9-8231-9C8E-6CDC-B0952C747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1" name="Line 387">
                <a:extLst>
                  <a:ext uri="{FF2B5EF4-FFF2-40B4-BE49-F238E27FC236}">
                    <a16:creationId xmlns:a16="http://schemas.microsoft.com/office/drawing/2014/main" id="{5B3C7952-4E8C-238C-DFD5-BFD7CBA044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2" name="Line 388">
                <a:extLst>
                  <a:ext uri="{FF2B5EF4-FFF2-40B4-BE49-F238E27FC236}">
                    <a16:creationId xmlns:a16="http://schemas.microsoft.com/office/drawing/2014/main" id="{F6788583-4D3E-8233-7B5B-9E54540C4C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822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3" name="Line 389">
                <a:extLst>
                  <a:ext uri="{FF2B5EF4-FFF2-40B4-BE49-F238E27FC236}">
                    <a16:creationId xmlns:a16="http://schemas.microsoft.com/office/drawing/2014/main" id="{5CE01FB5-67C1-7DCB-F81E-0F7F6FB0F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4" name="Line 390">
                <a:extLst>
                  <a:ext uri="{FF2B5EF4-FFF2-40B4-BE49-F238E27FC236}">
                    <a16:creationId xmlns:a16="http://schemas.microsoft.com/office/drawing/2014/main" id="{5C1F51A9-5747-2949-A925-5C1C5E33C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5" name="Line 391">
                <a:extLst>
                  <a:ext uri="{FF2B5EF4-FFF2-40B4-BE49-F238E27FC236}">
                    <a16:creationId xmlns:a16="http://schemas.microsoft.com/office/drawing/2014/main" id="{3A14C097-8A9A-E1D2-5BED-8CBD14ADA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6" name="Line 392">
                <a:extLst>
                  <a:ext uri="{FF2B5EF4-FFF2-40B4-BE49-F238E27FC236}">
                    <a16:creationId xmlns:a16="http://schemas.microsoft.com/office/drawing/2014/main" id="{8C2B2119-CAC0-A746-1786-43DF971B9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7" name="Line 393">
                <a:extLst>
                  <a:ext uri="{FF2B5EF4-FFF2-40B4-BE49-F238E27FC236}">
                    <a16:creationId xmlns:a16="http://schemas.microsoft.com/office/drawing/2014/main" id="{3E548794-49F8-4354-2631-25220BC904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8" name="Line 394">
                <a:extLst>
                  <a:ext uri="{FF2B5EF4-FFF2-40B4-BE49-F238E27FC236}">
                    <a16:creationId xmlns:a16="http://schemas.microsoft.com/office/drawing/2014/main" id="{17A4724C-4A11-591C-E506-F32C89B37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9" name="Line 395">
                <a:extLst>
                  <a:ext uri="{FF2B5EF4-FFF2-40B4-BE49-F238E27FC236}">
                    <a16:creationId xmlns:a16="http://schemas.microsoft.com/office/drawing/2014/main" id="{3C7E7B9B-5A3F-68B7-52B2-1613038CB1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0" name="Line 396">
                <a:extLst>
                  <a:ext uri="{FF2B5EF4-FFF2-40B4-BE49-F238E27FC236}">
                    <a16:creationId xmlns:a16="http://schemas.microsoft.com/office/drawing/2014/main" id="{E7B9C8C2-6D37-1250-BCC1-7A1D597F1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1" name="Line 397">
                <a:extLst>
                  <a:ext uri="{FF2B5EF4-FFF2-40B4-BE49-F238E27FC236}">
                    <a16:creationId xmlns:a16="http://schemas.microsoft.com/office/drawing/2014/main" id="{B551C1A5-0FC4-C7A9-F064-E0EF1381E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2" name="Line 398">
                <a:extLst>
                  <a:ext uri="{FF2B5EF4-FFF2-40B4-BE49-F238E27FC236}">
                    <a16:creationId xmlns:a16="http://schemas.microsoft.com/office/drawing/2014/main" id="{B8B94C53-7596-4239-C3E9-8E9619D38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3" name="Line 399">
                <a:extLst>
                  <a:ext uri="{FF2B5EF4-FFF2-40B4-BE49-F238E27FC236}">
                    <a16:creationId xmlns:a16="http://schemas.microsoft.com/office/drawing/2014/main" id="{D5506008-2E4C-E399-D0F0-F7A85D6F87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4" name="Line 400">
                <a:extLst>
                  <a:ext uri="{FF2B5EF4-FFF2-40B4-BE49-F238E27FC236}">
                    <a16:creationId xmlns:a16="http://schemas.microsoft.com/office/drawing/2014/main" id="{B0C54082-601A-0B2E-F40F-51BE9AA09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5" name="Line 401">
                <a:extLst>
                  <a:ext uri="{FF2B5EF4-FFF2-40B4-BE49-F238E27FC236}">
                    <a16:creationId xmlns:a16="http://schemas.microsoft.com/office/drawing/2014/main" id="{D2709D69-1037-AFAA-B2AE-EA293CFEA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6" name="Line 402">
                <a:extLst>
                  <a:ext uri="{FF2B5EF4-FFF2-40B4-BE49-F238E27FC236}">
                    <a16:creationId xmlns:a16="http://schemas.microsoft.com/office/drawing/2014/main" id="{41A1BFC4-D75B-D6EB-7C20-67A37BA9F6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7" name="Line 403">
                <a:extLst>
                  <a:ext uri="{FF2B5EF4-FFF2-40B4-BE49-F238E27FC236}">
                    <a16:creationId xmlns:a16="http://schemas.microsoft.com/office/drawing/2014/main" id="{E539D41A-DC6F-07B3-43DA-A37FBD520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8" name="Line 404">
                <a:extLst>
                  <a:ext uri="{FF2B5EF4-FFF2-40B4-BE49-F238E27FC236}">
                    <a16:creationId xmlns:a16="http://schemas.microsoft.com/office/drawing/2014/main" id="{2A8A9FD4-C86A-0F18-C26D-FF3ED3FE3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9" name="Line 405">
                <a:extLst>
                  <a:ext uri="{FF2B5EF4-FFF2-40B4-BE49-F238E27FC236}">
                    <a16:creationId xmlns:a16="http://schemas.microsoft.com/office/drawing/2014/main" id="{A9B953E5-8D0C-D9CF-5C77-C9C508D0E3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0" name="Line 406">
                <a:extLst>
                  <a:ext uri="{FF2B5EF4-FFF2-40B4-BE49-F238E27FC236}">
                    <a16:creationId xmlns:a16="http://schemas.microsoft.com/office/drawing/2014/main" id="{0866CFEE-7D47-C3E3-88D1-77D095D6F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1" name="Line 407">
                <a:extLst>
                  <a:ext uri="{FF2B5EF4-FFF2-40B4-BE49-F238E27FC236}">
                    <a16:creationId xmlns:a16="http://schemas.microsoft.com/office/drawing/2014/main" id="{B438889D-CFDF-AD46-9B9E-01CB71BEE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2" name="Line 408">
                <a:extLst>
                  <a:ext uri="{FF2B5EF4-FFF2-40B4-BE49-F238E27FC236}">
                    <a16:creationId xmlns:a16="http://schemas.microsoft.com/office/drawing/2014/main" id="{EC1E8BEB-6691-4906-D982-F86F620C9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3" name="Line 409">
                <a:extLst>
                  <a:ext uri="{FF2B5EF4-FFF2-40B4-BE49-F238E27FC236}">
                    <a16:creationId xmlns:a16="http://schemas.microsoft.com/office/drawing/2014/main" id="{6044934B-F430-48B9-07A7-4A19B7472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4" name="Line 410">
                <a:extLst>
                  <a:ext uri="{FF2B5EF4-FFF2-40B4-BE49-F238E27FC236}">
                    <a16:creationId xmlns:a16="http://schemas.microsoft.com/office/drawing/2014/main" id="{6C6D17DA-C8DD-0096-EC58-BBBB9B77C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5" name="Line 411">
                <a:extLst>
                  <a:ext uri="{FF2B5EF4-FFF2-40B4-BE49-F238E27FC236}">
                    <a16:creationId xmlns:a16="http://schemas.microsoft.com/office/drawing/2014/main" id="{5C3DD886-F108-DABF-465F-B1B18D215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6" name="Line 412">
                <a:extLst>
                  <a:ext uri="{FF2B5EF4-FFF2-40B4-BE49-F238E27FC236}">
                    <a16:creationId xmlns:a16="http://schemas.microsoft.com/office/drawing/2014/main" id="{40994031-DDD5-CA88-EDCB-E48DE485E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7" name="Line 413">
                <a:extLst>
                  <a:ext uri="{FF2B5EF4-FFF2-40B4-BE49-F238E27FC236}">
                    <a16:creationId xmlns:a16="http://schemas.microsoft.com/office/drawing/2014/main" id="{4FCD6BB7-4319-0A0D-2590-186A04337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8" name="Line 414">
                <a:extLst>
                  <a:ext uri="{FF2B5EF4-FFF2-40B4-BE49-F238E27FC236}">
                    <a16:creationId xmlns:a16="http://schemas.microsoft.com/office/drawing/2014/main" id="{28C1DE75-FFC1-D058-7F8B-15B48D144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9" name="Line 415">
                <a:extLst>
                  <a:ext uri="{FF2B5EF4-FFF2-40B4-BE49-F238E27FC236}">
                    <a16:creationId xmlns:a16="http://schemas.microsoft.com/office/drawing/2014/main" id="{0B56609C-7175-A62B-2C54-6D65D24082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0" name="Line 416">
                <a:extLst>
                  <a:ext uri="{FF2B5EF4-FFF2-40B4-BE49-F238E27FC236}">
                    <a16:creationId xmlns:a16="http://schemas.microsoft.com/office/drawing/2014/main" id="{DED23693-2E25-D522-6E50-219B1D302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1" name="Line 417">
                <a:extLst>
                  <a:ext uri="{FF2B5EF4-FFF2-40B4-BE49-F238E27FC236}">
                    <a16:creationId xmlns:a16="http://schemas.microsoft.com/office/drawing/2014/main" id="{56796301-98BD-B89E-DE61-94FFA370C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2" name="Line 418">
                <a:extLst>
                  <a:ext uri="{FF2B5EF4-FFF2-40B4-BE49-F238E27FC236}">
                    <a16:creationId xmlns:a16="http://schemas.microsoft.com/office/drawing/2014/main" id="{B8BFBEB6-1A92-AD42-7310-A18E395FA8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3" name="Line 419">
                <a:extLst>
                  <a:ext uri="{FF2B5EF4-FFF2-40B4-BE49-F238E27FC236}">
                    <a16:creationId xmlns:a16="http://schemas.microsoft.com/office/drawing/2014/main" id="{AB4722DC-AB39-36EB-7CE5-7CB8D01E7E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4" name="Line 420">
                <a:extLst>
                  <a:ext uri="{FF2B5EF4-FFF2-40B4-BE49-F238E27FC236}">
                    <a16:creationId xmlns:a16="http://schemas.microsoft.com/office/drawing/2014/main" id="{8E7C34CF-23A8-FDD4-165F-587E36587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5" name="Line 421">
                <a:extLst>
                  <a:ext uri="{FF2B5EF4-FFF2-40B4-BE49-F238E27FC236}">
                    <a16:creationId xmlns:a16="http://schemas.microsoft.com/office/drawing/2014/main" id="{2E55BE1F-A1ED-5046-5AA8-0021F898F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6" name="Line 422">
                <a:extLst>
                  <a:ext uri="{FF2B5EF4-FFF2-40B4-BE49-F238E27FC236}">
                    <a16:creationId xmlns:a16="http://schemas.microsoft.com/office/drawing/2014/main" id="{C89FE4D6-EC6F-3E39-ACAD-23F56077C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7" name="Line 423">
                <a:extLst>
                  <a:ext uri="{FF2B5EF4-FFF2-40B4-BE49-F238E27FC236}">
                    <a16:creationId xmlns:a16="http://schemas.microsoft.com/office/drawing/2014/main" id="{DE1A8019-BF92-35B3-141F-43011F471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8" name="Line 424">
                <a:extLst>
                  <a:ext uri="{FF2B5EF4-FFF2-40B4-BE49-F238E27FC236}">
                    <a16:creationId xmlns:a16="http://schemas.microsoft.com/office/drawing/2014/main" id="{6E27943B-9A81-1C05-84CF-0A9E04E6B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9" name="Line 425">
                <a:extLst>
                  <a:ext uri="{FF2B5EF4-FFF2-40B4-BE49-F238E27FC236}">
                    <a16:creationId xmlns:a16="http://schemas.microsoft.com/office/drawing/2014/main" id="{2ADAEE86-646F-3421-5334-28FE79CED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0" name="Line 426">
                <a:extLst>
                  <a:ext uri="{FF2B5EF4-FFF2-40B4-BE49-F238E27FC236}">
                    <a16:creationId xmlns:a16="http://schemas.microsoft.com/office/drawing/2014/main" id="{2A60BAE8-D47B-EA84-6691-27FA226C2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1" name="Line 427">
                <a:extLst>
                  <a:ext uri="{FF2B5EF4-FFF2-40B4-BE49-F238E27FC236}">
                    <a16:creationId xmlns:a16="http://schemas.microsoft.com/office/drawing/2014/main" id="{373804FD-53BD-9240-3FD7-403528AC5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2" name="Line 428">
                <a:extLst>
                  <a:ext uri="{FF2B5EF4-FFF2-40B4-BE49-F238E27FC236}">
                    <a16:creationId xmlns:a16="http://schemas.microsoft.com/office/drawing/2014/main" id="{7B06AE7A-02AD-EEEA-0107-A0771B03C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3" name="Line 429">
                <a:extLst>
                  <a:ext uri="{FF2B5EF4-FFF2-40B4-BE49-F238E27FC236}">
                    <a16:creationId xmlns:a16="http://schemas.microsoft.com/office/drawing/2014/main" id="{7B5CE2A6-8A13-26B5-7280-384FD7886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4" name="Line 430">
                <a:extLst>
                  <a:ext uri="{FF2B5EF4-FFF2-40B4-BE49-F238E27FC236}">
                    <a16:creationId xmlns:a16="http://schemas.microsoft.com/office/drawing/2014/main" id="{F8285ADE-DFB4-EC51-64A4-616566DF5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5" name="Line 431">
                <a:extLst>
                  <a:ext uri="{FF2B5EF4-FFF2-40B4-BE49-F238E27FC236}">
                    <a16:creationId xmlns:a16="http://schemas.microsoft.com/office/drawing/2014/main" id="{F8E912B9-8AEE-2FB3-3595-79AAC948B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6" name="Line 432">
                <a:extLst>
                  <a:ext uri="{FF2B5EF4-FFF2-40B4-BE49-F238E27FC236}">
                    <a16:creationId xmlns:a16="http://schemas.microsoft.com/office/drawing/2014/main" id="{9DDB0C26-9FD6-2D6D-C251-7BFEC99DE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7" name="Line 433">
                <a:extLst>
                  <a:ext uri="{FF2B5EF4-FFF2-40B4-BE49-F238E27FC236}">
                    <a16:creationId xmlns:a16="http://schemas.microsoft.com/office/drawing/2014/main" id="{4024D157-1D2E-C42C-6E9E-FA8C0EBDCA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8" name="Line 434">
                <a:extLst>
                  <a:ext uri="{FF2B5EF4-FFF2-40B4-BE49-F238E27FC236}">
                    <a16:creationId xmlns:a16="http://schemas.microsoft.com/office/drawing/2014/main" id="{B9E437D3-4BEF-356F-EEFA-55BC6EE0FF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9" name="Line 435">
                <a:extLst>
                  <a:ext uri="{FF2B5EF4-FFF2-40B4-BE49-F238E27FC236}">
                    <a16:creationId xmlns:a16="http://schemas.microsoft.com/office/drawing/2014/main" id="{74BF3EB2-59F6-DF0E-25DD-A1F10CD1E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0" name="Line 436">
                <a:extLst>
                  <a:ext uri="{FF2B5EF4-FFF2-40B4-BE49-F238E27FC236}">
                    <a16:creationId xmlns:a16="http://schemas.microsoft.com/office/drawing/2014/main" id="{5F4817BE-ECC3-04F4-45E3-145D524F9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1" name="Line 437">
                <a:extLst>
                  <a:ext uri="{FF2B5EF4-FFF2-40B4-BE49-F238E27FC236}">
                    <a16:creationId xmlns:a16="http://schemas.microsoft.com/office/drawing/2014/main" id="{FCD050F6-AE05-B520-30C2-D0D9252EB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2" name="Line 438">
                <a:extLst>
                  <a:ext uri="{FF2B5EF4-FFF2-40B4-BE49-F238E27FC236}">
                    <a16:creationId xmlns:a16="http://schemas.microsoft.com/office/drawing/2014/main" id="{B24324F0-39DA-D3DB-887B-8B8600B3C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3" name="Line 439">
                <a:extLst>
                  <a:ext uri="{FF2B5EF4-FFF2-40B4-BE49-F238E27FC236}">
                    <a16:creationId xmlns:a16="http://schemas.microsoft.com/office/drawing/2014/main" id="{9C907834-8804-6334-DDF0-7E8448015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4" name="Line 440">
                <a:extLst>
                  <a:ext uri="{FF2B5EF4-FFF2-40B4-BE49-F238E27FC236}">
                    <a16:creationId xmlns:a16="http://schemas.microsoft.com/office/drawing/2014/main" id="{E0A672FE-79DE-3770-9267-951A167F8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5" name="Line 441">
                <a:extLst>
                  <a:ext uri="{FF2B5EF4-FFF2-40B4-BE49-F238E27FC236}">
                    <a16:creationId xmlns:a16="http://schemas.microsoft.com/office/drawing/2014/main" id="{1CB441EC-C5C6-AF08-9E54-3011F2E920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6" name="Line 442">
                <a:extLst>
                  <a:ext uri="{FF2B5EF4-FFF2-40B4-BE49-F238E27FC236}">
                    <a16:creationId xmlns:a16="http://schemas.microsoft.com/office/drawing/2014/main" id="{83B2C5D6-25DC-8173-E63A-22EFFD7044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7" name="Line 443">
                <a:extLst>
                  <a:ext uri="{FF2B5EF4-FFF2-40B4-BE49-F238E27FC236}">
                    <a16:creationId xmlns:a16="http://schemas.microsoft.com/office/drawing/2014/main" id="{6448D8D7-0D83-56D6-4237-30A286557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8" name="Line 444">
                <a:extLst>
                  <a:ext uri="{FF2B5EF4-FFF2-40B4-BE49-F238E27FC236}">
                    <a16:creationId xmlns:a16="http://schemas.microsoft.com/office/drawing/2014/main" id="{E9F0FD5C-FE7F-5CE8-2EFE-D2F5FC5D8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9" name="Line 445">
                <a:extLst>
                  <a:ext uri="{FF2B5EF4-FFF2-40B4-BE49-F238E27FC236}">
                    <a16:creationId xmlns:a16="http://schemas.microsoft.com/office/drawing/2014/main" id="{ED4944BA-2F0A-C5CC-E06C-9654108890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0" name="Line 446">
                <a:extLst>
                  <a:ext uri="{FF2B5EF4-FFF2-40B4-BE49-F238E27FC236}">
                    <a16:creationId xmlns:a16="http://schemas.microsoft.com/office/drawing/2014/main" id="{2F146FF5-D18C-7BFD-8D17-DD2640289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1" name="Line 447">
                <a:extLst>
                  <a:ext uri="{FF2B5EF4-FFF2-40B4-BE49-F238E27FC236}">
                    <a16:creationId xmlns:a16="http://schemas.microsoft.com/office/drawing/2014/main" id="{31D06E24-5CF5-099D-C62D-5B9C3CC80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2" name="Line 448">
                <a:extLst>
                  <a:ext uri="{FF2B5EF4-FFF2-40B4-BE49-F238E27FC236}">
                    <a16:creationId xmlns:a16="http://schemas.microsoft.com/office/drawing/2014/main" id="{68C1F6D3-784E-EE51-A659-200A8F9A1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3" name="Line 449">
                <a:extLst>
                  <a:ext uri="{FF2B5EF4-FFF2-40B4-BE49-F238E27FC236}">
                    <a16:creationId xmlns:a16="http://schemas.microsoft.com/office/drawing/2014/main" id="{85115C87-A2A6-DE5D-57B4-EB2FF57A6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39" name="Group 651">
              <a:extLst>
                <a:ext uri="{FF2B5EF4-FFF2-40B4-BE49-F238E27FC236}">
                  <a16:creationId xmlns:a16="http://schemas.microsoft.com/office/drawing/2014/main" id="{F2106015-1D0D-ECF0-3C71-7B52DD039F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5538" y="4149725"/>
              <a:ext cx="4632325" cy="261938"/>
              <a:chOff x="1563" y="2606"/>
              <a:chExt cx="2590" cy="145"/>
            </a:xfrm>
          </p:grpSpPr>
          <p:sp>
            <p:nvSpPr>
              <p:cNvPr id="18564" name="Line 451">
                <a:extLst>
                  <a:ext uri="{FF2B5EF4-FFF2-40B4-BE49-F238E27FC236}">
                    <a16:creationId xmlns:a16="http://schemas.microsoft.com/office/drawing/2014/main" id="{F51C1AEF-D8F5-43B4-03CA-2009A1EDE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5" name="Line 452">
                <a:extLst>
                  <a:ext uri="{FF2B5EF4-FFF2-40B4-BE49-F238E27FC236}">
                    <a16:creationId xmlns:a16="http://schemas.microsoft.com/office/drawing/2014/main" id="{304B77D4-4A72-5AAB-934C-18B2FCF81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6" name="Line 453">
                <a:extLst>
                  <a:ext uri="{FF2B5EF4-FFF2-40B4-BE49-F238E27FC236}">
                    <a16:creationId xmlns:a16="http://schemas.microsoft.com/office/drawing/2014/main" id="{774508AE-20EE-5C1A-7D16-4D7F233A5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7" name="Line 454">
                <a:extLst>
                  <a:ext uri="{FF2B5EF4-FFF2-40B4-BE49-F238E27FC236}">
                    <a16:creationId xmlns:a16="http://schemas.microsoft.com/office/drawing/2014/main" id="{1CED609D-C05B-B8DD-F604-35DB0CE1E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8" name="Line 455">
                <a:extLst>
                  <a:ext uri="{FF2B5EF4-FFF2-40B4-BE49-F238E27FC236}">
                    <a16:creationId xmlns:a16="http://schemas.microsoft.com/office/drawing/2014/main" id="{193424BB-411A-F1EF-DE05-8F0A745DB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9" name="Line 456">
                <a:extLst>
                  <a:ext uri="{FF2B5EF4-FFF2-40B4-BE49-F238E27FC236}">
                    <a16:creationId xmlns:a16="http://schemas.microsoft.com/office/drawing/2014/main" id="{705D2274-C3E3-5AA7-9376-7C485356D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0" name="Line 457">
                <a:extLst>
                  <a:ext uri="{FF2B5EF4-FFF2-40B4-BE49-F238E27FC236}">
                    <a16:creationId xmlns:a16="http://schemas.microsoft.com/office/drawing/2014/main" id="{D96A3661-E4EA-F6BD-B625-4D8E1D381C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1" name="Line 458">
                <a:extLst>
                  <a:ext uri="{FF2B5EF4-FFF2-40B4-BE49-F238E27FC236}">
                    <a16:creationId xmlns:a16="http://schemas.microsoft.com/office/drawing/2014/main" id="{8664AD51-9E22-4D2F-028D-5BF7D118A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2" name="Line 459">
                <a:extLst>
                  <a:ext uri="{FF2B5EF4-FFF2-40B4-BE49-F238E27FC236}">
                    <a16:creationId xmlns:a16="http://schemas.microsoft.com/office/drawing/2014/main" id="{314485FF-E561-C119-E258-B82AECC78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3" name="Line 460">
                <a:extLst>
                  <a:ext uri="{FF2B5EF4-FFF2-40B4-BE49-F238E27FC236}">
                    <a16:creationId xmlns:a16="http://schemas.microsoft.com/office/drawing/2014/main" id="{554EB85C-364E-9C9D-673C-A3CB5A850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4" name="Line 461">
                <a:extLst>
                  <a:ext uri="{FF2B5EF4-FFF2-40B4-BE49-F238E27FC236}">
                    <a16:creationId xmlns:a16="http://schemas.microsoft.com/office/drawing/2014/main" id="{EAC4E489-472A-8442-D594-70313BF41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5" name="Line 462">
                <a:extLst>
                  <a:ext uri="{FF2B5EF4-FFF2-40B4-BE49-F238E27FC236}">
                    <a16:creationId xmlns:a16="http://schemas.microsoft.com/office/drawing/2014/main" id="{6385E313-E441-131F-3CFE-EB8E0E5F2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6" name="Line 463">
                <a:extLst>
                  <a:ext uri="{FF2B5EF4-FFF2-40B4-BE49-F238E27FC236}">
                    <a16:creationId xmlns:a16="http://schemas.microsoft.com/office/drawing/2014/main" id="{181B8065-CA36-DC06-2C80-4DA5798B5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7" name="Line 464">
                <a:extLst>
                  <a:ext uri="{FF2B5EF4-FFF2-40B4-BE49-F238E27FC236}">
                    <a16:creationId xmlns:a16="http://schemas.microsoft.com/office/drawing/2014/main" id="{D28A3DED-720D-7FCD-DC83-0660FA4B4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8" name="Line 465">
                <a:extLst>
                  <a:ext uri="{FF2B5EF4-FFF2-40B4-BE49-F238E27FC236}">
                    <a16:creationId xmlns:a16="http://schemas.microsoft.com/office/drawing/2014/main" id="{6CD0458C-8734-1F38-BF5B-063BF4161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9" name="Line 466">
                <a:extLst>
                  <a:ext uri="{FF2B5EF4-FFF2-40B4-BE49-F238E27FC236}">
                    <a16:creationId xmlns:a16="http://schemas.microsoft.com/office/drawing/2014/main" id="{E141EB7D-712B-CA4F-AA6A-A95D2D53B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0" name="Line 467">
                <a:extLst>
                  <a:ext uri="{FF2B5EF4-FFF2-40B4-BE49-F238E27FC236}">
                    <a16:creationId xmlns:a16="http://schemas.microsoft.com/office/drawing/2014/main" id="{54F41758-3601-4D86-0AE6-C92649567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1" name="Line 468">
                <a:extLst>
                  <a:ext uri="{FF2B5EF4-FFF2-40B4-BE49-F238E27FC236}">
                    <a16:creationId xmlns:a16="http://schemas.microsoft.com/office/drawing/2014/main" id="{174A87E5-B4BC-25D8-CE56-FB0C8F292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2" name="Line 469">
                <a:extLst>
                  <a:ext uri="{FF2B5EF4-FFF2-40B4-BE49-F238E27FC236}">
                    <a16:creationId xmlns:a16="http://schemas.microsoft.com/office/drawing/2014/main" id="{A3A617DB-0E89-D43F-8F13-19841FDF0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3" name="Line 470">
                <a:extLst>
                  <a:ext uri="{FF2B5EF4-FFF2-40B4-BE49-F238E27FC236}">
                    <a16:creationId xmlns:a16="http://schemas.microsoft.com/office/drawing/2014/main" id="{31A533F4-3106-CD79-2060-5E0FE85C26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4" name="Line 471">
                <a:extLst>
                  <a:ext uri="{FF2B5EF4-FFF2-40B4-BE49-F238E27FC236}">
                    <a16:creationId xmlns:a16="http://schemas.microsoft.com/office/drawing/2014/main" id="{12E78B10-A260-78F8-94D9-C154ED8CF4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5" name="Line 472">
                <a:extLst>
                  <a:ext uri="{FF2B5EF4-FFF2-40B4-BE49-F238E27FC236}">
                    <a16:creationId xmlns:a16="http://schemas.microsoft.com/office/drawing/2014/main" id="{3283C650-43B0-9364-D4C3-47E79A6FD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6" name="Line 473">
                <a:extLst>
                  <a:ext uri="{FF2B5EF4-FFF2-40B4-BE49-F238E27FC236}">
                    <a16:creationId xmlns:a16="http://schemas.microsoft.com/office/drawing/2014/main" id="{4B39ED32-DA3A-27F3-5844-B78433B5F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7" name="Line 474">
                <a:extLst>
                  <a:ext uri="{FF2B5EF4-FFF2-40B4-BE49-F238E27FC236}">
                    <a16:creationId xmlns:a16="http://schemas.microsoft.com/office/drawing/2014/main" id="{F60A86F7-A53D-2A66-87DC-EFF815D136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8" name="Line 475">
                <a:extLst>
                  <a:ext uri="{FF2B5EF4-FFF2-40B4-BE49-F238E27FC236}">
                    <a16:creationId xmlns:a16="http://schemas.microsoft.com/office/drawing/2014/main" id="{14FD9024-5DF1-68BB-B0BD-08B15C7C2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9" name="Line 476">
                <a:extLst>
                  <a:ext uri="{FF2B5EF4-FFF2-40B4-BE49-F238E27FC236}">
                    <a16:creationId xmlns:a16="http://schemas.microsoft.com/office/drawing/2014/main" id="{7E9874CB-BFCC-61B6-250C-E558ACA68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0" name="Line 477">
                <a:extLst>
                  <a:ext uri="{FF2B5EF4-FFF2-40B4-BE49-F238E27FC236}">
                    <a16:creationId xmlns:a16="http://schemas.microsoft.com/office/drawing/2014/main" id="{A6BF2B69-5598-326E-7349-90C2D2FDF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1" name="Line 478">
                <a:extLst>
                  <a:ext uri="{FF2B5EF4-FFF2-40B4-BE49-F238E27FC236}">
                    <a16:creationId xmlns:a16="http://schemas.microsoft.com/office/drawing/2014/main" id="{A3892690-2B2C-98BD-667E-99DFA72738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2" name="Line 479">
                <a:extLst>
                  <a:ext uri="{FF2B5EF4-FFF2-40B4-BE49-F238E27FC236}">
                    <a16:creationId xmlns:a16="http://schemas.microsoft.com/office/drawing/2014/main" id="{B7A2BB93-F770-2177-7397-FF879C304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3" name="Line 480">
                <a:extLst>
                  <a:ext uri="{FF2B5EF4-FFF2-40B4-BE49-F238E27FC236}">
                    <a16:creationId xmlns:a16="http://schemas.microsoft.com/office/drawing/2014/main" id="{58684B70-3E8D-1C22-316A-EA77E6999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4" name="Line 481">
                <a:extLst>
                  <a:ext uri="{FF2B5EF4-FFF2-40B4-BE49-F238E27FC236}">
                    <a16:creationId xmlns:a16="http://schemas.microsoft.com/office/drawing/2014/main" id="{6A3FFCB1-8E1E-51E4-2A30-7C0F3543C7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5" name="Line 482">
                <a:extLst>
                  <a:ext uri="{FF2B5EF4-FFF2-40B4-BE49-F238E27FC236}">
                    <a16:creationId xmlns:a16="http://schemas.microsoft.com/office/drawing/2014/main" id="{0A38202F-6D64-0008-6EEF-FD0BF514F0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6" name="Line 483">
                <a:extLst>
                  <a:ext uri="{FF2B5EF4-FFF2-40B4-BE49-F238E27FC236}">
                    <a16:creationId xmlns:a16="http://schemas.microsoft.com/office/drawing/2014/main" id="{55902311-C21E-BD3D-A87E-17B07CD01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7" name="Line 484">
                <a:extLst>
                  <a:ext uri="{FF2B5EF4-FFF2-40B4-BE49-F238E27FC236}">
                    <a16:creationId xmlns:a16="http://schemas.microsoft.com/office/drawing/2014/main" id="{C0018911-6638-46D6-04B5-4940E2F0D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8" name="Line 485">
                <a:extLst>
                  <a:ext uri="{FF2B5EF4-FFF2-40B4-BE49-F238E27FC236}">
                    <a16:creationId xmlns:a16="http://schemas.microsoft.com/office/drawing/2014/main" id="{FB204290-0758-94E7-F999-728B4DAF2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9" name="Line 486">
                <a:extLst>
                  <a:ext uri="{FF2B5EF4-FFF2-40B4-BE49-F238E27FC236}">
                    <a16:creationId xmlns:a16="http://schemas.microsoft.com/office/drawing/2014/main" id="{6D9EF82D-C601-7BA3-F81D-06FD3C728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0" name="Line 487">
                <a:extLst>
                  <a:ext uri="{FF2B5EF4-FFF2-40B4-BE49-F238E27FC236}">
                    <a16:creationId xmlns:a16="http://schemas.microsoft.com/office/drawing/2014/main" id="{416A0089-F683-37C9-11B2-02E72DD0B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750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1" name="Line 488">
                <a:extLst>
                  <a:ext uri="{FF2B5EF4-FFF2-40B4-BE49-F238E27FC236}">
                    <a16:creationId xmlns:a16="http://schemas.microsoft.com/office/drawing/2014/main" id="{4D719948-816A-5FA8-CD3A-0C05FED0BC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2" name="Line 489">
                <a:extLst>
                  <a:ext uri="{FF2B5EF4-FFF2-40B4-BE49-F238E27FC236}">
                    <a16:creationId xmlns:a16="http://schemas.microsoft.com/office/drawing/2014/main" id="{E692A094-0C26-64FE-1422-DB838D305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3" name="Line 490">
                <a:extLst>
                  <a:ext uri="{FF2B5EF4-FFF2-40B4-BE49-F238E27FC236}">
                    <a16:creationId xmlns:a16="http://schemas.microsoft.com/office/drawing/2014/main" id="{44F07955-D30E-F6C8-49C2-68FF05629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4" name="Line 491">
                <a:extLst>
                  <a:ext uri="{FF2B5EF4-FFF2-40B4-BE49-F238E27FC236}">
                    <a16:creationId xmlns:a16="http://schemas.microsoft.com/office/drawing/2014/main" id="{B03F0FE9-E8BC-A15A-F5DF-051F40F84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5" name="Line 492">
                <a:extLst>
                  <a:ext uri="{FF2B5EF4-FFF2-40B4-BE49-F238E27FC236}">
                    <a16:creationId xmlns:a16="http://schemas.microsoft.com/office/drawing/2014/main" id="{F5B6255B-30D3-0D91-B847-DD0490845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6" name="Line 493">
                <a:extLst>
                  <a:ext uri="{FF2B5EF4-FFF2-40B4-BE49-F238E27FC236}">
                    <a16:creationId xmlns:a16="http://schemas.microsoft.com/office/drawing/2014/main" id="{8CBF4247-3616-6104-656D-7D46CE60F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7" name="Line 494">
                <a:extLst>
                  <a:ext uri="{FF2B5EF4-FFF2-40B4-BE49-F238E27FC236}">
                    <a16:creationId xmlns:a16="http://schemas.microsoft.com/office/drawing/2014/main" id="{9CEA59B7-7FB0-8532-5511-1B052E79E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8" name="Line 495">
                <a:extLst>
                  <a:ext uri="{FF2B5EF4-FFF2-40B4-BE49-F238E27FC236}">
                    <a16:creationId xmlns:a16="http://schemas.microsoft.com/office/drawing/2014/main" id="{6AB70350-46AF-1F3D-3099-25AA72F1A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9" name="Line 496">
                <a:extLst>
                  <a:ext uri="{FF2B5EF4-FFF2-40B4-BE49-F238E27FC236}">
                    <a16:creationId xmlns:a16="http://schemas.microsoft.com/office/drawing/2014/main" id="{A1F04890-9D85-FABA-6C3B-2925FB453A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0" name="Line 497">
                <a:extLst>
                  <a:ext uri="{FF2B5EF4-FFF2-40B4-BE49-F238E27FC236}">
                    <a16:creationId xmlns:a16="http://schemas.microsoft.com/office/drawing/2014/main" id="{224706E5-AB6A-CDC8-4922-9A134721B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1" name="Line 498">
                <a:extLst>
                  <a:ext uri="{FF2B5EF4-FFF2-40B4-BE49-F238E27FC236}">
                    <a16:creationId xmlns:a16="http://schemas.microsoft.com/office/drawing/2014/main" id="{5946FD61-1853-3F83-9C63-C8350D89C2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2" name="Line 499">
                <a:extLst>
                  <a:ext uri="{FF2B5EF4-FFF2-40B4-BE49-F238E27FC236}">
                    <a16:creationId xmlns:a16="http://schemas.microsoft.com/office/drawing/2014/main" id="{90FA6C26-7203-3368-D19F-9772346B5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3" name="Line 500">
                <a:extLst>
                  <a:ext uri="{FF2B5EF4-FFF2-40B4-BE49-F238E27FC236}">
                    <a16:creationId xmlns:a16="http://schemas.microsoft.com/office/drawing/2014/main" id="{A83A6580-EEA2-FF44-C5CB-D88DA2F558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4" name="Line 501">
                <a:extLst>
                  <a:ext uri="{FF2B5EF4-FFF2-40B4-BE49-F238E27FC236}">
                    <a16:creationId xmlns:a16="http://schemas.microsoft.com/office/drawing/2014/main" id="{39986000-C088-D834-6304-889C6136C8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5" name="Line 502">
                <a:extLst>
                  <a:ext uri="{FF2B5EF4-FFF2-40B4-BE49-F238E27FC236}">
                    <a16:creationId xmlns:a16="http://schemas.microsoft.com/office/drawing/2014/main" id="{A95947D4-5434-EF0B-E416-0C65CC3A2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750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6" name="Line 503">
                <a:extLst>
                  <a:ext uri="{FF2B5EF4-FFF2-40B4-BE49-F238E27FC236}">
                    <a16:creationId xmlns:a16="http://schemas.microsoft.com/office/drawing/2014/main" id="{758611BD-CE09-FB52-2EB4-FE41CB65F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7" name="Line 504">
                <a:extLst>
                  <a:ext uri="{FF2B5EF4-FFF2-40B4-BE49-F238E27FC236}">
                    <a16:creationId xmlns:a16="http://schemas.microsoft.com/office/drawing/2014/main" id="{385FF10C-7ADD-5B93-2292-3AB59B2F10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8" name="Line 505">
                <a:extLst>
                  <a:ext uri="{FF2B5EF4-FFF2-40B4-BE49-F238E27FC236}">
                    <a16:creationId xmlns:a16="http://schemas.microsoft.com/office/drawing/2014/main" id="{8F63ADBC-46EE-E321-8827-EC598F92D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9" name="Line 506">
                <a:extLst>
                  <a:ext uri="{FF2B5EF4-FFF2-40B4-BE49-F238E27FC236}">
                    <a16:creationId xmlns:a16="http://schemas.microsoft.com/office/drawing/2014/main" id="{7AA8282D-C1CA-702C-AFCD-A7A6B3901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0" name="Line 507">
                <a:extLst>
                  <a:ext uri="{FF2B5EF4-FFF2-40B4-BE49-F238E27FC236}">
                    <a16:creationId xmlns:a16="http://schemas.microsoft.com/office/drawing/2014/main" id="{C9EB7059-2F50-8062-AAC1-5A721CB26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1" name="Line 508">
                <a:extLst>
                  <a:ext uri="{FF2B5EF4-FFF2-40B4-BE49-F238E27FC236}">
                    <a16:creationId xmlns:a16="http://schemas.microsoft.com/office/drawing/2014/main" id="{78774885-FA0E-760F-4946-14A88986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2" name="Line 509">
                <a:extLst>
                  <a:ext uri="{FF2B5EF4-FFF2-40B4-BE49-F238E27FC236}">
                    <a16:creationId xmlns:a16="http://schemas.microsoft.com/office/drawing/2014/main" id="{B2E06BAC-B4BA-3F29-A057-B236C5343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3" name="Line 510">
                <a:extLst>
                  <a:ext uri="{FF2B5EF4-FFF2-40B4-BE49-F238E27FC236}">
                    <a16:creationId xmlns:a16="http://schemas.microsoft.com/office/drawing/2014/main" id="{5780A802-AAE8-50C2-A923-9A78F73DA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4" name="Line 511">
                <a:extLst>
                  <a:ext uri="{FF2B5EF4-FFF2-40B4-BE49-F238E27FC236}">
                    <a16:creationId xmlns:a16="http://schemas.microsoft.com/office/drawing/2014/main" id="{74A47CFD-8535-4931-0CBC-8DAD2DA7B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5" name="Line 512">
                <a:extLst>
                  <a:ext uri="{FF2B5EF4-FFF2-40B4-BE49-F238E27FC236}">
                    <a16:creationId xmlns:a16="http://schemas.microsoft.com/office/drawing/2014/main" id="{847B9C9B-4486-636F-1866-ACC0C58D9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6" name="Line 513">
                <a:extLst>
                  <a:ext uri="{FF2B5EF4-FFF2-40B4-BE49-F238E27FC236}">
                    <a16:creationId xmlns:a16="http://schemas.microsoft.com/office/drawing/2014/main" id="{DE98A0FD-2F7C-FEC5-1F04-52066C23E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7" name="Line 514">
                <a:extLst>
                  <a:ext uri="{FF2B5EF4-FFF2-40B4-BE49-F238E27FC236}">
                    <a16:creationId xmlns:a16="http://schemas.microsoft.com/office/drawing/2014/main" id="{EED07BC9-B134-A586-5892-6A797B301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8" name="Line 515">
                <a:extLst>
                  <a:ext uri="{FF2B5EF4-FFF2-40B4-BE49-F238E27FC236}">
                    <a16:creationId xmlns:a16="http://schemas.microsoft.com/office/drawing/2014/main" id="{5B12C546-A34E-F497-AF3B-8395749DFF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9" name="Line 516">
                <a:extLst>
                  <a:ext uri="{FF2B5EF4-FFF2-40B4-BE49-F238E27FC236}">
                    <a16:creationId xmlns:a16="http://schemas.microsoft.com/office/drawing/2014/main" id="{1C42B67E-CCB8-FF91-8955-55CF1B1D8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0" name="Line 517">
                <a:extLst>
                  <a:ext uri="{FF2B5EF4-FFF2-40B4-BE49-F238E27FC236}">
                    <a16:creationId xmlns:a16="http://schemas.microsoft.com/office/drawing/2014/main" id="{2EAAD89D-9F87-C26B-5C65-1715DF577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1" name="Line 518">
                <a:extLst>
                  <a:ext uri="{FF2B5EF4-FFF2-40B4-BE49-F238E27FC236}">
                    <a16:creationId xmlns:a16="http://schemas.microsoft.com/office/drawing/2014/main" id="{A1875068-AD66-F5C3-9F64-CDFA9DBA7E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2" name="Line 519">
                <a:extLst>
                  <a:ext uri="{FF2B5EF4-FFF2-40B4-BE49-F238E27FC236}">
                    <a16:creationId xmlns:a16="http://schemas.microsoft.com/office/drawing/2014/main" id="{F186CABD-F66D-B341-BE85-D97BD662A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3" name="Line 520">
                <a:extLst>
                  <a:ext uri="{FF2B5EF4-FFF2-40B4-BE49-F238E27FC236}">
                    <a16:creationId xmlns:a16="http://schemas.microsoft.com/office/drawing/2014/main" id="{4B10F5E0-F9E6-4866-3D3A-F7A8F6882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4" name="Line 521">
                <a:extLst>
                  <a:ext uri="{FF2B5EF4-FFF2-40B4-BE49-F238E27FC236}">
                    <a16:creationId xmlns:a16="http://schemas.microsoft.com/office/drawing/2014/main" id="{0D6E59CB-9A4E-6707-C0A6-08441AE8EA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5" name="Line 522">
                <a:extLst>
                  <a:ext uri="{FF2B5EF4-FFF2-40B4-BE49-F238E27FC236}">
                    <a16:creationId xmlns:a16="http://schemas.microsoft.com/office/drawing/2014/main" id="{33D0BEE7-F598-39E8-8A16-9596234361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6" name="Line 523">
                <a:extLst>
                  <a:ext uri="{FF2B5EF4-FFF2-40B4-BE49-F238E27FC236}">
                    <a16:creationId xmlns:a16="http://schemas.microsoft.com/office/drawing/2014/main" id="{EB6844F6-68FA-2102-1739-8D908916D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7" name="Line 524">
                <a:extLst>
                  <a:ext uri="{FF2B5EF4-FFF2-40B4-BE49-F238E27FC236}">
                    <a16:creationId xmlns:a16="http://schemas.microsoft.com/office/drawing/2014/main" id="{B78B1153-5FC7-D1F5-8832-9282D7133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8" name="Line 525">
                <a:extLst>
                  <a:ext uri="{FF2B5EF4-FFF2-40B4-BE49-F238E27FC236}">
                    <a16:creationId xmlns:a16="http://schemas.microsoft.com/office/drawing/2014/main" id="{7DBC0B3B-4CCC-B1E4-CF41-63D5389C7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9" name="Line 526">
                <a:extLst>
                  <a:ext uri="{FF2B5EF4-FFF2-40B4-BE49-F238E27FC236}">
                    <a16:creationId xmlns:a16="http://schemas.microsoft.com/office/drawing/2014/main" id="{DF41BEEB-2BE6-F19A-F46A-C0200F231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0" name="Line 527">
                <a:extLst>
                  <a:ext uri="{FF2B5EF4-FFF2-40B4-BE49-F238E27FC236}">
                    <a16:creationId xmlns:a16="http://schemas.microsoft.com/office/drawing/2014/main" id="{B76728BF-7FA5-CB4D-859C-254371A63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1" name="Line 528">
                <a:extLst>
                  <a:ext uri="{FF2B5EF4-FFF2-40B4-BE49-F238E27FC236}">
                    <a16:creationId xmlns:a16="http://schemas.microsoft.com/office/drawing/2014/main" id="{084F9AF3-9F5E-1B90-AB6C-DC45A49D8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2" name="Line 529">
                <a:extLst>
                  <a:ext uri="{FF2B5EF4-FFF2-40B4-BE49-F238E27FC236}">
                    <a16:creationId xmlns:a16="http://schemas.microsoft.com/office/drawing/2014/main" id="{1D0C40C8-9ACB-42B3-254C-F5B508B97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3" name="Line 530">
                <a:extLst>
                  <a:ext uri="{FF2B5EF4-FFF2-40B4-BE49-F238E27FC236}">
                    <a16:creationId xmlns:a16="http://schemas.microsoft.com/office/drawing/2014/main" id="{875F9ACD-B774-62AD-1033-A1CB7F88F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4" name="Line 531">
                <a:extLst>
                  <a:ext uri="{FF2B5EF4-FFF2-40B4-BE49-F238E27FC236}">
                    <a16:creationId xmlns:a16="http://schemas.microsoft.com/office/drawing/2014/main" id="{B3F3E9F3-227A-137F-C10F-4FE623D08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5" name="Line 532">
                <a:extLst>
                  <a:ext uri="{FF2B5EF4-FFF2-40B4-BE49-F238E27FC236}">
                    <a16:creationId xmlns:a16="http://schemas.microsoft.com/office/drawing/2014/main" id="{F7BEEBF2-25E0-56E3-FAEC-069EABAFB6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6" name="Line 533">
                <a:extLst>
                  <a:ext uri="{FF2B5EF4-FFF2-40B4-BE49-F238E27FC236}">
                    <a16:creationId xmlns:a16="http://schemas.microsoft.com/office/drawing/2014/main" id="{C08F6B64-EAE9-5248-B9F8-59F1B96A3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7" name="Line 534">
                <a:extLst>
                  <a:ext uri="{FF2B5EF4-FFF2-40B4-BE49-F238E27FC236}">
                    <a16:creationId xmlns:a16="http://schemas.microsoft.com/office/drawing/2014/main" id="{117A4E41-8A7E-2745-3DC7-80A213947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8" name="Line 535">
                <a:extLst>
                  <a:ext uri="{FF2B5EF4-FFF2-40B4-BE49-F238E27FC236}">
                    <a16:creationId xmlns:a16="http://schemas.microsoft.com/office/drawing/2014/main" id="{7CAE7534-1B05-D65D-FD2E-D57439966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9" name="Line 536">
                <a:extLst>
                  <a:ext uri="{FF2B5EF4-FFF2-40B4-BE49-F238E27FC236}">
                    <a16:creationId xmlns:a16="http://schemas.microsoft.com/office/drawing/2014/main" id="{260DAF26-4A11-E2AC-38E0-7998BC4B3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0" name="Line 537">
                <a:extLst>
                  <a:ext uri="{FF2B5EF4-FFF2-40B4-BE49-F238E27FC236}">
                    <a16:creationId xmlns:a16="http://schemas.microsoft.com/office/drawing/2014/main" id="{FD54C97B-DC07-3AE3-7DD4-23A10B498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1" name="Line 538">
                <a:extLst>
                  <a:ext uri="{FF2B5EF4-FFF2-40B4-BE49-F238E27FC236}">
                    <a16:creationId xmlns:a16="http://schemas.microsoft.com/office/drawing/2014/main" id="{7C3B7D9A-8B52-1D58-C69C-2F7238FEE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2" name="Line 539">
                <a:extLst>
                  <a:ext uri="{FF2B5EF4-FFF2-40B4-BE49-F238E27FC236}">
                    <a16:creationId xmlns:a16="http://schemas.microsoft.com/office/drawing/2014/main" id="{2E0BB87A-09CA-5BE7-D1C9-E52F5452C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3" name="Line 540">
                <a:extLst>
                  <a:ext uri="{FF2B5EF4-FFF2-40B4-BE49-F238E27FC236}">
                    <a16:creationId xmlns:a16="http://schemas.microsoft.com/office/drawing/2014/main" id="{062EC9A0-C609-D16D-49FF-1F4420411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4" name="Line 541">
                <a:extLst>
                  <a:ext uri="{FF2B5EF4-FFF2-40B4-BE49-F238E27FC236}">
                    <a16:creationId xmlns:a16="http://schemas.microsoft.com/office/drawing/2014/main" id="{FC980E11-0AAD-49B8-5B74-EF6CF620E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5" name="Line 542">
                <a:extLst>
                  <a:ext uri="{FF2B5EF4-FFF2-40B4-BE49-F238E27FC236}">
                    <a16:creationId xmlns:a16="http://schemas.microsoft.com/office/drawing/2014/main" id="{0C49C821-EA40-8A87-7DDA-EBE8FA487D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6" name="Line 543">
                <a:extLst>
                  <a:ext uri="{FF2B5EF4-FFF2-40B4-BE49-F238E27FC236}">
                    <a16:creationId xmlns:a16="http://schemas.microsoft.com/office/drawing/2014/main" id="{68FF20CB-7AE4-3DB7-178C-581FCF3C6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7" name="Line 544">
                <a:extLst>
                  <a:ext uri="{FF2B5EF4-FFF2-40B4-BE49-F238E27FC236}">
                    <a16:creationId xmlns:a16="http://schemas.microsoft.com/office/drawing/2014/main" id="{28E215CC-F1E1-6CE3-4303-524C5BB3C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8" name="Line 545">
                <a:extLst>
                  <a:ext uri="{FF2B5EF4-FFF2-40B4-BE49-F238E27FC236}">
                    <a16:creationId xmlns:a16="http://schemas.microsoft.com/office/drawing/2014/main" id="{7798A9E0-4122-FD6E-FB8E-702307FCF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9" name="Line 546">
                <a:extLst>
                  <a:ext uri="{FF2B5EF4-FFF2-40B4-BE49-F238E27FC236}">
                    <a16:creationId xmlns:a16="http://schemas.microsoft.com/office/drawing/2014/main" id="{F66F59C3-9AD8-0E21-C40C-B89D50421C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0" name="Line 547">
                <a:extLst>
                  <a:ext uri="{FF2B5EF4-FFF2-40B4-BE49-F238E27FC236}">
                    <a16:creationId xmlns:a16="http://schemas.microsoft.com/office/drawing/2014/main" id="{14DFE97C-BF16-5CD7-E58C-AD758147B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1" name="Line 548">
                <a:extLst>
                  <a:ext uri="{FF2B5EF4-FFF2-40B4-BE49-F238E27FC236}">
                    <a16:creationId xmlns:a16="http://schemas.microsoft.com/office/drawing/2014/main" id="{3CCAF237-7B35-98CD-984E-65F74EFA3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2" name="Line 549">
                <a:extLst>
                  <a:ext uri="{FF2B5EF4-FFF2-40B4-BE49-F238E27FC236}">
                    <a16:creationId xmlns:a16="http://schemas.microsoft.com/office/drawing/2014/main" id="{E51E8F85-BDF2-30E1-4B83-564898DA04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3" name="Line 550">
                <a:extLst>
                  <a:ext uri="{FF2B5EF4-FFF2-40B4-BE49-F238E27FC236}">
                    <a16:creationId xmlns:a16="http://schemas.microsoft.com/office/drawing/2014/main" id="{393950D8-0AFE-520C-9F9B-D994B3D28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4" name="Line 551">
                <a:extLst>
                  <a:ext uri="{FF2B5EF4-FFF2-40B4-BE49-F238E27FC236}">
                    <a16:creationId xmlns:a16="http://schemas.microsoft.com/office/drawing/2014/main" id="{C782EA07-E91E-7834-114F-7B9895784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5" name="Line 552">
                <a:extLst>
                  <a:ext uri="{FF2B5EF4-FFF2-40B4-BE49-F238E27FC236}">
                    <a16:creationId xmlns:a16="http://schemas.microsoft.com/office/drawing/2014/main" id="{A41C9C5B-DF04-C19C-5B05-71BC98DFA0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6" name="Line 553">
                <a:extLst>
                  <a:ext uri="{FF2B5EF4-FFF2-40B4-BE49-F238E27FC236}">
                    <a16:creationId xmlns:a16="http://schemas.microsoft.com/office/drawing/2014/main" id="{7296382A-A491-388E-0418-44119F90D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7" name="Line 554">
                <a:extLst>
                  <a:ext uri="{FF2B5EF4-FFF2-40B4-BE49-F238E27FC236}">
                    <a16:creationId xmlns:a16="http://schemas.microsoft.com/office/drawing/2014/main" id="{6E2AEE35-FDC3-3579-32E7-0378D0080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8" name="Line 555">
                <a:extLst>
                  <a:ext uri="{FF2B5EF4-FFF2-40B4-BE49-F238E27FC236}">
                    <a16:creationId xmlns:a16="http://schemas.microsoft.com/office/drawing/2014/main" id="{FEBFFCF5-FB49-5EF0-3B23-F509594CE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9" name="Line 556">
                <a:extLst>
                  <a:ext uri="{FF2B5EF4-FFF2-40B4-BE49-F238E27FC236}">
                    <a16:creationId xmlns:a16="http://schemas.microsoft.com/office/drawing/2014/main" id="{97EC9F40-F566-50EB-8F04-5AF7296B6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0" name="Line 557">
                <a:extLst>
                  <a:ext uri="{FF2B5EF4-FFF2-40B4-BE49-F238E27FC236}">
                    <a16:creationId xmlns:a16="http://schemas.microsoft.com/office/drawing/2014/main" id="{76F3408F-1B49-A7DE-8372-A34E80C34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1" name="Line 558">
                <a:extLst>
                  <a:ext uri="{FF2B5EF4-FFF2-40B4-BE49-F238E27FC236}">
                    <a16:creationId xmlns:a16="http://schemas.microsoft.com/office/drawing/2014/main" id="{66BAA251-F968-A524-7BAA-68966B553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2" name="Line 559">
                <a:extLst>
                  <a:ext uri="{FF2B5EF4-FFF2-40B4-BE49-F238E27FC236}">
                    <a16:creationId xmlns:a16="http://schemas.microsoft.com/office/drawing/2014/main" id="{BCF6DEF9-0FBD-3420-DBF1-67AB33CFA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3" name="Line 560">
                <a:extLst>
                  <a:ext uri="{FF2B5EF4-FFF2-40B4-BE49-F238E27FC236}">
                    <a16:creationId xmlns:a16="http://schemas.microsoft.com/office/drawing/2014/main" id="{B7F1509B-94E0-5B1C-E02D-AF32CFA39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4" name="Line 561">
                <a:extLst>
                  <a:ext uri="{FF2B5EF4-FFF2-40B4-BE49-F238E27FC236}">
                    <a16:creationId xmlns:a16="http://schemas.microsoft.com/office/drawing/2014/main" id="{3B427C3C-3675-CA51-E29E-553BE19EF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5" name="Line 562">
                <a:extLst>
                  <a:ext uri="{FF2B5EF4-FFF2-40B4-BE49-F238E27FC236}">
                    <a16:creationId xmlns:a16="http://schemas.microsoft.com/office/drawing/2014/main" id="{A5C24C05-D899-AFC2-5F75-5926465D3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6" name="Line 563">
                <a:extLst>
                  <a:ext uri="{FF2B5EF4-FFF2-40B4-BE49-F238E27FC236}">
                    <a16:creationId xmlns:a16="http://schemas.microsoft.com/office/drawing/2014/main" id="{C177E0EA-1A51-2FF5-9082-BAD667D66E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7" name="Line 564">
                <a:extLst>
                  <a:ext uri="{FF2B5EF4-FFF2-40B4-BE49-F238E27FC236}">
                    <a16:creationId xmlns:a16="http://schemas.microsoft.com/office/drawing/2014/main" id="{9337DBCC-D666-1032-FF88-245E49EAD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8" name="Line 565">
                <a:extLst>
                  <a:ext uri="{FF2B5EF4-FFF2-40B4-BE49-F238E27FC236}">
                    <a16:creationId xmlns:a16="http://schemas.microsoft.com/office/drawing/2014/main" id="{63602B24-4998-ECE2-9A9F-F95DE4803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9" name="Line 566">
                <a:extLst>
                  <a:ext uri="{FF2B5EF4-FFF2-40B4-BE49-F238E27FC236}">
                    <a16:creationId xmlns:a16="http://schemas.microsoft.com/office/drawing/2014/main" id="{5649024D-25A9-B74C-6038-8A8CA0220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0" name="Line 567">
                <a:extLst>
                  <a:ext uri="{FF2B5EF4-FFF2-40B4-BE49-F238E27FC236}">
                    <a16:creationId xmlns:a16="http://schemas.microsoft.com/office/drawing/2014/main" id="{850BB18D-A0E4-6DC3-6201-FAB0B63FB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1" name="Line 568">
                <a:extLst>
                  <a:ext uri="{FF2B5EF4-FFF2-40B4-BE49-F238E27FC236}">
                    <a16:creationId xmlns:a16="http://schemas.microsoft.com/office/drawing/2014/main" id="{9F677335-98D2-323C-DF89-40CFA5E7D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2" name="Line 569">
                <a:extLst>
                  <a:ext uri="{FF2B5EF4-FFF2-40B4-BE49-F238E27FC236}">
                    <a16:creationId xmlns:a16="http://schemas.microsoft.com/office/drawing/2014/main" id="{505CADE1-EDFE-D092-2D8A-1E1D8DF7B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3" name="Line 570">
                <a:extLst>
                  <a:ext uri="{FF2B5EF4-FFF2-40B4-BE49-F238E27FC236}">
                    <a16:creationId xmlns:a16="http://schemas.microsoft.com/office/drawing/2014/main" id="{BFA35234-2E90-12C4-A78F-722EE0DC0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4" name="Line 571">
                <a:extLst>
                  <a:ext uri="{FF2B5EF4-FFF2-40B4-BE49-F238E27FC236}">
                    <a16:creationId xmlns:a16="http://schemas.microsoft.com/office/drawing/2014/main" id="{E465A346-F4FE-F916-7851-59EED4C4F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5" name="Line 572">
                <a:extLst>
                  <a:ext uri="{FF2B5EF4-FFF2-40B4-BE49-F238E27FC236}">
                    <a16:creationId xmlns:a16="http://schemas.microsoft.com/office/drawing/2014/main" id="{49B22E83-0C5D-F531-2471-1A517DE95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6" name="Line 573">
                <a:extLst>
                  <a:ext uri="{FF2B5EF4-FFF2-40B4-BE49-F238E27FC236}">
                    <a16:creationId xmlns:a16="http://schemas.microsoft.com/office/drawing/2014/main" id="{C8436072-A751-5487-CB6B-23C507E60C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7" name="Line 574">
                <a:extLst>
                  <a:ext uri="{FF2B5EF4-FFF2-40B4-BE49-F238E27FC236}">
                    <a16:creationId xmlns:a16="http://schemas.microsoft.com/office/drawing/2014/main" id="{54470E19-F97D-747F-A271-5849E380BE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8" name="Line 575">
                <a:extLst>
                  <a:ext uri="{FF2B5EF4-FFF2-40B4-BE49-F238E27FC236}">
                    <a16:creationId xmlns:a16="http://schemas.microsoft.com/office/drawing/2014/main" id="{305AA035-024F-2A98-A912-125758B8E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9" name="Line 576">
                <a:extLst>
                  <a:ext uri="{FF2B5EF4-FFF2-40B4-BE49-F238E27FC236}">
                    <a16:creationId xmlns:a16="http://schemas.microsoft.com/office/drawing/2014/main" id="{1155A5AD-0D37-2F0C-F862-3AE5BE164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0" name="Line 577">
                <a:extLst>
                  <a:ext uri="{FF2B5EF4-FFF2-40B4-BE49-F238E27FC236}">
                    <a16:creationId xmlns:a16="http://schemas.microsoft.com/office/drawing/2014/main" id="{789F0B04-0C3A-2B48-05D7-A8CE2105E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1" name="Line 578">
                <a:extLst>
                  <a:ext uri="{FF2B5EF4-FFF2-40B4-BE49-F238E27FC236}">
                    <a16:creationId xmlns:a16="http://schemas.microsoft.com/office/drawing/2014/main" id="{B9063806-43EE-0C4A-3DBB-3F395FD15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2" name="Line 579">
                <a:extLst>
                  <a:ext uri="{FF2B5EF4-FFF2-40B4-BE49-F238E27FC236}">
                    <a16:creationId xmlns:a16="http://schemas.microsoft.com/office/drawing/2014/main" id="{00E0A668-610D-0404-8BD6-4A203D9CA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3" name="Line 580">
                <a:extLst>
                  <a:ext uri="{FF2B5EF4-FFF2-40B4-BE49-F238E27FC236}">
                    <a16:creationId xmlns:a16="http://schemas.microsoft.com/office/drawing/2014/main" id="{B2832B9C-6689-417B-A91C-65A599330D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4" name="Line 581">
                <a:extLst>
                  <a:ext uri="{FF2B5EF4-FFF2-40B4-BE49-F238E27FC236}">
                    <a16:creationId xmlns:a16="http://schemas.microsoft.com/office/drawing/2014/main" id="{C3497314-0E2D-7E81-430B-767F5E731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5" name="Line 582">
                <a:extLst>
                  <a:ext uri="{FF2B5EF4-FFF2-40B4-BE49-F238E27FC236}">
                    <a16:creationId xmlns:a16="http://schemas.microsoft.com/office/drawing/2014/main" id="{45E1D6F3-C972-0B86-CAC1-0B62C9270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6" name="Line 583">
                <a:extLst>
                  <a:ext uri="{FF2B5EF4-FFF2-40B4-BE49-F238E27FC236}">
                    <a16:creationId xmlns:a16="http://schemas.microsoft.com/office/drawing/2014/main" id="{AD3B1DD0-D11E-B5FA-239F-9DF915C9B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7" name="Line 584">
                <a:extLst>
                  <a:ext uri="{FF2B5EF4-FFF2-40B4-BE49-F238E27FC236}">
                    <a16:creationId xmlns:a16="http://schemas.microsoft.com/office/drawing/2014/main" id="{5C3020F4-FA14-EBFE-4FA0-00A95BC39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8" name="Line 585">
                <a:extLst>
                  <a:ext uri="{FF2B5EF4-FFF2-40B4-BE49-F238E27FC236}">
                    <a16:creationId xmlns:a16="http://schemas.microsoft.com/office/drawing/2014/main" id="{BFB2EDA4-0C82-296C-53B5-2423A7A65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9" name="Line 586">
                <a:extLst>
                  <a:ext uri="{FF2B5EF4-FFF2-40B4-BE49-F238E27FC236}">
                    <a16:creationId xmlns:a16="http://schemas.microsoft.com/office/drawing/2014/main" id="{D3E6BDDD-5A6C-07E5-2981-90EC7A54D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0" name="Line 587">
                <a:extLst>
                  <a:ext uri="{FF2B5EF4-FFF2-40B4-BE49-F238E27FC236}">
                    <a16:creationId xmlns:a16="http://schemas.microsoft.com/office/drawing/2014/main" id="{5B2D4109-8FDC-7223-1FBF-4EF133E5F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1" name="Line 588">
                <a:extLst>
                  <a:ext uri="{FF2B5EF4-FFF2-40B4-BE49-F238E27FC236}">
                    <a16:creationId xmlns:a16="http://schemas.microsoft.com/office/drawing/2014/main" id="{B70671F1-9A4B-B33B-89F2-B0848E7C2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2" name="Line 589">
                <a:extLst>
                  <a:ext uri="{FF2B5EF4-FFF2-40B4-BE49-F238E27FC236}">
                    <a16:creationId xmlns:a16="http://schemas.microsoft.com/office/drawing/2014/main" id="{01DE7790-7C53-AA9E-6605-82F4347D6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3" name="Line 590">
                <a:extLst>
                  <a:ext uri="{FF2B5EF4-FFF2-40B4-BE49-F238E27FC236}">
                    <a16:creationId xmlns:a16="http://schemas.microsoft.com/office/drawing/2014/main" id="{CB4C4F1E-470F-9181-3998-9462B5917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4" name="Line 591">
                <a:extLst>
                  <a:ext uri="{FF2B5EF4-FFF2-40B4-BE49-F238E27FC236}">
                    <a16:creationId xmlns:a16="http://schemas.microsoft.com/office/drawing/2014/main" id="{476AD65B-1567-52FE-7B26-809008E88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9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5" name="Line 592">
                <a:extLst>
                  <a:ext uri="{FF2B5EF4-FFF2-40B4-BE49-F238E27FC236}">
                    <a16:creationId xmlns:a16="http://schemas.microsoft.com/office/drawing/2014/main" id="{34E7F919-BD14-D44F-A1D4-90AF83FFD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2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6" name="Line 593">
                <a:extLst>
                  <a:ext uri="{FF2B5EF4-FFF2-40B4-BE49-F238E27FC236}">
                    <a16:creationId xmlns:a16="http://schemas.microsoft.com/office/drawing/2014/main" id="{DD636BCD-29CF-A889-C598-FD7EC0612E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35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7" name="Line 594">
                <a:extLst>
                  <a:ext uri="{FF2B5EF4-FFF2-40B4-BE49-F238E27FC236}">
                    <a16:creationId xmlns:a16="http://schemas.microsoft.com/office/drawing/2014/main" id="{9E9FA630-9DBF-3AAE-AF3A-F7CA456EC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8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8" name="Line 595">
                <a:extLst>
                  <a:ext uri="{FF2B5EF4-FFF2-40B4-BE49-F238E27FC236}">
                    <a16:creationId xmlns:a16="http://schemas.microsoft.com/office/drawing/2014/main" id="{74421C75-7590-4B0B-D9AB-26AAE5DB6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1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9" name="Line 596">
                <a:extLst>
                  <a:ext uri="{FF2B5EF4-FFF2-40B4-BE49-F238E27FC236}">
                    <a16:creationId xmlns:a16="http://schemas.microsoft.com/office/drawing/2014/main" id="{DBA4FFAF-C581-E5F6-602D-66E25E3C4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4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0" name="Line 597">
                <a:extLst>
                  <a:ext uri="{FF2B5EF4-FFF2-40B4-BE49-F238E27FC236}">
                    <a16:creationId xmlns:a16="http://schemas.microsoft.com/office/drawing/2014/main" id="{1C3D29BC-6C60-362A-C24A-EC28BB5ED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1" name="Line 598">
                <a:extLst>
                  <a:ext uri="{FF2B5EF4-FFF2-40B4-BE49-F238E27FC236}">
                    <a16:creationId xmlns:a16="http://schemas.microsoft.com/office/drawing/2014/main" id="{5EEF69EB-A15E-F10C-4595-796EEAA55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0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2" name="Line 599">
                <a:extLst>
                  <a:ext uri="{FF2B5EF4-FFF2-40B4-BE49-F238E27FC236}">
                    <a16:creationId xmlns:a16="http://schemas.microsoft.com/office/drawing/2014/main" id="{A35858AE-634D-826B-D054-1F61639FC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3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3" name="Line 600">
                <a:extLst>
                  <a:ext uri="{FF2B5EF4-FFF2-40B4-BE49-F238E27FC236}">
                    <a16:creationId xmlns:a16="http://schemas.microsoft.com/office/drawing/2014/main" id="{27AF761C-6AF9-CE89-B06C-1210D0641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6" y="2678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4" name="Line 601">
                <a:extLst>
                  <a:ext uri="{FF2B5EF4-FFF2-40B4-BE49-F238E27FC236}">
                    <a16:creationId xmlns:a16="http://schemas.microsoft.com/office/drawing/2014/main" id="{A74BF9C6-4DA5-47AB-8F97-43388FAAA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5" name="Line 602">
                <a:extLst>
                  <a:ext uri="{FF2B5EF4-FFF2-40B4-BE49-F238E27FC236}">
                    <a16:creationId xmlns:a16="http://schemas.microsoft.com/office/drawing/2014/main" id="{4E734EDF-CB48-7A48-9320-F57C267B0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6" name="Line 603">
                <a:extLst>
                  <a:ext uri="{FF2B5EF4-FFF2-40B4-BE49-F238E27FC236}">
                    <a16:creationId xmlns:a16="http://schemas.microsoft.com/office/drawing/2014/main" id="{1925BC5B-E629-D7EE-76F7-25089F1C7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7" name="Line 604">
                <a:extLst>
                  <a:ext uri="{FF2B5EF4-FFF2-40B4-BE49-F238E27FC236}">
                    <a16:creationId xmlns:a16="http://schemas.microsoft.com/office/drawing/2014/main" id="{204337FC-90FC-03BB-E683-190CD1F591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8" name="Line 605">
                <a:extLst>
                  <a:ext uri="{FF2B5EF4-FFF2-40B4-BE49-F238E27FC236}">
                    <a16:creationId xmlns:a16="http://schemas.microsoft.com/office/drawing/2014/main" id="{DFA35BD5-9AAE-F3B3-0A98-22B6D4B5FC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9" name="Line 606">
                <a:extLst>
                  <a:ext uri="{FF2B5EF4-FFF2-40B4-BE49-F238E27FC236}">
                    <a16:creationId xmlns:a16="http://schemas.microsoft.com/office/drawing/2014/main" id="{A9A2908F-816D-4045-658F-75A67258F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5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0" name="Line 607">
                <a:extLst>
                  <a:ext uri="{FF2B5EF4-FFF2-40B4-BE49-F238E27FC236}">
                    <a16:creationId xmlns:a16="http://schemas.microsoft.com/office/drawing/2014/main" id="{96D89786-12F5-8CC2-400F-CF6AA8723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8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1" name="Line 608">
                <a:extLst>
                  <a:ext uri="{FF2B5EF4-FFF2-40B4-BE49-F238E27FC236}">
                    <a16:creationId xmlns:a16="http://schemas.microsoft.com/office/drawing/2014/main" id="{14DB6DBB-0FCF-B419-DC89-AB7482473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1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2" name="Line 609">
                <a:extLst>
                  <a:ext uri="{FF2B5EF4-FFF2-40B4-BE49-F238E27FC236}">
                    <a16:creationId xmlns:a16="http://schemas.microsoft.com/office/drawing/2014/main" id="{5FACD29D-1205-9550-4B29-E9AD6AA89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4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3" name="Line 610">
                <a:extLst>
                  <a:ext uri="{FF2B5EF4-FFF2-40B4-BE49-F238E27FC236}">
                    <a16:creationId xmlns:a16="http://schemas.microsoft.com/office/drawing/2014/main" id="{7469739F-37DC-A3F5-1111-40943F6E9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7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4" name="Line 611">
                <a:extLst>
                  <a:ext uri="{FF2B5EF4-FFF2-40B4-BE49-F238E27FC236}">
                    <a16:creationId xmlns:a16="http://schemas.microsoft.com/office/drawing/2014/main" id="{0C249A76-8DB3-C2B1-77D2-68CFD538F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5" name="Line 612">
                <a:extLst>
                  <a:ext uri="{FF2B5EF4-FFF2-40B4-BE49-F238E27FC236}">
                    <a16:creationId xmlns:a16="http://schemas.microsoft.com/office/drawing/2014/main" id="{741778F0-E9DF-6F22-A443-6A8AC0B07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3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6" name="Line 613">
                <a:extLst>
                  <a:ext uri="{FF2B5EF4-FFF2-40B4-BE49-F238E27FC236}">
                    <a16:creationId xmlns:a16="http://schemas.microsoft.com/office/drawing/2014/main" id="{6B5E5461-D058-4248-3BC7-0673813EB8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6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7" name="Line 614">
                <a:extLst>
                  <a:ext uri="{FF2B5EF4-FFF2-40B4-BE49-F238E27FC236}">
                    <a16:creationId xmlns:a16="http://schemas.microsoft.com/office/drawing/2014/main" id="{35219005-69FC-DC0B-D4FC-437DA0B574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9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8" name="Line 615">
                <a:extLst>
                  <a:ext uri="{FF2B5EF4-FFF2-40B4-BE49-F238E27FC236}">
                    <a16:creationId xmlns:a16="http://schemas.microsoft.com/office/drawing/2014/main" id="{A6C4F39E-9CB8-4C3E-1081-D5CE3924B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2" y="2678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9" name="Line 616">
                <a:extLst>
                  <a:ext uri="{FF2B5EF4-FFF2-40B4-BE49-F238E27FC236}">
                    <a16:creationId xmlns:a16="http://schemas.microsoft.com/office/drawing/2014/main" id="{D58D99A2-EEF0-31CA-58E3-971B1B12B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0" name="Line 617">
                <a:extLst>
                  <a:ext uri="{FF2B5EF4-FFF2-40B4-BE49-F238E27FC236}">
                    <a16:creationId xmlns:a16="http://schemas.microsoft.com/office/drawing/2014/main" id="{74590C7C-4E54-DF18-BC4F-8C48875CB5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1" name="Line 618">
                <a:extLst>
                  <a:ext uri="{FF2B5EF4-FFF2-40B4-BE49-F238E27FC236}">
                    <a16:creationId xmlns:a16="http://schemas.microsoft.com/office/drawing/2014/main" id="{AFCFAAFF-934F-EA25-D8BA-080FD9871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2" name="Line 619">
                <a:extLst>
                  <a:ext uri="{FF2B5EF4-FFF2-40B4-BE49-F238E27FC236}">
                    <a16:creationId xmlns:a16="http://schemas.microsoft.com/office/drawing/2014/main" id="{51E840D6-C9B1-926C-9383-BC665C119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3" name="Line 620">
                <a:extLst>
                  <a:ext uri="{FF2B5EF4-FFF2-40B4-BE49-F238E27FC236}">
                    <a16:creationId xmlns:a16="http://schemas.microsoft.com/office/drawing/2014/main" id="{DBA66DD1-81A0-B78F-53E3-FB72DC33E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5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4" name="Line 621">
                <a:extLst>
                  <a:ext uri="{FF2B5EF4-FFF2-40B4-BE49-F238E27FC236}">
                    <a16:creationId xmlns:a16="http://schemas.microsoft.com/office/drawing/2014/main" id="{08A30800-01F6-F92B-2AE3-FE7EBCC83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8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5" name="Line 622">
                <a:extLst>
                  <a:ext uri="{FF2B5EF4-FFF2-40B4-BE49-F238E27FC236}">
                    <a16:creationId xmlns:a16="http://schemas.microsoft.com/office/drawing/2014/main" id="{FE73F8A2-914E-06C7-094F-F5F920240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1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6" name="Line 623">
                <a:extLst>
                  <a:ext uri="{FF2B5EF4-FFF2-40B4-BE49-F238E27FC236}">
                    <a16:creationId xmlns:a16="http://schemas.microsoft.com/office/drawing/2014/main" id="{3FC82D48-E67D-5F51-84CF-A833CA8896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4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7" name="Line 624">
                <a:extLst>
                  <a:ext uri="{FF2B5EF4-FFF2-40B4-BE49-F238E27FC236}">
                    <a16:creationId xmlns:a16="http://schemas.microsoft.com/office/drawing/2014/main" id="{F1D5E3D6-4F1C-6A3C-5F82-8C57DEB10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7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8" name="Line 625">
                <a:extLst>
                  <a:ext uri="{FF2B5EF4-FFF2-40B4-BE49-F238E27FC236}">
                    <a16:creationId xmlns:a16="http://schemas.microsoft.com/office/drawing/2014/main" id="{B94BB298-29E1-6A3C-ECD2-A3ECB9729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0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9" name="Line 626">
                <a:extLst>
                  <a:ext uri="{FF2B5EF4-FFF2-40B4-BE49-F238E27FC236}">
                    <a16:creationId xmlns:a16="http://schemas.microsoft.com/office/drawing/2014/main" id="{3B0087EE-8DA9-7A9F-42BD-81198E65C8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3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0" name="Line 627">
                <a:extLst>
                  <a:ext uri="{FF2B5EF4-FFF2-40B4-BE49-F238E27FC236}">
                    <a16:creationId xmlns:a16="http://schemas.microsoft.com/office/drawing/2014/main" id="{8326782F-4D09-7F00-CB39-7224BF0B5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1" name="Line 628">
                <a:extLst>
                  <a:ext uri="{FF2B5EF4-FFF2-40B4-BE49-F238E27FC236}">
                    <a16:creationId xmlns:a16="http://schemas.microsoft.com/office/drawing/2014/main" id="{20AD7160-0274-905B-BEA4-6847502BB3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9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2" name="Line 629">
                <a:extLst>
                  <a:ext uri="{FF2B5EF4-FFF2-40B4-BE49-F238E27FC236}">
                    <a16:creationId xmlns:a16="http://schemas.microsoft.com/office/drawing/2014/main" id="{DF6F3143-DF18-B139-09B4-051119B6B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3" name="Line 630">
                <a:extLst>
                  <a:ext uri="{FF2B5EF4-FFF2-40B4-BE49-F238E27FC236}">
                    <a16:creationId xmlns:a16="http://schemas.microsoft.com/office/drawing/2014/main" id="{F74C6E76-B27E-4C7C-5831-CCD852949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6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4" name="Line 631">
                <a:extLst>
                  <a:ext uri="{FF2B5EF4-FFF2-40B4-BE49-F238E27FC236}">
                    <a16:creationId xmlns:a16="http://schemas.microsoft.com/office/drawing/2014/main" id="{1A313CB6-64BD-C03F-1C70-2BA7F6646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9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5" name="Line 632">
                <a:extLst>
                  <a:ext uri="{FF2B5EF4-FFF2-40B4-BE49-F238E27FC236}">
                    <a16:creationId xmlns:a16="http://schemas.microsoft.com/office/drawing/2014/main" id="{D136F145-47BB-BD08-90C3-8E7E611A1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2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6" name="Line 633">
                <a:extLst>
                  <a:ext uri="{FF2B5EF4-FFF2-40B4-BE49-F238E27FC236}">
                    <a16:creationId xmlns:a16="http://schemas.microsoft.com/office/drawing/2014/main" id="{547B256F-E2D3-CECA-8DEA-171BF3254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5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7" name="Line 634">
                <a:extLst>
                  <a:ext uri="{FF2B5EF4-FFF2-40B4-BE49-F238E27FC236}">
                    <a16:creationId xmlns:a16="http://schemas.microsoft.com/office/drawing/2014/main" id="{594BCEF0-7509-8503-E53F-0BD5DC5BF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8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8" name="Line 635">
                <a:extLst>
                  <a:ext uri="{FF2B5EF4-FFF2-40B4-BE49-F238E27FC236}">
                    <a16:creationId xmlns:a16="http://schemas.microsoft.com/office/drawing/2014/main" id="{804805C8-DF09-86B7-3E56-C69CA154C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1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9" name="Line 636">
                <a:extLst>
                  <a:ext uri="{FF2B5EF4-FFF2-40B4-BE49-F238E27FC236}">
                    <a16:creationId xmlns:a16="http://schemas.microsoft.com/office/drawing/2014/main" id="{CEC030E5-C310-A0B9-654D-A4188B874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4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0" name="Line 637">
                <a:extLst>
                  <a:ext uri="{FF2B5EF4-FFF2-40B4-BE49-F238E27FC236}">
                    <a16:creationId xmlns:a16="http://schemas.microsoft.com/office/drawing/2014/main" id="{C38999B6-20C5-D925-5076-FE109C28A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7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1" name="Line 638">
                <a:extLst>
                  <a:ext uri="{FF2B5EF4-FFF2-40B4-BE49-F238E27FC236}">
                    <a16:creationId xmlns:a16="http://schemas.microsoft.com/office/drawing/2014/main" id="{C3A7F7DC-5847-66E0-3AEF-BAD85AD56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0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2" name="Line 639">
                <a:extLst>
                  <a:ext uri="{FF2B5EF4-FFF2-40B4-BE49-F238E27FC236}">
                    <a16:creationId xmlns:a16="http://schemas.microsoft.com/office/drawing/2014/main" id="{B9E91696-B805-25C4-E364-F85800D23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3" name="Line 640">
                <a:extLst>
                  <a:ext uri="{FF2B5EF4-FFF2-40B4-BE49-F238E27FC236}">
                    <a16:creationId xmlns:a16="http://schemas.microsoft.com/office/drawing/2014/main" id="{81AF98AE-B634-1B57-949B-C271D5D75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6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4" name="Line 641">
                <a:extLst>
                  <a:ext uri="{FF2B5EF4-FFF2-40B4-BE49-F238E27FC236}">
                    <a16:creationId xmlns:a16="http://schemas.microsoft.com/office/drawing/2014/main" id="{C2871598-619A-D923-0646-BC309E4DB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5" name="Line 642">
                <a:extLst>
                  <a:ext uri="{FF2B5EF4-FFF2-40B4-BE49-F238E27FC236}">
                    <a16:creationId xmlns:a16="http://schemas.microsoft.com/office/drawing/2014/main" id="{DFAFDC94-87CE-13BF-5938-3B49607E3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2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6" name="Line 643">
                <a:extLst>
                  <a:ext uri="{FF2B5EF4-FFF2-40B4-BE49-F238E27FC236}">
                    <a16:creationId xmlns:a16="http://schemas.microsoft.com/office/drawing/2014/main" id="{4BB51B1A-4A88-780B-0E5B-7F91697CB6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5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7" name="Line 644">
                <a:extLst>
                  <a:ext uri="{FF2B5EF4-FFF2-40B4-BE49-F238E27FC236}">
                    <a16:creationId xmlns:a16="http://schemas.microsoft.com/office/drawing/2014/main" id="{84815C6A-AC41-9239-5AD0-0B41C3AE3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8" name="Line 645">
                <a:extLst>
                  <a:ext uri="{FF2B5EF4-FFF2-40B4-BE49-F238E27FC236}">
                    <a16:creationId xmlns:a16="http://schemas.microsoft.com/office/drawing/2014/main" id="{31784B6C-A601-C595-F8C0-FE8AFAE06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1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9" name="Line 646">
                <a:extLst>
                  <a:ext uri="{FF2B5EF4-FFF2-40B4-BE49-F238E27FC236}">
                    <a16:creationId xmlns:a16="http://schemas.microsoft.com/office/drawing/2014/main" id="{AC21098B-DAD9-7C22-B8DE-32881DDD1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0" name="Line 647">
                <a:extLst>
                  <a:ext uri="{FF2B5EF4-FFF2-40B4-BE49-F238E27FC236}">
                    <a16:creationId xmlns:a16="http://schemas.microsoft.com/office/drawing/2014/main" id="{BE747A8B-B5FE-63FC-8A5E-08B5E5A36A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7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1" name="Line 648">
                <a:extLst>
                  <a:ext uri="{FF2B5EF4-FFF2-40B4-BE49-F238E27FC236}">
                    <a16:creationId xmlns:a16="http://schemas.microsoft.com/office/drawing/2014/main" id="{E8058A17-2649-2E2E-21B1-6126AAFE0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0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2" name="Line 649">
                <a:extLst>
                  <a:ext uri="{FF2B5EF4-FFF2-40B4-BE49-F238E27FC236}">
                    <a16:creationId xmlns:a16="http://schemas.microsoft.com/office/drawing/2014/main" id="{14300DAB-44E3-8818-5B14-B5B02CBAC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3" y="2606"/>
                <a:ext cx="11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3" name="Line 650">
                <a:extLst>
                  <a:ext uri="{FF2B5EF4-FFF2-40B4-BE49-F238E27FC236}">
                    <a16:creationId xmlns:a16="http://schemas.microsoft.com/office/drawing/2014/main" id="{C91754A0-3785-B907-2B31-F044141A7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6" y="2606"/>
                <a:ext cx="12" cy="1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40" name="Line 652">
              <a:extLst>
                <a:ext uri="{FF2B5EF4-FFF2-40B4-BE49-F238E27FC236}">
                  <a16:creationId xmlns:a16="http://schemas.microsoft.com/office/drawing/2014/main" id="{4A65A502-D69B-9F3F-7836-4E7D7F5D3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26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653">
              <a:extLst>
                <a:ext uri="{FF2B5EF4-FFF2-40B4-BE49-F238E27FC236}">
                  <a16:creationId xmlns:a16="http://schemas.microsoft.com/office/drawing/2014/main" id="{F2D153F5-04D7-3294-05F3-FAA621EDE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953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Line 654">
              <a:extLst>
                <a:ext uri="{FF2B5EF4-FFF2-40B4-BE49-F238E27FC236}">
                  <a16:creationId xmlns:a16="http://schemas.microsoft.com/office/drawing/2014/main" id="{2B457FE3-F0B8-AF0E-08A6-30FAF21A1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81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Line 655">
              <a:extLst>
                <a:ext uri="{FF2B5EF4-FFF2-40B4-BE49-F238E27FC236}">
                  <a16:creationId xmlns:a16="http://schemas.microsoft.com/office/drawing/2014/main" id="{1A1191C1-B035-D2F9-5BE1-3F79727DC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208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Line 656">
              <a:extLst>
                <a:ext uri="{FF2B5EF4-FFF2-40B4-BE49-F238E27FC236}">
                  <a16:creationId xmlns:a16="http://schemas.microsoft.com/office/drawing/2014/main" id="{2C0E0895-25FD-D5AE-4FE0-5B64D2D52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177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Line 657">
              <a:extLst>
                <a:ext uri="{FF2B5EF4-FFF2-40B4-BE49-F238E27FC236}">
                  <a16:creationId xmlns:a16="http://schemas.microsoft.com/office/drawing/2014/main" id="{B1AB0CA9-786B-4923-C0FE-781E40F7A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658">
              <a:extLst>
                <a:ext uri="{FF2B5EF4-FFF2-40B4-BE49-F238E27FC236}">
                  <a16:creationId xmlns:a16="http://schemas.microsoft.com/office/drawing/2014/main" id="{19F6134A-9F93-E1D6-463E-AB3E0EF11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432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659">
              <a:extLst>
                <a:ext uri="{FF2B5EF4-FFF2-40B4-BE49-F238E27FC236}">
                  <a16:creationId xmlns:a16="http://schemas.microsoft.com/office/drawing/2014/main" id="{0DDFC52A-712F-8C15-30CC-68B9383BC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560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660">
              <a:extLst>
                <a:ext uri="{FF2B5EF4-FFF2-40B4-BE49-F238E27FC236}">
                  <a16:creationId xmlns:a16="http://schemas.microsoft.com/office/drawing/2014/main" id="{9D1F00B6-89E2-DE25-C9BE-A8637CD4C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687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Line 661">
              <a:extLst>
                <a:ext uri="{FF2B5EF4-FFF2-40B4-BE49-F238E27FC236}">
                  <a16:creationId xmlns:a16="http://schemas.microsoft.com/office/drawing/2014/main" id="{6EACBBE7-62B0-A0D4-AD2E-E87002BF4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Line 662">
              <a:extLst>
                <a:ext uri="{FF2B5EF4-FFF2-40B4-BE49-F238E27FC236}">
                  <a16:creationId xmlns:a16="http://schemas.microsoft.com/office/drawing/2014/main" id="{5A78EA2E-2D8B-4CE1-40EB-9364C0510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942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Line 663">
              <a:extLst>
                <a:ext uri="{FF2B5EF4-FFF2-40B4-BE49-F238E27FC236}">
                  <a16:creationId xmlns:a16="http://schemas.microsoft.com/office/drawing/2014/main" id="{6055657C-46DA-BD01-9B8B-D3A74D9AE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70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Line 664">
              <a:extLst>
                <a:ext uri="{FF2B5EF4-FFF2-40B4-BE49-F238E27FC236}">
                  <a16:creationId xmlns:a16="http://schemas.microsoft.com/office/drawing/2014/main" id="{60B1E9F0-88A4-1290-7C0A-EB570A304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197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665">
              <a:extLst>
                <a:ext uri="{FF2B5EF4-FFF2-40B4-BE49-F238E27FC236}">
                  <a16:creationId xmlns:a16="http://schemas.microsoft.com/office/drawing/2014/main" id="{7BE152C1-F5B8-0E32-794A-0ABAEDD92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325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Line 666">
              <a:extLst>
                <a:ext uri="{FF2B5EF4-FFF2-40B4-BE49-F238E27FC236}">
                  <a16:creationId xmlns:a16="http://schemas.microsoft.com/office/drawing/2014/main" id="{E10E01AB-7B10-6330-C19E-D9F82B73A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452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Line 667">
              <a:extLst>
                <a:ext uri="{FF2B5EF4-FFF2-40B4-BE49-F238E27FC236}">
                  <a16:creationId xmlns:a16="http://schemas.microsoft.com/office/drawing/2014/main" id="{35CA79D3-142C-5795-D5D8-1486D50F0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Line 668">
              <a:extLst>
                <a:ext uri="{FF2B5EF4-FFF2-40B4-BE49-F238E27FC236}">
                  <a16:creationId xmlns:a16="http://schemas.microsoft.com/office/drawing/2014/main" id="{C1BFD54E-ABBE-0529-7852-5C2F1578F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707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669">
              <a:extLst>
                <a:ext uri="{FF2B5EF4-FFF2-40B4-BE49-F238E27FC236}">
                  <a16:creationId xmlns:a16="http://schemas.microsoft.com/office/drawing/2014/main" id="{F950DA3D-166E-934F-AF6E-B52E348DB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676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670">
              <a:extLst>
                <a:ext uri="{FF2B5EF4-FFF2-40B4-BE49-F238E27FC236}">
                  <a16:creationId xmlns:a16="http://schemas.microsoft.com/office/drawing/2014/main" id="{0D217292-B945-10B6-73A4-4236C4A93F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03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Line 671">
              <a:extLst>
                <a:ext uri="{FF2B5EF4-FFF2-40B4-BE49-F238E27FC236}">
                  <a16:creationId xmlns:a16="http://schemas.microsoft.com/office/drawing/2014/main" id="{69A84AF6-08A2-B314-998F-0127C1705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31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Line 672">
              <a:extLst>
                <a:ext uri="{FF2B5EF4-FFF2-40B4-BE49-F238E27FC236}">
                  <a16:creationId xmlns:a16="http://schemas.microsoft.com/office/drawing/2014/main" id="{A98E4273-CE7B-A895-BD85-47320DA00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058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Line 673">
              <a:extLst>
                <a:ext uri="{FF2B5EF4-FFF2-40B4-BE49-F238E27FC236}">
                  <a16:creationId xmlns:a16="http://schemas.microsoft.com/office/drawing/2014/main" id="{0F045543-1F29-0088-A07F-7EA435A76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45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Line 674">
              <a:extLst>
                <a:ext uri="{FF2B5EF4-FFF2-40B4-BE49-F238E27FC236}">
                  <a16:creationId xmlns:a16="http://schemas.microsoft.com/office/drawing/2014/main" id="{0F25CB88-2952-9D97-435C-F2B02C6D3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472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Line 675">
              <a:extLst>
                <a:ext uri="{FF2B5EF4-FFF2-40B4-BE49-F238E27FC236}">
                  <a16:creationId xmlns:a16="http://schemas.microsoft.com/office/drawing/2014/main" id="{B151B976-0E92-5013-3292-462F340E4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00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Line 676">
              <a:extLst>
                <a:ext uri="{FF2B5EF4-FFF2-40B4-BE49-F238E27FC236}">
                  <a16:creationId xmlns:a16="http://schemas.microsoft.com/office/drawing/2014/main" id="{DE3A4280-8198-3C1C-774D-03835EB37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727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Line 677">
              <a:extLst>
                <a:ext uri="{FF2B5EF4-FFF2-40B4-BE49-F238E27FC236}">
                  <a16:creationId xmlns:a16="http://schemas.microsoft.com/office/drawing/2014/main" id="{D267D59B-2705-B344-8C44-B44569443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55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Line 678">
              <a:extLst>
                <a:ext uri="{FF2B5EF4-FFF2-40B4-BE49-F238E27FC236}">
                  <a16:creationId xmlns:a16="http://schemas.microsoft.com/office/drawing/2014/main" id="{E4B02311-B9B4-F4B7-8E27-63FCC54C7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82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Line 679">
              <a:extLst>
                <a:ext uri="{FF2B5EF4-FFF2-40B4-BE49-F238E27FC236}">
                  <a16:creationId xmlns:a16="http://schemas.microsoft.com/office/drawing/2014/main" id="{2E66159E-8D6A-2D2F-6F6D-0F9DC6118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110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Line 680">
              <a:extLst>
                <a:ext uri="{FF2B5EF4-FFF2-40B4-BE49-F238E27FC236}">
                  <a16:creationId xmlns:a16="http://schemas.microsoft.com/office/drawing/2014/main" id="{B6A37C72-AD39-49B2-C960-8AC5B61A8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237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Line 681">
              <a:extLst>
                <a:ext uri="{FF2B5EF4-FFF2-40B4-BE49-F238E27FC236}">
                  <a16:creationId xmlns:a16="http://schemas.microsoft.com/office/drawing/2014/main" id="{ECBF0B92-FA4D-7E25-8104-74BD07085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365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682">
              <a:extLst>
                <a:ext uri="{FF2B5EF4-FFF2-40B4-BE49-F238E27FC236}">
                  <a16:creationId xmlns:a16="http://schemas.microsoft.com/office/drawing/2014/main" id="{649FF26C-2D66-6ED0-BA7E-8081D94F0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492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Line 683">
              <a:extLst>
                <a:ext uri="{FF2B5EF4-FFF2-40B4-BE49-F238E27FC236}">
                  <a16:creationId xmlns:a16="http://schemas.microsoft.com/office/drawing/2014/main" id="{67C5B5FA-89A3-0CEF-0A73-F34C5B7CF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461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Line 684">
              <a:extLst>
                <a:ext uri="{FF2B5EF4-FFF2-40B4-BE49-F238E27FC236}">
                  <a16:creationId xmlns:a16="http://schemas.microsoft.com/office/drawing/2014/main" id="{924FC93C-5C7F-C229-4EFB-89009F7F0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588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Line 685">
              <a:extLst>
                <a:ext uri="{FF2B5EF4-FFF2-40B4-BE49-F238E27FC236}">
                  <a16:creationId xmlns:a16="http://schemas.microsoft.com/office/drawing/2014/main" id="{13953C52-5EA3-95A6-FE7F-E39E02CA3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716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Line 686">
              <a:extLst>
                <a:ext uri="{FF2B5EF4-FFF2-40B4-BE49-F238E27FC236}">
                  <a16:creationId xmlns:a16="http://schemas.microsoft.com/office/drawing/2014/main" id="{3CC65869-010E-AE07-F612-F72C54A0F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843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Line 687">
              <a:extLst>
                <a:ext uri="{FF2B5EF4-FFF2-40B4-BE49-F238E27FC236}">
                  <a16:creationId xmlns:a16="http://schemas.microsoft.com/office/drawing/2014/main" id="{7F89F1AE-8F8C-7486-B957-C4B83C982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971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Line 688">
              <a:extLst>
                <a:ext uri="{FF2B5EF4-FFF2-40B4-BE49-F238E27FC236}">
                  <a16:creationId xmlns:a16="http://schemas.microsoft.com/office/drawing/2014/main" id="{0300E74F-E49C-71F0-C27D-44470FAA6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0988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Line 689">
              <a:extLst>
                <a:ext uri="{FF2B5EF4-FFF2-40B4-BE49-F238E27FC236}">
                  <a16:creationId xmlns:a16="http://schemas.microsoft.com/office/drawing/2014/main" id="{0F1639B3-CC55-6164-951F-013553EF3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2263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Line 690">
              <a:extLst>
                <a:ext uri="{FF2B5EF4-FFF2-40B4-BE49-F238E27FC236}">
                  <a16:creationId xmlns:a16="http://schemas.microsoft.com/office/drawing/2014/main" id="{1EE9C440-C7B2-162F-EE94-7BE7F70B7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3538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Line 691">
              <a:extLst>
                <a:ext uri="{FF2B5EF4-FFF2-40B4-BE49-F238E27FC236}">
                  <a16:creationId xmlns:a16="http://schemas.microsoft.com/office/drawing/2014/main" id="{8E389327-10A5-6343-F13F-FB6B0A589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4813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Line 692">
              <a:extLst>
                <a:ext uri="{FF2B5EF4-FFF2-40B4-BE49-F238E27FC236}">
                  <a16:creationId xmlns:a16="http://schemas.microsoft.com/office/drawing/2014/main" id="{FCC557D5-0AF7-0332-330B-3C1E90BDB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6088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Line 693">
              <a:extLst>
                <a:ext uri="{FF2B5EF4-FFF2-40B4-BE49-F238E27FC236}">
                  <a16:creationId xmlns:a16="http://schemas.microsoft.com/office/drawing/2014/main" id="{4C2FFE90-9967-3415-1DDB-26D70160D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736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Line 694">
              <a:extLst>
                <a:ext uri="{FF2B5EF4-FFF2-40B4-BE49-F238E27FC236}">
                  <a16:creationId xmlns:a16="http://schemas.microsoft.com/office/drawing/2014/main" id="{D6B46FFE-C55B-B311-4E39-A50B5C65C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8638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Line 695">
              <a:extLst>
                <a:ext uri="{FF2B5EF4-FFF2-40B4-BE49-F238E27FC236}">
                  <a16:creationId xmlns:a16="http://schemas.microsoft.com/office/drawing/2014/main" id="{42AF1E6C-DF23-79CC-FCC6-E2685542F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49913" y="4141788"/>
              <a:ext cx="20637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Line 696">
              <a:extLst>
                <a:ext uri="{FF2B5EF4-FFF2-40B4-BE49-F238E27FC236}">
                  <a16:creationId xmlns:a16="http://schemas.microsoft.com/office/drawing/2014/main" id="{9E4D6F4B-7109-D653-DAD7-99494E697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8960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Line 697">
              <a:extLst>
                <a:ext uri="{FF2B5EF4-FFF2-40B4-BE49-F238E27FC236}">
                  <a16:creationId xmlns:a16="http://schemas.microsoft.com/office/drawing/2014/main" id="{3EFD84A5-8D49-30F3-F7E0-80AFBEA74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087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Line 698">
              <a:extLst>
                <a:ext uri="{FF2B5EF4-FFF2-40B4-BE49-F238E27FC236}">
                  <a16:creationId xmlns:a16="http://schemas.microsoft.com/office/drawing/2014/main" id="{56E00FA0-9D3E-6DF8-D2EF-C7AA505B5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215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Line 699">
              <a:extLst>
                <a:ext uri="{FF2B5EF4-FFF2-40B4-BE49-F238E27FC236}">
                  <a16:creationId xmlns:a16="http://schemas.microsoft.com/office/drawing/2014/main" id="{61E1F73C-C6F7-E8C6-8E5F-596B80A4B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342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Line 700">
              <a:extLst>
                <a:ext uri="{FF2B5EF4-FFF2-40B4-BE49-F238E27FC236}">
                  <a16:creationId xmlns:a16="http://schemas.microsoft.com/office/drawing/2014/main" id="{4F798CFD-E8EB-B78B-7B57-AF96F1C94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4700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Line 701">
              <a:extLst>
                <a:ext uri="{FF2B5EF4-FFF2-40B4-BE49-F238E27FC236}">
                  <a16:creationId xmlns:a16="http://schemas.microsoft.com/office/drawing/2014/main" id="{F244B41A-A53A-2897-79F4-0779E7333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5975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Line 702">
              <a:extLst>
                <a:ext uri="{FF2B5EF4-FFF2-40B4-BE49-F238E27FC236}">
                  <a16:creationId xmlns:a16="http://schemas.microsoft.com/office/drawing/2014/main" id="{5719ABBB-4A0D-E15C-7237-A1A36372C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725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Line 703">
              <a:extLst>
                <a:ext uri="{FF2B5EF4-FFF2-40B4-BE49-F238E27FC236}">
                  <a16:creationId xmlns:a16="http://schemas.microsoft.com/office/drawing/2014/main" id="{C6F886BF-60F8-26EF-67D0-0F8D4ADD3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7852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Line 704">
              <a:extLst>
                <a:ext uri="{FF2B5EF4-FFF2-40B4-BE49-F238E27FC236}">
                  <a16:creationId xmlns:a16="http://schemas.microsoft.com/office/drawing/2014/main" id="{777117E1-8DEC-6EA4-286D-DA3B8D627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Line 705">
              <a:extLst>
                <a:ext uri="{FF2B5EF4-FFF2-40B4-BE49-F238E27FC236}">
                  <a16:creationId xmlns:a16="http://schemas.microsoft.com/office/drawing/2014/main" id="{B8D736E9-19E1-7F83-84BF-7494A8385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107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Line 706">
              <a:extLst>
                <a:ext uri="{FF2B5EF4-FFF2-40B4-BE49-F238E27FC236}">
                  <a16:creationId xmlns:a16="http://schemas.microsoft.com/office/drawing/2014/main" id="{34782390-F436-F7EE-442B-601F21D99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2350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Line 707">
              <a:extLst>
                <a:ext uri="{FF2B5EF4-FFF2-40B4-BE49-F238E27FC236}">
                  <a16:creationId xmlns:a16="http://schemas.microsoft.com/office/drawing/2014/main" id="{A2F9373E-4B39-71D2-C250-5E0BA19A2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3625" y="4141788"/>
              <a:ext cx="20638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Line 708">
              <a:extLst>
                <a:ext uri="{FF2B5EF4-FFF2-40B4-BE49-F238E27FC236}">
                  <a16:creationId xmlns:a16="http://schemas.microsoft.com/office/drawing/2014/main" id="{47040158-9920-9349-04FF-53567AE0D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8331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709">
              <a:extLst>
                <a:ext uri="{FF2B5EF4-FFF2-40B4-BE49-F238E27FC236}">
                  <a16:creationId xmlns:a16="http://schemas.microsoft.com/office/drawing/2014/main" id="{4A3B4405-CC9C-1830-C582-58F5A30282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458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710">
              <a:extLst>
                <a:ext uri="{FF2B5EF4-FFF2-40B4-BE49-F238E27FC236}">
                  <a16:creationId xmlns:a16="http://schemas.microsoft.com/office/drawing/2014/main" id="{F56A5145-FEF2-F95C-2E00-E45801D03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586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711">
              <a:extLst>
                <a:ext uri="{FF2B5EF4-FFF2-40B4-BE49-F238E27FC236}">
                  <a16:creationId xmlns:a16="http://schemas.microsoft.com/office/drawing/2014/main" id="{810A1311-DD48-1D2B-492F-078A763AA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713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Line 712">
              <a:extLst>
                <a:ext uri="{FF2B5EF4-FFF2-40B4-BE49-F238E27FC236}">
                  <a16:creationId xmlns:a16="http://schemas.microsoft.com/office/drawing/2014/main" id="{18466658-7646-5A5F-D3C8-654F80200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841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713">
              <a:extLst>
                <a:ext uri="{FF2B5EF4-FFF2-40B4-BE49-F238E27FC236}">
                  <a16:creationId xmlns:a16="http://schemas.microsoft.com/office/drawing/2014/main" id="{31198C32-E474-E241-8FC5-7100D4610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9688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Line 714">
              <a:extLst>
                <a:ext uri="{FF2B5EF4-FFF2-40B4-BE49-F238E27FC236}">
                  <a16:creationId xmlns:a16="http://schemas.microsoft.com/office/drawing/2014/main" id="{D6907F12-5E72-EAF0-0BCD-57CCC1E11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0963" y="4141788"/>
              <a:ext cx="22225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Line 715">
              <a:extLst>
                <a:ext uri="{FF2B5EF4-FFF2-40B4-BE49-F238E27FC236}">
                  <a16:creationId xmlns:a16="http://schemas.microsoft.com/office/drawing/2014/main" id="{61AC2BC6-0429-EF1C-F2CB-5EA9E4CDB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7382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Line 716">
              <a:extLst>
                <a:ext uri="{FF2B5EF4-FFF2-40B4-BE49-F238E27FC236}">
                  <a16:creationId xmlns:a16="http://schemas.microsoft.com/office/drawing/2014/main" id="{B3D546CC-3416-8E02-5F0A-FB9A4FDFA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510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Line 717">
              <a:extLst>
                <a:ext uri="{FF2B5EF4-FFF2-40B4-BE49-F238E27FC236}">
                  <a16:creationId xmlns:a16="http://schemas.microsoft.com/office/drawing/2014/main" id="{826CA976-0D0E-C2E1-3ED9-3F309E497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637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Line 718">
              <a:extLst>
                <a:ext uri="{FF2B5EF4-FFF2-40B4-BE49-F238E27FC236}">
                  <a16:creationId xmlns:a16="http://schemas.microsoft.com/office/drawing/2014/main" id="{3D23604B-743C-7AFC-EC61-66C78D131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765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Line 719">
              <a:extLst>
                <a:ext uri="{FF2B5EF4-FFF2-40B4-BE49-F238E27FC236}">
                  <a16:creationId xmlns:a16="http://schemas.microsoft.com/office/drawing/2014/main" id="{7D96CEC8-62DA-FD6F-D1BE-68F0A2898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8925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Line 720">
              <a:extLst>
                <a:ext uri="{FF2B5EF4-FFF2-40B4-BE49-F238E27FC236}">
                  <a16:creationId xmlns:a16="http://schemas.microsoft.com/office/drawing/2014/main" id="{937CE234-85CC-B41A-E450-D0CCA414A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0200" y="4141788"/>
              <a:ext cx="19050" cy="1587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Line 721">
              <a:extLst>
                <a:ext uri="{FF2B5EF4-FFF2-40B4-BE49-F238E27FC236}">
                  <a16:creationId xmlns:a16="http://schemas.microsoft.com/office/drawing/2014/main" id="{62DB40E7-732B-22BE-9DE5-450778B0A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1475" y="4149725"/>
              <a:ext cx="19050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Line 722">
              <a:extLst>
                <a:ext uri="{FF2B5EF4-FFF2-40B4-BE49-F238E27FC236}">
                  <a16:creationId xmlns:a16="http://schemas.microsoft.com/office/drawing/2014/main" id="{893E208F-E885-FD6C-D14D-D8416AC73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2750" y="4149725"/>
              <a:ext cx="19050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1" name="Line 723">
              <a:extLst>
                <a:ext uri="{FF2B5EF4-FFF2-40B4-BE49-F238E27FC236}">
                  <a16:creationId xmlns:a16="http://schemas.microsoft.com/office/drawing/2014/main" id="{4FEFBF03-664F-D4B9-877A-D54237A93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2438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Line 724">
              <a:extLst>
                <a:ext uri="{FF2B5EF4-FFF2-40B4-BE49-F238E27FC236}">
                  <a16:creationId xmlns:a16="http://schemas.microsoft.com/office/drawing/2014/main" id="{E6FED1DC-65D6-59E4-0328-9B9348E4D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13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Line 725">
              <a:extLst>
                <a:ext uri="{FF2B5EF4-FFF2-40B4-BE49-F238E27FC236}">
                  <a16:creationId xmlns:a16="http://schemas.microsoft.com/office/drawing/2014/main" id="{78AE6C23-60EA-B740-20C6-2BD9637C6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4988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Line 726">
              <a:extLst>
                <a:ext uri="{FF2B5EF4-FFF2-40B4-BE49-F238E27FC236}">
                  <a16:creationId xmlns:a16="http://schemas.microsoft.com/office/drawing/2014/main" id="{0C461D52-CDD7-AECE-C108-E8AD6AD28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6263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Line 727">
              <a:extLst>
                <a:ext uri="{FF2B5EF4-FFF2-40B4-BE49-F238E27FC236}">
                  <a16:creationId xmlns:a16="http://schemas.microsoft.com/office/drawing/2014/main" id="{73DF5621-F3FB-FD0E-2312-891C0FA40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7538" y="4149725"/>
              <a:ext cx="20637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Line 728">
              <a:extLst>
                <a:ext uri="{FF2B5EF4-FFF2-40B4-BE49-F238E27FC236}">
                  <a16:creationId xmlns:a16="http://schemas.microsoft.com/office/drawing/2014/main" id="{86769CBF-508D-E6A4-A520-795BA7562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8813" y="4149725"/>
              <a:ext cx="19050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Line 729">
              <a:extLst>
                <a:ext uri="{FF2B5EF4-FFF2-40B4-BE49-F238E27FC236}">
                  <a16:creationId xmlns:a16="http://schemas.microsoft.com/office/drawing/2014/main" id="{E6B7A480-94A0-C844-C539-9D473B2F8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0088" y="4149725"/>
              <a:ext cx="19050" cy="1588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8" name="Line 730">
              <a:extLst>
                <a:ext uri="{FF2B5EF4-FFF2-40B4-BE49-F238E27FC236}">
                  <a16:creationId xmlns:a16="http://schemas.microsoft.com/office/drawing/2014/main" id="{CDA5D1BF-A998-0F19-8DC8-2E093ECDE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9888" y="5062538"/>
              <a:ext cx="1587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Line 731">
              <a:extLst>
                <a:ext uri="{FF2B5EF4-FFF2-40B4-BE49-F238E27FC236}">
                  <a16:creationId xmlns:a16="http://schemas.microsoft.com/office/drawing/2014/main" id="{53B96C00-133D-DC36-C8D3-EC5FD9EB2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2713" y="5062538"/>
              <a:ext cx="514350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Rectangle 732">
              <a:extLst>
                <a:ext uri="{FF2B5EF4-FFF2-40B4-BE49-F238E27FC236}">
                  <a16:creationId xmlns:a16="http://schemas.microsoft.com/office/drawing/2014/main" id="{D6EEAE25-48B3-C565-8FCD-9678EBC31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125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1</a:t>
              </a:r>
              <a:endParaRPr lang="en-US" altLang="en-US"/>
            </a:p>
          </p:txBody>
        </p:sp>
        <p:sp>
          <p:nvSpPr>
            <p:cNvPr id="18521" name="Line 733">
              <a:extLst>
                <a:ext uri="{FF2B5EF4-FFF2-40B4-BE49-F238E27FC236}">
                  <a16:creationId xmlns:a16="http://schemas.microsoft.com/office/drawing/2014/main" id="{E07B084B-0EE0-A11B-1622-15682BECF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7863" y="5062538"/>
              <a:ext cx="3175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Line 734">
              <a:extLst>
                <a:ext uri="{FF2B5EF4-FFF2-40B4-BE49-F238E27FC236}">
                  <a16:creationId xmlns:a16="http://schemas.microsoft.com/office/drawing/2014/main" id="{F16D218F-69E7-4F6B-750F-174DBB227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0688" y="5062538"/>
              <a:ext cx="515937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Rectangle 735">
              <a:extLst>
                <a:ext uri="{FF2B5EF4-FFF2-40B4-BE49-F238E27FC236}">
                  <a16:creationId xmlns:a16="http://schemas.microsoft.com/office/drawing/2014/main" id="{F947F780-7D04-D4FB-A06F-85F633F94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3100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9</a:t>
              </a:r>
              <a:endParaRPr lang="en-US" altLang="en-US"/>
            </a:p>
          </p:txBody>
        </p:sp>
        <p:sp>
          <p:nvSpPr>
            <p:cNvPr id="18524" name="Line 736">
              <a:extLst>
                <a:ext uri="{FF2B5EF4-FFF2-40B4-BE49-F238E27FC236}">
                  <a16:creationId xmlns:a16="http://schemas.microsoft.com/office/drawing/2014/main" id="{C01908E1-43B6-31D1-F271-E233DC0254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5100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Line 737">
              <a:extLst>
                <a:ext uri="{FF2B5EF4-FFF2-40B4-BE49-F238E27FC236}">
                  <a16:creationId xmlns:a16="http://schemas.microsoft.com/office/drawing/2014/main" id="{27C65E46-B30F-6490-66CB-75E5F9058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7925" y="5062538"/>
              <a:ext cx="512763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Rectangle 738">
              <a:extLst>
                <a:ext uri="{FF2B5EF4-FFF2-40B4-BE49-F238E27FC236}">
                  <a16:creationId xmlns:a16="http://schemas.microsoft.com/office/drawing/2014/main" id="{F31C1572-FACD-1AF9-7837-CC3291551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163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8</a:t>
              </a:r>
              <a:endParaRPr lang="en-US" altLang="en-US"/>
            </a:p>
          </p:txBody>
        </p:sp>
        <p:sp>
          <p:nvSpPr>
            <p:cNvPr id="18527" name="Line 739">
              <a:extLst>
                <a:ext uri="{FF2B5EF4-FFF2-40B4-BE49-F238E27FC236}">
                  <a16:creationId xmlns:a16="http://schemas.microsoft.com/office/drawing/2014/main" id="{358FD359-3673-68E5-A440-3EEE976C9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99163" y="5062538"/>
              <a:ext cx="3175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8" name="Line 740">
              <a:extLst>
                <a:ext uri="{FF2B5EF4-FFF2-40B4-BE49-F238E27FC236}">
                  <a16:creationId xmlns:a16="http://schemas.microsoft.com/office/drawing/2014/main" id="{5811D3B9-6C9A-B3AB-C7EC-3879A9DA1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1988" y="5062538"/>
              <a:ext cx="515937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9" name="Rectangle 741">
              <a:extLst>
                <a:ext uri="{FF2B5EF4-FFF2-40B4-BE49-F238E27FC236}">
                  <a16:creationId xmlns:a16="http://schemas.microsoft.com/office/drawing/2014/main" id="{49EDD512-696B-3500-77A7-462D75F4E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4400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7</a:t>
              </a:r>
              <a:endParaRPr lang="en-US" altLang="en-US"/>
            </a:p>
          </p:txBody>
        </p:sp>
        <p:sp>
          <p:nvSpPr>
            <p:cNvPr id="18530" name="Line 742">
              <a:extLst>
                <a:ext uri="{FF2B5EF4-FFF2-40B4-BE49-F238E27FC236}">
                  <a16:creationId xmlns:a16="http://schemas.microsoft.com/office/drawing/2014/main" id="{A64B5121-6943-DCED-2BC5-77369EFBF9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4813" y="5062538"/>
              <a:ext cx="1587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1" name="Line 743">
              <a:extLst>
                <a:ext uri="{FF2B5EF4-FFF2-40B4-BE49-F238E27FC236}">
                  <a16:creationId xmlns:a16="http://schemas.microsoft.com/office/drawing/2014/main" id="{916120DA-C5E8-8132-5699-8EEAF8931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638" y="5062538"/>
              <a:ext cx="514350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Rectangle 744">
              <a:extLst>
                <a:ext uri="{FF2B5EF4-FFF2-40B4-BE49-F238E27FC236}">
                  <a16:creationId xmlns:a16="http://schemas.microsoft.com/office/drawing/2014/main" id="{EF3AC34E-4B57-E7DD-3DF3-3E047673C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875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6</a:t>
              </a:r>
              <a:endParaRPr lang="en-US" altLang="en-US"/>
            </a:p>
          </p:txBody>
        </p:sp>
        <p:sp>
          <p:nvSpPr>
            <p:cNvPr id="18533" name="Line 745">
              <a:extLst>
                <a:ext uri="{FF2B5EF4-FFF2-40B4-BE49-F238E27FC236}">
                  <a16:creationId xmlns:a16="http://schemas.microsoft.com/office/drawing/2014/main" id="{635900FC-39A4-CC5E-D843-4AEABC9359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8875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Line 746">
              <a:extLst>
                <a:ext uri="{FF2B5EF4-FFF2-40B4-BE49-F238E27FC236}">
                  <a16:creationId xmlns:a16="http://schemas.microsoft.com/office/drawing/2014/main" id="{4B465A8E-45C0-A427-7513-062F57431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1700" y="5062538"/>
              <a:ext cx="515938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Rectangle 747">
              <a:extLst>
                <a:ext uri="{FF2B5EF4-FFF2-40B4-BE49-F238E27FC236}">
                  <a16:creationId xmlns:a16="http://schemas.microsoft.com/office/drawing/2014/main" id="{EA652978-16B7-D70C-428F-222330746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4113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18536" name="Line 748">
              <a:extLst>
                <a:ext uri="{FF2B5EF4-FFF2-40B4-BE49-F238E27FC236}">
                  <a16:creationId xmlns:a16="http://schemas.microsoft.com/office/drawing/2014/main" id="{6FE36F08-6788-66BA-B28B-883847BA97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4525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" name="Line 749">
              <a:extLst>
                <a:ext uri="{FF2B5EF4-FFF2-40B4-BE49-F238E27FC236}">
                  <a16:creationId xmlns:a16="http://schemas.microsoft.com/office/drawing/2014/main" id="{C06C2659-2BE6-E210-022A-960838C3C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763" y="5062538"/>
              <a:ext cx="515937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" name="Rectangle 750">
              <a:extLst>
                <a:ext uri="{FF2B5EF4-FFF2-40B4-BE49-F238E27FC236}">
                  <a16:creationId xmlns:a16="http://schemas.microsoft.com/office/drawing/2014/main" id="{63B0E357-1F09-E7C3-EF34-E28437F7F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175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18539" name="Line 751">
              <a:extLst>
                <a:ext uri="{FF2B5EF4-FFF2-40B4-BE49-F238E27FC236}">
                  <a16:creationId xmlns:a16="http://schemas.microsoft.com/office/drawing/2014/main" id="{7258F188-D98B-94B1-BA18-1274483A9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0175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0" name="Line 752">
              <a:extLst>
                <a:ext uri="{FF2B5EF4-FFF2-40B4-BE49-F238E27FC236}">
                  <a16:creationId xmlns:a16="http://schemas.microsoft.com/office/drawing/2014/main" id="{6D6C754C-6C7B-6A4D-7031-3E224CE6D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3000" y="5062538"/>
              <a:ext cx="512763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1" name="Rectangle 753">
              <a:extLst>
                <a:ext uri="{FF2B5EF4-FFF2-40B4-BE49-F238E27FC236}">
                  <a16:creationId xmlns:a16="http://schemas.microsoft.com/office/drawing/2014/main" id="{E4DD9E80-000A-8699-B104-F535132E1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413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18542" name="Line 754">
              <a:extLst>
                <a:ext uri="{FF2B5EF4-FFF2-40B4-BE49-F238E27FC236}">
                  <a16:creationId xmlns:a16="http://schemas.microsoft.com/office/drawing/2014/main" id="{75B891EE-2A14-16D2-E3D9-B7A56A0A8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5825" y="5062538"/>
              <a:ext cx="1588" cy="128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3" name="Line 755">
              <a:extLst>
                <a:ext uri="{FF2B5EF4-FFF2-40B4-BE49-F238E27FC236}">
                  <a16:creationId xmlns:a16="http://schemas.microsoft.com/office/drawing/2014/main" id="{357B8AF7-874F-F359-FE8F-B83813758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7063" y="5062538"/>
              <a:ext cx="515937" cy="158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4" name="Rectangle 756">
              <a:extLst>
                <a:ext uri="{FF2B5EF4-FFF2-40B4-BE49-F238E27FC236}">
                  <a16:creationId xmlns:a16="http://schemas.microsoft.com/office/drawing/2014/main" id="{12A223A0-90E6-7067-BC67-9C4D8764D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888" y="5380038"/>
              <a:ext cx="8496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</a:rPr>
                <a:t>2</a:t>
              </a:r>
              <a:endParaRPr lang="en-US" altLang="en-US"/>
            </a:p>
          </p:txBody>
        </p:sp>
        <p:sp>
          <p:nvSpPr>
            <p:cNvPr id="18545" name="Freeform 757">
              <a:extLst>
                <a:ext uri="{FF2B5EF4-FFF2-40B4-BE49-F238E27FC236}">
                  <a16:creationId xmlns:a16="http://schemas.microsoft.com/office/drawing/2014/main" id="{100AE331-8838-88A7-D6FC-44A74BC5C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4660900"/>
              <a:ext cx="1543050" cy="131763"/>
            </a:xfrm>
            <a:custGeom>
              <a:avLst/>
              <a:gdLst>
                <a:gd name="T0" fmla="*/ 2147483647 w 863"/>
                <a:gd name="T1" fmla="*/ 2147483647 h 72"/>
                <a:gd name="T2" fmla="*/ 2147483647 w 863"/>
                <a:gd name="T3" fmla="*/ 2147483647 h 72"/>
                <a:gd name="T4" fmla="*/ 2147483647 w 863"/>
                <a:gd name="T5" fmla="*/ 2147483647 h 72"/>
                <a:gd name="T6" fmla="*/ 2147483647 w 863"/>
                <a:gd name="T7" fmla="*/ 2147483647 h 72"/>
                <a:gd name="T8" fmla="*/ 2147483647 w 863"/>
                <a:gd name="T9" fmla="*/ 2147483647 h 72"/>
                <a:gd name="T10" fmla="*/ 2147483647 w 863"/>
                <a:gd name="T11" fmla="*/ 2147483647 h 72"/>
                <a:gd name="T12" fmla="*/ 2147483647 w 863"/>
                <a:gd name="T13" fmla="*/ 0 h 72"/>
                <a:gd name="T14" fmla="*/ 2147483647 w 863"/>
                <a:gd name="T15" fmla="*/ 0 h 72"/>
                <a:gd name="T16" fmla="*/ 2147483647 w 863"/>
                <a:gd name="T17" fmla="*/ 2147483647 h 72"/>
                <a:gd name="T18" fmla="*/ 0 w 863"/>
                <a:gd name="T19" fmla="*/ 2147483647 h 72"/>
                <a:gd name="T20" fmla="*/ 0 w 863"/>
                <a:gd name="T21" fmla="*/ 2147483647 h 72"/>
                <a:gd name="T22" fmla="*/ 2147483647 w 863"/>
                <a:gd name="T23" fmla="*/ 2147483647 h 72"/>
                <a:gd name="T24" fmla="*/ 2147483647 w 863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2"/>
                <a:gd name="T41" fmla="*/ 863 w 863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2">
                  <a:moveTo>
                    <a:pt x="5" y="72"/>
                  </a:moveTo>
                  <a:lnTo>
                    <a:pt x="857" y="72"/>
                  </a:lnTo>
                  <a:lnTo>
                    <a:pt x="861" y="70"/>
                  </a:lnTo>
                  <a:lnTo>
                    <a:pt x="863" y="66"/>
                  </a:lnTo>
                  <a:lnTo>
                    <a:pt x="863" y="6"/>
                  </a:lnTo>
                  <a:lnTo>
                    <a:pt x="861" y="2"/>
                  </a:lnTo>
                  <a:lnTo>
                    <a:pt x="857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5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46" name="Freeform 758">
              <a:extLst>
                <a:ext uri="{FF2B5EF4-FFF2-40B4-BE49-F238E27FC236}">
                  <a16:creationId xmlns:a16="http://schemas.microsoft.com/office/drawing/2014/main" id="{4EE39ECF-75CA-834A-09AB-10A3FA87D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4714875"/>
              <a:ext cx="1587" cy="82550"/>
            </a:xfrm>
            <a:custGeom>
              <a:avLst/>
              <a:gdLst>
                <a:gd name="T0" fmla="*/ 0 w 1588"/>
                <a:gd name="T1" fmla="*/ 2147483647 h 45"/>
                <a:gd name="T2" fmla="*/ 0 w 1588"/>
                <a:gd name="T3" fmla="*/ 0 h 45"/>
                <a:gd name="T4" fmla="*/ 0 w 1588"/>
                <a:gd name="T5" fmla="*/ 2147483647 h 45"/>
                <a:gd name="T6" fmla="*/ 0 60000 65536"/>
                <a:gd name="T7" fmla="*/ 0 60000 65536"/>
                <a:gd name="T8" fmla="*/ 0 60000 65536"/>
                <a:gd name="T9" fmla="*/ 0 w 1588"/>
                <a:gd name="T10" fmla="*/ 0 h 45"/>
                <a:gd name="T11" fmla="*/ 1588 w 1588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45">
                  <a:moveTo>
                    <a:pt x="0" y="45"/>
                  </a:moveTo>
                  <a:lnTo>
                    <a:pt x="0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47" name="Freeform 759">
              <a:extLst>
                <a:ext uri="{FF2B5EF4-FFF2-40B4-BE49-F238E27FC236}">
                  <a16:creationId xmlns:a16="http://schemas.microsoft.com/office/drawing/2014/main" id="{6A590FC4-50E4-AE47-19BF-DAC062FA8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238" y="4160838"/>
              <a:ext cx="2058987" cy="131762"/>
            </a:xfrm>
            <a:custGeom>
              <a:avLst/>
              <a:gdLst>
                <a:gd name="T0" fmla="*/ 2147483647 w 1151"/>
                <a:gd name="T1" fmla="*/ 2147483647 h 72"/>
                <a:gd name="T2" fmla="*/ 2147483647 w 1151"/>
                <a:gd name="T3" fmla="*/ 2147483647 h 72"/>
                <a:gd name="T4" fmla="*/ 2147483647 w 1151"/>
                <a:gd name="T5" fmla="*/ 2147483647 h 72"/>
                <a:gd name="T6" fmla="*/ 2147483647 w 1151"/>
                <a:gd name="T7" fmla="*/ 2147483647 h 72"/>
                <a:gd name="T8" fmla="*/ 2147483647 w 1151"/>
                <a:gd name="T9" fmla="*/ 2147483647 h 72"/>
                <a:gd name="T10" fmla="*/ 2147483647 w 1151"/>
                <a:gd name="T11" fmla="*/ 2147483647 h 72"/>
                <a:gd name="T12" fmla="*/ 2147483647 w 1151"/>
                <a:gd name="T13" fmla="*/ 0 h 72"/>
                <a:gd name="T14" fmla="*/ 2147483647 w 1151"/>
                <a:gd name="T15" fmla="*/ 0 h 72"/>
                <a:gd name="T16" fmla="*/ 2147483647 w 1151"/>
                <a:gd name="T17" fmla="*/ 2147483647 h 72"/>
                <a:gd name="T18" fmla="*/ 0 w 1151"/>
                <a:gd name="T19" fmla="*/ 2147483647 h 72"/>
                <a:gd name="T20" fmla="*/ 0 w 1151"/>
                <a:gd name="T21" fmla="*/ 2147483647 h 72"/>
                <a:gd name="T22" fmla="*/ 2147483647 w 1151"/>
                <a:gd name="T23" fmla="*/ 2147483647 h 72"/>
                <a:gd name="T24" fmla="*/ 2147483647 w 1151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51"/>
                <a:gd name="T40" fmla="*/ 0 h 72"/>
                <a:gd name="T41" fmla="*/ 1151 w 1151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51" h="72">
                  <a:moveTo>
                    <a:pt x="6" y="72"/>
                  </a:moveTo>
                  <a:lnTo>
                    <a:pt x="1146" y="72"/>
                  </a:lnTo>
                  <a:lnTo>
                    <a:pt x="1150" y="70"/>
                  </a:lnTo>
                  <a:lnTo>
                    <a:pt x="1151" y="66"/>
                  </a:lnTo>
                  <a:lnTo>
                    <a:pt x="1151" y="6"/>
                  </a:lnTo>
                  <a:lnTo>
                    <a:pt x="1150" y="2"/>
                  </a:lnTo>
                  <a:lnTo>
                    <a:pt x="1146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48" name="Freeform 760">
              <a:extLst>
                <a:ext uri="{FF2B5EF4-FFF2-40B4-BE49-F238E27FC236}">
                  <a16:creationId xmlns:a16="http://schemas.microsoft.com/office/drawing/2014/main" id="{476F7D18-1519-D23F-3898-DA9CB0A77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238" y="4184650"/>
              <a:ext cx="1587" cy="84138"/>
            </a:xfrm>
            <a:custGeom>
              <a:avLst/>
              <a:gdLst>
                <a:gd name="T0" fmla="*/ 0 w 1588"/>
                <a:gd name="T1" fmla="*/ 2147483647 h 46"/>
                <a:gd name="T2" fmla="*/ 0 w 1588"/>
                <a:gd name="T3" fmla="*/ 0 h 46"/>
                <a:gd name="T4" fmla="*/ 0 w 1588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8"/>
                <a:gd name="T10" fmla="*/ 0 h 46"/>
                <a:gd name="T11" fmla="*/ 1588 w 1588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49" name="Freeform 761">
              <a:extLst>
                <a:ext uri="{FF2B5EF4-FFF2-40B4-BE49-F238E27FC236}">
                  <a16:creationId xmlns:a16="http://schemas.microsoft.com/office/drawing/2014/main" id="{30CA1453-DF23-2253-D4A4-82058CC63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588" y="4660900"/>
              <a:ext cx="1544637" cy="131763"/>
            </a:xfrm>
            <a:custGeom>
              <a:avLst/>
              <a:gdLst>
                <a:gd name="T0" fmla="*/ 2147483647 w 863"/>
                <a:gd name="T1" fmla="*/ 2147483647 h 72"/>
                <a:gd name="T2" fmla="*/ 2147483647 w 863"/>
                <a:gd name="T3" fmla="*/ 2147483647 h 72"/>
                <a:gd name="T4" fmla="*/ 2147483647 w 863"/>
                <a:gd name="T5" fmla="*/ 2147483647 h 72"/>
                <a:gd name="T6" fmla="*/ 2147483647 w 863"/>
                <a:gd name="T7" fmla="*/ 2147483647 h 72"/>
                <a:gd name="T8" fmla="*/ 2147483647 w 863"/>
                <a:gd name="T9" fmla="*/ 2147483647 h 72"/>
                <a:gd name="T10" fmla="*/ 2147483647 w 863"/>
                <a:gd name="T11" fmla="*/ 2147483647 h 72"/>
                <a:gd name="T12" fmla="*/ 2147483647 w 863"/>
                <a:gd name="T13" fmla="*/ 0 h 72"/>
                <a:gd name="T14" fmla="*/ 2147483647 w 863"/>
                <a:gd name="T15" fmla="*/ 0 h 72"/>
                <a:gd name="T16" fmla="*/ 2147483647 w 863"/>
                <a:gd name="T17" fmla="*/ 2147483647 h 72"/>
                <a:gd name="T18" fmla="*/ 0 w 863"/>
                <a:gd name="T19" fmla="*/ 2147483647 h 72"/>
                <a:gd name="T20" fmla="*/ 0 w 863"/>
                <a:gd name="T21" fmla="*/ 2147483647 h 72"/>
                <a:gd name="T22" fmla="*/ 2147483647 w 863"/>
                <a:gd name="T23" fmla="*/ 2147483647 h 72"/>
                <a:gd name="T24" fmla="*/ 2147483647 w 863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2"/>
                <a:gd name="T41" fmla="*/ 863 w 863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2">
                  <a:moveTo>
                    <a:pt x="6" y="72"/>
                  </a:moveTo>
                  <a:lnTo>
                    <a:pt x="858" y="72"/>
                  </a:lnTo>
                  <a:lnTo>
                    <a:pt x="862" y="70"/>
                  </a:lnTo>
                  <a:lnTo>
                    <a:pt x="863" y="66"/>
                  </a:lnTo>
                  <a:lnTo>
                    <a:pt x="863" y="6"/>
                  </a:lnTo>
                  <a:lnTo>
                    <a:pt x="862" y="2"/>
                  </a:lnTo>
                  <a:lnTo>
                    <a:pt x="858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0" name="Freeform 762">
              <a:extLst>
                <a:ext uri="{FF2B5EF4-FFF2-40B4-BE49-F238E27FC236}">
                  <a16:creationId xmlns:a16="http://schemas.microsoft.com/office/drawing/2014/main" id="{60358EE9-B3EB-1F7B-EFC8-A3F1B53E2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6588" y="4714875"/>
              <a:ext cx="1587" cy="82550"/>
            </a:xfrm>
            <a:custGeom>
              <a:avLst/>
              <a:gdLst>
                <a:gd name="T0" fmla="*/ 0 w 1588"/>
                <a:gd name="T1" fmla="*/ 2147483647 h 45"/>
                <a:gd name="T2" fmla="*/ 0 w 1588"/>
                <a:gd name="T3" fmla="*/ 0 h 45"/>
                <a:gd name="T4" fmla="*/ 0 w 1588"/>
                <a:gd name="T5" fmla="*/ 2147483647 h 45"/>
                <a:gd name="T6" fmla="*/ 0 60000 65536"/>
                <a:gd name="T7" fmla="*/ 0 60000 65536"/>
                <a:gd name="T8" fmla="*/ 0 60000 65536"/>
                <a:gd name="T9" fmla="*/ 0 w 1588"/>
                <a:gd name="T10" fmla="*/ 0 h 45"/>
                <a:gd name="T11" fmla="*/ 1588 w 1588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45">
                  <a:moveTo>
                    <a:pt x="0" y="45"/>
                  </a:moveTo>
                  <a:lnTo>
                    <a:pt x="0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1" name="Freeform 763">
              <a:extLst>
                <a:ext uri="{FF2B5EF4-FFF2-40B4-BE49-F238E27FC236}">
                  <a16:creationId xmlns:a16="http://schemas.microsoft.com/office/drawing/2014/main" id="{30658E0A-B4CF-A818-4909-5AA1F6219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6875" y="4411663"/>
              <a:ext cx="1544638" cy="128587"/>
            </a:xfrm>
            <a:custGeom>
              <a:avLst/>
              <a:gdLst>
                <a:gd name="T0" fmla="*/ 2147483647 w 863"/>
                <a:gd name="T1" fmla="*/ 2147483647 h 71"/>
                <a:gd name="T2" fmla="*/ 2147483647 w 863"/>
                <a:gd name="T3" fmla="*/ 2147483647 h 71"/>
                <a:gd name="T4" fmla="*/ 2147483647 w 863"/>
                <a:gd name="T5" fmla="*/ 2147483647 h 71"/>
                <a:gd name="T6" fmla="*/ 2147483647 w 863"/>
                <a:gd name="T7" fmla="*/ 2147483647 h 71"/>
                <a:gd name="T8" fmla="*/ 2147483647 w 863"/>
                <a:gd name="T9" fmla="*/ 2147483647 h 71"/>
                <a:gd name="T10" fmla="*/ 2147483647 w 863"/>
                <a:gd name="T11" fmla="*/ 2147483647 h 71"/>
                <a:gd name="T12" fmla="*/ 2147483647 w 863"/>
                <a:gd name="T13" fmla="*/ 0 h 71"/>
                <a:gd name="T14" fmla="*/ 2147483647 w 863"/>
                <a:gd name="T15" fmla="*/ 0 h 71"/>
                <a:gd name="T16" fmla="*/ 2147483647 w 863"/>
                <a:gd name="T17" fmla="*/ 2147483647 h 71"/>
                <a:gd name="T18" fmla="*/ 0 w 863"/>
                <a:gd name="T19" fmla="*/ 2147483647 h 71"/>
                <a:gd name="T20" fmla="*/ 0 w 863"/>
                <a:gd name="T21" fmla="*/ 2147483647 h 71"/>
                <a:gd name="T22" fmla="*/ 2147483647 w 863"/>
                <a:gd name="T23" fmla="*/ 2147483647 h 71"/>
                <a:gd name="T24" fmla="*/ 2147483647 w 863"/>
                <a:gd name="T25" fmla="*/ 2147483647 h 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3"/>
                <a:gd name="T40" fmla="*/ 0 h 71"/>
                <a:gd name="T41" fmla="*/ 863 w 863"/>
                <a:gd name="T42" fmla="*/ 71 h 7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3" h="71">
                  <a:moveTo>
                    <a:pt x="5" y="71"/>
                  </a:moveTo>
                  <a:lnTo>
                    <a:pt x="857" y="71"/>
                  </a:lnTo>
                  <a:lnTo>
                    <a:pt x="862" y="69"/>
                  </a:lnTo>
                  <a:lnTo>
                    <a:pt x="863" y="66"/>
                  </a:lnTo>
                  <a:lnTo>
                    <a:pt x="863" y="5"/>
                  </a:lnTo>
                  <a:lnTo>
                    <a:pt x="862" y="1"/>
                  </a:lnTo>
                  <a:lnTo>
                    <a:pt x="857" y="0"/>
                  </a:ln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66"/>
                  </a:lnTo>
                  <a:lnTo>
                    <a:pt x="2" y="69"/>
                  </a:lnTo>
                  <a:lnTo>
                    <a:pt x="5" y="7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2" name="Freeform 764">
              <a:extLst>
                <a:ext uri="{FF2B5EF4-FFF2-40B4-BE49-F238E27FC236}">
                  <a16:creationId xmlns:a16="http://schemas.microsoft.com/office/drawing/2014/main" id="{4F8728CA-68CC-ADF5-4977-8029B32D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6875" y="4454525"/>
              <a:ext cx="1588" cy="82550"/>
            </a:xfrm>
            <a:custGeom>
              <a:avLst/>
              <a:gdLst>
                <a:gd name="T0" fmla="*/ 0 w 1587"/>
                <a:gd name="T1" fmla="*/ 2147483647 h 46"/>
                <a:gd name="T2" fmla="*/ 0 w 1587"/>
                <a:gd name="T3" fmla="*/ 0 h 46"/>
                <a:gd name="T4" fmla="*/ 0 w 1587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7"/>
                <a:gd name="T10" fmla="*/ 0 h 46"/>
                <a:gd name="T11" fmla="*/ 1587 w 1587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3" name="Freeform 765">
              <a:extLst>
                <a:ext uri="{FF2B5EF4-FFF2-40B4-BE49-F238E27FC236}">
                  <a16:creationId xmlns:a16="http://schemas.microsoft.com/office/drawing/2014/main" id="{47961F98-4DF2-6B73-02AC-8135015AB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225" y="4160838"/>
              <a:ext cx="514350" cy="131762"/>
            </a:xfrm>
            <a:custGeom>
              <a:avLst/>
              <a:gdLst>
                <a:gd name="T0" fmla="*/ 2147483647 w 288"/>
                <a:gd name="T1" fmla="*/ 2147483647 h 72"/>
                <a:gd name="T2" fmla="*/ 2147483647 w 288"/>
                <a:gd name="T3" fmla="*/ 2147483647 h 72"/>
                <a:gd name="T4" fmla="*/ 2147483647 w 288"/>
                <a:gd name="T5" fmla="*/ 2147483647 h 72"/>
                <a:gd name="T6" fmla="*/ 2147483647 w 288"/>
                <a:gd name="T7" fmla="*/ 2147483647 h 72"/>
                <a:gd name="T8" fmla="*/ 2147483647 w 288"/>
                <a:gd name="T9" fmla="*/ 2147483647 h 72"/>
                <a:gd name="T10" fmla="*/ 2147483647 w 288"/>
                <a:gd name="T11" fmla="*/ 2147483647 h 72"/>
                <a:gd name="T12" fmla="*/ 2147483647 w 288"/>
                <a:gd name="T13" fmla="*/ 0 h 72"/>
                <a:gd name="T14" fmla="*/ 2147483647 w 288"/>
                <a:gd name="T15" fmla="*/ 0 h 72"/>
                <a:gd name="T16" fmla="*/ 2147483647 w 288"/>
                <a:gd name="T17" fmla="*/ 2147483647 h 72"/>
                <a:gd name="T18" fmla="*/ 0 w 288"/>
                <a:gd name="T19" fmla="*/ 2147483647 h 72"/>
                <a:gd name="T20" fmla="*/ 0 w 288"/>
                <a:gd name="T21" fmla="*/ 2147483647 h 72"/>
                <a:gd name="T22" fmla="*/ 2147483647 w 288"/>
                <a:gd name="T23" fmla="*/ 2147483647 h 72"/>
                <a:gd name="T24" fmla="*/ 2147483647 w 288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88"/>
                <a:gd name="T40" fmla="*/ 0 h 72"/>
                <a:gd name="T41" fmla="*/ 288 w 288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88" h="72">
                  <a:moveTo>
                    <a:pt x="6" y="72"/>
                  </a:moveTo>
                  <a:lnTo>
                    <a:pt x="282" y="72"/>
                  </a:lnTo>
                  <a:lnTo>
                    <a:pt x="287" y="70"/>
                  </a:lnTo>
                  <a:lnTo>
                    <a:pt x="288" y="66"/>
                  </a:lnTo>
                  <a:lnTo>
                    <a:pt x="288" y="6"/>
                  </a:lnTo>
                  <a:lnTo>
                    <a:pt x="287" y="2"/>
                  </a:lnTo>
                  <a:lnTo>
                    <a:pt x="282" y="0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4" name="Freeform 766">
              <a:extLst>
                <a:ext uri="{FF2B5EF4-FFF2-40B4-BE49-F238E27FC236}">
                  <a16:creationId xmlns:a16="http://schemas.microsoft.com/office/drawing/2014/main" id="{6F876013-1ACC-487C-6DD7-29024C08B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225" y="4184650"/>
              <a:ext cx="1588" cy="84138"/>
            </a:xfrm>
            <a:custGeom>
              <a:avLst/>
              <a:gdLst>
                <a:gd name="T0" fmla="*/ 0 w 1587"/>
                <a:gd name="T1" fmla="*/ 2147483647 h 46"/>
                <a:gd name="T2" fmla="*/ 0 w 1587"/>
                <a:gd name="T3" fmla="*/ 0 h 46"/>
                <a:gd name="T4" fmla="*/ 0 w 1587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7"/>
                <a:gd name="T10" fmla="*/ 0 h 46"/>
                <a:gd name="T11" fmla="*/ 1587 w 1587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5" name="Rectangle 767">
              <a:extLst>
                <a:ext uri="{FF2B5EF4-FFF2-40B4-BE49-F238E27FC236}">
                  <a16:creationId xmlns:a16="http://schemas.microsoft.com/office/drawing/2014/main" id="{47D1D6F3-4F70-A562-4F23-9D3737729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4637088"/>
              <a:ext cx="87363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"/>
                </a:rPr>
                <a:t>Machine 1</a:t>
              </a:r>
              <a:endParaRPr lang="en-US" altLang="en-US" sz="3200"/>
            </a:p>
          </p:txBody>
        </p:sp>
        <p:sp>
          <p:nvSpPr>
            <p:cNvPr id="18556" name="Rectangle 768">
              <a:extLst>
                <a:ext uri="{FF2B5EF4-FFF2-40B4-BE49-F238E27FC236}">
                  <a16:creationId xmlns:a16="http://schemas.microsoft.com/office/drawing/2014/main" id="{CBB3FC9B-A668-CE62-297A-AD3AA15AF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4103688"/>
              <a:ext cx="8651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"/>
                </a:rPr>
                <a:t>Machine 3</a:t>
              </a:r>
              <a:endParaRPr lang="en-US" altLang="en-US" sz="3200"/>
            </a:p>
          </p:txBody>
        </p:sp>
        <p:sp>
          <p:nvSpPr>
            <p:cNvPr id="18557" name="Rectangle 769">
              <a:extLst>
                <a:ext uri="{FF2B5EF4-FFF2-40B4-BE49-F238E27FC236}">
                  <a16:creationId xmlns:a16="http://schemas.microsoft.com/office/drawing/2014/main" id="{4F9FD3F4-F75F-7053-4F4E-865D1C21B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4378325"/>
              <a:ext cx="8651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Times"/>
                </a:rPr>
                <a:t>Machine 2</a:t>
              </a:r>
              <a:endParaRPr lang="en-US" altLang="en-US" sz="3200"/>
            </a:p>
          </p:txBody>
        </p:sp>
        <p:sp>
          <p:nvSpPr>
            <p:cNvPr id="18558" name="Freeform 770">
              <a:extLst>
                <a:ext uri="{FF2B5EF4-FFF2-40B4-BE49-F238E27FC236}">
                  <a16:creationId xmlns:a16="http://schemas.microsoft.com/office/drawing/2014/main" id="{3B1DB1B1-D956-F750-B863-243E58A52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538" y="3759200"/>
              <a:ext cx="5148262" cy="1303338"/>
            </a:xfrm>
            <a:custGeom>
              <a:avLst/>
              <a:gdLst>
                <a:gd name="T0" fmla="*/ 0 w 2878"/>
                <a:gd name="T1" fmla="*/ 0 h 718"/>
                <a:gd name="T2" fmla="*/ 0 w 2878"/>
                <a:gd name="T3" fmla="*/ 2147483647 h 718"/>
                <a:gd name="T4" fmla="*/ 2147483647 w 2878"/>
                <a:gd name="T5" fmla="*/ 2147483647 h 718"/>
                <a:gd name="T6" fmla="*/ 0 60000 65536"/>
                <a:gd name="T7" fmla="*/ 0 60000 65536"/>
                <a:gd name="T8" fmla="*/ 0 60000 65536"/>
                <a:gd name="T9" fmla="*/ 0 w 2878"/>
                <a:gd name="T10" fmla="*/ 0 h 718"/>
                <a:gd name="T11" fmla="*/ 2878 w 2878"/>
                <a:gd name="T12" fmla="*/ 718 h 7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78" h="718">
                  <a:moveTo>
                    <a:pt x="0" y="0"/>
                  </a:moveTo>
                  <a:lnTo>
                    <a:pt x="0" y="718"/>
                  </a:lnTo>
                  <a:lnTo>
                    <a:pt x="2878" y="71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9" name="Freeform 771">
              <a:extLst>
                <a:ext uri="{FF2B5EF4-FFF2-40B4-BE49-F238E27FC236}">
                  <a16:creationId xmlns:a16="http://schemas.microsoft.com/office/drawing/2014/main" id="{C68114D0-DE50-3120-70B5-D08DAED93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4160838"/>
              <a:ext cx="1028700" cy="131762"/>
            </a:xfrm>
            <a:custGeom>
              <a:avLst/>
              <a:gdLst>
                <a:gd name="T0" fmla="*/ 2147483647 w 575"/>
                <a:gd name="T1" fmla="*/ 2147483647 h 72"/>
                <a:gd name="T2" fmla="*/ 2147483647 w 575"/>
                <a:gd name="T3" fmla="*/ 2147483647 h 72"/>
                <a:gd name="T4" fmla="*/ 2147483647 w 575"/>
                <a:gd name="T5" fmla="*/ 2147483647 h 72"/>
                <a:gd name="T6" fmla="*/ 2147483647 w 575"/>
                <a:gd name="T7" fmla="*/ 2147483647 h 72"/>
                <a:gd name="T8" fmla="*/ 2147483647 w 575"/>
                <a:gd name="T9" fmla="*/ 2147483647 h 72"/>
                <a:gd name="T10" fmla="*/ 2147483647 w 575"/>
                <a:gd name="T11" fmla="*/ 2147483647 h 72"/>
                <a:gd name="T12" fmla="*/ 2147483647 w 575"/>
                <a:gd name="T13" fmla="*/ 0 h 72"/>
                <a:gd name="T14" fmla="*/ 2147483647 w 575"/>
                <a:gd name="T15" fmla="*/ 0 h 72"/>
                <a:gd name="T16" fmla="*/ 2147483647 w 575"/>
                <a:gd name="T17" fmla="*/ 2147483647 h 72"/>
                <a:gd name="T18" fmla="*/ 0 w 575"/>
                <a:gd name="T19" fmla="*/ 2147483647 h 72"/>
                <a:gd name="T20" fmla="*/ 0 w 575"/>
                <a:gd name="T21" fmla="*/ 2147483647 h 72"/>
                <a:gd name="T22" fmla="*/ 2147483647 w 575"/>
                <a:gd name="T23" fmla="*/ 2147483647 h 72"/>
                <a:gd name="T24" fmla="*/ 2147483647 w 575"/>
                <a:gd name="T25" fmla="*/ 2147483647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5"/>
                <a:gd name="T40" fmla="*/ 0 h 72"/>
                <a:gd name="T41" fmla="*/ 575 w 575"/>
                <a:gd name="T42" fmla="*/ 72 h 7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5" h="72">
                  <a:moveTo>
                    <a:pt x="5" y="72"/>
                  </a:moveTo>
                  <a:lnTo>
                    <a:pt x="569" y="72"/>
                  </a:lnTo>
                  <a:lnTo>
                    <a:pt x="573" y="70"/>
                  </a:lnTo>
                  <a:lnTo>
                    <a:pt x="575" y="66"/>
                  </a:lnTo>
                  <a:lnTo>
                    <a:pt x="575" y="6"/>
                  </a:lnTo>
                  <a:lnTo>
                    <a:pt x="573" y="2"/>
                  </a:lnTo>
                  <a:lnTo>
                    <a:pt x="569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6"/>
                  </a:lnTo>
                  <a:lnTo>
                    <a:pt x="0" y="66"/>
                  </a:lnTo>
                  <a:lnTo>
                    <a:pt x="2" y="70"/>
                  </a:lnTo>
                  <a:lnTo>
                    <a:pt x="5" y="72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60" name="Freeform 772">
              <a:extLst>
                <a:ext uri="{FF2B5EF4-FFF2-40B4-BE49-F238E27FC236}">
                  <a16:creationId xmlns:a16="http://schemas.microsoft.com/office/drawing/2014/main" id="{E95B2884-2A2F-D638-657C-861DBC671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4184650"/>
              <a:ext cx="1587" cy="84138"/>
            </a:xfrm>
            <a:custGeom>
              <a:avLst/>
              <a:gdLst>
                <a:gd name="T0" fmla="*/ 0 w 1588"/>
                <a:gd name="T1" fmla="*/ 2147483647 h 46"/>
                <a:gd name="T2" fmla="*/ 0 w 1588"/>
                <a:gd name="T3" fmla="*/ 0 h 46"/>
                <a:gd name="T4" fmla="*/ 0 w 1588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8"/>
                <a:gd name="T10" fmla="*/ 0 h 46"/>
                <a:gd name="T11" fmla="*/ 1588 w 1588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61" name="Freeform 773">
              <a:extLst>
                <a:ext uri="{FF2B5EF4-FFF2-40B4-BE49-F238E27FC236}">
                  <a16:creationId xmlns:a16="http://schemas.microsoft.com/office/drawing/2014/main" id="{63C8D326-2312-8936-ED8E-C99DCADEB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300" y="4411663"/>
              <a:ext cx="1546225" cy="128587"/>
            </a:xfrm>
            <a:custGeom>
              <a:avLst/>
              <a:gdLst>
                <a:gd name="T0" fmla="*/ 2147483647 w 864"/>
                <a:gd name="T1" fmla="*/ 2147483647 h 71"/>
                <a:gd name="T2" fmla="*/ 2147483647 w 864"/>
                <a:gd name="T3" fmla="*/ 2147483647 h 71"/>
                <a:gd name="T4" fmla="*/ 2147483647 w 864"/>
                <a:gd name="T5" fmla="*/ 2147483647 h 71"/>
                <a:gd name="T6" fmla="*/ 2147483647 w 864"/>
                <a:gd name="T7" fmla="*/ 2147483647 h 71"/>
                <a:gd name="T8" fmla="*/ 2147483647 w 864"/>
                <a:gd name="T9" fmla="*/ 2147483647 h 71"/>
                <a:gd name="T10" fmla="*/ 2147483647 w 864"/>
                <a:gd name="T11" fmla="*/ 2147483647 h 71"/>
                <a:gd name="T12" fmla="*/ 2147483647 w 864"/>
                <a:gd name="T13" fmla="*/ 0 h 71"/>
                <a:gd name="T14" fmla="*/ 2147483647 w 864"/>
                <a:gd name="T15" fmla="*/ 0 h 71"/>
                <a:gd name="T16" fmla="*/ 2147483647 w 864"/>
                <a:gd name="T17" fmla="*/ 2147483647 h 71"/>
                <a:gd name="T18" fmla="*/ 0 w 864"/>
                <a:gd name="T19" fmla="*/ 2147483647 h 71"/>
                <a:gd name="T20" fmla="*/ 0 w 864"/>
                <a:gd name="T21" fmla="*/ 2147483647 h 71"/>
                <a:gd name="T22" fmla="*/ 2147483647 w 864"/>
                <a:gd name="T23" fmla="*/ 2147483647 h 71"/>
                <a:gd name="T24" fmla="*/ 2147483647 w 864"/>
                <a:gd name="T25" fmla="*/ 2147483647 h 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4"/>
                <a:gd name="T40" fmla="*/ 0 h 71"/>
                <a:gd name="T41" fmla="*/ 864 w 864"/>
                <a:gd name="T42" fmla="*/ 71 h 7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4" h="71">
                  <a:moveTo>
                    <a:pt x="6" y="71"/>
                  </a:moveTo>
                  <a:lnTo>
                    <a:pt x="858" y="71"/>
                  </a:lnTo>
                  <a:lnTo>
                    <a:pt x="863" y="69"/>
                  </a:lnTo>
                  <a:lnTo>
                    <a:pt x="864" y="66"/>
                  </a:lnTo>
                  <a:lnTo>
                    <a:pt x="864" y="5"/>
                  </a:lnTo>
                  <a:lnTo>
                    <a:pt x="863" y="1"/>
                  </a:lnTo>
                  <a:lnTo>
                    <a:pt x="858" y="0"/>
                  </a:lnTo>
                  <a:lnTo>
                    <a:pt x="6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66"/>
                  </a:lnTo>
                  <a:lnTo>
                    <a:pt x="2" y="69"/>
                  </a:lnTo>
                  <a:lnTo>
                    <a:pt x="6" y="71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62" name="Freeform 774">
              <a:extLst>
                <a:ext uri="{FF2B5EF4-FFF2-40B4-BE49-F238E27FC236}">
                  <a16:creationId xmlns:a16="http://schemas.microsoft.com/office/drawing/2014/main" id="{20974A25-9C6B-D04E-B3C8-06A662B9C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300" y="4454525"/>
              <a:ext cx="1588" cy="82550"/>
            </a:xfrm>
            <a:custGeom>
              <a:avLst/>
              <a:gdLst>
                <a:gd name="T0" fmla="*/ 0 w 1587"/>
                <a:gd name="T1" fmla="*/ 2147483647 h 46"/>
                <a:gd name="T2" fmla="*/ 0 w 1587"/>
                <a:gd name="T3" fmla="*/ 0 h 46"/>
                <a:gd name="T4" fmla="*/ 0 w 1587"/>
                <a:gd name="T5" fmla="*/ 2147483647 h 46"/>
                <a:gd name="T6" fmla="*/ 0 60000 65536"/>
                <a:gd name="T7" fmla="*/ 0 60000 65536"/>
                <a:gd name="T8" fmla="*/ 0 60000 65536"/>
                <a:gd name="T9" fmla="*/ 0 w 1587"/>
                <a:gd name="T10" fmla="*/ 0 h 46"/>
                <a:gd name="T11" fmla="*/ 1587 w 1587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46">
                  <a:moveTo>
                    <a:pt x="0" y="46"/>
                  </a:moveTo>
                  <a:lnTo>
                    <a:pt x="0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0C0C0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63" name="TextBox 729">
              <a:extLst>
                <a:ext uri="{FF2B5EF4-FFF2-40B4-BE49-F238E27FC236}">
                  <a16:creationId xmlns:a16="http://schemas.microsoft.com/office/drawing/2014/main" id="{895E9549-C9BB-C002-C1C8-3F17E6680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5867400"/>
              <a:ext cx="51054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(You could use seven machines to do the jobs)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5A3891B-7967-2BD2-7A1A-21724D986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228600"/>
            <a:ext cx="76200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Task Scheduling Algorithm</a:t>
            </a:r>
          </a:p>
        </p:txBody>
      </p:sp>
      <p:sp>
        <p:nvSpPr>
          <p:cNvPr id="194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4F0BA52-F577-DE5C-EE7A-E7A8AE09A7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1143000"/>
            <a:ext cx="4724400" cy="5334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Greedy choice: consider tasks by their start time and use as few machines as possible with this order.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Run time: O(n log n). Why?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Correctness: Suppose there is a better schedule.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We can use k-1 machines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algorithm uses 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i be first task scheduled on machine 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Task i must conflict with k-1 other tasks. All these k tasks conflict with each other too (note that the start time is sorted)!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That means there is no non-conflicting schedule using k-1 machines (for k conflicting tasks) </a:t>
            </a:r>
          </a:p>
        </p:txBody>
      </p:sp>
      <p:sp>
        <p:nvSpPr>
          <p:cNvPr id="19460" name="Text Box 732">
            <a:extLst>
              <a:ext uri="{FF2B5EF4-FFF2-40B4-BE49-F238E27FC236}">
                <a16:creationId xmlns:a16="http://schemas.microsoft.com/office/drawing/2014/main" id="{AE7E944A-FDA3-26FD-769C-1AE98C5B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676401"/>
            <a:ext cx="4038600" cy="4137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taskSchedule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set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tasks w/ start time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		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and finish time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Output: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non-conflicting schedule 		with minimum number of machines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1600">
                <a:latin typeface="Times New Roman" panose="02020603050405020304" pitchFamily="18" charset="0"/>
              </a:rPr>
              <a:t>{no. of machines}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 is not empty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remove task i w/ smallest s</a:t>
            </a: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there’s a machine j (0 ≤ j ≤ m) 	available for i,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then</a:t>
            </a:r>
            <a:endParaRPr lang="en-US" altLang="en-US" baseline="-25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schedule i on machine j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m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</a:rPr>
              <a:t>+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schedule i on machine 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89DF0B5-8F8D-D10D-2A4A-E79BFDC60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2048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1D612E9-2FB9-13B5-267B-271E724316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219201"/>
            <a:ext cx="8229600" cy="2581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Given: a set T of n tasks, each having: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A start time, </a:t>
            </a:r>
            <a:r>
              <a:rPr lang="en-US" altLang="en-US" sz="1800" dirty="0" err="1"/>
              <a:t>s</a:t>
            </a:r>
            <a:r>
              <a:rPr lang="en-US" altLang="en-US" sz="1800" baseline="-25000" dirty="0" err="1"/>
              <a:t>i</a:t>
            </a:r>
            <a:endParaRPr lang="en-US" altLang="en-US" sz="1800" baseline="-25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A finish time, f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 (where </a:t>
            </a:r>
            <a:r>
              <a:rPr lang="en-US" altLang="en-US" sz="1800" dirty="0" err="1"/>
              <a:t>s</a:t>
            </a:r>
            <a:r>
              <a:rPr lang="en-US" altLang="en-US" sz="1800" baseline="-25000" dirty="0" err="1"/>
              <a:t>i</a:t>
            </a:r>
            <a:r>
              <a:rPr lang="en-US" altLang="en-US" sz="1800" dirty="0"/>
              <a:t> &lt; f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[1,4], [1,3], [2,5], [3,7], [4,7], [6,9], [7,8] (ordered by start)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Goal: Perform all tasks on minimum number of machines</a:t>
            </a:r>
          </a:p>
        </p:txBody>
      </p:sp>
      <p:grpSp>
        <p:nvGrpSpPr>
          <p:cNvPr id="20484" name="Group 5">
            <a:extLst>
              <a:ext uri="{FF2B5EF4-FFF2-40B4-BE49-F238E27FC236}">
                <a16:creationId xmlns:a16="http://schemas.microsoft.com/office/drawing/2014/main" id="{CDA1F261-DF59-4884-6742-4BDBE2DF5FD8}"/>
              </a:ext>
            </a:extLst>
          </p:cNvPr>
          <p:cNvGrpSpPr>
            <a:grpSpLocks/>
          </p:cNvGrpSpPr>
          <p:nvPr/>
        </p:nvGrpSpPr>
        <p:grpSpPr bwMode="auto">
          <a:xfrm>
            <a:off x="3841751" y="4746626"/>
            <a:ext cx="4632325" cy="131763"/>
            <a:chOff x="1563" y="2893"/>
            <a:chExt cx="2590" cy="73"/>
          </a:xfrm>
        </p:grpSpPr>
        <p:sp>
          <p:nvSpPr>
            <p:cNvPr id="21003" name="Line 6">
              <a:extLst>
                <a:ext uri="{FF2B5EF4-FFF2-40B4-BE49-F238E27FC236}">
                  <a16:creationId xmlns:a16="http://schemas.microsoft.com/office/drawing/2014/main" id="{FAE4B763-637E-8849-19C8-4D32D34B9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4" name="Line 7">
              <a:extLst>
                <a:ext uri="{FF2B5EF4-FFF2-40B4-BE49-F238E27FC236}">
                  <a16:creationId xmlns:a16="http://schemas.microsoft.com/office/drawing/2014/main" id="{758B36C5-CE19-7A62-386B-EEFF8AADF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5" name="Line 8">
              <a:extLst>
                <a:ext uri="{FF2B5EF4-FFF2-40B4-BE49-F238E27FC236}">
                  <a16:creationId xmlns:a16="http://schemas.microsoft.com/office/drawing/2014/main" id="{950FCD6C-CF5E-F875-7A6F-D56D6ABB2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6" name="Line 9">
              <a:extLst>
                <a:ext uri="{FF2B5EF4-FFF2-40B4-BE49-F238E27FC236}">
                  <a16:creationId xmlns:a16="http://schemas.microsoft.com/office/drawing/2014/main" id="{24B3D27C-5A25-A41D-5A0D-6106F6C03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7" name="Line 10">
              <a:extLst>
                <a:ext uri="{FF2B5EF4-FFF2-40B4-BE49-F238E27FC236}">
                  <a16:creationId xmlns:a16="http://schemas.microsoft.com/office/drawing/2014/main" id="{DF8ECDF7-8A5F-C9B5-DEBC-080427EB2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8" name="Line 11">
              <a:extLst>
                <a:ext uri="{FF2B5EF4-FFF2-40B4-BE49-F238E27FC236}">
                  <a16:creationId xmlns:a16="http://schemas.microsoft.com/office/drawing/2014/main" id="{DE0A85F8-9E9E-E7C2-B43D-CF5AC9FA3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9" name="Line 12">
              <a:extLst>
                <a:ext uri="{FF2B5EF4-FFF2-40B4-BE49-F238E27FC236}">
                  <a16:creationId xmlns:a16="http://schemas.microsoft.com/office/drawing/2014/main" id="{6F29C399-E1F6-EA11-FECD-0251C15A1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0" name="Line 13">
              <a:extLst>
                <a:ext uri="{FF2B5EF4-FFF2-40B4-BE49-F238E27FC236}">
                  <a16:creationId xmlns:a16="http://schemas.microsoft.com/office/drawing/2014/main" id="{87A3082F-D3C3-3C9C-3B78-59CDD9458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1" name="Line 14">
              <a:extLst>
                <a:ext uri="{FF2B5EF4-FFF2-40B4-BE49-F238E27FC236}">
                  <a16:creationId xmlns:a16="http://schemas.microsoft.com/office/drawing/2014/main" id="{5DE73957-5D37-5974-B9C7-282D59689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2" name="Line 15">
              <a:extLst>
                <a:ext uri="{FF2B5EF4-FFF2-40B4-BE49-F238E27FC236}">
                  <a16:creationId xmlns:a16="http://schemas.microsoft.com/office/drawing/2014/main" id="{F4B0C708-99EF-9585-5942-84CB085AA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3" name="Line 16">
              <a:extLst>
                <a:ext uri="{FF2B5EF4-FFF2-40B4-BE49-F238E27FC236}">
                  <a16:creationId xmlns:a16="http://schemas.microsoft.com/office/drawing/2014/main" id="{FE1429EF-C346-C555-CEE0-2E8A0CE96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4" name="Line 17">
              <a:extLst>
                <a:ext uri="{FF2B5EF4-FFF2-40B4-BE49-F238E27FC236}">
                  <a16:creationId xmlns:a16="http://schemas.microsoft.com/office/drawing/2014/main" id="{161917F1-E2F4-F6C2-6462-E9F608AF4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5" name="Line 18">
              <a:extLst>
                <a:ext uri="{FF2B5EF4-FFF2-40B4-BE49-F238E27FC236}">
                  <a16:creationId xmlns:a16="http://schemas.microsoft.com/office/drawing/2014/main" id="{0F94AAA6-AA4D-ED4B-DA50-7B5A6EEB9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6" name="Line 19">
              <a:extLst>
                <a:ext uri="{FF2B5EF4-FFF2-40B4-BE49-F238E27FC236}">
                  <a16:creationId xmlns:a16="http://schemas.microsoft.com/office/drawing/2014/main" id="{034A9977-385D-63AB-9EFB-E431B7AB8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7" name="Line 20">
              <a:extLst>
                <a:ext uri="{FF2B5EF4-FFF2-40B4-BE49-F238E27FC236}">
                  <a16:creationId xmlns:a16="http://schemas.microsoft.com/office/drawing/2014/main" id="{26B3AB8F-DF9C-DB3D-A34B-D1C347A8A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8" name="Line 21">
              <a:extLst>
                <a:ext uri="{FF2B5EF4-FFF2-40B4-BE49-F238E27FC236}">
                  <a16:creationId xmlns:a16="http://schemas.microsoft.com/office/drawing/2014/main" id="{33647127-2512-2B1A-4C47-6C7BA7ECB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19" name="Line 22">
              <a:extLst>
                <a:ext uri="{FF2B5EF4-FFF2-40B4-BE49-F238E27FC236}">
                  <a16:creationId xmlns:a16="http://schemas.microsoft.com/office/drawing/2014/main" id="{BE1C85E9-16BC-ED34-A4DB-442EB77BE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0" name="Line 23">
              <a:extLst>
                <a:ext uri="{FF2B5EF4-FFF2-40B4-BE49-F238E27FC236}">
                  <a16:creationId xmlns:a16="http://schemas.microsoft.com/office/drawing/2014/main" id="{12541BD4-4C3C-7A42-E297-9AF31C6B0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1" name="Line 24">
              <a:extLst>
                <a:ext uri="{FF2B5EF4-FFF2-40B4-BE49-F238E27FC236}">
                  <a16:creationId xmlns:a16="http://schemas.microsoft.com/office/drawing/2014/main" id="{77AE7C2C-0FDB-FAC5-286E-C16C07680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2" name="Line 25">
              <a:extLst>
                <a:ext uri="{FF2B5EF4-FFF2-40B4-BE49-F238E27FC236}">
                  <a16:creationId xmlns:a16="http://schemas.microsoft.com/office/drawing/2014/main" id="{45E61F93-9D6C-8580-5EDD-FDA12F70B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3" name="Line 26">
              <a:extLst>
                <a:ext uri="{FF2B5EF4-FFF2-40B4-BE49-F238E27FC236}">
                  <a16:creationId xmlns:a16="http://schemas.microsoft.com/office/drawing/2014/main" id="{04913FFD-5114-0FE1-82E5-CD87AC503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4" name="Line 27">
              <a:extLst>
                <a:ext uri="{FF2B5EF4-FFF2-40B4-BE49-F238E27FC236}">
                  <a16:creationId xmlns:a16="http://schemas.microsoft.com/office/drawing/2014/main" id="{303F74C2-C260-33C8-B535-AFB311B4B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5" name="Line 28">
              <a:extLst>
                <a:ext uri="{FF2B5EF4-FFF2-40B4-BE49-F238E27FC236}">
                  <a16:creationId xmlns:a16="http://schemas.microsoft.com/office/drawing/2014/main" id="{3D79AF6D-89F1-B4EB-55AC-65BD201F1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6" name="Line 29">
              <a:extLst>
                <a:ext uri="{FF2B5EF4-FFF2-40B4-BE49-F238E27FC236}">
                  <a16:creationId xmlns:a16="http://schemas.microsoft.com/office/drawing/2014/main" id="{084F4B4B-2424-04CF-D6B2-0A78B96A7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7" name="Line 30">
              <a:extLst>
                <a:ext uri="{FF2B5EF4-FFF2-40B4-BE49-F238E27FC236}">
                  <a16:creationId xmlns:a16="http://schemas.microsoft.com/office/drawing/2014/main" id="{E657206F-EF0B-BFFD-4D79-581F66E54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8" name="Line 31">
              <a:extLst>
                <a:ext uri="{FF2B5EF4-FFF2-40B4-BE49-F238E27FC236}">
                  <a16:creationId xmlns:a16="http://schemas.microsoft.com/office/drawing/2014/main" id="{9AD8DBF9-07B6-2CC2-002F-C1412CC13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29" name="Line 32">
              <a:extLst>
                <a:ext uri="{FF2B5EF4-FFF2-40B4-BE49-F238E27FC236}">
                  <a16:creationId xmlns:a16="http://schemas.microsoft.com/office/drawing/2014/main" id="{C3CC4F53-AB16-0B39-3B0E-CF6AD06F0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0" name="Line 33">
              <a:extLst>
                <a:ext uri="{FF2B5EF4-FFF2-40B4-BE49-F238E27FC236}">
                  <a16:creationId xmlns:a16="http://schemas.microsoft.com/office/drawing/2014/main" id="{A7EC717B-F809-8A96-0D67-9FFD4DCD7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1" name="Line 34">
              <a:extLst>
                <a:ext uri="{FF2B5EF4-FFF2-40B4-BE49-F238E27FC236}">
                  <a16:creationId xmlns:a16="http://schemas.microsoft.com/office/drawing/2014/main" id="{739F10FB-4D4B-0F64-D91B-29034227B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2" name="Line 35">
              <a:extLst>
                <a:ext uri="{FF2B5EF4-FFF2-40B4-BE49-F238E27FC236}">
                  <a16:creationId xmlns:a16="http://schemas.microsoft.com/office/drawing/2014/main" id="{2B5FEEC9-5443-A576-9EF7-F10FD30E3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3" name="Line 36">
              <a:extLst>
                <a:ext uri="{FF2B5EF4-FFF2-40B4-BE49-F238E27FC236}">
                  <a16:creationId xmlns:a16="http://schemas.microsoft.com/office/drawing/2014/main" id="{D048A5B4-26CA-438C-A3A6-ED2A5827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4" name="Line 37">
              <a:extLst>
                <a:ext uri="{FF2B5EF4-FFF2-40B4-BE49-F238E27FC236}">
                  <a16:creationId xmlns:a16="http://schemas.microsoft.com/office/drawing/2014/main" id="{BEC7BF5E-C76D-A230-6457-2689DDDAC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5" name="Line 38">
              <a:extLst>
                <a:ext uri="{FF2B5EF4-FFF2-40B4-BE49-F238E27FC236}">
                  <a16:creationId xmlns:a16="http://schemas.microsoft.com/office/drawing/2014/main" id="{5EBEA9F0-3FBF-6212-5D14-11C804BB4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6" name="Line 39">
              <a:extLst>
                <a:ext uri="{FF2B5EF4-FFF2-40B4-BE49-F238E27FC236}">
                  <a16:creationId xmlns:a16="http://schemas.microsoft.com/office/drawing/2014/main" id="{AFD3182F-C746-3610-519F-B525F2A70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7" name="Line 40">
              <a:extLst>
                <a:ext uri="{FF2B5EF4-FFF2-40B4-BE49-F238E27FC236}">
                  <a16:creationId xmlns:a16="http://schemas.microsoft.com/office/drawing/2014/main" id="{031B5D4D-B5B4-EFB3-8A44-D05175DE8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8" name="Line 41">
              <a:extLst>
                <a:ext uri="{FF2B5EF4-FFF2-40B4-BE49-F238E27FC236}">
                  <a16:creationId xmlns:a16="http://schemas.microsoft.com/office/drawing/2014/main" id="{662B45F9-B0D9-AE3F-C910-6BF772825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39" name="Line 42">
              <a:extLst>
                <a:ext uri="{FF2B5EF4-FFF2-40B4-BE49-F238E27FC236}">
                  <a16:creationId xmlns:a16="http://schemas.microsoft.com/office/drawing/2014/main" id="{51815536-BE74-755F-83A5-1A0CB5A5E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0" name="Line 43">
              <a:extLst>
                <a:ext uri="{FF2B5EF4-FFF2-40B4-BE49-F238E27FC236}">
                  <a16:creationId xmlns:a16="http://schemas.microsoft.com/office/drawing/2014/main" id="{BDB1C6E4-7901-7F28-4841-671416B00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1" name="Line 44">
              <a:extLst>
                <a:ext uri="{FF2B5EF4-FFF2-40B4-BE49-F238E27FC236}">
                  <a16:creationId xmlns:a16="http://schemas.microsoft.com/office/drawing/2014/main" id="{18786560-CA81-536D-7FEE-73F9DAFBF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2" name="Line 45">
              <a:extLst>
                <a:ext uri="{FF2B5EF4-FFF2-40B4-BE49-F238E27FC236}">
                  <a16:creationId xmlns:a16="http://schemas.microsoft.com/office/drawing/2014/main" id="{A77C3695-D056-DA8C-1839-823D11841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3" name="Line 46">
              <a:extLst>
                <a:ext uri="{FF2B5EF4-FFF2-40B4-BE49-F238E27FC236}">
                  <a16:creationId xmlns:a16="http://schemas.microsoft.com/office/drawing/2014/main" id="{6BF11B8B-8736-98D7-3A51-F0BD31D6A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4" name="Line 47">
              <a:extLst>
                <a:ext uri="{FF2B5EF4-FFF2-40B4-BE49-F238E27FC236}">
                  <a16:creationId xmlns:a16="http://schemas.microsoft.com/office/drawing/2014/main" id="{64C6B7A0-C047-CE46-6EB3-E1BE21A86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5" name="Line 48">
              <a:extLst>
                <a:ext uri="{FF2B5EF4-FFF2-40B4-BE49-F238E27FC236}">
                  <a16:creationId xmlns:a16="http://schemas.microsoft.com/office/drawing/2014/main" id="{B6B29B00-71F9-C9E5-412D-FCBE0DD7F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6" name="Line 49">
              <a:extLst>
                <a:ext uri="{FF2B5EF4-FFF2-40B4-BE49-F238E27FC236}">
                  <a16:creationId xmlns:a16="http://schemas.microsoft.com/office/drawing/2014/main" id="{10F6BC4B-B768-7AD4-B97D-670CFA276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7" name="Line 50">
              <a:extLst>
                <a:ext uri="{FF2B5EF4-FFF2-40B4-BE49-F238E27FC236}">
                  <a16:creationId xmlns:a16="http://schemas.microsoft.com/office/drawing/2014/main" id="{9CA494F6-40A0-CDCB-ADD9-7EA1F0D55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8" name="Line 51">
              <a:extLst>
                <a:ext uri="{FF2B5EF4-FFF2-40B4-BE49-F238E27FC236}">
                  <a16:creationId xmlns:a16="http://schemas.microsoft.com/office/drawing/2014/main" id="{71A33D1B-AEE6-4756-ADEC-8254C08E2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9" name="Line 52">
              <a:extLst>
                <a:ext uri="{FF2B5EF4-FFF2-40B4-BE49-F238E27FC236}">
                  <a16:creationId xmlns:a16="http://schemas.microsoft.com/office/drawing/2014/main" id="{D33CA0FF-D9A5-2D4E-1542-0C3B3F454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0" name="Line 53">
              <a:extLst>
                <a:ext uri="{FF2B5EF4-FFF2-40B4-BE49-F238E27FC236}">
                  <a16:creationId xmlns:a16="http://schemas.microsoft.com/office/drawing/2014/main" id="{961DB499-05B2-6FD8-F79D-DC9127442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1" name="Line 54">
              <a:extLst>
                <a:ext uri="{FF2B5EF4-FFF2-40B4-BE49-F238E27FC236}">
                  <a16:creationId xmlns:a16="http://schemas.microsoft.com/office/drawing/2014/main" id="{D325981A-CCF1-DCD8-F1B6-4F8995B5D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2" name="Line 55">
              <a:extLst>
                <a:ext uri="{FF2B5EF4-FFF2-40B4-BE49-F238E27FC236}">
                  <a16:creationId xmlns:a16="http://schemas.microsoft.com/office/drawing/2014/main" id="{9AE3F310-2675-8647-9E87-FF5A5A942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3" name="Line 56">
              <a:extLst>
                <a:ext uri="{FF2B5EF4-FFF2-40B4-BE49-F238E27FC236}">
                  <a16:creationId xmlns:a16="http://schemas.microsoft.com/office/drawing/2014/main" id="{6C2ABE2A-318D-1179-487D-FA10C933A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4" name="Line 57">
              <a:extLst>
                <a:ext uri="{FF2B5EF4-FFF2-40B4-BE49-F238E27FC236}">
                  <a16:creationId xmlns:a16="http://schemas.microsoft.com/office/drawing/2014/main" id="{F7A77B27-BCB4-2DF5-E762-19F9E0416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5" name="Line 58">
              <a:extLst>
                <a:ext uri="{FF2B5EF4-FFF2-40B4-BE49-F238E27FC236}">
                  <a16:creationId xmlns:a16="http://schemas.microsoft.com/office/drawing/2014/main" id="{D84B592B-F905-072F-78F4-AD095C95D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6" name="Line 59">
              <a:extLst>
                <a:ext uri="{FF2B5EF4-FFF2-40B4-BE49-F238E27FC236}">
                  <a16:creationId xmlns:a16="http://schemas.microsoft.com/office/drawing/2014/main" id="{588A3877-0C79-0898-28A2-2D2469096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7" name="Line 60">
              <a:extLst>
                <a:ext uri="{FF2B5EF4-FFF2-40B4-BE49-F238E27FC236}">
                  <a16:creationId xmlns:a16="http://schemas.microsoft.com/office/drawing/2014/main" id="{7DC58844-78A1-4F57-7C58-13655F210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8" name="Line 61">
              <a:extLst>
                <a:ext uri="{FF2B5EF4-FFF2-40B4-BE49-F238E27FC236}">
                  <a16:creationId xmlns:a16="http://schemas.microsoft.com/office/drawing/2014/main" id="{6026DD9D-9B30-3BC9-62FF-F1428FE91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59" name="Line 62">
              <a:extLst>
                <a:ext uri="{FF2B5EF4-FFF2-40B4-BE49-F238E27FC236}">
                  <a16:creationId xmlns:a16="http://schemas.microsoft.com/office/drawing/2014/main" id="{D7626B28-0108-663E-EF7B-14FEE1863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0" name="Line 63">
              <a:extLst>
                <a:ext uri="{FF2B5EF4-FFF2-40B4-BE49-F238E27FC236}">
                  <a16:creationId xmlns:a16="http://schemas.microsoft.com/office/drawing/2014/main" id="{ABB5433A-FE9B-468A-0190-3FD33023A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1" name="Line 64">
              <a:extLst>
                <a:ext uri="{FF2B5EF4-FFF2-40B4-BE49-F238E27FC236}">
                  <a16:creationId xmlns:a16="http://schemas.microsoft.com/office/drawing/2014/main" id="{7C125B5E-A3E6-EB3E-33D9-20231F0E4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2" name="Line 65">
              <a:extLst>
                <a:ext uri="{FF2B5EF4-FFF2-40B4-BE49-F238E27FC236}">
                  <a16:creationId xmlns:a16="http://schemas.microsoft.com/office/drawing/2014/main" id="{5B6CE579-F300-7893-428F-83F3148F0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3" name="Line 66">
              <a:extLst>
                <a:ext uri="{FF2B5EF4-FFF2-40B4-BE49-F238E27FC236}">
                  <a16:creationId xmlns:a16="http://schemas.microsoft.com/office/drawing/2014/main" id="{43818D50-38D8-98D8-D408-EB45A4C0C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4" name="Line 67">
              <a:extLst>
                <a:ext uri="{FF2B5EF4-FFF2-40B4-BE49-F238E27FC236}">
                  <a16:creationId xmlns:a16="http://schemas.microsoft.com/office/drawing/2014/main" id="{12B5286C-94A4-8CD7-5ED5-3DE6BF9FE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5" name="Line 68">
              <a:extLst>
                <a:ext uri="{FF2B5EF4-FFF2-40B4-BE49-F238E27FC236}">
                  <a16:creationId xmlns:a16="http://schemas.microsoft.com/office/drawing/2014/main" id="{F6C74264-C8C1-F85D-DFAF-1B7566366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6" name="Line 69">
              <a:extLst>
                <a:ext uri="{FF2B5EF4-FFF2-40B4-BE49-F238E27FC236}">
                  <a16:creationId xmlns:a16="http://schemas.microsoft.com/office/drawing/2014/main" id="{7E05529C-1B4E-BF48-6622-90FF4CAD3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7" name="Line 70">
              <a:extLst>
                <a:ext uri="{FF2B5EF4-FFF2-40B4-BE49-F238E27FC236}">
                  <a16:creationId xmlns:a16="http://schemas.microsoft.com/office/drawing/2014/main" id="{DE4C4C96-A825-4A35-1552-EA5D3699A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8" name="Line 71">
              <a:extLst>
                <a:ext uri="{FF2B5EF4-FFF2-40B4-BE49-F238E27FC236}">
                  <a16:creationId xmlns:a16="http://schemas.microsoft.com/office/drawing/2014/main" id="{A39F901C-1861-615D-446E-4ED97E073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69" name="Line 72">
              <a:extLst>
                <a:ext uri="{FF2B5EF4-FFF2-40B4-BE49-F238E27FC236}">
                  <a16:creationId xmlns:a16="http://schemas.microsoft.com/office/drawing/2014/main" id="{871F7546-560F-0AD3-D030-FBE01EAB6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0" name="Line 73">
              <a:extLst>
                <a:ext uri="{FF2B5EF4-FFF2-40B4-BE49-F238E27FC236}">
                  <a16:creationId xmlns:a16="http://schemas.microsoft.com/office/drawing/2014/main" id="{85C187F9-7CEC-A801-CA3E-E5AE36AB2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1" name="Line 74">
              <a:extLst>
                <a:ext uri="{FF2B5EF4-FFF2-40B4-BE49-F238E27FC236}">
                  <a16:creationId xmlns:a16="http://schemas.microsoft.com/office/drawing/2014/main" id="{BE818F21-2F97-70A9-8FBE-A9F4FBAB8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2" name="Line 75">
              <a:extLst>
                <a:ext uri="{FF2B5EF4-FFF2-40B4-BE49-F238E27FC236}">
                  <a16:creationId xmlns:a16="http://schemas.microsoft.com/office/drawing/2014/main" id="{A17C658D-1077-EC65-50EA-53DCA05ED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3" name="Line 76">
              <a:extLst>
                <a:ext uri="{FF2B5EF4-FFF2-40B4-BE49-F238E27FC236}">
                  <a16:creationId xmlns:a16="http://schemas.microsoft.com/office/drawing/2014/main" id="{D69CF738-B1F3-9B4F-CD2A-8A018D5C2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4" name="Line 77">
              <a:extLst>
                <a:ext uri="{FF2B5EF4-FFF2-40B4-BE49-F238E27FC236}">
                  <a16:creationId xmlns:a16="http://schemas.microsoft.com/office/drawing/2014/main" id="{29797FB8-C126-520A-BE1F-911227751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5" name="Line 78">
              <a:extLst>
                <a:ext uri="{FF2B5EF4-FFF2-40B4-BE49-F238E27FC236}">
                  <a16:creationId xmlns:a16="http://schemas.microsoft.com/office/drawing/2014/main" id="{EBBE4CC3-5538-616D-ECF8-FD6EADA43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6" name="Line 79">
              <a:extLst>
                <a:ext uri="{FF2B5EF4-FFF2-40B4-BE49-F238E27FC236}">
                  <a16:creationId xmlns:a16="http://schemas.microsoft.com/office/drawing/2014/main" id="{DFB1B896-46E6-29EE-CC54-51A5498B4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7" name="Line 80">
              <a:extLst>
                <a:ext uri="{FF2B5EF4-FFF2-40B4-BE49-F238E27FC236}">
                  <a16:creationId xmlns:a16="http://schemas.microsoft.com/office/drawing/2014/main" id="{FDD78EB7-C561-4C73-5C13-05C55E0BB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8" name="Line 81">
              <a:extLst>
                <a:ext uri="{FF2B5EF4-FFF2-40B4-BE49-F238E27FC236}">
                  <a16:creationId xmlns:a16="http://schemas.microsoft.com/office/drawing/2014/main" id="{0843D4F6-4F97-26A0-A298-B57A62111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79" name="Line 82">
              <a:extLst>
                <a:ext uri="{FF2B5EF4-FFF2-40B4-BE49-F238E27FC236}">
                  <a16:creationId xmlns:a16="http://schemas.microsoft.com/office/drawing/2014/main" id="{48FE9BAA-5427-2C9D-FAE9-0427971E4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0" name="Line 83">
              <a:extLst>
                <a:ext uri="{FF2B5EF4-FFF2-40B4-BE49-F238E27FC236}">
                  <a16:creationId xmlns:a16="http://schemas.microsoft.com/office/drawing/2014/main" id="{18983242-9224-2612-484D-268E2103E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1" name="Line 84">
              <a:extLst>
                <a:ext uri="{FF2B5EF4-FFF2-40B4-BE49-F238E27FC236}">
                  <a16:creationId xmlns:a16="http://schemas.microsoft.com/office/drawing/2014/main" id="{81CBDBF4-0EDD-B2AA-A368-95575E90E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2" name="Line 85">
              <a:extLst>
                <a:ext uri="{FF2B5EF4-FFF2-40B4-BE49-F238E27FC236}">
                  <a16:creationId xmlns:a16="http://schemas.microsoft.com/office/drawing/2014/main" id="{B687975D-591D-140D-1D1F-311D94A86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3" name="Line 86">
              <a:extLst>
                <a:ext uri="{FF2B5EF4-FFF2-40B4-BE49-F238E27FC236}">
                  <a16:creationId xmlns:a16="http://schemas.microsoft.com/office/drawing/2014/main" id="{C4708EAC-5DCA-C1A3-DBE3-5740CEC91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4" name="Line 87">
              <a:extLst>
                <a:ext uri="{FF2B5EF4-FFF2-40B4-BE49-F238E27FC236}">
                  <a16:creationId xmlns:a16="http://schemas.microsoft.com/office/drawing/2014/main" id="{1DBB4841-C5FC-F4B0-FA36-BC87EBE92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5" name="Line 88">
              <a:extLst>
                <a:ext uri="{FF2B5EF4-FFF2-40B4-BE49-F238E27FC236}">
                  <a16:creationId xmlns:a16="http://schemas.microsoft.com/office/drawing/2014/main" id="{9DB29776-D8E6-E4E5-ED3D-6F6960433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6" name="Line 89">
              <a:extLst>
                <a:ext uri="{FF2B5EF4-FFF2-40B4-BE49-F238E27FC236}">
                  <a16:creationId xmlns:a16="http://schemas.microsoft.com/office/drawing/2014/main" id="{E4C559CC-B30A-699B-B02C-F6821E31F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7" name="Line 90">
              <a:extLst>
                <a:ext uri="{FF2B5EF4-FFF2-40B4-BE49-F238E27FC236}">
                  <a16:creationId xmlns:a16="http://schemas.microsoft.com/office/drawing/2014/main" id="{82A1F4D1-C2D2-8CC7-093E-030F0FCBC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8" name="Line 91">
              <a:extLst>
                <a:ext uri="{FF2B5EF4-FFF2-40B4-BE49-F238E27FC236}">
                  <a16:creationId xmlns:a16="http://schemas.microsoft.com/office/drawing/2014/main" id="{BA30F996-3BCB-F79C-9BF5-503994D6E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89" name="Line 92">
              <a:extLst>
                <a:ext uri="{FF2B5EF4-FFF2-40B4-BE49-F238E27FC236}">
                  <a16:creationId xmlns:a16="http://schemas.microsoft.com/office/drawing/2014/main" id="{EAC75B45-F6DA-EAA5-ECA0-DD4693522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0" name="Line 93">
              <a:extLst>
                <a:ext uri="{FF2B5EF4-FFF2-40B4-BE49-F238E27FC236}">
                  <a16:creationId xmlns:a16="http://schemas.microsoft.com/office/drawing/2014/main" id="{E96F191E-D935-2496-934B-960F8EA3E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1" name="Line 94">
              <a:extLst>
                <a:ext uri="{FF2B5EF4-FFF2-40B4-BE49-F238E27FC236}">
                  <a16:creationId xmlns:a16="http://schemas.microsoft.com/office/drawing/2014/main" id="{15027594-AB6C-AEF0-95CD-1B7875E98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2" name="Line 95">
              <a:extLst>
                <a:ext uri="{FF2B5EF4-FFF2-40B4-BE49-F238E27FC236}">
                  <a16:creationId xmlns:a16="http://schemas.microsoft.com/office/drawing/2014/main" id="{3C0B95F8-3C92-930B-9795-9CF07FDB9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3" name="Line 96">
              <a:extLst>
                <a:ext uri="{FF2B5EF4-FFF2-40B4-BE49-F238E27FC236}">
                  <a16:creationId xmlns:a16="http://schemas.microsoft.com/office/drawing/2014/main" id="{41F88F43-1D0D-C3F0-7BE5-9702BC040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4" name="Line 97">
              <a:extLst>
                <a:ext uri="{FF2B5EF4-FFF2-40B4-BE49-F238E27FC236}">
                  <a16:creationId xmlns:a16="http://schemas.microsoft.com/office/drawing/2014/main" id="{74175B5C-9BEB-A183-1F96-779B93F62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5" name="Line 98">
              <a:extLst>
                <a:ext uri="{FF2B5EF4-FFF2-40B4-BE49-F238E27FC236}">
                  <a16:creationId xmlns:a16="http://schemas.microsoft.com/office/drawing/2014/main" id="{0BB2B4BC-6B7D-2023-301C-319A26629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6" name="Line 99">
              <a:extLst>
                <a:ext uri="{FF2B5EF4-FFF2-40B4-BE49-F238E27FC236}">
                  <a16:creationId xmlns:a16="http://schemas.microsoft.com/office/drawing/2014/main" id="{6CEE9256-C820-42C3-8563-CC69B449D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7" name="Line 100">
              <a:extLst>
                <a:ext uri="{FF2B5EF4-FFF2-40B4-BE49-F238E27FC236}">
                  <a16:creationId xmlns:a16="http://schemas.microsoft.com/office/drawing/2014/main" id="{24959E60-E7F1-A191-4683-FA3C4EAB12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8" name="Line 101">
              <a:extLst>
                <a:ext uri="{FF2B5EF4-FFF2-40B4-BE49-F238E27FC236}">
                  <a16:creationId xmlns:a16="http://schemas.microsoft.com/office/drawing/2014/main" id="{F3D1A00D-8E1E-2524-E45F-4CE54489A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99" name="Line 102">
              <a:extLst>
                <a:ext uri="{FF2B5EF4-FFF2-40B4-BE49-F238E27FC236}">
                  <a16:creationId xmlns:a16="http://schemas.microsoft.com/office/drawing/2014/main" id="{3C763243-B71E-E401-3138-5052C53B8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0" name="Line 103">
              <a:extLst>
                <a:ext uri="{FF2B5EF4-FFF2-40B4-BE49-F238E27FC236}">
                  <a16:creationId xmlns:a16="http://schemas.microsoft.com/office/drawing/2014/main" id="{39461066-BC32-C933-ABE4-96B78362F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965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1" name="Line 104">
              <a:extLst>
                <a:ext uri="{FF2B5EF4-FFF2-40B4-BE49-F238E27FC236}">
                  <a16:creationId xmlns:a16="http://schemas.microsoft.com/office/drawing/2014/main" id="{E8FE3043-CAC3-CD72-B79A-F1675D81A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2" name="Line 105">
              <a:extLst>
                <a:ext uri="{FF2B5EF4-FFF2-40B4-BE49-F238E27FC236}">
                  <a16:creationId xmlns:a16="http://schemas.microsoft.com/office/drawing/2014/main" id="{440EB276-4163-BD2C-A576-2D9DD849E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3" name="Line 106">
              <a:extLst>
                <a:ext uri="{FF2B5EF4-FFF2-40B4-BE49-F238E27FC236}">
                  <a16:creationId xmlns:a16="http://schemas.microsoft.com/office/drawing/2014/main" id="{3C637C81-F661-386F-3D3F-D356D782C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4" name="Line 107">
              <a:extLst>
                <a:ext uri="{FF2B5EF4-FFF2-40B4-BE49-F238E27FC236}">
                  <a16:creationId xmlns:a16="http://schemas.microsoft.com/office/drawing/2014/main" id="{67D270E4-77A8-0920-1A3B-859FE64B7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5" name="Line 108">
              <a:extLst>
                <a:ext uri="{FF2B5EF4-FFF2-40B4-BE49-F238E27FC236}">
                  <a16:creationId xmlns:a16="http://schemas.microsoft.com/office/drawing/2014/main" id="{BE04A025-8098-F2F9-8365-CBF964655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6" name="Line 109">
              <a:extLst>
                <a:ext uri="{FF2B5EF4-FFF2-40B4-BE49-F238E27FC236}">
                  <a16:creationId xmlns:a16="http://schemas.microsoft.com/office/drawing/2014/main" id="{AED1E429-A4EB-D5BA-D133-9D8EFCF19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7" name="Line 110">
              <a:extLst>
                <a:ext uri="{FF2B5EF4-FFF2-40B4-BE49-F238E27FC236}">
                  <a16:creationId xmlns:a16="http://schemas.microsoft.com/office/drawing/2014/main" id="{7725203B-02B1-3817-16CE-6C119DDAF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8" name="Line 111">
              <a:extLst>
                <a:ext uri="{FF2B5EF4-FFF2-40B4-BE49-F238E27FC236}">
                  <a16:creationId xmlns:a16="http://schemas.microsoft.com/office/drawing/2014/main" id="{2EC79FB5-9456-2F8B-4F86-5BC06259E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09" name="Line 112">
              <a:extLst>
                <a:ext uri="{FF2B5EF4-FFF2-40B4-BE49-F238E27FC236}">
                  <a16:creationId xmlns:a16="http://schemas.microsoft.com/office/drawing/2014/main" id="{CF4D4EC7-37A8-8181-4116-A47FC1EA1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0" name="Line 113">
              <a:extLst>
                <a:ext uri="{FF2B5EF4-FFF2-40B4-BE49-F238E27FC236}">
                  <a16:creationId xmlns:a16="http://schemas.microsoft.com/office/drawing/2014/main" id="{85A1242E-447E-6C42-6A46-68CE746A7F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1" name="Line 114">
              <a:extLst>
                <a:ext uri="{FF2B5EF4-FFF2-40B4-BE49-F238E27FC236}">
                  <a16:creationId xmlns:a16="http://schemas.microsoft.com/office/drawing/2014/main" id="{E865A54E-BA05-0E4C-046A-7C76A9E21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2" name="Line 115">
              <a:extLst>
                <a:ext uri="{FF2B5EF4-FFF2-40B4-BE49-F238E27FC236}">
                  <a16:creationId xmlns:a16="http://schemas.microsoft.com/office/drawing/2014/main" id="{B90D324B-FD3F-A201-67D3-B39AD6C9F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3" name="Line 116">
              <a:extLst>
                <a:ext uri="{FF2B5EF4-FFF2-40B4-BE49-F238E27FC236}">
                  <a16:creationId xmlns:a16="http://schemas.microsoft.com/office/drawing/2014/main" id="{45C69E47-6121-9175-318B-E751E62D1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4" name="Line 117">
              <a:extLst>
                <a:ext uri="{FF2B5EF4-FFF2-40B4-BE49-F238E27FC236}">
                  <a16:creationId xmlns:a16="http://schemas.microsoft.com/office/drawing/2014/main" id="{A787B4D8-FA00-121A-B4F9-BAFED9C93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5" name="Line 118">
              <a:extLst>
                <a:ext uri="{FF2B5EF4-FFF2-40B4-BE49-F238E27FC236}">
                  <a16:creationId xmlns:a16="http://schemas.microsoft.com/office/drawing/2014/main" id="{57515A45-9372-E981-058F-F96971FE4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965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6" name="Line 119">
              <a:extLst>
                <a:ext uri="{FF2B5EF4-FFF2-40B4-BE49-F238E27FC236}">
                  <a16:creationId xmlns:a16="http://schemas.microsoft.com/office/drawing/2014/main" id="{76243BD7-286E-04D2-CE8A-1448BB7B8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7" name="Line 120">
              <a:extLst>
                <a:ext uri="{FF2B5EF4-FFF2-40B4-BE49-F238E27FC236}">
                  <a16:creationId xmlns:a16="http://schemas.microsoft.com/office/drawing/2014/main" id="{8D7B3077-EE49-BDB1-919D-97891D776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8" name="Line 121">
              <a:extLst>
                <a:ext uri="{FF2B5EF4-FFF2-40B4-BE49-F238E27FC236}">
                  <a16:creationId xmlns:a16="http://schemas.microsoft.com/office/drawing/2014/main" id="{2E427391-1FE2-9528-2497-D854E2E1F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19" name="Line 122">
              <a:extLst>
                <a:ext uri="{FF2B5EF4-FFF2-40B4-BE49-F238E27FC236}">
                  <a16:creationId xmlns:a16="http://schemas.microsoft.com/office/drawing/2014/main" id="{DF2BEF73-F4CC-29F9-7B16-40976E169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0" name="Line 123">
              <a:extLst>
                <a:ext uri="{FF2B5EF4-FFF2-40B4-BE49-F238E27FC236}">
                  <a16:creationId xmlns:a16="http://schemas.microsoft.com/office/drawing/2014/main" id="{11EF313D-1E66-E461-0833-7603DC4B8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1" name="Line 124">
              <a:extLst>
                <a:ext uri="{FF2B5EF4-FFF2-40B4-BE49-F238E27FC236}">
                  <a16:creationId xmlns:a16="http://schemas.microsoft.com/office/drawing/2014/main" id="{AE067B6F-D97A-1181-0DAD-4BDBA92C2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2" name="Line 125">
              <a:extLst>
                <a:ext uri="{FF2B5EF4-FFF2-40B4-BE49-F238E27FC236}">
                  <a16:creationId xmlns:a16="http://schemas.microsoft.com/office/drawing/2014/main" id="{671E94ED-6039-004C-A64D-0F3D12D4C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3" name="Line 126">
              <a:extLst>
                <a:ext uri="{FF2B5EF4-FFF2-40B4-BE49-F238E27FC236}">
                  <a16:creationId xmlns:a16="http://schemas.microsoft.com/office/drawing/2014/main" id="{AC2F4B57-4C1D-EBA1-6600-80A797227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4" name="Line 127">
              <a:extLst>
                <a:ext uri="{FF2B5EF4-FFF2-40B4-BE49-F238E27FC236}">
                  <a16:creationId xmlns:a16="http://schemas.microsoft.com/office/drawing/2014/main" id="{2C0E9B12-882E-D698-3995-99D414EEE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5" name="Line 128">
              <a:extLst>
                <a:ext uri="{FF2B5EF4-FFF2-40B4-BE49-F238E27FC236}">
                  <a16:creationId xmlns:a16="http://schemas.microsoft.com/office/drawing/2014/main" id="{923B8EA9-3660-35AB-EE5A-358BFAE4D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6" name="Line 129">
              <a:extLst>
                <a:ext uri="{FF2B5EF4-FFF2-40B4-BE49-F238E27FC236}">
                  <a16:creationId xmlns:a16="http://schemas.microsoft.com/office/drawing/2014/main" id="{62B6B654-61A3-B0F0-DEDF-CC9479A63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7" name="Line 130">
              <a:extLst>
                <a:ext uri="{FF2B5EF4-FFF2-40B4-BE49-F238E27FC236}">
                  <a16:creationId xmlns:a16="http://schemas.microsoft.com/office/drawing/2014/main" id="{794033F3-2126-5A41-8350-084A041A5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8" name="Line 131">
              <a:extLst>
                <a:ext uri="{FF2B5EF4-FFF2-40B4-BE49-F238E27FC236}">
                  <a16:creationId xmlns:a16="http://schemas.microsoft.com/office/drawing/2014/main" id="{E10CF33F-54BA-072E-3A94-F1DB71D8E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9" name="Line 132">
              <a:extLst>
                <a:ext uri="{FF2B5EF4-FFF2-40B4-BE49-F238E27FC236}">
                  <a16:creationId xmlns:a16="http://schemas.microsoft.com/office/drawing/2014/main" id="{42917A3C-8846-F13C-DB8E-61122534C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0" name="Line 133">
              <a:extLst>
                <a:ext uri="{FF2B5EF4-FFF2-40B4-BE49-F238E27FC236}">
                  <a16:creationId xmlns:a16="http://schemas.microsoft.com/office/drawing/2014/main" id="{48AD9308-1E62-8BFF-9408-89E07A59B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1" name="Line 134">
              <a:extLst>
                <a:ext uri="{FF2B5EF4-FFF2-40B4-BE49-F238E27FC236}">
                  <a16:creationId xmlns:a16="http://schemas.microsoft.com/office/drawing/2014/main" id="{F64BEC40-7E91-D5CA-4DA1-76290D500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2" name="Line 135">
              <a:extLst>
                <a:ext uri="{FF2B5EF4-FFF2-40B4-BE49-F238E27FC236}">
                  <a16:creationId xmlns:a16="http://schemas.microsoft.com/office/drawing/2014/main" id="{1CF909BE-B3BF-6EAC-75E2-09CA82113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3" name="Line 136">
              <a:extLst>
                <a:ext uri="{FF2B5EF4-FFF2-40B4-BE49-F238E27FC236}">
                  <a16:creationId xmlns:a16="http://schemas.microsoft.com/office/drawing/2014/main" id="{FA1E505E-92F7-3314-AE8F-0095251BB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4" name="Line 137">
              <a:extLst>
                <a:ext uri="{FF2B5EF4-FFF2-40B4-BE49-F238E27FC236}">
                  <a16:creationId xmlns:a16="http://schemas.microsoft.com/office/drawing/2014/main" id="{26877974-08AB-2B44-545F-C3BF0C3A4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5" name="Line 138">
              <a:extLst>
                <a:ext uri="{FF2B5EF4-FFF2-40B4-BE49-F238E27FC236}">
                  <a16:creationId xmlns:a16="http://schemas.microsoft.com/office/drawing/2014/main" id="{BD4E7C4D-461E-9FF1-B8BD-FC0EB9515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6" name="Line 139">
              <a:extLst>
                <a:ext uri="{FF2B5EF4-FFF2-40B4-BE49-F238E27FC236}">
                  <a16:creationId xmlns:a16="http://schemas.microsoft.com/office/drawing/2014/main" id="{CE14033D-825D-F657-1C26-151D898B0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7" name="Line 140">
              <a:extLst>
                <a:ext uri="{FF2B5EF4-FFF2-40B4-BE49-F238E27FC236}">
                  <a16:creationId xmlns:a16="http://schemas.microsoft.com/office/drawing/2014/main" id="{1B3C05E8-614B-D149-BB71-69587B9B4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8" name="Line 141">
              <a:extLst>
                <a:ext uri="{FF2B5EF4-FFF2-40B4-BE49-F238E27FC236}">
                  <a16:creationId xmlns:a16="http://schemas.microsoft.com/office/drawing/2014/main" id="{CDC724E3-348D-E07B-F9EA-373330985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39" name="Line 142">
              <a:extLst>
                <a:ext uri="{FF2B5EF4-FFF2-40B4-BE49-F238E27FC236}">
                  <a16:creationId xmlns:a16="http://schemas.microsoft.com/office/drawing/2014/main" id="{D3555593-6EE5-F4B9-3E43-C30C0FAC7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0" name="Line 143">
              <a:extLst>
                <a:ext uri="{FF2B5EF4-FFF2-40B4-BE49-F238E27FC236}">
                  <a16:creationId xmlns:a16="http://schemas.microsoft.com/office/drawing/2014/main" id="{30E60F4C-9232-0BD7-4B42-24FE4DE66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1" name="Line 144">
              <a:extLst>
                <a:ext uri="{FF2B5EF4-FFF2-40B4-BE49-F238E27FC236}">
                  <a16:creationId xmlns:a16="http://schemas.microsoft.com/office/drawing/2014/main" id="{6A5F6B73-F999-C146-AD97-A5096F450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2" name="Line 145">
              <a:extLst>
                <a:ext uri="{FF2B5EF4-FFF2-40B4-BE49-F238E27FC236}">
                  <a16:creationId xmlns:a16="http://schemas.microsoft.com/office/drawing/2014/main" id="{FE017F8F-52A7-DCE2-361D-4F2DBBAAB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3" name="Line 146">
              <a:extLst>
                <a:ext uri="{FF2B5EF4-FFF2-40B4-BE49-F238E27FC236}">
                  <a16:creationId xmlns:a16="http://schemas.microsoft.com/office/drawing/2014/main" id="{F446698C-92D0-43A9-8FB0-58BB01F2F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4" name="Line 147">
              <a:extLst>
                <a:ext uri="{FF2B5EF4-FFF2-40B4-BE49-F238E27FC236}">
                  <a16:creationId xmlns:a16="http://schemas.microsoft.com/office/drawing/2014/main" id="{0C744704-0895-E61E-7512-96CB25F7B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5" name="Line 148">
              <a:extLst>
                <a:ext uri="{FF2B5EF4-FFF2-40B4-BE49-F238E27FC236}">
                  <a16:creationId xmlns:a16="http://schemas.microsoft.com/office/drawing/2014/main" id="{E26648B1-49FE-DD98-6C8B-12B61BA03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6" name="Line 149">
              <a:extLst>
                <a:ext uri="{FF2B5EF4-FFF2-40B4-BE49-F238E27FC236}">
                  <a16:creationId xmlns:a16="http://schemas.microsoft.com/office/drawing/2014/main" id="{9D74EF73-6026-C7B4-9344-B5F983B57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7" name="Line 150">
              <a:extLst>
                <a:ext uri="{FF2B5EF4-FFF2-40B4-BE49-F238E27FC236}">
                  <a16:creationId xmlns:a16="http://schemas.microsoft.com/office/drawing/2014/main" id="{A85FE79A-FE79-1CFC-546E-85EF95B69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8" name="Line 151">
              <a:extLst>
                <a:ext uri="{FF2B5EF4-FFF2-40B4-BE49-F238E27FC236}">
                  <a16:creationId xmlns:a16="http://schemas.microsoft.com/office/drawing/2014/main" id="{368B3221-66B7-67CF-9296-84B8A887F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49" name="Line 152">
              <a:extLst>
                <a:ext uri="{FF2B5EF4-FFF2-40B4-BE49-F238E27FC236}">
                  <a16:creationId xmlns:a16="http://schemas.microsoft.com/office/drawing/2014/main" id="{534004D4-1B58-1E25-5C29-F63E701FB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0" name="Line 153">
              <a:extLst>
                <a:ext uri="{FF2B5EF4-FFF2-40B4-BE49-F238E27FC236}">
                  <a16:creationId xmlns:a16="http://schemas.microsoft.com/office/drawing/2014/main" id="{9EB56C3D-669D-2E10-FBCD-ED2CF2D2B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1" name="Line 154">
              <a:extLst>
                <a:ext uri="{FF2B5EF4-FFF2-40B4-BE49-F238E27FC236}">
                  <a16:creationId xmlns:a16="http://schemas.microsoft.com/office/drawing/2014/main" id="{919D23EE-C363-6DB5-48F7-A40EB1551C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2" name="Line 155">
              <a:extLst>
                <a:ext uri="{FF2B5EF4-FFF2-40B4-BE49-F238E27FC236}">
                  <a16:creationId xmlns:a16="http://schemas.microsoft.com/office/drawing/2014/main" id="{63D7B229-B7DD-2DBE-9E10-CDC2138C6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3" name="Line 156">
              <a:extLst>
                <a:ext uri="{FF2B5EF4-FFF2-40B4-BE49-F238E27FC236}">
                  <a16:creationId xmlns:a16="http://schemas.microsoft.com/office/drawing/2014/main" id="{05A18F02-BD70-829D-9B87-88734A44B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4" name="Line 157">
              <a:extLst>
                <a:ext uri="{FF2B5EF4-FFF2-40B4-BE49-F238E27FC236}">
                  <a16:creationId xmlns:a16="http://schemas.microsoft.com/office/drawing/2014/main" id="{5CF0FCF9-FC3A-E4C2-59DA-3D9FA1A6A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5" name="Line 158">
              <a:extLst>
                <a:ext uri="{FF2B5EF4-FFF2-40B4-BE49-F238E27FC236}">
                  <a16:creationId xmlns:a16="http://schemas.microsoft.com/office/drawing/2014/main" id="{8C0CA5B8-F2CB-B6D2-E0E8-D00D945DA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6" name="Line 159">
              <a:extLst>
                <a:ext uri="{FF2B5EF4-FFF2-40B4-BE49-F238E27FC236}">
                  <a16:creationId xmlns:a16="http://schemas.microsoft.com/office/drawing/2014/main" id="{D05545FD-CBEB-3310-1B98-C82188D89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7" name="Line 160">
              <a:extLst>
                <a:ext uri="{FF2B5EF4-FFF2-40B4-BE49-F238E27FC236}">
                  <a16:creationId xmlns:a16="http://schemas.microsoft.com/office/drawing/2014/main" id="{75115A83-6A36-1120-158C-583833C16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8" name="Line 161">
              <a:extLst>
                <a:ext uri="{FF2B5EF4-FFF2-40B4-BE49-F238E27FC236}">
                  <a16:creationId xmlns:a16="http://schemas.microsoft.com/office/drawing/2014/main" id="{6F3172E5-E1A5-A1CD-8645-ABA860B4B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59" name="Line 162">
              <a:extLst>
                <a:ext uri="{FF2B5EF4-FFF2-40B4-BE49-F238E27FC236}">
                  <a16:creationId xmlns:a16="http://schemas.microsoft.com/office/drawing/2014/main" id="{C60E138A-DB85-1CAD-A089-98F6F6E67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0" name="Line 163">
              <a:extLst>
                <a:ext uri="{FF2B5EF4-FFF2-40B4-BE49-F238E27FC236}">
                  <a16:creationId xmlns:a16="http://schemas.microsoft.com/office/drawing/2014/main" id="{D7E9A647-2ED7-166C-C7CC-CB5CB5130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1" name="Line 164">
              <a:extLst>
                <a:ext uri="{FF2B5EF4-FFF2-40B4-BE49-F238E27FC236}">
                  <a16:creationId xmlns:a16="http://schemas.microsoft.com/office/drawing/2014/main" id="{F705A4D3-AA1F-726C-E01B-63A8F9B223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2" name="Line 165">
              <a:extLst>
                <a:ext uri="{FF2B5EF4-FFF2-40B4-BE49-F238E27FC236}">
                  <a16:creationId xmlns:a16="http://schemas.microsoft.com/office/drawing/2014/main" id="{1F986385-2675-BCF8-04C7-0A70F2666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3" name="Line 166">
              <a:extLst>
                <a:ext uri="{FF2B5EF4-FFF2-40B4-BE49-F238E27FC236}">
                  <a16:creationId xmlns:a16="http://schemas.microsoft.com/office/drawing/2014/main" id="{8562792C-B07D-ED28-446B-E7037AAA3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4" name="Line 167">
              <a:extLst>
                <a:ext uri="{FF2B5EF4-FFF2-40B4-BE49-F238E27FC236}">
                  <a16:creationId xmlns:a16="http://schemas.microsoft.com/office/drawing/2014/main" id="{76776DB8-FE24-12E3-F47E-8A8C34FB7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5" name="Line 168">
              <a:extLst>
                <a:ext uri="{FF2B5EF4-FFF2-40B4-BE49-F238E27FC236}">
                  <a16:creationId xmlns:a16="http://schemas.microsoft.com/office/drawing/2014/main" id="{62A4DF7B-3B5B-D063-0411-F9A495F0E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6" name="Line 169">
              <a:extLst>
                <a:ext uri="{FF2B5EF4-FFF2-40B4-BE49-F238E27FC236}">
                  <a16:creationId xmlns:a16="http://schemas.microsoft.com/office/drawing/2014/main" id="{E5A1CA61-7B85-114F-EFB6-68951C940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7" name="Line 170">
              <a:extLst>
                <a:ext uri="{FF2B5EF4-FFF2-40B4-BE49-F238E27FC236}">
                  <a16:creationId xmlns:a16="http://schemas.microsoft.com/office/drawing/2014/main" id="{CB77A8C9-59CA-F8F7-427D-0B7D3A7BA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8" name="Line 171">
              <a:extLst>
                <a:ext uri="{FF2B5EF4-FFF2-40B4-BE49-F238E27FC236}">
                  <a16:creationId xmlns:a16="http://schemas.microsoft.com/office/drawing/2014/main" id="{F24508F0-E610-F53F-B841-4BF5E2A7D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69" name="Line 172">
              <a:extLst>
                <a:ext uri="{FF2B5EF4-FFF2-40B4-BE49-F238E27FC236}">
                  <a16:creationId xmlns:a16="http://schemas.microsoft.com/office/drawing/2014/main" id="{404BC589-A1FC-6374-24E8-F6A947C5E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0" name="Line 173">
              <a:extLst>
                <a:ext uri="{FF2B5EF4-FFF2-40B4-BE49-F238E27FC236}">
                  <a16:creationId xmlns:a16="http://schemas.microsoft.com/office/drawing/2014/main" id="{D3BBADE4-E03B-84D5-F959-DEECCF091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1" name="Line 174">
              <a:extLst>
                <a:ext uri="{FF2B5EF4-FFF2-40B4-BE49-F238E27FC236}">
                  <a16:creationId xmlns:a16="http://schemas.microsoft.com/office/drawing/2014/main" id="{EC236660-0B83-EE42-7084-394EEB9C2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2" name="Line 175">
              <a:extLst>
                <a:ext uri="{FF2B5EF4-FFF2-40B4-BE49-F238E27FC236}">
                  <a16:creationId xmlns:a16="http://schemas.microsoft.com/office/drawing/2014/main" id="{8E72F6B4-2433-EAAA-1CFF-B6F767073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3" name="Line 176">
              <a:extLst>
                <a:ext uri="{FF2B5EF4-FFF2-40B4-BE49-F238E27FC236}">
                  <a16:creationId xmlns:a16="http://schemas.microsoft.com/office/drawing/2014/main" id="{A0D48AB6-2A24-EC58-CCFE-7BE3DA017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4" name="Line 177">
              <a:extLst>
                <a:ext uri="{FF2B5EF4-FFF2-40B4-BE49-F238E27FC236}">
                  <a16:creationId xmlns:a16="http://schemas.microsoft.com/office/drawing/2014/main" id="{B2A7EFDC-8FD8-34EE-B75B-71DDEBAFE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5" name="Line 178">
              <a:extLst>
                <a:ext uri="{FF2B5EF4-FFF2-40B4-BE49-F238E27FC236}">
                  <a16:creationId xmlns:a16="http://schemas.microsoft.com/office/drawing/2014/main" id="{880BE0BF-9AB7-4142-D3B7-3F3721B41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6" name="Line 179">
              <a:extLst>
                <a:ext uri="{FF2B5EF4-FFF2-40B4-BE49-F238E27FC236}">
                  <a16:creationId xmlns:a16="http://schemas.microsoft.com/office/drawing/2014/main" id="{9E831408-4FEB-0401-C22A-2E0FBA8D5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7" name="Line 180">
              <a:extLst>
                <a:ext uri="{FF2B5EF4-FFF2-40B4-BE49-F238E27FC236}">
                  <a16:creationId xmlns:a16="http://schemas.microsoft.com/office/drawing/2014/main" id="{A7CCDF31-3B78-5DFD-4A60-26607A3B8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8" name="Line 181">
              <a:extLst>
                <a:ext uri="{FF2B5EF4-FFF2-40B4-BE49-F238E27FC236}">
                  <a16:creationId xmlns:a16="http://schemas.microsoft.com/office/drawing/2014/main" id="{4EAF40B1-43D4-FDD8-E343-F31D651B2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79" name="Line 182">
              <a:extLst>
                <a:ext uri="{FF2B5EF4-FFF2-40B4-BE49-F238E27FC236}">
                  <a16:creationId xmlns:a16="http://schemas.microsoft.com/office/drawing/2014/main" id="{A39A9542-6BE9-CE8B-1E06-E9BF568EE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0" name="Line 183">
              <a:extLst>
                <a:ext uri="{FF2B5EF4-FFF2-40B4-BE49-F238E27FC236}">
                  <a16:creationId xmlns:a16="http://schemas.microsoft.com/office/drawing/2014/main" id="{219611C8-8600-4B5D-D0F1-060CB2DF5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1" name="Line 184">
              <a:extLst>
                <a:ext uri="{FF2B5EF4-FFF2-40B4-BE49-F238E27FC236}">
                  <a16:creationId xmlns:a16="http://schemas.microsoft.com/office/drawing/2014/main" id="{CB08B2A5-8209-127C-A0B3-446939B3F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2" name="Line 185">
              <a:extLst>
                <a:ext uri="{FF2B5EF4-FFF2-40B4-BE49-F238E27FC236}">
                  <a16:creationId xmlns:a16="http://schemas.microsoft.com/office/drawing/2014/main" id="{3DA3E0F9-5766-1A90-9E75-2FE5DD401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3" name="Line 186">
              <a:extLst>
                <a:ext uri="{FF2B5EF4-FFF2-40B4-BE49-F238E27FC236}">
                  <a16:creationId xmlns:a16="http://schemas.microsoft.com/office/drawing/2014/main" id="{D8769B35-0A81-1C1A-F9CE-41DFAACA3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4" name="Line 187">
              <a:extLst>
                <a:ext uri="{FF2B5EF4-FFF2-40B4-BE49-F238E27FC236}">
                  <a16:creationId xmlns:a16="http://schemas.microsoft.com/office/drawing/2014/main" id="{A13133E0-0E54-0D81-BCA9-2E3F952B0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5" name="Line 188">
              <a:extLst>
                <a:ext uri="{FF2B5EF4-FFF2-40B4-BE49-F238E27FC236}">
                  <a16:creationId xmlns:a16="http://schemas.microsoft.com/office/drawing/2014/main" id="{7435B365-E0BB-ABB4-69AD-B40DD985F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6" name="Line 189">
              <a:extLst>
                <a:ext uri="{FF2B5EF4-FFF2-40B4-BE49-F238E27FC236}">
                  <a16:creationId xmlns:a16="http://schemas.microsoft.com/office/drawing/2014/main" id="{D699BD9C-14BF-7919-9A62-C0669535B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7" name="Line 190">
              <a:extLst>
                <a:ext uri="{FF2B5EF4-FFF2-40B4-BE49-F238E27FC236}">
                  <a16:creationId xmlns:a16="http://schemas.microsoft.com/office/drawing/2014/main" id="{2636D501-DD6C-6929-4112-FECB0873E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8" name="Line 191">
              <a:extLst>
                <a:ext uri="{FF2B5EF4-FFF2-40B4-BE49-F238E27FC236}">
                  <a16:creationId xmlns:a16="http://schemas.microsoft.com/office/drawing/2014/main" id="{84563C09-7424-3DAA-23E4-4AF4E282A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89" name="Line 192">
              <a:extLst>
                <a:ext uri="{FF2B5EF4-FFF2-40B4-BE49-F238E27FC236}">
                  <a16:creationId xmlns:a16="http://schemas.microsoft.com/office/drawing/2014/main" id="{971E2060-190E-DDA7-ED47-A456BCC06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0" name="Line 193">
              <a:extLst>
                <a:ext uri="{FF2B5EF4-FFF2-40B4-BE49-F238E27FC236}">
                  <a16:creationId xmlns:a16="http://schemas.microsoft.com/office/drawing/2014/main" id="{25A2B83E-8231-FE0F-40D5-0D7ED8BED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1" name="Line 194">
              <a:extLst>
                <a:ext uri="{FF2B5EF4-FFF2-40B4-BE49-F238E27FC236}">
                  <a16:creationId xmlns:a16="http://schemas.microsoft.com/office/drawing/2014/main" id="{96CAFE71-C2A7-9A2A-AB6A-4C46C913F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2" name="Line 195">
              <a:extLst>
                <a:ext uri="{FF2B5EF4-FFF2-40B4-BE49-F238E27FC236}">
                  <a16:creationId xmlns:a16="http://schemas.microsoft.com/office/drawing/2014/main" id="{0A6BFFC0-7380-F299-7B71-4B55C6449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3" name="Line 196">
              <a:extLst>
                <a:ext uri="{FF2B5EF4-FFF2-40B4-BE49-F238E27FC236}">
                  <a16:creationId xmlns:a16="http://schemas.microsoft.com/office/drawing/2014/main" id="{F4D43517-AFFE-962C-55DC-2B20B62AA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4" name="Line 197">
              <a:extLst>
                <a:ext uri="{FF2B5EF4-FFF2-40B4-BE49-F238E27FC236}">
                  <a16:creationId xmlns:a16="http://schemas.microsoft.com/office/drawing/2014/main" id="{FDF11E23-EF98-8E70-1C90-9BCFC9E5C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5" name="Line 198">
              <a:extLst>
                <a:ext uri="{FF2B5EF4-FFF2-40B4-BE49-F238E27FC236}">
                  <a16:creationId xmlns:a16="http://schemas.microsoft.com/office/drawing/2014/main" id="{21BB8F51-48D8-243F-BFC6-12B153630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6" name="Line 199">
              <a:extLst>
                <a:ext uri="{FF2B5EF4-FFF2-40B4-BE49-F238E27FC236}">
                  <a16:creationId xmlns:a16="http://schemas.microsoft.com/office/drawing/2014/main" id="{FBE308C8-146B-C3C3-BB6A-3E8858E8D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7" name="Line 200">
              <a:extLst>
                <a:ext uri="{FF2B5EF4-FFF2-40B4-BE49-F238E27FC236}">
                  <a16:creationId xmlns:a16="http://schemas.microsoft.com/office/drawing/2014/main" id="{A70B56EF-A63C-DEB3-3982-A8C5A4CE0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8" name="Line 201">
              <a:extLst>
                <a:ext uri="{FF2B5EF4-FFF2-40B4-BE49-F238E27FC236}">
                  <a16:creationId xmlns:a16="http://schemas.microsoft.com/office/drawing/2014/main" id="{3C388868-FE25-307C-6957-1FD033F49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99" name="Line 202">
              <a:extLst>
                <a:ext uri="{FF2B5EF4-FFF2-40B4-BE49-F238E27FC236}">
                  <a16:creationId xmlns:a16="http://schemas.microsoft.com/office/drawing/2014/main" id="{699A47C3-8818-2E1A-10CC-46305668B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0" name="Line 203">
              <a:extLst>
                <a:ext uri="{FF2B5EF4-FFF2-40B4-BE49-F238E27FC236}">
                  <a16:creationId xmlns:a16="http://schemas.microsoft.com/office/drawing/2014/main" id="{F685A2D9-8B9E-8150-0754-519D843E8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1" name="Line 204">
              <a:extLst>
                <a:ext uri="{FF2B5EF4-FFF2-40B4-BE49-F238E27FC236}">
                  <a16:creationId xmlns:a16="http://schemas.microsoft.com/office/drawing/2014/main" id="{4C29FF78-4949-E4AC-6248-E39E308A9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02" name="Line 205">
              <a:extLst>
                <a:ext uri="{FF2B5EF4-FFF2-40B4-BE49-F238E27FC236}">
                  <a16:creationId xmlns:a16="http://schemas.microsoft.com/office/drawing/2014/main" id="{232FE9B9-3B29-35D2-8831-662C34386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5" name="Group 206">
            <a:extLst>
              <a:ext uri="{FF2B5EF4-FFF2-40B4-BE49-F238E27FC236}">
                <a16:creationId xmlns:a16="http://schemas.microsoft.com/office/drawing/2014/main" id="{4CD038CF-5047-2894-B67F-94D463A9D49F}"/>
              </a:ext>
            </a:extLst>
          </p:cNvPr>
          <p:cNvGrpSpPr>
            <a:grpSpLocks/>
          </p:cNvGrpSpPr>
          <p:nvPr/>
        </p:nvGrpSpPr>
        <p:grpSpPr bwMode="auto">
          <a:xfrm>
            <a:off x="3841751" y="4486275"/>
            <a:ext cx="4632325" cy="261938"/>
            <a:chOff x="1563" y="2750"/>
            <a:chExt cx="2590" cy="144"/>
          </a:xfrm>
        </p:grpSpPr>
        <p:sp>
          <p:nvSpPr>
            <p:cNvPr id="20803" name="Line 207">
              <a:extLst>
                <a:ext uri="{FF2B5EF4-FFF2-40B4-BE49-F238E27FC236}">
                  <a16:creationId xmlns:a16="http://schemas.microsoft.com/office/drawing/2014/main" id="{7DCA3961-03C6-C1A8-C045-4C454CEB2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4" name="Line 208">
              <a:extLst>
                <a:ext uri="{FF2B5EF4-FFF2-40B4-BE49-F238E27FC236}">
                  <a16:creationId xmlns:a16="http://schemas.microsoft.com/office/drawing/2014/main" id="{1346CDE2-0A7C-B64B-0FF8-E991033CC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5" name="Line 209">
              <a:extLst>
                <a:ext uri="{FF2B5EF4-FFF2-40B4-BE49-F238E27FC236}">
                  <a16:creationId xmlns:a16="http://schemas.microsoft.com/office/drawing/2014/main" id="{2436A697-FD40-D088-C0D9-000A56E16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6" name="Line 210">
              <a:extLst>
                <a:ext uri="{FF2B5EF4-FFF2-40B4-BE49-F238E27FC236}">
                  <a16:creationId xmlns:a16="http://schemas.microsoft.com/office/drawing/2014/main" id="{210849A1-1B08-71EE-9443-ECAC1086B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7" name="Line 211">
              <a:extLst>
                <a:ext uri="{FF2B5EF4-FFF2-40B4-BE49-F238E27FC236}">
                  <a16:creationId xmlns:a16="http://schemas.microsoft.com/office/drawing/2014/main" id="{D22E1753-E2E6-BCF7-6246-7410EF2F6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8" name="Line 212">
              <a:extLst>
                <a:ext uri="{FF2B5EF4-FFF2-40B4-BE49-F238E27FC236}">
                  <a16:creationId xmlns:a16="http://schemas.microsoft.com/office/drawing/2014/main" id="{35FD9FE3-EFA4-D3B7-8C32-37DA624BD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9" name="Line 213">
              <a:extLst>
                <a:ext uri="{FF2B5EF4-FFF2-40B4-BE49-F238E27FC236}">
                  <a16:creationId xmlns:a16="http://schemas.microsoft.com/office/drawing/2014/main" id="{E7F58E9B-EC4E-BC53-07E0-20E2429D1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0" name="Line 214">
              <a:extLst>
                <a:ext uri="{FF2B5EF4-FFF2-40B4-BE49-F238E27FC236}">
                  <a16:creationId xmlns:a16="http://schemas.microsoft.com/office/drawing/2014/main" id="{6FF25975-9B70-5621-0A51-7E2C9AEDE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1" name="Line 215">
              <a:extLst>
                <a:ext uri="{FF2B5EF4-FFF2-40B4-BE49-F238E27FC236}">
                  <a16:creationId xmlns:a16="http://schemas.microsoft.com/office/drawing/2014/main" id="{A00F8B07-47B4-BE38-538D-55DE45B65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2" name="Line 216">
              <a:extLst>
                <a:ext uri="{FF2B5EF4-FFF2-40B4-BE49-F238E27FC236}">
                  <a16:creationId xmlns:a16="http://schemas.microsoft.com/office/drawing/2014/main" id="{C1AA138B-7F46-0A46-AEEA-62212A3C9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3" name="Line 217">
              <a:extLst>
                <a:ext uri="{FF2B5EF4-FFF2-40B4-BE49-F238E27FC236}">
                  <a16:creationId xmlns:a16="http://schemas.microsoft.com/office/drawing/2014/main" id="{036529AB-5DFA-DDAB-5AD4-4BF5985D6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893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4" name="Line 218">
              <a:extLst>
                <a:ext uri="{FF2B5EF4-FFF2-40B4-BE49-F238E27FC236}">
                  <a16:creationId xmlns:a16="http://schemas.microsoft.com/office/drawing/2014/main" id="{68E6366C-E8B1-E1E4-9E7A-ED2D12FDE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5" name="Line 219">
              <a:extLst>
                <a:ext uri="{FF2B5EF4-FFF2-40B4-BE49-F238E27FC236}">
                  <a16:creationId xmlns:a16="http://schemas.microsoft.com/office/drawing/2014/main" id="{2835A9BD-6CCA-B823-9224-76A394B76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6" name="Line 220">
              <a:extLst>
                <a:ext uri="{FF2B5EF4-FFF2-40B4-BE49-F238E27FC236}">
                  <a16:creationId xmlns:a16="http://schemas.microsoft.com/office/drawing/2014/main" id="{62E141D5-AA9F-F802-3059-72E1A137C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7" name="Line 221">
              <a:extLst>
                <a:ext uri="{FF2B5EF4-FFF2-40B4-BE49-F238E27FC236}">
                  <a16:creationId xmlns:a16="http://schemas.microsoft.com/office/drawing/2014/main" id="{ABFEDAC1-89E3-867A-A649-8A6C2F961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8" name="Line 222">
              <a:extLst>
                <a:ext uri="{FF2B5EF4-FFF2-40B4-BE49-F238E27FC236}">
                  <a16:creationId xmlns:a16="http://schemas.microsoft.com/office/drawing/2014/main" id="{4EEEB312-2BE7-BDDC-A5BA-9DC7D63BB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19" name="Line 223">
              <a:extLst>
                <a:ext uri="{FF2B5EF4-FFF2-40B4-BE49-F238E27FC236}">
                  <a16:creationId xmlns:a16="http://schemas.microsoft.com/office/drawing/2014/main" id="{8A3935B7-A385-BEC4-590C-B376015F1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0" name="Line 224">
              <a:extLst>
                <a:ext uri="{FF2B5EF4-FFF2-40B4-BE49-F238E27FC236}">
                  <a16:creationId xmlns:a16="http://schemas.microsoft.com/office/drawing/2014/main" id="{54C74765-F583-5ABD-7128-14A43C541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1" name="Line 225">
              <a:extLst>
                <a:ext uri="{FF2B5EF4-FFF2-40B4-BE49-F238E27FC236}">
                  <a16:creationId xmlns:a16="http://schemas.microsoft.com/office/drawing/2014/main" id="{43CC850C-D258-1744-2179-A89803E28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2" name="Line 226">
              <a:extLst>
                <a:ext uri="{FF2B5EF4-FFF2-40B4-BE49-F238E27FC236}">
                  <a16:creationId xmlns:a16="http://schemas.microsoft.com/office/drawing/2014/main" id="{670D6401-CA43-87BB-25D3-AD1940264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3" name="Line 227">
              <a:extLst>
                <a:ext uri="{FF2B5EF4-FFF2-40B4-BE49-F238E27FC236}">
                  <a16:creationId xmlns:a16="http://schemas.microsoft.com/office/drawing/2014/main" id="{373E3DE1-A228-E623-EB3C-2A63B5C33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4" name="Line 228">
              <a:extLst>
                <a:ext uri="{FF2B5EF4-FFF2-40B4-BE49-F238E27FC236}">
                  <a16:creationId xmlns:a16="http://schemas.microsoft.com/office/drawing/2014/main" id="{DDB0D2C2-F8E2-E834-71D7-CA12708CD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5" name="Line 229">
              <a:extLst>
                <a:ext uri="{FF2B5EF4-FFF2-40B4-BE49-F238E27FC236}">
                  <a16:creationId xmlns:a16="http://schemas.microsoft.com/office/drawing/2014/main" id="{B9E2CCEF-DEEA-FE2A-FF0A-D1C199806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6" name="Line 230">
              <a:extLst>
                <a:ext uri="{FF2B5EF4-FFF2-40B4-BE49-F238E27FC236}">
                  <a16:creationId xmlns:a16="http://schemas.microsoft.com/office/drawing/2014/main" id="{53B03AE9-0800-72F3-F2F2-B7524569E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7" name="Line 231">
              <a:extLst>
                <a:ext uri="{FF2B5EF4-FFF2-40B4-BE49-F238E27FC236}">
                  <a16:creationId xmlns:a16="http://schemas.microsoft.com/office/drawing/2014/main" id="{C8F647B1-8470-7ACA-076B-91F228268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8" name="Line 232">
              <a:extLst>
                <a:ext uri="{FF2B5EF4-FFF2-40B4-BE49-F238E27FC236}">
                  <a16:creationId xmlns:a16="http://schemas.microsoft.com/office/drawing/2014/main" id="{F2F20021-380B-D897-C6B5-E47DEF501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893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29" name="Line 233">
              <a:extLst>
                <a:ext uri="{FF2B5EF4-FFF2-40B4-BE49-F238E27FC236}">
                  <a16:creationId xmlns:a16="http://schemas.microsoft.com/office/drawing/2014/main" id="{0503D1A7-5706-4504-9CBD-E3E34DEAE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0" name="Line 234">
              <a:extLst>
                <a:ext uri="{FF2B5EF4-FFF2-40B4-BE49-F238E27FC236}">
                  <a16:creationId xmlns:a16="http://schemas.microsoft.com/office/drawing/2014/main" id="{8F077347-5F22-8F30-AB7F-BF5009DA6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1" name="Line 235">
              <a:extLst>
                <a:ext uri="{FF2B5EF4-FFF2-40B4-BE49-F238E27FC236}">
                  <a16:creationId xmlns:a16="http://schemas.microsoft.com/office/drawing/2014/main" id="{798DAF48-3D02-49DA-7DD0-57B4D7CFF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2" name="Line 236">
              <a:extLst>
                <a:ext uri="{FF2B5EF4-FFF2-40B4-BE49-F238E27FC236}">
                  <a16:creationId xmlns:a16="http://schemas.microsoft.com/office/drawing/2014/main" id="{03A168BC-4DF3-5E81-6568-4198EE66C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3" name="Line 237">
              <a:extLst>
                <a:ext uri="{FF2B5EF4-FFF2-40B4-BE49-F238E27FC236}">
                  <a16:creationId xmlns:a16="http://schemas.microsoft.com/office/drawing/2014/main" id="{71DA9571-01D4-752D-6103-C65117677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4" name="Line 238">
              <a:extLst>
                <a:ext uri="{FF2B5EF4-FFF2-40B4-BE49-F238E27FC236}">
                  <a16:creationId xmlns:a16="http://schemas.microsoft.com/office/drawing/2014/main" id="{726A829B-6C8B-8F3A-02C2-6EEF2996B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5" name="Line 239">
              <a:extLst>
                <a:ext uri="{FF2B5EF4-FFF2-40B4-BE49-F238E27FC236}">
                  <a16:creationId xmlns:a16="http://schemas.microsoft.com/office/drawing/2014/main" id="{DBCDD29C-0991-1363-4887-BFF9A9517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6" name="Line 240">
              <a:extLst>
                <a:ext uri="{FF2B5EF4-FFF2-40B4-BE49-F238E27FC236}">
                  <a16:creationId xmlns:a16="http://schemas.microsoft.com/office/drawing/2014/main" id="{8050E595-69F5-F7DD-30E3-20235E368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7" name="Line 241">
              <a:extLst>
                <a:ext uri="{FF2B5EF4-FFF2-40B4-BE49-F238E27FC236}">
                  <a16:creationId xmlns:a16="http://schemas.microsoft.com/office/drawing/2014/main" id="{24DDD1E5-BEA0-E046-DDD7-B795DD0DE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8" name="Line 242">
              <a:extLst>
                <a:ext uri="{FF2B5EF4-FFF2-40B4-BE49-F238E27FC236}">
                  <a16:creationId xmlns:a16="http://schemas.microsoft.com/office/drawing/2014/main" id="{6EE44D5A-6465-C75F-B6F7-028A77809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39" name="Line 243">
              <a:extLst>
                <a:ext uri="{FF2B5EF4-FFF2-40B4-BE49-F238E27FC236}">
                  <a16:creationId xmlns:a16="http://schemas.microsoft.com/office/drawing/2014/main" id="{8DAA5807-B6FA-97D8-7B0F-4203B0BB4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0" name="Line 244">
              <a:extLst>
                <a:ext uri="{FF2B5EF4-FFF2-40B4-BE49-F238E27FC236}">
                  <a16:creationId xmlns:a16="http://schemas.microsoft.com/office/drawing/2014/main" id="{898AA062-D35A-FA58-7E63-6D2C87563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1" name="Line 245">
              <a:extLst>
                <a:ext uri="{FF2B5EF4-FFF2-40B4-BE49-F238E27FC236}">
                  <a16:creationId xmlns:a16="http://schemas.microsoft.com/office/drawing/2014/main" id="{0A39A31D-C312-CACF-7D10-E11B4A552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2" name="Line 246">
              <a:extLst>
                <a:ext uri="{FF2B5EF4-FFF2-40B4-BE49-F238E27FC236}">
                  <a16:creationId xmlns:a16="http://schemas.microsoft.com/office/drawing/2014/main" id="{32F43DD3-B380-9268-9E1A-92F8B6A64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3" name="Line 247">
              <a:extLst>
                <a:ext uri="{FF2B5EF4-FFF2-40B4-BE49-F238E27FC236}">
                  <a16:creationId xmlns:a16="http://schemas.microsoft.com/office/drawing/2014/main" id="{ABCD2ED6-D56D-AAD8-0E5A-7B296E18E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4" name="Line 248">
              <a:extLst>
                <a:ext uri="{FF2B5EF4-FFF2-40B4-BE49-F238E27FC236}">
                  <a16:creationId xmlns:a16="http://schemas.microsoft.com/office/drawing/2014/main" id="{FFAEAA74-2050-3F11-E8BE-E83B5CBCA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5" name="Line 249">
              <a:extLst>
                <a:ext uri="{FF2B5EF4-FFF2-40B4-BE49-F238E27FC236}">
                  <a16:creationId xmlns:a16="http://schemas.microsoft.com/office/drawing/2014/main" id="{62423F3C-8542-747B-D179-C26571542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6" name="Line 250">
              <a:extLst>
                <a:ext uri="{FF2B5EF4-FFF2-40B4-BE49-F238E27FC236}">
                  <a16:creationId xmlns:a16="http://schemas.microsoft.com/office/drawing/2014/main" id="{C2FA6A1D-6F6A-AC18-7C1C-B593CDBD5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7" name="Line 251">
              <a:extLst>
                <a:ext uri="{FF2B5EF4-FFF2-40B4-BE49-F238E27FC236}">
                  <a16:creationId xmlns:a16="http://schemas.microsoft.com/office/drawing/2014/main" id="{5592B821-9D0D-9A24-8D65-34006FEB3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8" name="Line 252">
              <a:extLst>
                <a:ext uri="{FF2B5EF4-FFF2-40B4-BE49-F238E27FC236}">
                  <a16:creationId xmlns:a16="http://schemas.microsoft.com/office/drawing/2014/main" id="{A8485432-0563-0ADA-DD9C-0DB0E22B6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49" name="Line 253">
              <a:extLst>
                <a:ext uri="{FF2B5EF4-FFF2-40B4-BE49-F238E27FC236}">
                  <a16:creationId xmlns:a16="http://schemas.microsoft.com/office/drawing/2014/main" id="{0A39BC73-5B03-E889-141C-26549A8BB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0" name="Line 254">
              <a:extLst>
                <a:ext uri="{FF2B5EF4-FFF2-40B4-BE49-F238E27FC236}">
                  <a16:creationId xmlns:a16="http://schemas.microsoft.com/office/drawing/2014/main" id="{2B59AE90-EE63-3ACD-7E85-732C1F0BD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1" name="Line 255">
              <a:extLst>
                <a:ext uri="{FF2B5EF4-FFF2-40B4-BE49-F238E27FC236}">
                  <a16:creationId xmlns:a16="http://schemas.microsoft.com/office/drawing/2014/main" id="{A692BFF1-AE35-F0F0-F3B5-E27219012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2" name="Line 256">
              <a:extLst>
                <a:ext uri="{FF2B5EF4-FFF2-40B4-BE49-F238E27FC236}">
                  <a16:creationId xmlns:a16="http://schemas.microsoft.com/office/drawing/2014/main" id="{FD7DA044-24E8-24EE-1A5E-216E17B59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3" name="Line 257">
              <a:extLst>
                <a:ext uri="{FF2B5EF4-FFF2-40B4-BE49-F238E27FC236}">
                  <a16:creationId xmlns:a16="http://schemas.microsoft.com/office/drawing/2014/main" id="{4E7F7C98-B2B5-E41F-0120-18192B025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4" name="Line 258">
              <a:extLst>
                <a:ext uri="{FF2B5EF4-FFF2-40B4-BE49-F238E27FC236}">
                  <a16:creationId xmlns:a16="http://schemas.microsoft.com/office/drawing/2014/main" id="{AC10E56B-990F-2B43-4601-62CE76C5B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5" name="Line 259">
              <a:extLst>
                <a:ext uri="{FF2B5EF4-FFF2-40B4-BE49-F238E27FC236}">
                  <a16:creationId xmlns:a16="http://schemas.microsoft.com/office/drawing/2014/main" id="{A1C189D1-0264-996A-5C7C-3F09D5BE6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6" name="Line 260">
              <a:extLst>
                <a:ext uri="{FF2B5EF4-FFF2-40B4-BE49-F238E27FC236}">
                  <a16:creationId xmlns:a16="http://schemas.microsoft.com/office/drawing/2014/main" id="{038BC6F9-8104-E292-35C6-825CE5F09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7" name="Line 261">
              <a:extLst>
                <a:ext uri="{FF2B5EF4-FFF2-40B4-BE49-F238E27FC236}">
                  <a16:creationId xmlns:a16="http://schemas.microsoft.com/office/drawing/2014/main" id="{795FF342-9547-35AD-6325-43423D46C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8" name="Line 262">
              <a:extLst>
                <a:ext uri="{FF2B5EF4-FFF2-40B4-BE49-F238E27FC236}">
                  <a16:creationId xmlns:a16="http://schemas.microsoft.com/office/drawing/2014/main" id="{3DB24DCF-659A-E2D7-D008-49DFC2014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59" name="Line 263">
              <a:extLst>
                <a:ext uri="{FF2B5EF4-FFF2-40B4-BE49-F238E27FC236}">
                  <a16:creationId xmlns:a16="http://schemas.microsoft.com/office/drawing/2014/main" id="{A60866F0-6E8E-045E-164B-738D42BFC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0" name="Line 264">
              <a:extLst>
                <a:ext uri="{FF2B5EF4-FFF2-40B4-BE49-F238E27FC236}">
                  <a16:creationId xmlns:a16="http://schemas.microsoft.com/office/drawing/2014/main" id="{5780FE57-BF50-BA2D-7AC3-356D7E423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1" name="Line 265">
              <a:extLst>
                <a:ext uri="{FF2B5EF4-FFF2-40B4-BE49-F238E27FC236}">
                  <a16:creationId xmlns:a16="http://schemas.microsoft.com/office/drawing/2014/main" id="{F2D7EA81-5F61-F466-3B5A-6D223FA5C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2" name="Line 266">
              <a:extLst>
                <a:ext uri="{FF2B5EF4-FFF2-40B4-BE49-F238E27FC236}">
                  <a16:creationId xmlns:a16="http://schemas.microsoft.com/office/drawing/2014/main" id="{54096AE9-0D80-B18E-3423-D9C0551F1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3" name="Line 267">
              <a:extLst>
                <a:ext uri="{FF2B5EF4-FFF2-40B4-BE49-F238E27FC236}">
                  <a16:creationId xmlns:a16="http://schemas.microsoft.com/office/drawing/2014/main" id="{744AD044-DC29-B4C8-13C0-FD4D22B08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4" name="Line 268">
              <a:extLst>
                <a:ext uri="{FF2B5EF4-FFF2-40B4-BE49-F238E27FC236}">
                  <a16:creationId xmlns:a16="http://schemas.microsoft.com/office/drawing/2014/main" id="{EC318A63-8F2A-1F4B-A3D2-D8049CE95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5" name="Line 269">
              <a:extLst>
                <a:ext uri="{FF2B5EF4-FFF2-40B4-BE49-F238E27FC236}">
                  <a16:creationId xmlns:a16="http://schemas.microsoft.com/office/drawing/2014/main" id="{AE7F7DC9-4C36-4DC3-C4DA-20B36EB44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6" name="Line 270">
              <a:extLst>
                <a:ext uri="{FF2B5EF4-FFF2-40B4-BE49-F238E27FC236}">
                  <a16:creationId xmlns:a16="http://schemas.microsoft.com/office/drawing/2014/main" id="{BFE7D2C7-F340-29C9-B46B-1CD3782B6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7" name="Line 271">
              <a:extLst>
                <a:ext uri="{FF2B5EF4-FFF2-40B4-BE49-F238E27FC236}">
                  <a16:creationId xmlns:a16="http://schemas.microsoft.com/office/drawing/2014/main" id="{498AF102-04CF-B25F-0DF3-D94458E24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8" name="Line 272">
              <a:extLst>
                <a:ext uri="{FF2B5EF4-FFF2-40B4-BE49-F238E27FC236}">
                  <a16:creationId xmlns:a16="http://schemas.microsoft.com/office/drawing/2014/main" id="{1E2F755F-56D0-7A56-AE63-392E45FC1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69" name="Line 273">
              <a:extLst>
                <a:ext uri="{FF2B5EF4-FFF2-40B4-BE49-F238E27FC236}">
                  <a16:creationId xmlns:a16="http://schemas.microsoft.com/office/drawing/2014/main" id="{BF806127-8247-753B-3184-D904E4825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0" name="Line 274">
              <a:extLst>
                <a:ext uri="{FF2B5EF4-FFF2-40B4-BE49-F238E27FC236}">
                  <a16:creationId xmlns:a16="http://schemas.microsoft.com/office/drawing/2014/main" id="{0EDB3F1D-5C52-259B-2EB4-31AD37D3D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1" name="Line 275">
              <a:extLst>
                <a:ext uri="{FF2B5EF4-FFF2-40B4-BE49-F238E27FC236}">
                  <a16:creationId xmlns:a16="http://schemas.microsoft.com/office/drawing/2014/main" id="{D0F794FA-0EAD-2554-5C0A-D577585A1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2" name="Line 276">
              <a:extLst>
                <a:ext uri="{FF2B5EF4-FFF2-40B4-BE49-F238E27FC236}">
                  <a16:creationId xmlns:a16="http://schemas.microsoft.com/office/drawing/2014/main" id="{4D1F66D0-5CBA-2E74-5DD2-56C2D191A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3" name="Line 277">
              <a:extLst>
                <a:ext uri="{FF2B5EF4-FFF2-40B4-BE49-F238E27FC236}">
                  <a16:creationId xmlns:a16="http://schemas.microsoft.com/office/drawing/2014/main" id="{91B5DF10-1766-7ADC-393C-53C6397C7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4" name="Line 278">
              <a:extLst>
                <a:ext uri="{FF2B5EF4-FFF2-40B4-BE49-F238E27FC236}">
                  <a16:creationId xmlns:a16="http://schemas.microsoft.com/office/drawing/2014/main" id="{28C30E84-C1CF-A2A0-E06D-9FCED6F50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5" name="Line 279">
              <a:extLst>
                <a:ext uri="{FF2B5EF4-FFF2-40B4-BE49-F238E27FC236}">
                  <a16:creationId xmlns:a16="http://schemas.microsoft.com/office/drawing/2014/main" id="{4CA1760C-BE8D-42D4-2A8C-86EBB6415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6" name="Line 280">
              <a:extLst>
                <a:ext uri="{FF2B5EF4-FFF2-40B4-BE49-F238E27FC236}">
                  <a16:creationId xmlns:a16="http://schemas.microsoft.com/office/drawing/2014/main" id="{1C75D510-8410-8B93-25C9-F6B1E105D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7" name="Line 281">
              <a:extLst>
                <a:ext uri="{FF2B5EF4-FFF2-40B4-BE49-F238E27FC236}">
                  <a16:creationId xmlns:a16="http://schemas.microsoft.com/office/drawing/2014/main" id="{952DFA1D-C6AF-5122-EEB4-CDC83F2A2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8" name="Line 282">
              <a:extLst>
                <a:ext uri="{FF2B5EF4-FFF2-40B4-BE49-F238E27FC236}">
                  <a16:creationId xmlns:a16="http://schemas.microsoft.com/office/drawing/2014/main" id="{90BE5BCD-D9DF-E8D6-87AC-9FEF4BBB8E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79" name="Line 283">
              <a:extLst>
                <a:ext uri="{FF2B5EF4-FFF2-40B4-BE49-F238E27FC236}">
                  <a16:creationId xmlns:a16="http://schemas.microsoft.com/office/drawing/2014/main" id="{B31592F0-FF9C-80EA-8385-7C37649AF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0" name="Line 284">
              <a:extLst>
                <a:ext uri="{FF2B5EF4-FFF2-40B4-BE49-F238E27FC236}">
                  <a16:creationId xmlns:a16="http://schemas.microsoft.com/office/drawing/2014/main" id="{9AF3D322-28EC-F33C-7CFD-97A050E9D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1" name="Line 285">
              <a:extLst>
                <a:ext uri="{FF2B5EF4-FFF2-40B4-BE49-F238E27FC236}">
                  <a16:creationId xmlns:a16="http://schemas.microsoft.com/office/drawing/2014/main" id="{0D919B46-5B2D-8A9F-894E-E321B630F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2" name="Line 286">
              <a:extLst>
                <a:ext uri="{FF2B5EF4-FFF2-40B4-BE49-F238E27FC236}">
                  <a16:creationId xmlns:a16="http://schemas.microsoft.com/office/drawing/2014/main" id="{8CB802B9-CF3C-D9A1-3D34-8432EA83B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3" name="Line 287">
              <a:extLst>
                <a:ext uri="{FF2B5EF4-FFF2-40B4-BE49-F238E27FC236}">
                  <a16:creationId xmlns:a16="http://schemas.microsoft.com/office/drawing/2014/main" id="{822F7205-6AB4-D59B-41BC-293FF16E7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4" name="Line 288">
              <a:extLst>
                <a:ext uri="{FF2B5EF4-FFF2-40B4-BE49-F238E27FC236}">
                  <a16:creationId xmlns:a16="http://schemas.microsoft.com/office/drawing/2014/main" id="{67F17E9B-2046-09D1-4E92-40061E081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5" name="Line 289">
              <a:extLst>
                <a:ext uri="{FF2B5EF4-FFF2-40B4-BE49-F238E27FC236}">
                  <a16:creationId xmlns:a16="http://schemas.microsoft.com/office/drawing/2014/main" id="{E51711A2-3665-A135-74CD-B12A34722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6" name="Line 290">
              <a:extLst>
                <a:ext uri="{FF2B5EF4-FFF2-40B4-BE49-F238E27FC236}">
                  <a16:creationId xmlns:a16="http://schemas.microsoft.com/office/drawing/2014/main" id="{99A3DC34-22E9-5146-C560-9654E5578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7" name="Line 291">
              <a:extLst>
                <a:ext uri="{FF2B5EF4-FFF2-40B4-BE49-F238E27FC236}">
                  <a16:creationId xmlns:a16="http://schemas.microsoft.com/office/drawing/2014/main" id="{DF206F60-8150-92E4-B06D-2E6F5B61C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8" name="Line 292">
              <a:extLst>
                <a:ext uri="{FF2B5EF4-FFF2-40B4-BE49-F238E27FC236}">
                  <a16:creationId xmlns:a16="http://schemas.microsoft.com/office/drawing/2014/main" id="{816948F1-0B57-82C9-904A-212BC5F4F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89" name="Line 293">
              <a:extLst>
                <a:ext uri="{FF2B5EF4-FFF2-40B4-BE49-F238E27FC236}">
                  <a16:creationId xmlns:a16="http://schemas.microsoft.com/office/drawing/2014/main" id="{B0279843-D03A-B78A-2114-E708CEA36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0" name="Line 294">
              <a:extLst>
                <a:ext uri="{FF2B5EF4-FFF2-40B4-BE49-F238E27FC236}">
                  <a16:creationId xmlns:a16="http://schemas.microsoft.com/office/drawing/2014/main" id="{9F003C33-6F4F-771A-84FB-9898B1C00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1" name="Line 295">
              <a:extLst>
                <a:ext uri="{FF2B5EF4-FFF2-40B4-BE49-F238E27FC236}">
                  <a16:creationId xmlns:a16="http://schemas.microsoft.com/office/drawing/2014/main" id="{4612CB70-B206-E80B-D0BB-025EB365D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2" name="Line 296">
              <a:extLst>
                <a:ext uri="{FF2B5EF4-FFF2-40B4-BE49-F238E27FC236}">
                  <a16:creationId xmlns:a16="http://schemas.microsoft.com/office/drawing/2014/main" id="{AE78E943-4248-FA6C-A4EC-1592094FE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3" name="Line 297">
              <a:extLst>
                <a:ext uri="{FF2B5EF4-FFF2-40B4-BE49-F238E27FC236}">
                  <a16:creationId xmlns:a16="http://schemas.microsoft.com/office/drawing/2014/main" id="{7C187E58-9C0B-19C1-4FA2-425194474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4" name="Line 298">
              <a:extLst>
                <a:ext uri="{FF2B5EF4-FFF2-40B4-BE49-F238E27FC236}">
                  <a16:creationId xmlns:a16="http://schemas.microsoft.com/office/drawing/2014/main" id="{5ACD0EB6-FCC7-130D-2965-5BC818B81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5" name="Line 299">
              <a:extLst>
                <a:ext uri="{FF2B5EF4-FFF2-40B4-BE49-F238E27FC236}">
                  <a16:creationId xmlns:a16="http://schemas.microsoft.com/office/drawing/2014/main" id="{8C5E34E4-1632-79E9-F65E-69A3A6CBA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6" name="Line 300">
              <a:extLst>
                <a:ext uri="{FF2B5EF4-FFF2-40B4-BE49-F238E27FC236}">
                  <a16:creationId xmlns:a16="http://schemas.microsoft.com/office/drawing/2014/main" id="{4AD010F4-5E4A-E15B-22A9-1D0C55FE8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7" name="Line 301">
              <a:extLst>
                <a:ext uri="{FF2B5EF4-FFF2-40B4-BE49-F238E27FC236}">
                  <a16:creationId xmlns:a16="http://schemas.microsoft.com/office/drawing/2014/main" id="{EFDFA41E-F7E7-F718-373C-C360C2AC5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8" name="Line 302">
              <a:extLst>
                <a:ext uri="{FF2B5EF4-FFF2-40B4-BE49-F238E27FC236}">
                  <a16:creationId xmlns:a16="http://schemas.microsoft.com/office/drawing/2014/main" id="{1953DF74-A42B-1E59-B6ED-6AE0C67AF2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99" name="Line 303">
              <a:extLst>
                <a:ext uri="{FF2B5EF4-FFF2-40B4-BE49-F238E27FC236}">
                  <a16:creationId xmlns:a16="http://schemas.microsoft.com/office/drawing/2014/main" id="{25C3E9EF-A82A-39C3-501C-68BFA4D9D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0" name="Line 304">
              <a:extLst>
                <a:ext uri="{FF2B5EF4-FFF2-40B4-BE49-F238E27FC236}">
                  <a16:creationId xmlns:a16="http://schemas.microsoft.com/office/drawing/2014/main" id="{E58C554E-CCAC-B223-4306-9A5777CAB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1" name="Line 305">
              <a:extLst>
                <a:ext uri="{FF2B5EF4-FFF2-40B4-BE49-F238E27FC236}">
                  <a16:creationId xmlns:a16="http://schemas.microsoft.com/office/drawing/2014/main" id="{ED0E98D2-4D59-5DD1-28E4-3596A5F0B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2" name="Line 306">
              <a:extLst>
                <a:ext uri="{FF2B5EF4-FFF2-40B4-BE49-F238E27FC236}">
                  <a16:creationId xmlns:a16="http://schemas.microsoft.com/office/drawing/2014/main" id="{E5139647-119D-A550-9BBC-BEEA8AC40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3" name="Line 307">
              <a:extLst>
                <a:ext uri="{FF2B5EF4-FFF2-40B4-BE49-F238E27FC236}">
                  <a16:creationId xmlns:a16="http://schemas.microsoft.com/office/drawing/2014/main" id="{99E4E189-45DB-65AD-D5E5-FAE52B23B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4" name="Line 308">
              <a:extLst>
                <a:ext uri="{FF2B5EF4-FFF2-40B4-BE49-F238E27FC236}">
                  <a16:creationId xmlns:a16="http://schemas.microsoft.com/office/drawing/2014/main" id="{B6BBF086-22F1-E03D-E227-0A9347D47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5" name="Line 309">
              <a:extLst>
                <a:ext uri="{FF2B5EF4-FFF2-40B4-BE49-F238E27FC236}">
                  <a16:creationId xmlns:a16="http://schemas.microsoft.com/office/drawing/2014/main" id="{242DA3FE-363D-FD16-76AD-DCABBFA72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6" name="Line 310">
              <a:extLst>
                <a:ext uri="{FF2B5EF4-FFF2-40B4-BE49-F238E27FC236}">
                  <a16:creationId xmlns:a16="http://schemas.microsoft.com/office/drawing/2014/main" id="{56730DA0-9662-0862-5591-D0B1416B4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7" name="Line 311">
              <a:extLst>
                <a:ext uri="{FF2B5EF4-FFF2-40B4-BE49-F238E27FC236}">
                  <a16:creationId xmlns:a16="http://schemas.microsoft.com/office/drawing/2014/main" id="{C148884A-1D53-EC50-32AE-B7BB3CE1D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8" name="Line 312">
              <a:extLst>
                <a:ext uri="{FF2B5EF4-FFF2-40B4-BE49-F238E27FC236}">
                  <a16:creationId xmlns:a16="http://schemas.microsoft.com/office/drawing/2014/main" id="{CF8D5A03-C44D-7C17-8E6B-FF17CBF2D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09" name="Line 313">
              <a:extLst>
                <a:ext uri="{FF2B5EF4-FFF2-40B4-BE49-F238E27FC236}">
                  <a16:creationId xmlns:a16="http://schemas.microsoft.com/office/drawing/2014/main" id="{0004B0A1-C34F-1AF8-9563-246935FDB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0" name="Line 314">
              <a:extLst>
                <a:ext uri="{FF2B5EF4-FFF2-40B4-BE49-F238E27FC236}">
                  <a16:creationId xmlns:a16="http://schemas.microsoft.com/office/drawing/2014/main" id="{407A935F-EB98-45C2-93EB-4849CF397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1" name="Line 315">
              <a:extLst>
                <a:ext uri="{FF2B5EF4-FFF2-40B4-BE49-F238E27FC236}">
                  <a16:creationId xmlns:a16="http://schemas.microsoft.com/office/drawing/2014/main" id="{7F848D64-FB21-02FA-BE6A-254B1750E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2" name="Line 316">
              <a:extLst>
                <a:ext uri="{FF2B5EF4-FFF2-40B4-BE49-F238E27FC236}">
                  <a16:creationId xmlns:a16="http://schemas.microsoft.com/office/drawing/2014/main" id="{D9DA5439-0C11-A725-4B84-347FF33BB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3" name="Line 317">
              <a:extLst>
                <a:ext uri="{FF2B5EF4-FFF2-40B4-BE49-F238E27FC236}">
                  <a16:creationId xmlns:a16="http://schemas.microsoft.com/office/drawing/2014/main" id="{AF2A1FD6-D002-09D1-7BEE-86D5FC06C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4" name="Line 318">
              <a:extLst>
                <a:ext uri="{FF2B5EF4-FFF2-40B4-BE49-F238E27FC236}">
                  <a16:creationId xmlns:a16="http://schemas.microsoft.com/office/drawing/2014/main" id="{55857EA4-E775-5181-0188-30B7D443F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5" name="Line 319">
              <a:extLst>
                <a:ext uri="{FF2B5EF4-FFF2-40B4-BE49-F238E27FC236}">
                  <a16:creationId xmlns:a16="http://schemas.microsoft.com/office/drawing/2014/main" id="{921FE281-CE04-EE7B-300A-4A10A6F00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6" name="Line 320">
              <a:extLst>
                <a:ext uri="{FF2B5EF4-FFF2-40B4-BE49-F238E27FC236}">
                  <a16:creationId xmlns:a16="http://schemas.microsoft.com/office/drawing/2014/main" id="{348C2EF1-AC01-AAA1-207E-AE89C0305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7" name="Line 321">
              <a:extLst>
                <a:ext uri="{FF2B5EF4-FFF2-40B4-BE49-F238E27FC236}">
                  <a16:creationId xmlns:a16="http://schemas.microsoft.com/office/drawing/2014/main" id="{5A9345BA-3264-0890-AFD3-CA8B2FE12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8" name="Line 322">
              <a:extLst>
                <a:ext uri="{FF2B5EF4-FFF2-40B4-BE49-F238E27FC236}">
                  <a16:creationId xmlns:a16="http://schemas.microsoft.com/office/drawing/2014/main" id="{5F1AA64D-36BC-C788-2BFA-8A970EF83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19" name="Line 323">
              <a:extLst>
                <a:ext uri="{FF2B5EF4-FFF2-40B4-BE49-F238E27FC236}">
                  <a16:creationId xmlns:a16="http://schemas.microsoft.com/office/drawing/2014/main" id="{F3495FF9-7122-5DFF-FE5C-52C4BE2DF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0" name="Line 324">
              <a:extLst>
                <a:ext uri="{FF2B5EF4-FFF2-40B4-BE49-F238E27FC236}">
                  <a16:creationId xmlns:a16="http://schemas.microsoft.com/office/drawing/2014/main" id="{16439F91-4B9E-7D48-B96E-E4E38CDF0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1" name="Line 325">
              <a:extLst>
                <a:ext uri="{FF2B5EF4-FFF2-40B4-BE49-F238E27FC236}">
                  <a16:creationId xmlns:a16="http://schemas.microsoft.com/office/drawing/2014/main" id="{2A855480-DFB0-CD95-1B3E-8F61E3E19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2" name="Line 326">
              <a:extLst>
                <a:ext uri="{FF2B5EF4-FFF2-40B4-BE49-F238E27FC236}">
                  <a16:creationId xmlns:a16="http://schemas.microsoft.com/office/drawing/2014/main" id="{C6DDCB47-137C-56DC-DD6A-88C1CE598E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3" name="Line 327">
              <a:extLst>
                <a:ext uri="{FF2B5EF4-FFF2-40B4-BE49-F238E27FC236}">
                  <a16:creationId xmlns:a16="http://schemas.microsoft.com/office/drawing/2014/main" id="{5A4FDEAA-26A5-792E-16A6-F6C86F11F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4" name="Line 328">
              <a:extLst>
                <a:ext uri="{FF2B5EF4-FFF2-40B4-BE49-F238E27FC236}">
                  <a16:creationId xmlns:a16="http://schemas.microsoft.com/office/drawing/2014/main" id="{726CDB15-FA38-B572-E17D-8E8FDEED8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5" name="Line 329">
              <a:extLst>
                <a:ext uri="{FF2B5EF4-FFF2-40B4-BE49-F238E27FC236}">
                  <a16:creationId xmlns:a16="http://schemas.microsoft.com/office/drawing/2014/main" id="{FFE729D2-DF92-BD9B-131D-E4BB7E710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6" name="Line 330">
              <a:extLst>
                <a:ext uri="{FF2B5EF4-FFF2-40B4-BE49-F238E27FC236}">
                  <a16:creationId xmlns:a16="http://schemas.microsoft.com/office/drawing/2014/main" id="{07C8A92E-F771-D9C7-775E-2FC328713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822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7" name="Line 331">
              <a:extLst>
                <a:ext uri="{FF2B5EF4-FFF2-40B4-BE49-F238E27FC236}">
                  <a16:creationId xmlns:a16="http://schemas.microsoft.com/office/drawing/2014/main" id="{1B2D3DE9-7C96-3F27-BB1B-BC9CB652F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8" name="Line 332">
              <a:extLst>
                <a:ext uri="{FF2B5EF4-FFF2-40B4-BE49-F238E27FC236}">
                  <a16:creationId xmlns:a16="http://schemas.microsoft.com/office/drawing/2014/main" id="{A403FE93-9E7A-83C9-4BCA-F8E7ACED2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29" name="Line 333">
              <a:extLst>
                <a:ext uri="{FF2B5EF4-FFF2-40B4-BE49-F238E27FC236}">
                  <a16:creationId xmlns:a16="http://schemas.microsoft.com/office/drawing/2014/main" id="{5E6FCD17-0981-7E5F-C1EF-B690EA034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0" name="Line 334">
              <a:extLst>
                <a:ext uri="{FF2B5EF4-FFF2-40B4-BE49-F238E27FC236}">
                  <a16:creationId xmlns:a16="http://schemas.microsoft.com/office/drawing/2014/main" id="{1DA7FAA3-FFDD-2427-435D-76D400D2C5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1" name="Line 335">
              <a:extLst>
                <a:ext uri="{FF2B5EF4-FFF2-40B4-BE49-F238E27FC236}">
                  <a16:creationId xmlns:a16="http://schemas.microsoft.com/office/drawing/2014/main" id="{78AE5AFD-02B5-88F0-AF53-686D9B4D5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2" name="Line 336">
              <a:extLst>
                <a:ext uri="{FF2B5EF4-FFF2-40B4-BE49-F238E27FC236}">
                  <a16:creationId xmlns:a16="http://schemas.microsoft.com/office/drawing/2014/main" id="{148E291D-EA1E-5553-FDC6-4AEB897BE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3" name="Line 337">
              <a:extLst>
                <a:ext uri="{FF2B5EF4-FFF2-40B4-BE49-F238E27FC236}">
                  <a16:creationId xmlns:a16="http://schemas.microsoft.com/office/drawing/2014/main" id="{B06D8B03-B131-B1B1-5487-84D043484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4" name="Line 338">
              <a:extLst>
                <a:ext uri="{FF2B5EF4-FFF2-40B4-BE49-F238E27FC236}">
                  <a16:creationId xmlns:a16="http://schemas.microsoft.com/office/drawing/2014/main" id="{2EA8EBD1-1913-11F8-E0C2-B011CB89B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5" name="Line 339">
              <a:extLst>
                <a:ext uri="{FF2B5EF4-FFF2-40B4-BE49-F238E27FC236}">
                  <a16:creationId xmlns:a16="http://schemas.microsoft.com/office/drawing/2014/main" id="{5054CF9B-60CC-A58E-879B-BCBAE4466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6" name="Line 340">
              <a:extLst>
                <a:ext uri="{FF2B5EF4-FFF2-40B4-BE49-F238E27FC236}">
                  <a16:creationId xmlns:a16="http://schemas.microsoft.com/office/drawing/2014/main" id="{37E196B0-A19B-05D7-1257-ACB209DE1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7" name="Line 341">
              <a:extLst>
                <a:ext uri="{FF2B5EF4-FFF2-40B4-BE49-F238E27FC236}">
                  <a16:creationId xmlns:a16="http://schemas.microsoft.com/office/drawing/2014/main" id="{0431F385-DAEB-71BD-08BF-9A1391293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8" name="Line 342">
              <a:extLst>
                <a:ext uri="{FF2B5EF4-FFF2-40B4-BE49-F238E27FC236}">
                  <a16:creationId xmlns:a16="http://schemas.microsoft.com/office/drawing/2014/main" id="{248AED86-AF5E-2B4C-4513-AFE12EF17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39" name="Line 343">
              <a:extLst>
                <a:ext uri="{FF2B5EF4-FFF2-40B4-BE49-F238E27FC236}">
                  <a16:creationId xmlns:a16="http://schemas.microsoft.com/office/drawing/2014/main" id="{8A86B025-694F-5D04-BB04-6A7B920D2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0" name="Line 344">
              <a:extLst>
                <a:ext uri="{FF2B5EF4-FFF2-40B4-BE49-F238E27FC236}">
                  <a16:creationId xmlns:a16="http://schemas.microsoft.com/office/drawing/2014/main" id="{22F56AEE-445D-9491-A0FA-BCD72E60E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1" name="Line 345">
              <a:extLst>
                <a:ext uri="{FF2B5EF4-FFF2-40B4-BE49-F238E27FC236}">
                  <a16:creationId xmlns:a16="http://schemas.microsoft.com/office/drawing/2014/main" id="{7D22D0CC-88B7-77EA-27E5-A81012CAE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822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2" name="Line 346">
              <a:extLst>
                <a:ext uri="{FF2B5EF4-FFF2-40B4-BE49-F238E27FC236}">
                  <a16:creationId xmlns:a16="http://schemas.microsoft.com/office/drawing/2014/main" id="{1236FFA7-B4E8-0CB7-F300-75222B1FB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3" name="Line 347">
              <a:extLst>
                <a:ext uri="{FF2B5EF4-FFF2-40B4-BE49-F238E27FC236}">
                  <a16:creationId xmlns:a16="http://schemas.microsoft.com/office/drawing/2014/main" id="{5F5E4CDD-3D66-79BA-8FDD-61BB0C962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4" name="Line 348">
              <a:extLst>
                <a:ext uri="{FF2B5EF4-FFF2-40B4-BE49-F238E27FC236}">
                  <a16:creationId xmlns:a16="http://schemas.microsoft.com/office/drawing/2014/main" id="{6B701761-1AC3-BE48-B672-2EF255044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5" name="Line 349">
              <a:extLst>
                <a:ext uri="{FF2B5EF4-FFF2-40B4-BE49-F238E27FC236}">
                  <a16:creationId xmlns:a16="http://schemas.microsoft.com/office/drawing/2014/main" id="{CFEAC190-9D1C-4160-CB8D-518C1B3B4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6" name="Line 350">
              <a:extLst>
                <a:ext uri="{FF2B5EF4-FFF2-40B4-BE49-F238E27FC236}">
                  <a16:creationId xmlns:a16="http://schemas.microsoft.com/office/drawing/2014/main" id="{7D4BF5D6-4AA5-3824-4D35-3BDE584F1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7" name="Line 351">
              <a:extLst>
                <a:ext uri="{FF2B5EF4-FFF2-40B4-BE49-F238E27FC236}">
                  <a16:creationId xmlns:a16="http://schemas.microsoft.com/office/drawing/2014/main" id="{888FFDFA-628F-F14B-B081-698414215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8" name="Line 352">
              <a:extLst>
                <a:ext uri="{FF2B5EF4-FFF2-40B4-BE49-F238E27FC236}">
                  <a16:creationId xmlns:a16="http://schemas.microsoft.com/office/drawing/2014/main" id="{AB79911D-4BCD-D5CC-8E58-2FC2C21C3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49" name="Line 353">
              <a:extLst>
                <a:ext uri="{FF2B5EF4-FFF2-40B4-BE49-F238E27FC236}">
                  <a16:creationId xmlns:a16="http://schemas.microsoft.com/office/drawing/2014/main" id="{322100BC-C9DE-67CE-83CB-AF9713276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0" name="Line 354">
              <a:extLst>
                <a:ext uri="{FF2B5EF4-FFF2-40B4-BE49-F238E27FC236}">
                  <a16:creationId xmlns:a16="http://schemas.microsoft.com/office/drawing/2014/main" id="{2B17C8EC-98F9-1F57-162A-B5DB0416D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1" name="Line 355">
              <a:extLst>
                <a:ext uri="{FF2B5EF4-FFF2-40B4-BE49-F238E27FC236}">
                  <a16:creationId xmlns:a16="http://schemas.microsoft.com/office/drawing/2014/main" id="{9D625CEE-9108-281C-C810-E94485C40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2" name="Line 356">
              <a:extLst>
                <a:ext uri="{FF2B5EF4-FFF2-40B4-BE49-F238E27FC236}">
                  <a16:creationId xmlns:a16="http://schemas.microsoft.com/office/drawing/2014/main" id="{18D6EE71-C3CE-6E3F-D611-6B51CAA02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3" name="Line 357">
              <a:extLst>
                <a:ext uri="{FF2B5EF4-FFF2-40B4-BE49-F238E27FC236}">
                  <a16:creationId xmlns:a16="http://schemas.microsoft.com/office/drawing/2014/main" id="{5B39C7DB-FAF1-EC70-F769-E77C1E3EC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4" name="Line 358">
              <a:extLst>
                <a:ext uri="{FF2B5EF4-FFF2-40B4-BE49-F238E27FC236}">
                  <a16:creationId xmlns:a16="http://schemas.microsoft.com/office/drawing/2014/main" id="{C660C5D0-003D-B276-16AD-777B6BFDD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5" name="Line 359">
              <a:extLst>
                <a:ext uri="{FF2B5EF4-FFF2-40B4-BE49-F238E27FC236}">
                  <a16:creationId xmlns:a16="http://schemas.microsoft.com/office/drawing/2014/main" id="{8F7EDD3C-453A-BEE9-6386-6150BD49F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6" name="Line 360">
              <a:extLst>
                <a:ext uri="{FF2B5EF4-FFF2-40B4-BE49-F238E27FC236}">
                  <a16:creationId xmlns:a16="http://schemas.microsoft.com/office/drawing/2014/main" id="{EBD5258F-57DF-F85B-42FD-BA9ED9CB5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7" name="Line 361">
              <a:extLst>
                <a:ext uri="{FF2B5EF4-FFF2-40B4-BE49-F238E27FC236}">
                  <a16:creationId xmlns:a16="http://schemas.microsoft.com/office/drawing/2014/main" id="{6A402732-AB90-EC8A-231B-FDB349BEF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8" name="Line 362">
              <a:extLst>
                <a:ext uri="{FF2B5EF4-FFF2-40B4-BE49-F238E27FC236}">
                  <a16:creationId xmlns:a16="http://schemas.microsoft.com/office/drawing/2014/main" id="{187A0E5B-246F-1776-2343-208D5B7C6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9" name="Line 363">
              <a:extLst>
                <a:ext uri="{FF2B5EF4-FFF2-40B4-BE49-F238E27FC236}">
                  <a16:creationId xmlns:a16="http://schemas.microsoft.com/office/drawing/2014/main" id="{DB77F3D6-248C-C0DF-ECD6-0DE8A38FA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0" name="Line 364">
              <a:extLst>
                <a:ext uri="{FF2B5EF4-FFF2-40B4-BE49-F238E27FC236}">
                  <a16:creationId xmlns:a16="http://schemas.microsoft.com/office/drawing/2014/main" id="{05B4372F-51FA-6949-E695-12584093C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1" name="Line 365">
              <a:extLst>
                <a:ext uri="{FF2B5EF4-FFF2-40B4-BE49-F238E27FC236}">
                  <a16:creationId xmlns:a16="http://schemas.microsoft.com/office/drawing/2014/main" id="{65553B35-F5B5-FC00-1451-5DD2E0BA1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2" name="Line 366">
              <a:extLst>
                <a:ext uri="{FF2B5EF4-FFF2-40B4-BE49-F238E27FC236}">
                  <a16:creationId xmlns:a16="http://schemas.microsoft.com/office/drawing/2014/main" id="{A65BDE83-5376-F9B2-7BBF-8CB02901F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3" name="Line 367">
              <a:extLst>
                <a:ext uri="{FF2B5EF4-FFF2-40B4-BE49-F238E27FC236}">
                  <a16:creationId xmlns:a16="http://schemas.microsoft.com/office/drawing/2014/main" id="{B1305D28-484D-0D6A-FFC3-9DC577CA3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4" name="Line 368">
              <a:extLst>
                <a:ext uri="{FF2B5EF4-FFF2-40B4-BE49-F238E27FC236}">
                  <a16:creationId xmlns:a16="http://schemas.microsoft.com/office/drawing/2014/main" id="{E6F5ED64-CCD1-4BAC-7761-79436D384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5" name="Line 369">
              <a:extLst>
                <a:ext uri="{FF2B5EF4-FFF2-40B4-BE49-F238E27FC236}">
                  <a16:creationId xmlns:a16="http://schemas.microsoft.com/office/drawing/2014/main" id="{DE44C00C-D8D3-EF4B-D28B-85B4FA941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6" name="Line 370">
              <a:extLst>
                <a:ext uri="{FF2B5EF4-FFF2-40B4-BE49-F238E27FC236}">
                  <a16:creationId xmlns:a16="http://schemas.microsoft.com/office/drawing/2014/main" id="{11814CC4-CCE6-9C48-791A-D45015659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7" name="Line 371">
              <a:extLst>
                <a:ext uri="{FF2B5EF4-FFF2-40B4-BE49-F238E27FC236}">
                  <a16:creationId xmlns:a16="http://schemas.microsoft.com/office/drawing/2014/main" id="{2C15822F-9EE3-20D9-DCC2-03C3A8BEF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8" name="Line 372">
              <a:extLst>
                <a:ext uri="{FF2B5EF4-FFF2-40B4-BE49-F238E27FC236}">
                  <a16:creationId xmlns:a16="http://schemas.microsoft.com/office/drawing/2014/main" id="{0718FDC0-64BC-D6CD-8F98-0868F38CA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69" name="Line 373">
              <a:extLst>
                <a:ext uri="{FF2B5EF4-FFF2-40B4-BE49-F238E27FC236}">
                  <a16:creationId xmlns:a16="http://schemas.microsoft.com/office/drawing/2014/main" id="{1BF58B9F-119C-6903-7E57-E4DCFD697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0" name="Line 374">
              <a:extLst>
                <a:ext uri="{FF2B5EF4-FFF2-40B4-BE49-F238E27FC236}">
                  <a16:creationId xmlns:a16="http://schemas.microsoft.com/office/drawing/2014/main" id="{8521B4FB-3DB0-9F87-C0CA-BDC6D1084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1" name="Line 375">
              <a:extLst>
                <a:ext uri="{FF2B5EF4-FFF2-40B4-BE49-F238E27FC236}">
                  <a16:creationId xmlns:a16="http://schemas.microsoft.com/office/drawing/2014/main" id="{E7E7F180-436F-E757-61B0-A271608D0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2" name="Line 376">
              <a:extLst>
                <a:ext uri="{FF2B5EF4-FFF2-40B4-BE49-F238E27FC236}">
                  <a16:creationId xmlns:a16="http://schemas.microsoft.com/office/drawing/2014/main" id="{7C3146BF-E458-319B-F650-0B01FADD7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3" name="Line 377">
              <a:extLst>
                <a:ext uri="{FF2B5EF4-FFF2-40B4-BE49-F238E27FC236}">
                  <a16:creationId xmlns:a16="http://schemas.microsoft.com/office/drawing/2014/main" id="{6F43B67C-62FB-ADBD-92EE-98C3912A9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4" name="Line 378">
              <a:extLst>
                <a:ext uri="{FF2B5EF4-FFF2-40B4-BE49-F238E27FC236}">
                  <a16:creationId xmlns:a16="http://schemas.microsoft.com/office/drawing/2014/main" id="{80C73018-330A-84C6-CA8E-29634A978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5" name="Line 379">
              <a:extLst>
                <a:ext uri="{FF2B5EF4-FFF2-40B4-BE49-F238E27FC236}">
                  <a16:creationId xmlns:a16="http://schemas.microsoft.com/office/drawing/2014/main" id="{6DE25607-8D83-9B2C-DA3F-DF4292375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6" name="Line 380">
              <a:extLst>
                <a:ext uri="{FF2B5EF4-FFF2-40B4-BE49-F238E27FC236}">
                  <a16:creationId xmlns:a16="http://schemas.microsoft.com/office/drawing/2014/main" id="{5FC9A72E-FE0F-2405-73B2-0BABF9FB9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7" name="Line 381">
              <a:extLst>
                <a:ext uri="{FF2B5EF4-FFF2-40B4-BE49-F238E27FC236}">
                  <a16:creationId xmlns:a16="http://schemas.microsoft.com/office/drawing/2014/main" id="{9E1FC571-1055-DCE7-874A-543E66757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8" name="Line 382">
              <a:extLst>
                <a:ext uri="{FF2B5EF4-FFF2-40B4-BE49-F238E27FC236}">
                  <a16:creationId xmlns:a16="http://schemas.microsoft.com/office/drawing/2014/main" id="{6C240C7F-433B-6A6F-7395-30BEBD4FB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79" name="Line 383">
              <a:extLst>
                <a:ext uri="{FF2B5EF4-FFF2-40B4-BE49-F238E27FC236}">
                  <a16:creationId xmlns:a16="http://schemas.microsoft.com/office/drawing/2014/main" id="{BFD27D3B-045B-8A5E-7EA3-9C6D5FFC9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0" name="Line 384">
              <a:extLst>
                <a:ext uri="{FF2B5EF4-FFF2-40B4-BE49-F238E27FC236}">
                  <a16:creationId xmlns:a16="http://schemas.microsoft.com/office/drawing/2014/main" id="{E60E789A-FC9A-FB76-C5C1-D9338E0F2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1" name="Line 385">
              <a:extLst>
                <a:ext uri="{FF2B5EF4-FFF2-40B4-BE49-F238E27FC236}">
                  <a16:creationId xmlns:a16="http://schemas.microsoft.com/office/drawing/2014/main" id="{B3DBF43E-7E69-B1BD-3350-EE5E5DD88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2" name="Line 386">
              <a:extLst>
                <a:ext uri="{FF2B5EF4-FFF2-40B4-BE49-F238E27FC236}">
                  <a16:creationId xmlns:a16="http://schemas.microsoft.com/office/drawing/2014/main" id="{4F515005-1D55-61DC-C4CE-F1FFAD444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3" name="Line 387">
              <a:extLst>
                <a:ext uri="{FF2B5EF4-FFF2-40B4-BE49-F238E27FC236}">
                  <a16:creationId xmlns:a16="http://schemas.microsoft.com/office/drawing/2014/main" id="{CD252DB0-4500-92B2-36AE-5C1986C2B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4" name="Line 388">
              <a:extLst>
                <a:ext uri="{FF2B5EF4-FFF2-40B4-BE49-F238E27FC236}">
                  <a16:creationId xmlns:a16="http://schemas.microsoft.com/office/drawing/2014/main" id="{F943A01D-F0F1-9C26-FF88-FDD36A881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5" name="Line 389">
              <a:extLst>
                <a:ext uri="{FF2B5EF4-FFF2-40B4-BE49-F238E27FC236}">
                  <a16:creationId xmlns:a16="http://schemas.microsoft.com/office/drawing/2014/main" id="{CE440FCA-935B-E92A-1878-F8424B264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6" name="Line 390">
              <a:extLst>
                <a:ext uri="{FF2B5EF4-FFF2-40B4-BE49-F238E27FC236}">
                  <a16:creationId xmlns:a16="http://schemas.microsoft.com/office/drawing/2014/main" id="{1FCEB2DE-FC1D-2E5A-9807-E69BF3B75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7" name="Line 391">
              <a:extLst>
                <a:ext uri="{FF2B5EF4-FFF2-40B4-BE49-F238E27FC236}">
                  <a16:creationId xmlns:a16="http://schemas.microsoft.com/office/drawing/2014/main" id="{BB40A991-0F03-B0ED-1EBE-D1C217022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8" name="Line 392">
              <a:extLst>
                <a:ext uri="{FF2B5EF4-FFF2-40B4-BE49-F238E27FC236}">
                  <a16:creationId xmlns:a16="http://schemas.microsoft.com/office/drawing/2014/main" id="{9BC20B01-9FBA-D261-583D-A615EC7D7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9" name="Line 393">
              <a:extLst>
                <a:ext uri="{FF2B5EF4-FFF2-40B4-BE49-F238E27FC236}">
                  <a16:creationId xmlns:a16="http://schemas.microsoft.com/office/drawing/2014/main" id="{6BC03049-91DA-69A2-B304-163665BBB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0" name="Line 394">
              <a:extLst>
                <a:ext uri="{FF2B5EF4-FFF2-40B4-BE49-F238E27FC236}">
                  <a16:creationId xmlns:a16="http://schemas.microsoft.com/office/drawing/2014/main" id="{CCA93E4A-E78D-65D3-1508-A509180FB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1" name="Line 395">
              <a:extLst>
                <a:ext uri="{FF2B5EF4-FFF2-40B4-BE49-F238E27FC236}">
                  <a16:creationId xmlns:a16="http://schemas.microsoft.com/office/drawing/2014/main" id="{4B7DE226-BE02-7574-C3B3-EC29BF6D5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2" name="Line 396">
              <a:extLst>
                <a:ext uri="{FF2B5EF4-FFF2-40B4-BE49-F238E27FC236}">
                  <a16:creationId xmlns:a16="http://schemas.microsoft.com/office/drawing/2014/main" id="{059705E5-39CC-AAF7-1DC7-E938E94B7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3" name="Line 397">
              <a:extLst>
                <a:ext uri="{FF2B5EF4-FFF2-40B4-BE49-F238E27FC236}">
                  <a16:creationId xmlns:a16="http://schemas.microsoft.com/office/drawing/2014/main" id="{9FE54D5D-EC12-C542-6968-27502EBE4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4" name="Line 398">
              <a:extLst>
                <a:ext uri="{FF2B5EF4-FFF2-40B4-BE49-F238E27FC236}">
                  <a16:creationId xmlns:a16="http://schemas.microsoft.com/office/drawing/2014/main" id="{AA8F8B59-9764-231E-7787-C590DB5BE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5" name="Line 399">
              <a:extLst>
                <a:ext uri="{FF2B5EF4-FFF2-40B4-BE49-F238E27FC236}">
                  <a16:creationId xmlns:a16="http://schemas.microsoft.com/office/drawing/2014/main" id="{896993FD-11E6-C32C-20B9-860543021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6" name="Line 400">
              <a:extLst>
                <a:ext uri="{FF2B5EF4-FFF2-40B4-BE49-F238E27FC236}">
                  <a16:creationId xmlns:a16="http://schemas.microsoft.com/office/drawing/2014/main" id="{73EF7A52-2A1C-2503-CB11-FD351831E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7" name="Line 401">
              <a:extLst>
                <a:ext uri="{FF2B5EF4-FFF2-40B4-BE49-F238E27FC236}">
                  <a16:creationId xmlns:a16="http://schemas.microsoft.com/office/drawing/2014/main" id="{779C4F09-29B6-9CD2-961B-69C23A1CB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8" name="Line 402">
              <a:extLst>
                <a:ext uri="{FF2B5EF4-FFF2-40B4-BE49-F238E27FC236}">
                  <a16:creationId xmlns:a16="http://schemas.microsoft.com/office/drawing/2014/main" id="{ED14DFB4-124E-8942-55BE-56A53EA3B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99" name="Line 403">
              <a:extLst>
                <a:ext uri="{FF2B5EF4-FFF2-40B4-BE49-F238E27FC236}">
                  <a16:creationId xmlns:a16="http://schemas.microsoft.com/office/drawing/2014/main" id="{1E59101B-518B-46EC-DCB6-63170CB4D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0" name="Line 404">
              <a:extLst>
                <a:ext uri="{FF2B5EF4-FFF2-40B4-BE49-F238E27FC236}">
                  <a16:creationId xmlns:a16="http://schemas.microsoft.com/office/drawing/2014/main" id="{C8A05F3E-241F-1E4D-BB50-AE8ECDEDC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1" name="Line 405">
              <a:extLst>
                <a:ext uri="{FF2B5EF4-FFF2-40B4-BE49-F238E27FC236}">
                  <a16:creationId xmlns:a16="http://schemas.microsoft.com/office/drawing/2014/main" id="{92C680D8-AEB5-6B14-84ED-A1858F13A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02" name="Line 406">
              <a:extLst>
                <a:ext uri="{FF2B5EF4-FFF2-40B4-BE49-F238E27FC236}">
                  <a16:creationId xmlns:a16="http://schemas.microsoft.com/office/drawing/2014/main" id="{071D305F-3F40-9316-F233-00C6829E2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6" name="Group 407">
            <a:extLst>
              <a:ext uri="{FF2B5EF4-FFF2-40B4-BE49-F238E27FC236}">
                <a16:creationId xmlns:a16="http://schemas.microsoft.com/office/drawing/2014/main" id="{17AF326E-F947-7257-F590-AD76AA10121A}"/>
              </a:ext>
            </a:extLst>
          </p:cNvPr>
          <p:cNvGrpSpPr>
            <a:grpSpLocks/>
          </p:cNvGrpSpPr>
          <p:nvPr/>
        </p:nvGrpSpPr>
        <p:grpSpPr bwMode="auto">
          <a:xfrm>
            <a:off x="3841751" y="4225925"/>
            <a:ext cx="4632325" cy="261938"/>
            <a:chOff x="1563" y="2606"/>
            <a:chExt cx="2590" cy="145"/>
          </a:xfrm>
        </p:grpSpPr>
        <p:sp>
          <p:nvSpPr>
            <p:cNvPr id="20603" name="Line 408">
              <a:extLst>
                <a:ext uri="{FF2B5EF4-FFF2-40B4-BE49-F238E27FC236}">
                  <a16:creationId xmlns:a16="http://schemas.microsoft.com/office/drawing/2014/main" id="{F15ED2CB-4623-5A9E-2749-A3C8A9147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4" name="Line 409">
              <a:extLst>
                <a:ext uri="{FF2B5EF4-FFF2-40B4-BE49-F238E27FC236}">
                  <a16:creationId xmlns:a16="http://schemas.microsoft.com/office/drawing/2014/main" id="{BA8DCB19-D943-2ED8-BC26-C85F6C27C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5" name="Line 410">
              <a:extLst>
                <a:ext uri="{FF2B5EF4-FFF2-40B4-BE49-F238E27FC236}">
                  <a16:creationId xmlns:a16="http://schemas.microsoft.com/office/drawing/2014/main" id="{0106CA4A-D698-2C26-7B66-2565BD824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Line 411">
              <a:extLst>
                <a:ext uri="{FF2B5EF4-FFF2-40B4-BE49-F238E27FC236}">
                  <a16:creationId xmlns:a16="http://schemas.microsoft.com/office/drawing/2014/main" id="{B34C0BA0-9316-704F-3C86-D2D4E3C30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Line 412">
              <a:extLst>
                <a:ext uri="{FF2B5EF4-FFF2-40B4-BE49-F238E27FC236}">
                  <a16:creationId xmlns:a16="http://schemas.microsoft.com/office/drawing/2014/main" id="{62E77EC5-9C60-F35F-CC7A-5ED3025CA5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8" name="Line 413">
              <a:extLst>
                <a:ext uri="{FF2B5EF4-FFF2-40B4-BE49-F238E27FC236}">
                  <a16:creationId xmlns:a16="http://schemas.microsoft.com/office/drawing/2014/main" id="{03120C37-8C3E-E1C0-E040-C54D235369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Line 414">
              <a:extLst>
                <a:ext uri="{FF2B5EF4-FFF2-40B4-BE49-F238E27FC236}">
                  <a16:creationId xmlns:a16="http://schemas.microsoft.com/office/drawing/2014/main" id="{7C38482C-6159-EED6-4FB8-F12C831CF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Line 415">
              <a:extLst>
                <a:ext uri="{FF2B5EF4-FFF2-40B4-BE49-F238E27FC236}">
                  <a16:creationId xmlns:a16="http://schemas.microsoft.com/office/drawing/2014/main" id="{F567216D-3D91-3727-6BE5-01896B049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1" name="Line 416">
              <a:extLst>
                <a:ext uri="{FF2B5EF4-FFF2-40B4-BE49-F238E27FC236}">
                  <a16:creationId xmlns:a16="http://schemas.microsoft.com/office/drawing/2014/main" id="{AF2CF193-CC0D-4E9A-75DD-07F6ECB22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2" name="Line 417">
              <a:extLst>
                <a:ext uri="{FF2B5EF4-FFF2-40B4-BE49-F238E27FC236}">
                  <a16:creationId xmlns:a16="http://schemas.microsoft.com/office/drawing/2014/main" id="{4AD576FF-58A1-7E1B-62B1-1FB74CE8F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Line 418">
              <a:extLst>
                <a:ext uri="{FF2B5EF4-FFF2-40B4-BE49-F238E27FC236}">
                  <a16:creationId xmlns:a16="http://schemas.microsoft.com/office/drawing/2014/main" id="{49A18A14-7A9E-8B7D-882B-F7EE7F8CD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Line 419">
              <a:extLst>
                <a:ext uri="{FF2B5EF4-FFF2-40B4-BE49-F238E27FC236}">
                  <a16:creationId xmlns:a16="http://schemas.microsoft.com/office/drawing/2014/main" id="{D49415D1-E45B-9EFB-67F4-1EBC1C9B1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5" name="Line 420">
              <a:extLst>
                <a:ext uri="{FF2B5EF4-FFF2-40B4-BE49-F238E27FC236}">
                  <a16:creationId xmlns:a16="http://schemas.microsoft.com/office/drawing/2014/main" id="{5320400F-5D2B-BCB4-5FE7-0C07A8E42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Line 421">
              <a:extLst>
                <a:ext uri="{FF2B5EF4-FFF2-40B4-BE49-F238E27FC236}">
                  <a16:creationId xmlns:a16="http://schemas.microsoft.com/office/drawing/2014/main" id="{F6C76919-B0AB-DD79-DE32-83BE45F61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Line 422">
              <a:extLst>
                <a:ext uri="{FF2B5EF4-FFF2-40B4-BE49-F238E27FC236}">
                  <a16:creationId xmlns:a16="http://schemas.microsoft.com/office/drawing/2014/main" id="{9DFE2C75-2F06-FFA1-0808-38AD9766A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Line 423">
              <a:extLst>
                <a:ext uri="{FF2B5EF4-FFF2-40B4-BE49-F238E27FC236}">
                  <a16:creationId xmlns:a16="http://schemas.microsoft.com/office/drawing/2014/main" id="{E489EE0E-55C8-1E7F-6BB1-D261F34CC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Line 424">
              <a:extLst>
                <a:ext uri="{FF2B5EF4-FFF2-40B4-BE49-F238E27FC236}">
                  <a16:creationId xmlns:a16="http://schemas.microsoft.com/office/drawing/2014/main" id="{9217784F-7FA5-B711-A3A7-1D3865ED3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Line 425">
              <a:extLst>
                <a:ext uri="{FF2B5EF4-FFF2-40B4-BE49-F238E27FC236}">
                  <a16:creationId xmlns:a16="http://schemas.microsoft.com/office/drawing/2014/main" id="{D3028DD2-FC78-027E-989F-B610028ED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Line 426">
              <a:extLst>
                <a:ext uri="{FF2B5EF4-FFF2-40B4-BE49-F238E27FC236}">
                  <a16:creationId xmlns:a16="http://schemas.microsoft.com/office/drawing/2014/main" id="{92ED73F1-9003-A14B-0666-0B244331B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2" name="Line 427">
              <a:extLst>
                <a:ext uri="{FF2B5EF4-FFF2-40B4-BE49-F238E27FC236}">
                  <a16:creationId xmlns:a16="http://schemas.microsoft.com/office/drawing/2014/main" id="{F290083B-E2AA-CE37-1448-0804978AA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3" name="Line 428">
              <a:extLst>
                <a:ext uri="{FF2B5EF4-FFF2-40B4-BE49-F238E27FC236}">
                  <a16:creationId xmlns:a16="http://schemas.microsoft.com/office/drawing/2014/main" id="{B9DE6482-A8ED-6FD5-8B68-ED31CE29B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4" name="Line 429">
              <a:extLst>
                <a:ext uri="{FF2B5EF4-FFF2-40B4-BE49-F238E27FC236}">
                  <a16:creationId xmlns:a16="http://schemas.microsoft.com/office/drawing/2014/main" id="{F6C31818-36A5-E7A9-38CC-DBDEDF897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Line 430">
              <a:extLst>
                <a:ext uri="{FF2B5EF4-FFF2-40B4-BE49-F238E27FC236}">
                  <a16:creationId xmlns:a16="http://schemas.microsoft.com/office/drawing/2014/main" id="{374E5A7C-E902-C1D2-6591-32F9FF5A1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6" name="Line 431">
              <a:extLst>
                <a:ext uri="{FF2B5EF4-FFF2-40B4-BE49-F238E27FC236}">
                  <a16:creationId xmlns:a16="http://schemas.microsoft.com/office/drawing/2014/main" id="{AB4F3BB6-BD53-8BBD-68AE-DCD24B58E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7" name="Line 432">
              <a:extLst>
                <a:ext uri="{FF2B5EF4-FFF2-40B4-BE49-F238E27FC236}">
                  <a16:creationId xmlns:a16="http://schemas.microsoft.com/office/drawing/2014/main" id="{84DEE316-23BE-2000-0C39-0BF38F8C99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8" name="Line 433">
              <a:extLst>
                <a:ext uri="{FF2B5EF4-FFF2-40B4-BE49-F238E27FC236}">
                  <a16:creationId xmlns:a16="http://schemas.microsoft.com/office/drawing/2014/main" id="{6B1656A0-258E-AA01-419E-3731A9E0B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9" name="Line 434">
              <a:extLst>
                <a:ext uri="{FF2B5EF4-FFF2-40B4-BE49-F238E27FC236}">
                  <a16:creationId xmlns:a16="http://schemas.microsoft.com/office/drawing/2014/main" id="{7FC802AA-C149-EA97-E493-DAF3C9DD0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Line 435">
              <a:extLst>
                <a:ext uri="{FF2B5EF4-FFF2-40B4-BE49-F238E27FC236}">
                  <a16:creationId xmlns:a16="http://schemas.microsoft.com/office/drawing/2014/main" id="{69DA721C-97E7-8640-14DF-32B439D9D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Line 436">
              <a:extLst>
                <a:ext uri="{FF2B5EF4-FFF2-40B4-BE49-F238E27FC236}">
                  <a16:creationId xmlns:a16="http://schemas.microsoft.com/office/drawing/2014/main" id="{1AFA3C4D-A4F6-8F92-867B-DE4FBF05B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Line 437">
              <a:extLst>
                <a:ext uri="{FF2B5EF4-FFF2-40B4-BE49-F238E27FC236}">
                  <a16:creationId xmlns:a16="http://schemas.microsoft.com/office/drawing/2014/main" id="{821107A6-D256-BFBE-DF6C-848638BA9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3" name="Line 438">
              <a:extLst>
                <a:ext uri="{FF2B5EF4-FFF2-40B4-BE49-F238E27FC236}">
                  <a16:creationId xmlns:a16="http://schemas.microsoft.com/office/drawing/2014/main" id="{FA24B6D8-036F-57BC-B8E6-E66F87443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4" name="Line 439">
              <a:extLst>
                <a:ext uri="{FF2B5EF4-FFF2-40B4-BE49-F238E27FC236}">
                  <a16:creationId xmlns:a16="http://schemas.microsoft.com/office/drawing/2014/main" id="{9E8F88F0-3212-35D1-388B-4C09DC080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5" name="Line 440">
              <a:extLst>
                <a:ext uri="{FF2B5EF4-FFF2-40B4-BE49-F238E27FC236}">
                  <a16:creationId xmlns:a16="http://schemas.microsoft.com/office/drawing/2014/main" id="{02CFFDF9-4FD5-BC3C-5B29-CBF0C1F91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6" name="Line 441">
              <a:extLst>
                <a:ext uri="{FF2B5EF4-FFF2-40B4-BE49-F238E27FC236}">
                  <a16:creationId xmlns:a16="http://schemas.microsoft.com/office/drawing/2014/main" id="{84D60E02-83F2-F44E-0C64-739E5CECA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Line 442">
              <a:extLst>
                <a:ext uri="{FF2B5EF4-FFF2-40B4-BE49-F238E27FC236}">
                  <a16:creationId xmlns:a16="http://schemas.microsoft.com/office/drawing/2014/main" id="{5C01740E-0560-7161-4A52-106E36337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Line 443">
              <a:extLst>
                <a:ext uri="{FF2B5EF4-FFF2-40B4-BE49-F238E27FC236}">
                  <a16:creationId xmlns:a16="http://schemas.microsoft.com/office/drawing/2014/main" id="{5978315A-D32F-E8DA-31F1-CF3AB9DFB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9" name="Line 444">
              <a:extLst>
                <a:ext uri="{FF2B5EF4-FFF2-40B4-BE49-F238E27FC236}">
                  <a16:creationId xmlns:a16="http://schemas.microsoft.com/office/drawing/2014/main" id="{900B5257-70D0-5C12-A173-09CC0E025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750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Line 445">
              <a:extLst>
                <a:ext uri="{FF2B5EF4-FFF2-40B4-BE49-F238E27FC236}">
                  <a16:creationId xmlns:a16="http://schemas.microsoft.com/office/drawing/2014/main" id="{C0828D6D-CB32-14F2-89FC-A23AA608F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Line 446">
              <a:extLst>
                <a:ext uri="{FF2B5EF4-FFF2-40B4-BE49-F238E27FC236}">
                  <a16:creationId xmlns:a16="http://schemas.microsoft.com/office/drawing/2014/main" id="{A280F40E-2CD5-819F-28B6-FCD3525BD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Line 447">
              <a:extLst>
                <a:ext uri="{FF2B5EF4-FFF2-40B4-BE49-F238E27FC236}">
                  <a16:creationId xmlns:a16="http://schemas.microsoft.com/office/drawing/2014/main" id="{97E7F2C6-44BF-4266-C389-5F1E7B6ED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Line 448">
              <a:extLst>
                <a:ext uri="{FF2B5EF4-FFF2-40B4-BE49-F238E27FC236}">
                  <a16:creationId xmlns:a16="http://schemas.microsoft.com/office/drawing/2014/main" id="{1F993505-D7E9-9C23-462D-5F13746F0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4" name="Line 449">
              <a:extLst>
                <a:ext uri="{FF2B5EF4-FFF2-40B4-BE49-F238E27FC236}">
                  <a16:creationId xmlns:a16="http://schemas.microsoft.com/office/drawing/2014/main" id="{71C31EA4-C508-2C53-7AE0-76D99D81C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Line 450">
              <a:extLst>
                <a:ext uri="{FF2B5EF4-FFF2-40B4-BE49-F238E27FC236}">
                  <a16:creationId xmlns:a16="http://schemas.microsoft.com/office/drawing/2014/main" id="{8CEB9C25-E805-BC09-5617-0FD9167F0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Line 451">
              <a:extLst>
                <a:ext uri="{FF2B5EF4-FFF2-40B4-BE49-F238E27FC236}">
                  <a16:creationId xmlns:a16="http://schemas.microsoft.com/office/drawing/2014/main" id="{94D8F9D9-44CF-D617-3E7B-B86531973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Line 452">
              <a:extLst>
                <a:ext uri="{FF2B5EF4-FFF2-40B4-BE49-F238E27FC236}">
                  <a16:creationId xmlns:a16="http://schemas.microsoft.com/office/drawing/2014/main" id="{8BFDB23D-A78B-FD22-F29E-4B13F738A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Line 453">
              <a:extLst>
                <a:ext uri="{FF2B5EF4-FFF2-40B4-BE49-F238E27FC236}">
                  <a16:creationId xmlns:a16="http://schemas.microsoft.com/office/drawing/2014/main" id="{1E802D40-1A78-A97F-B546-34B6E1CE1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9" name="Line 454">
              <a:extLst>
                <a:ext uri="{FF2B5EF4-FFF2-40B4-BE49-F238E27FC236}">
                  <a16:creationId xmlns:a16="http://schemas.microsoft.com/office/drawing/2014/main" id="{FE06794A-B787-8097-2197-5973A3844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0" name="Line 455">
              <a:extLst>
                <a:ext uri="{FF2B5EF4-FFF2-40B4-BE49-F238E27FC236}">
                  <a16:creationId xmlns:a16="http://schemas.microsoft.com/office/drawing/2014/main" id="{ED1C7090-D522-C1FC-8C01-E9800A516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Line 456">
              <a:extLst>
                <a:ext uri="{FF2B5EF4-FFF2-40B4-BE49-F238E27FC236}">
                  <a16:creationId xmlns:a16="http://schemas.microsoft.com/office/drawing/2014/main" id="{BF929780-8CA9-4769-DB7C-A7F6D3991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Line 457">
              <a:extLst>
                <a:ext uri="{FF2B5EF4-FFF2-40B4-BE49-F238E27FC236}">
                  <a16:creationId xmlns:a16="http://schemas.microsoft.com/office/drawing/2014/main" id="{B8A4489A-E29F-8AA8-45CD-ACAE938D2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3" name="Line 458">
              <a:extLst>
                <a:ext uri="{FF2B5EF4-FFF2-40B4-BE49-F238E27FC236}">
                  <a16:creationId xmlns:a16="http://schemas.microsoft.com/office/drawing/2014/main" id="{43445E7D-8B07-6A42-EEBF-B40823F01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4" name="Line 459">
              <a:extLst>
                <a:ext uri="{FF2B5EF4-FFF2-40B4-BE49-F238E27FC236}">
                  <a16:creationId xmlns:a16="http://schemas.microsoft.com/office/drawing/2014/main" id="{13B20427-4670-4536-4BAF-18DAA26B2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750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5" name="Line 460">
              <a:extLst>
                <a:ext uri="{FF2B5EF4-FFF2-40B4-BE49-F238E27FC236}">
                  <a16:creationId xmlns:a16="http://schemas.microsoft.com/office/drawing/2014/main" id="{A62FD8FF-9EA7-5737-5641-22B63B156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6" name="Line 461">
              <a:extLst>
                <a:ext uri="{FF2B5EF4-FFF2-40B4-BE49-F238E27FC236}">
                  <a16:creationId xmlns:a16="http://schemas.microsoft.com/office/drawing/2014/main" id="{1420F5D3-A3D0-87CB-9FB4-4B1ABA4DA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7" name="Line 462">
              <a:extLst>
                <a:ext uri="{FF2B5EF4-FFF2-40B4-BE49-F238E27FC236}">
                  <a16:creationId xmlns:a16="http://schemas.microsoft.com/office/drawing/2014/main" id="{7EBAD678-327A-13B2-3576-5B296279E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Line 463">
              <a:extLst>
                <a:ext uri="{FF2B5EF4-FFF2-40B4-BE49-F238E27FC236}">
                  <a16:creationId xmlns:a16="http://schemas.microsoft.com/office/drawing/2014/main" id="{021D9ABE-1681-FB0A-61C1-07F07E73D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Line 464">
              <a:extLst>
                <a:ext uri="{FF2B5EF4-FFF2-40B4-BE49-F238E27FC236}">
                  <a16:creationId xmlns:a16="http://schemas.microsoft.com/office/drawing/2014/main" id="{CE9E4C1F-D5DE-98BC-108D-C4BA49378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0" name="Line 465">
              <a:extLst>
                <a:ext uri="{FF2B5EF4-FFF2-40B4-BE49-F238E27FC236}">
                  <a16:creationId xmlns:a16="http://schemas.microsoft.com/office/drawing/2014/main" id="{01B5ACD5-BE48-8729-9054-BA622D9A4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1" name="Line 466">
              <a:extLst>
                <a:ext uri="{FF2B5EF4-FFF2-40B4-BE49-F238E27FC236}">
                  <a16:creationId xmlns:a16="http://schemas.microsoft.com/office/drawing/2014/main" id="{428B837F-E9FF-124B-58E8-C98CE3A46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2" name="Line 467">
              <a:extLst>
                <a:ext uri="{FF2B5EF4-FFF2-40B4-BE49-F238E27FC236}">
                  <a16:creationId xmlns:a16="http://schemas.microsoft.com/office/drawing/2014/main" id="{3647023D-45BC-83A0-F9A8-F81936383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3" name="Line 468">
              <a:extLst>
                <a:ext uri="{FF2B5EF4-FFF2-40B4-BE49-F238E27FC236}">
                  <a16:creationId xmlns:a16="http://schemas.microsoft.com/office/drawing/2014/main" id="{D1B5B755-45CE-2BC5-8B1B-D4AFC799D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4" name="Line 469">
              <a:extLst>
                <a:ext uri="{FF2B5EF4-FFF2-40B4-BE49-F238E27FC236}">
                  <a16:creationId xmlns:a16="http://schemas.microsoft.com/office/drawing/2014/main" id="{6187E78E-291F-11C1-D196-61EA6F0A7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Line 470">
              <a:extLst>
                <a:ext uri="{FF2B5EF4-FFF2-40B4-BE49-F238E27FC236}">
                  <a16:creationId xmlns:a16="http://schemas.microsoft.com/office/drawing/2014/main" id="{DF7F86DF-650D-9201-B90F-50A0D748F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6" name="Line 471">
              <a:extLst>
                <a:ext uri="{FF2B5EF4-FFF2-40B4-BE49-F238E27FC236}">
                  <a16:creationId xmlns:a16="http://schemas.microsoft.com/office/drawing/2014/main" id="{6473CACB-B0DA-E5CD-032F-3BEFCA01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7" name="Line 472">
              <a:extLst>
                <a:ext uri="{FF2B5EF4-FFF2-40B4-BE49-F238E27FC236}">
                  <a16:creationId xmlns:a16="http://schemas.microsoft.com/office/drawing/2014/main" id="{CD7611AF-A68A-DF23-697E-F615432AC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8" name="Line 473">
              <a:extLst>
                <a:ext uri="{FF2B5EF4-FFF2-40B4-BE49-F238E27FC236}">
                  <a16:creationId xmlns:a16="http://schemas.microsoft.com/office/drawing/2014/main" id="{10FD3EFA-9D5D-6775-7256-59BE74A77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9" name="Line 474">
              <a:extLst>
                <a:ext uri="{FF2B5EF4-FFF2-40B4-BE49-F238E27FC236}">
                  <a16:creationId xmlns:a16="http://schemas.microsoft.com/office/drawing/2014/main" id="{B6C5229D-F164-0CDB-ACBD-55FB8C197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0" name="Line 475">
              <a:extLst>
                <a:ext uri="{FF2B5EF4-FFF2-40B4-BE49-F238E27FC236}">
                  <a16:creationId xmlns:a16="http://schemas.microsoft.com/office/drawing/2014/main" id="{A42F7824-06A2-F8FD-6578-E034D29D1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1" name="Line 476">
              <a:extLst>
                <a:ext uri="{FF2B5EF4-FFF2-40B4-BE49-F238E27FC236}">
                  <a16:creationId xmlns:a16="http://schemas.microsoft.com/office/drawing/2014/main" id="{A324BEA6-7336-D997-D6F4-8FECD0B45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Line 477">
              <a:extLst>
                <a:ext uri="{FF2B5EF4-FFF2-40B4-BE49-F238E27FC236}">
                  <a16:creationId xmlns:a16="http://schemas.microsoft.com/office/drawing/2014/main" id="{2526A27E-AE79-B4D2-81A6-EA0DB97E7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Line 478">
              <a:extLst>
                <a:ext uri="{FF2B5EF4-FFF2-40B4-BE49-F238E27FC236}">
                  <a16:creationId xmlns:a16="http://schemas.microsoft.com/office/drawing/2014/main" id="{EF50EAA4-7B83-F94B-F20E-DE7077E88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4" name="Line 479">
              <a:extLst>
                <a:ext uri="{FF2B5EF4-FFF2-40B4-BE49-F238E27FC236}">
                  <a16:creationId xmlns:a16="http://schemas.microsoft.com/office/drawing/2014/main" id="{20D89BCE-C7A4-2CF1-A078-F1DCC3601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5" name="Line 480">
              <a:extLst>
                <a:ext uri="{FF2B5EF4-FFF2-40B4-BE49-F238E27FC236}">
                  <a16:creationId xmlns:a16="http://schemas.microsoft.com/office/drawing/2014/main" id="{11BB8F20-A4E7-70C2-F7F2-846F903F8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6" name="Line 481">
              <a:extLst>
                <a:ext uri="{FF2B5EF4-FFF2-40B4-BE49-F238E27FC236}">
                  <a16:creationId xmlns:a16="http://schemas.microsoft.com/office/drawing/2014/main" id="{D5BFEE39-D05C-D2B6-8701-6303D75B3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7" name="Line 482">
              <a:extLst>
                <a:ext uri="{FF2B5EF4-FFF2-40B4-BE49-F238E27FC236}">
                  <a16:creationId xmlns:a16="http://schemas.microsoft.com/office/drawing/2014/main" id="{1BF41CF4-D8F1-04E1-0196-E9AEA238A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8" name="Line 483">
              <a:extLst>
                <a:ext uri="{FF2B5EF4-FFF2-40B4-BE49-F238E27FC236}">
                  <a16:creationId xmlns:a16="http://schemas.microsoft.com/office/drawing/2014/main" id="{26A39934-B56A-EE7E-9F13-85AAF4741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Line 484">
              <a:extLst>
                <a:ext uri="{FF2B5EF4-FFF2-40B4-BE49-F238E27FC236}">
                  <a16:creationId xmlns:a16="http://schemas.microsoft.com/office/drawing/2014/main" id="{0D60B251-CAA9-E4BB-CCEE-C9138B4AC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Line 485">
              <a:extLst>
                <a:ext uri="{FF2B5EF4-FFF2-40B4-BE49-F238E27FC236}">
                  <a16:creationId xmlns:a16="http://schemas.microsoft.com/office/drawing/2014/main" id="{2FC43365-8F6B-D33B-EAA6-F3818ABDB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1" name="Line 486">
              <a:extLst>
                <a:ext uri="{FF2B5EF4-FFF2-40B4-BE49-F238E27FC236}">
                  <a16:creationId xmlns:a16="http://schemas.microsoft.com/office/drawing/2014/main" id="{FE8FA6E3-8F09-5D5A-2F7B-887AB0144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2" name="Line 487">
              <a:extLst>
                <a:ext uri="{FF2B5EF4-FFF2-40B4-BE49-F238E27FC236}">
                  <a16:creationId xmlns:a16="http://schemas.microsoft.com/office/drawing/2014/main" id="{9F344E96-9E0A-3DE4-6C19-368FFC93E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3" name="Line 488">
              <a:extLst>
                <a:ext uri="{FF2B5EF4-FFF2-40B4-BE49-F238E27FC236}">
                  <a16:creationId xmlns:a16="http://schemas.microsoft.com/office/drawing/2014/main" id="{222E11C4-1D47-3156-4169-A87C7DB0F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4" name="Line 489">
              <a:extLst>
                <a:ext uri="{FF2B5EF4-FFF2-40B4-BE49-F238E27FC236}">
                  <a16:creationId xmlns:a16="http://schemas.microsoft.com/office/drawing/2014/main" id="{1A164890-7A8C-0B4F-9645-443FFB84C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5" name="Line 490">
              <a:extLst>
                <a:ext uri="{FF2B5EF4-FFF2-40B4-BE49-F238E27FC236}">
                  <a16:creationId xmlns:a16="http://schemas.microsoft.com/office/drawing/2014/main" id="{BB9AE6EC-8BE5-884C-8575-0A612EE32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Line 491">
              <a:extLst>
                <a:ext uri="{FF2B5EF4-FFF2-40B4-BE49-F238E27FC236}">
                  <a16:creationId xmlns:a16="http://schemas.microsoft.com/office/drawing/2014/main" id="{261832F2-5376-6273-9655-9FBDA4A91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Line 492">
              <a:extLst>
                <a:ext uri="{FF2B5EF4-FFF2-40B4-BE49-F238E27FC236}">
                  <a16:creationId xmlns:a16="http://schemas.microsoft.com/office/drawing/2014/main" id="{8306901C-4C3B-5EAB-3A57-EF1755EB3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8" name="Line 493">
              <a:extLst>
                <a:ext uri="{FF2B5EF4-FFF2-40B4-BE49-F238E27FC236}">
                  <a16:creationId xmlns:a16="http://schemas.microsoft.com/office/drawing/2014/main" id="{ADD81452-94D1-A6CD-56C4-C8342E5DE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9" name="Line 494">
              <a:extLst>
                <a:ext uri="{FF2B5EF4-FFF2-40B4-BE49-F238E27FC236}">
                  <a16:creationId xmlns:a16="http://schemas.microsoft.com/office/drawing/2014/main" id="{79AF2F72-A60B-F3E7-3504-096FB4CF4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0" name="Line 495">
              <a:extLst>
                <a:ext uri="{FF2B5EF4-FFF2-40B4-BE49-F238E27FC236}">
                  <a16:creationId xmlns:a16="http://schemas.microsoft.com/office/drawing/2014/main" id="{992846E1-428C-6B0B-6747-21063628C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1" name="Line 496">
              <a:extLst>
                <a:ext uri="{FF2B5EF4-FFF2-40B4-BE49-F238E27FC236}">
                  <a16:creationId xmlns:a16="http://schemas.microsoft.com/office/drawing/2014/main" id="{FA658DEA-E33A-7004-FF86-0F255F33E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Line 497">
              <a:extLst>
                <a:ext uri="{FF2B5EF4-FFF2-40B4-BE49-F238E27FC236}">
                  <a16:creationId xmlns:a16="http://schemas.microsoft.com/office/drawing/2014/main" id="{F5A60274-EDF3-8908-3ABB-A62CAAF4F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Line 498">
              <a:extLst>
                <a:ext uri="{FF2B5EF4-FFF2-40B4-BE49-F238E27FC236}">
                  <a16:creationId xmlns:a16="http://schemas.microsoft.com/office/drawing/2014/main" id="{801E8FB5-43E0-3EBC-1F52-A3512BB4D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Line 499">
              <a:extLst>
                <a:ext uri="{FF2B5EF4-FFF2-40B4-BE49-F238E27FC236}">
                  <a16:creationId xmlns:a16="http://schemas.microsoft.com/office/drawing/2014/main" id="{46949F7A-B142-1D76-5CDD-E9DAF599D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5" name="Line 500">
              <a:extLst>
                <a:ext uri="{FF2B5EF4-FFF2-40B4-BE49-F238E27FC236}">
                  <a16:creationId xmlns:a16="http://schemas.microsoft.com/office/drawing/2014/main" id="{743D93D8-E239-9525-8A18-775D67938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Line 501">
              <a:extLst>
                <a:ext uri="{FF2B5EF4-FFF2-40B4-BE49-F238E27FC236}">
                  <a16:creationId xmlns:a16="http://schemas.microsoft.com/office/drawing/2014/main" id="{418BDAFA-B005-F053-17B7-866880410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Line 502">
              <a:extLst>
                <a:ext uri="{FF2B5EF4-FFF2-40B4-BE49-F238E27FC236}">
                  <a16:creationId xmlns:a16="http://schemas.microsoft.com/office/drawing/2014/main" id="{86954A27-6293-6DA8-2C65-24C754EBF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8" name="Line 503">
              <a:extLst>
                <a:ext uri="{FF2B5EF4-FFF2-40B4-BE49-F238E27FC236}">
                  <a16:creationId xmlns:a16="http://schemas.microsoft.com/office/drawing/2014/main" id="{5CDF4027-D035-08C9-2E7D-F6EDC8286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9" name="Line 504">
              <a:extLst>
                <a:ext uri="{FF2B5EF4-FFF2-40B4-BE49-F238E27FC236}">
                  <a16:creationId xmlns:a16="http://schemas.microsoft.com/office/drawing/2014/main" id="{56F66357-7FCB-40C3-55CF-3615C8A4D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Line 505">
              <a:extLst>
                <a:ext uri="{FF2B5EF4-FFF2-40B4-BE49-F238E27FC236}">
                  <a16:creationId xmlns:a16="http://schemas.microsoft.com/office/drawing/2014/main" id="{5B6AC906-AF3E-4F96-284B-A0794E3D5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1" name="Line 506">
              <a:extLst>
                <a:ext uri="{FF2B5EF4-FFF2-40B4-BE49-F238E27FC236}">
                  <a16:creationId xmlns:a16="http://schemas.microsoft.com/office/drawing/2014/main" id="{5A5ABD25-96BF-2D74-D3A3-0EABB7E09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2" name="Line 507">
              <a:extLst>
                <a:ext uri="{FF2B5EF4-FFF2-40B4-BE49-F238E27FC236}">
                  <a16:creationId xmlns:a16="http://schemas.microsoft.com/office/drawing/2014/main" id="{8FAABB6D-E8A2-8399-15E7-50A51AA49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3" name="Line 508">
              <a:extLst>
                <a:ext uri="{FF2B5EF4-FFF2-40B4-BE49-F238E27FC236}">
                  <a16:creationId xmlns:a16="http://schemas.microsoft.com/office/drawing/2014/main" id="{32FBC21E-BF3C-452C-F7CC-DD007E401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4" name="Line 509">
              <a:extLst>
                <a:ext uri="{FF2B5EF4-FFF2-40B4-BE49-F238E27FC236}">
                  <a16:creationId xmlns:a16="http://schemas.microsoft.com/office/drawing/2014/main" id="{58879673-DDCD-1E20-D5A0-DF8CAE0CF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5" name="Line 510">
              <a:extLst>
                <a:ext uri="{FF2B5EF4-FFF2-40B4-BE49-F238E27FC236}">
                  <a16:creationId xmlns:a16="http://schemas.microsoft.com/office/drawing/2014/main" id="{C7B77861-534A-F99A-5788-C32C60A276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6" name="Line 511">
              <a:extLst>
                <a:ext uri="{FF2B5EF4-FFF2-40B4-BE49-F238E27FC236}">
                  <a16:creationId xmlns:a16="http://schemas.microsoft.com/office/drawing/2014/main" id="{7E2CCC1C-E46D-DB98-D790-C742852E9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7" name="Line 512">
              <a:extLst>
                <a:ext uri="{FF2B5EF4-FFF2-40B4-BE49-F238E27FC236}">
                  <a16:creationId xmlns:a16="http://schemas.microsoft.com/office/drawing/2014/main" id="{3E9154F9-DEA4-9780-9D08-0BCB05DB1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8" name="Line 513">
              <a:extLst>
                <a:ext uri="{FF2B5EF4-FFF2-40B4-BE49-F238E27FC236}">
                  <a16:creationId xmlns:a16="http://schemas.microsoft.com/office/drawing/2014/main" id="{ACF92FD6-0D9E-E9A4-D884-992119704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09" name="Line 514">
              <a:extLst>
                <a:ext uri="{FF2B5EF4-FFF2-40B4-BE49-F238E27FC236}">
                  <a16:creationId xmlns:a16="http://schemas.microsoft.com/office/drawing/2014/main" id="{34F2B9D0-EC22-7137-B9A6-A45189050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0" name="Line 515">
              <a:extLst>
                <a:ext uri="{FF2B5EF4-FFF2-40B4-BE49-F238E27FC236}">
                  <a16:creationId xmlns:a16="http://schemas.microsoft.com/office/drawing/2014/main" id="{43E2275C-E8B8-515E-1B44-F4E38AC8C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1" name="Line 516">
              <a:extLst>
                <a:ext uri="{FF2B5EF4-FFF2-40B4-BE49-F238E27FC236}">
                  <a16:creationId xmlns:a16="http://schemas.microsoft.com/office/drawing/2014/main" id="{7D15BE2D-BCAF-2BC4-BA8E-D6E17DB39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2" name="Line 517">
              <a:extLst>
                <a:ext uri="{FF2B5EF4-FFF2-40B4-BE49-F238E27FC236}">
                  <a16:creationId xmlns:a16="http://schemas.microsoft.com/office/drawing/2014/main" id="{5338E585-1CBC-6986-EABB-22B0B9AB0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3" name="Line 518">
              <a:extLst>
                <a:ext uri="{FF2B5EF4-FFF2-40B4-BE49-F238E27FC236}">
                  <a16:creationId xmlns:a16="http://schemas.microsoft.com/office/drawing/2014/main" id="{9CB5DC6E-FEF2-970B-D4CA-3252FB226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4" name="Line 519">
              <a:extLst>
                <a:ext uri="{FF2B5EF4-FFF2-40B4-BE49-F238E27FC236}">
                  <a16:creationId xmlns:a16="http://schemas.microsoft.com/office/drawing/2014/main" id="{018F7027-91E0-C39C-FDBA-28B8EC4CD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5" name="Line 520">
              <a:extLst>
                <a:ext uri="{FF2B5EF4-FFF2-40B4-BE49-F238E27FC236}">
                  <a16:creationId xmlns:a16="http://schemas.microsoft.com/office/drawing/2014/main" id="{64F4FE21-84E5-433B-1435-1692DD584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6" name="Line 521">
              <a:extLst>
                <a:ext uri="{FF2B5EF4-FFF2-40B4-BE49-F238E27FC236}">
                  <a16:creationId xmlns:a16="http://schemas.microsoft.com/office/drawing/2014/main" id="{388654DD-CE55-F6FB-FAC1-0CAD5D3F3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7" name="Line 522">
              <a:extLst>
                <a:ext uri="{FF2B5EF4-FFF2-40B4-BE49-F238E27FC236}">
                  <a16:creationId xmlns:a16="http://schemas.microsoft.com/office/drawing/2014/main" id="{994BD528-B777-000D-96F7-2009E3A53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8" name="Line 523">
              <a:extLst>
                <a:ext uri="{FF2B5EF4-FFF2-40B4-BE49-F238E27FC236}">
                  <a16:creationId xmlns:a16="http://schemas.microsoft.com/office/drawing/2014/main" id="{CCB39A74-7740-FA53-8F55-84F435D91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19" name="Line 524">
              <a:extLst>
                <a:ext uri="{FF2B5EF4-FFF2-40B4-BE49-F238E27FC236}">
                  <a16:creationId xmlns:a16="http://schemas.microsoft.com/office/drawing/2014/main" id="{31DDC5B8-B4E0-7599-5C81-1ADDE6254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0" name="Line 525">
              <a:extLst>
                <a:ext uri="{FF2B5EF4-FFF2-40B4-BE49-F238E27FC236}">
                  <a16:creationId xmlns:a16="http://schemas.microsoft.com/office/drawing/2014/main" id="{F5A3F150-6D8E-3739-52F7-66F7E103A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1" name="Line 526">
              <a:extLst>
                <a:ext uri="{FF2B5EF4-FFF2-40B4-BE49-F238E27FC236}">
                  <a16:creationId xmlns:a16="http://schemas.microsoft.com/office/drawing/2014/main" id="{3C822DBF-07C2-BC24-1B71-512CCB595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2" name="Line 527">
              <a:extLst>
                <a:ext uri="{FF2B5EF4-FFF2-40B4-BE49-F238E27FC236}">
                  <a16:creationId xmlns:a16="http://schemas.microsoft.com/office/drawing/2014/main" id="{5A0D9522-0D9B-7996-1A75-7E7E25BDF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3" name="Line 528">
              <a:extLst>
                <a:ext uri="{FF2B5EF4-FFF2-40B4-BE49-F238E27FC236}">
                  <a16:creationId xmlns:a16="http://schemas.microsoft.com/office/drawing/2014/main" id="{81B7F7D0-820E-42B8-B598-18BABCF36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4" name="Line 529">
              <a:extLst>
                <a:ext uri="{FF2B5EF4-FFF2-40B4-BE49-F238E27FC236}">
                  <a16:creationId xmlns:a16="http://schemas.microsoft.com/office/drawing/2014/main" id="{59D6B63C-8D94-85D5-E622-D1FE6F764F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5" name="Line 530">
              <a:extLst>
                <a:ext uri="{FF2B5EF4-FFF2-40B4-BE49-F238E27FC236}">
                  <a16:creationId xmlns:a16="http://schemas.microsoft.com/office/drawing/2014/main" id="{782FA0C3-604C-B9AA-9EC1-75770CC30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6" name="Line 531">
              <a:extLst>
                <a:ext uri="{FF2B5EF4-FFF2-40B4-BE49-F238E27FC236}">
                  <a16:creationId xmlns:a16="http://schemas.microsoft.com/office/drawing/2014/main" id="{FAFC6148-801E-FB60-C493-BA1D4AA23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7" name="Line 532">
              <a:extLst>
                <a:ext uri="{FF2B5EF4-FFF2-40B4-BE49-F238E27FC236}">
                  <a16:creationId xmlns:a16="http://schemas.microsoft.com/office/drawing/2014/main" id="{4A4A99C1-A606-F2AF-7CBB-8DEBCA4B1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8" name="Line 533">
              <a:extLst>
                <a:ext uri="{FF2B5EF4-FFF2-40B4-BE49-F238E27FC236}">
                  <a16:creationId xmlns:a16="http://schemas.microsoft.com/office/drawing/2014/main" id="{C988E299-0EDB-97CC-84DC-28ECE2C33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29" name="Line 534">
              <a:extLst>
                <a:ext uri="{FF2B5EF4-FFF2-40B4-BE49-F238E27FC236}">
                  <a16:creationId xmlns:a16="http://schemas.microsoft.com/office/drawing/2014/main" id="{D073DA7D-5585-8F6D-4F4C-3E032255C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0" name="Line 535">
              <a:extLst>
                <a:ext uri="{FF2B5EF4-FFF2-40B4-BE49-F238E27FC236}">
                  <a16:creationId xmlns:a16="http://schemas.microsoft.com/office/drawing/2014/main" id="{42AAD0B5-8F1F-709C-5144-2C92A1CB9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1" name="Line 536">
              <a:extLst>
                <a:ext uri="{FF2B5EF4-FFF2-40B4-BE49-F238E27FC236}">
                  <a16:creationId xmlns:a16="http://schemas.microsoft.com/office/drawing/2014/main" id="{F08C139B-0CC3-5556-A8E6-3100B16CA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2" name="Line 537">
              <a:extLst>
                <a:ext uri="{FF2B5EF4-FFF2-40B4-BE49-F238E27FC236}">
                  <a16:creationId xmlns:a16="http://schemas.microsoft.com/office/drawing/2014/main" id="{E6AAF25E-A46A-8508-1275-FEE5B97EB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3" name="Line 538">
              <a:extLst>
                <a:ext uri="{FF2B5EF4-FFF2-40B4-BE49-F238E27FC236}">
                  <a16:creationId xmlns:a16="http://schemas.microsoft.com/office/drawing/2014/main" id="{C378A1F9-3C0E-D384-DB08-BAA7FBDA4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4" name="Line 539">
              <a:extLst>
                <a:ext uri="{FF2B5EF4-FFF2-40B4-BE49-F238E27FC236}">
                  <a16:creationId xmlns:a16="http://schemas.microsoft.com/office/drawing/2014/main" id="{F3D72D16-5C4B-CD45-A6EF-1CC73D75C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5" name="Line 540">
              <a:extLst>
                <a:ext uri="{FF2B5EF4-FFF2-40B4-BE49-F238E27FC236}">
                  <a16:creationId xmlns:a16="http://schemas.microsoft.com/office/drawing/2014/main" id="{13141CB1-FA9D-650D-AB24-2B53739DC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6" name="Line 541">
              <a:extLst>
                <a:ext uri="{FF2B5EF4-FFF2-40B4-BE49-F238E27FC236}">
                  <a16:creationId xmlns:a16="http://schemas.microsoft.com/office/drawing/2014/main" id="{14ACDE42-DF6B-0A90-AA65-9847D389C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7" name="Line 542">
              <a:extLst>
                <a:ext uri="{FF2B5EF4-FFF2-40B4-BE49-F238E27FC236}">
                  <a16:creationId xmlns:a16="http://schemas.microsoft.com/office/drawing/2014/main" id="{A02F857E-2A09-BBDE-8F34-9AC4084BB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8" name="Line 543">
              <a:extLst>
                <a:ext uri="{FF2B5EF4-FFF2-40B4-BE49-F238E27FC236}">
                  <a16:creationId xmlns:a16="http://schemas.microsoft.com/office/drawing/2014/main" id="{D60061B3-C3A3-6049-8B33-CD3176669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39" name="Line 544">
              <a:extLst>
                <a:ext uri="{FF2B5EF4-FFF2-40B4-BE49-F238E27FC236}">
                  <a16:creationId xmlns:a16="http://schemas.microsoft.com/office/drawing/2014/main" id="{7B789FF9-5A3E-D542-9927-1A6A2BF6A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0" name="Line 545">
              <a:extLst>
                <a:ext uri="{FF2B5EF4-FFF2-40B4-BE49-F238E27FC236}">
                  <a16:creationId xmlns:a16="http://schemas.microsoft.com/office/drawing/2014/main" id="{1A18FE39-C2FD-C428-5116-99BA219E4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1" name="Line 546">
              <a:extLst>
                <a:ext uri="{FF2B5EF4-FFF2-40B4-BE49-F238E27FC236}">
                  <a16:creationId xmlns:a16="http://schemas.microsoft.com/office/drawing/2014/main" id="{AEE08B3F-5217-9024-1762-740098AF7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2" name="Line 547">
              <a:extLst>
                <a:ext uri="{FF2B5EF4-FFF2-40B4-BE49-F238E27FC236}">
                  <a16:creationId xmlns:a16="http://schemas.microsoft.com/office/drawing/2014/main" id="{4AF4785C-5321-7DBE-1B52-8B474818A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3" name="Line 548">
              <a:extLst>
                <a:ext uri="{FF2B5EF4-FFF2-40B4-BE49-F238E27FC236}">
                  <a16:creationId xmlns:a16="http://schemas.microsoft.com/office/drawing/2014/main" id="{C93715FD-A806-11DE-4DA2-DFD8E183D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4" name="Line 549">
              <a:extLst>
                <a:ext uri="{FF2B5EF4-FFF2-40B4-BE49-F238E27FC236}">
                  <a16:creationId xmlns:a16="http://schemas.microsoft.com/office/drawing/2014/main" id="{C9A5EF08-FBD7-D929-C00C-6240F7F59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5" name="Line 550">
              <a:extLst>
                <a:ext uri="{FF2B5EF4-FFF2-40B4-BE49-F238E27FC236}">
                  <a16:creationId xmlns:a16="http://schemas.microsoft.com/office/drawing/2014/main" id="{DA9303B3-CD61-B0BB-1903-77618C23D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6" name="Line 551">
              <a:extLst>
                <a:ext uri="{FF2B5EF4-FFF2-40B4-BE49-F238E27FC236}">
                  <a16:creationId xmlns:a16="http://schemas.microsoft.com/office/drawing/2014/main" id="{3093433E-EF82-8112-1B49-4ACB97DF6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7" name="Line 552">
              <a:extLst>
                <a:ext uri="{FF2B5EF4-FFF2-40B4-BE49-F238E27FC236}">
                  <a16:creationId xmlns:a16="http://schemas.microsoft.com/office/drawing/2014/main" id="{847C7C72-D694-C5C2-17B9-A69A6843B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1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8" name="Line 553">
              <a:extLst>
                <a:ext uri="{FF2B5EF4-FFF2-40B4-BE49-F238E27FC236}">
                  <a16:creationId xmlns:a16="http://schemas.microsoft.com/office/drawing/2014/main" id="{540EF72D-0533-2F59-967A-7C296987D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49" name="Line 554">
              <a:extLst>
                <a:ext uri="{FF2B5EF4-FFF2-40B4-BE49-F238E27FC236}">
                  <a16:creationId xmlns:a16="http://schemas.microsoft.com/office/drawing/2014/main" id="{7B780326-E68B-F443-6E73-5E49F357A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0" name="Line 555">
              <a:extLst>
                <a:ext uri="{FF2B5EF4-FFF2-40B4-BE49-F238E27FC236}">
                  <a16:creationId xmlns:a16="http://schemas.microsoft.com/office/drawing/2014/main" id="{AC115D6B-7CFC-E5E0-ABFC-D408DA0D3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0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1" name="Line 556">
              <a:extLst>
                <a:ext uri="{FF2B5EF4-FFF2-40B4-BE49-F238E27FC236}">
                  <a16:creationId xmlns:a16="http://schemas.microsoft.com/office/drawing/2014/main" id="{51882E9B-7345-38FD-A52C-A3ACFD16D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2" name="Line 557">
              <a:extLst>
                <a:ext uri="{FF2B5EF4-FFF2-40B4-BE49-F238E27FC236}">
                  <a16:creationId xmlns:a16="http://schemas.microsoft.com/office/drawing/2014/main" id="{9ABF051E-33CA-4C8D-BF4B-77EF2A3C5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678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3" name="Line 558">
              <a:extLst>
                <a:ext uri="{FF2B5EF4-FFF2-40B4-BE49-F238E27FC236}">
                  <a16:creationId xmlns:a16="http://schemas.microsoft.com/office/drawing/2014/main" id="{CA4DAB9D-45EC-BBAC-E0F6-A9A7989F7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4" name="Line 559">
              <a:extLst>
                <a:ext uri="{FF2B5EF4-FFF2-40B4-BE49-F238E27FC236}">
                  <a16:creationId xmlns:a16="http://schemas.microsoft.com/office/drawing/2014/main" id="{A7210BC1-709E-5502-F4A4-5E2D797C1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5" name="Line 560">
              <a:extLst>
                <a:ext uri="{FF2B5EF4-FFF2-40B4-BE49-F238E27FC236}">
                  <a16:creationId xmlns:a16="http://schemas.microsoft.com/office/drawing/2014/main" id="{9CDAED6A-E53A-971D-9B17-B9E1C517F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6" name="Line 561">
              <a:extLst>
                <a:ext uri="{FF2B5EF4-FFF2-40B4-BE49-F238E27FC236}">
                  <a16:creationId xmlns:a16="http://schemas.microsoft.com/office/drawing/2014/main" id="{38FCEF47-88CF-C10D-C411-CF062C129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7" name="Line 562">
              <a:extLst>
                <a:ext uri="{FF2B5EF4-FFF2-40B4-BE49-F238E27FC236}">
                  <a16:creationId xmlns:a16="http://schemas.microsoft.com/office/drawing/2014/main" id="{DD8138EE-E2D3-C9C3-613A-EC325F8FA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8" name="Line 563">
              <a:extLst>
                <a:ext uri="{FF2B5EF4-FFF2-40B4-BE49-F238E27FC236}">
                  <a16:creationId xmlns:a16="http://schemas.microsoft.com/office/drawing/2014/main" id="{0B67ED5B-AFF0-6B12-396B-3AA8677AF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5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9" name="Line 564">
              <a:extLst>
                <a:ext uri="{FF2B5EF4-FFF2-40B4-BE49-F238E27FC236}">
                  <a16:creationId xmlns:a16="http://schemas.microsoft.com/office/drawing/2014/main" id="{29489676-9754-F904-0E81-2ADE718B1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8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0" name="Line 565">
              <a:extLst>
                <a:ext uri="{FF2B5EF4-FFF2-40B4-BE49-F238E27FC236}">
                  <a16:creationId xmlns:a16="http://schemas.microsoft.com/office/drawing/2014/main" id="{61112D03-9A74-2BAB-07E3-C3F1645CA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1" name="Line 566">
              <a:extLst>
                <a:ext uri="{FF2B5EF4-FFF2-40B4-BE49-F238E27FC236}">
                  <a16:creationId xmlns:a16="http://schemas.microsoft.com/office/drawing/2014/main" id="{7E81FAB9-E2EE-C9C8-46A1-FCFAF6640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2" name="Line 567">
              <a:extLst>
                <a:ext uri="{FF2B5EF4-FFF2-40B4-BE49-F238E27FC236}">
                  <a16:creationId xmlns:a16="http://schemas.microsoft.com/office/drawing/2014/main" id="{6A2DFAF3-2BD8-7A3E-19F4-95E3C5D57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3" name="Line 568">
              <a:extLst>
                <a:ext uri="{FF2B5EF4-FFF2-40B4-BE49-F238E27FC236}">
                  <a16:creationId xmlns:a16="http://schemas.microsoft.com/office/drawing/2014/main" id="{057EE8AA-DD9A-FEB6-82F1-A74656746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4" name="Line 569">
              <a:extLst>
                <a:ext uri="{FF2B5EF4-FFF2-40B4-BE49-F238E27FC236}">
                  <a16:creationId xmlns:a16="http://schemas.microsoft.com/office/drawing/2014/main" id="{2A3E5743-5DB6-82E4-98F2-499F640BE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5" name="Line 570">
              <a:extLst>
                <a:ext uri="{FF2B5EF4-FFF2-40B4-BE49-F238E27FC236}">
                  <a16:creationId xmlns:a16="http://schemas.microsoft.com/office/drawing/2014/main" id="{E51985AC-9CC7-890D-0F61-D06A999DE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6" name="Line 571">
              <a:extLst>
                <a:ext uri="{FF2B5EF4-FFF2-40B4-BE49-F238E27FC236}">
                  <a16:creationId xmlns:a16="http://schemas.microsoft.com/office/drawing/2014/main" id="{FA8B60C4-0FDA-3D94-A2AB-57C8C7DE0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9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7" name="Line 572">
              <a:extLst>
                <a:ext uri="{FF2B5EF4-FFF2-40B4-BE49-F238E27FC236}">
                  <a16:creationId xmlns:a16="http://schemas.microsoft.com/office/drawing/2014/main" id="{D4AAB933-A8B5-4246-8DF3-ACED82925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2" y="2678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8" name="Line 573">
              <a:extLst>
                <a:ext uri="{FF2B5EF4-FFF2-40B4-BE49-F238E27FC236}">
                  <a16:creationId xmlns:a16="http://schemas.microsoft.com/office/drawing/2014/main" id="{F69987D9-8A90-144F-6823-E21C75396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69" name="Line 574">
              <a:extLst>
                <a:ext uri="{FF2B5EF4-FFF2-40B4-BE49-F238E27FC236}">
                  <a16:creationId xmlns:a16="http://schemas.microsoft.com/office/drawing/2014/main" id="{BC34ED62-4E77-3378-6C5B-40CFE2962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0" name="Line 575">
              <a:extLst>
                <a:ext uri="{FF2B5EF4-FFF2-40B4-BE49-F238E27FC236}">
                  <a16:creationId xmlns:a16="http://schemas.microsoft.com/office/drawing/2014/main" id="{AB1C1FFB-2053-E0C7-982E-9314AC994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1" name="Line 576">
              <a:extLst>
                <a:ext uri="{FF2B5EF4-FFF2-40B4-BE49-F238E27FC236}">
                  <a16:creationId xmlns:a16="http://schemas.microsoft.com/office/drawing/2014/main" id="{222AB3A1-C5E9-F47A-32E2-69560000C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2" name="Line 577">
              <a:extLst>
                <a:ext uri="{FF2B5EF4-FFF2-40B4-BE49-F238E27FC236}">
                  <a16:creationId xmlns:a16="http://schemas.microsoft.com/office/drawing/2014/main" id="{9F4FD2D1-B4E6-F8FA-D9DD-BABAC2821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3" name="Line 578">
              <a:extLst>
                <a:ext uri="{FF2B5EF4-FFF2-40B4-BE49-F238E27FC236}">
                  <a16:creationId xmlns:a16="http://schemas.microsoft.com/office/drawing/2014/main" id="{EB30216F-E11E-A65C-F97C-DAB96F8A0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4" name="Line 579">
              <a:extLst>
                <a:ext uri="{FF2B5EF4-FFF2-40B4-BE49-F238E27FC236}">
                  <a16:creationId xmlns:a16="http://schemas.microsoft.com/office/drawing/2014/main" id="{C914637C-382C-1C09-A5AE-C0A0CF7B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5" name="Line 580">
              <a:extLst>
                <a:ext uri="{FF2B5EF4-FFF2-40B4-BE49-F238E27FC236}">
                  <a16:creationId xmlns:a16="http://schemas.microsoft.com/office/drawing/2014/main" id="{EAAF9A57-B106-0D2B-3A82-FEBAD731D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6" name="Line 581">
              <a:extLst>
                <a:ext uri="{FF2B5EF4-FFF2-40B4-BE49-F238E27FC236}">
                  <a16:creationId xmlns:a16="http://schemas.microsoft.com/office/drawing/2014/main" id="{F1286339-DFDE-F24A-12D5-7184C45AB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7" name="Line 582">
              <a:extLst>
                <a:ext uri="{FF2B5EF4-FFF2-40B4-BE49-F238E27FC236}">
                  <a16:creationId xmlns:a16="http://schemas.microsoft.com/office/drawing/2014/main" id="{831076BD-3BBF-5943-AF6E-E5FBEA83C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0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8" name="Line 583">
              <a:extLst>
                <a:ext uri="{FF2B5EF4-FFF2-40B4-BE49-F238E27FC236}">
                  <a16:creationId xmlns:a16="http://schemas.microsoft.com/office/drawing/2014/main" id="{0A5FDBBA-B320-B81F-A8B4-0B970E228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79" name="Line 584">
              <a:extLst>
                <a:ext uri="{FF2B5EF4-FFF2-40B4-BE49-F238E27FC236}">
                  <a16:creationId xmlns:a16="http://schemas.microsoft.com/office/drawing/2014/main" id="{B2738E99-5B20-9109-2412-ADE6F1125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0" name="Line 585">
              <a:extLst>
                <a:ext uri="{FF2B5EF4-FFF2-40B4-BE49-F238E27FC236}">
                  <a16:creationId xmlns:a16="http://schemas.microsoft.com/office/drawing/2014/main" id="{DFC19C3F-4B65-C7A7-AF90-032BA5F63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9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1" name="Line 586">
              <a:extLst>
                <a:ext uri="{FF2B5EF4-FFF2-40B4-BE49-F238E27FC236}">
                  <a16:creationId xmlns:a16="http://schemas.microsoft.com/office/drawing/2014/main" id="{CD60C4BC-1529-D5FE-D932-48A226792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2" name="Line 587">
              <a:extLst>
                <a:ext uri="{FF2B5EF4-FFF2-40B4-BE49-F238E27FC236}">
                  <a16:creationId xmlns:a16="http://schemas.microsoft.com/office/drawing/2014/main" id="{D33B9EDB-F552-8C97-1DC0-0D4A142BB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3" name="Line 588">
              <a:extLst>
                <a:ext uri="{FF2B5EF4-FFF2-40B4-BE49-F238E27FC236}">
                  <a16:creationId xmlns:a16="http://schemas.microsoft.com/office/drawing/2014/main" id="{FDCD8EB0-9D6C-C0D4-5B72-DEE056284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4" name="Line 589">
              <a:extLst>
                <a:ext uri="{FF2B5EF4-FFF2-40B4-BE49-F238E27FC236}">
                  <a16:creationId xmlns:a16="http://schemas.microsoft.com/office/drawing/2014/main" id="{23D9262B-DA4E-0C69-A5A7-CC953EDA7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5" name="Line 590">
              <a:extLst>
                <a:ext uri="{FF2B5EF4-FFF2-40B4-BE49-F238E27FC236}">
                  <a16:creationId xmlns:a16="http://schemas.microsoft.com/office/drawing/2014/main" id="{CE513A0D-2E82-E40E-EDE1-F6B2A6DDA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6" name="Line 591">
              <a:extLst>
                <a:ext uri="{FF2B5EF4-FFF2-40B4-BE49-F238E27FC236}">
                  <a16:creationId xmlns:a16="http://schemas.microsoft.com/office/drawing/2014/main" id="{69C3ACB4-13E8-D2AA-AD8F-A7AC83ED5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" name="Line 592">
              <a:extLst>
                <a:ext uri="{FF2B5EF4-FFF2-40B4-BE49-F238E27FC236}">
                  <a16:creationId xmlns:a16="http://schemas.microsoft.com/office/drawing/2014/main" id="{767CC049-0EAC-A1AE-A05F-C16CCB0CC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8" name="Line 593">
              <a:extLst>
                <a:ext uri="{FF2B5EF4-FFF2-40B4-BE49-F238E27FC236}">
                  <a16:creationId xmlns:a16="http://schemas.microsoft.com/office/drawing/2014/main" id="{F866F860-A01F-93F8-FCA0-BC106EEB9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9" name="Line 594">
              <a:extLst>
                <a:ext uri="{FF2B5EF4-FFF2-40B4-BE49-F238E27FC236}">
                  <a16:creationId xmlns:a16="http://schemas.microsoft.com/office/drawing/2014/main" id="{70BB3139-8349-A25F-1FD9-A03C71C82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" name="Line 595">
              <a:extLst>
                <a:ext uri="{FF2B5EF4-FFF2-40B4-BE49-F238E27FC236}">
                  <a16:creationId xmlns:a16="http://schemas.microsoft.com/office/drawing/2014/main" id="{E2951B47-5254-924C-821E-35D7E045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" name="Line 596">
              <a:extLst>
                <a:ext uri="{FF2B5EF4-FFF2-40B4-BE49-F238E27FC236}">
                  <a16:creationId xmlns:a16="http://schemas.microsoft.com/office/drawing/2014/main" id="{936CE92D-5548-3058-F0E8-440338D6E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" name="Line 597">
              <a:extLst>
                <a:ext uri="{FF2B5EF4-FFF2-40B4-BE49-F238E27FC236}">
                  <a16:creationId xmlns:a16="http://schemas.microsoft.com/office/drawing/2014/main" id="{55BBD997-BCA5-06A8-8D6D-6DAE859D5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3" name="Line 598">
              <a:extLst>
                <a:ext uri="{FF2B5EF4-FFF2-40B4-BE49-F238E27FC236}">
                  <a16:creationId xmlns:a16="http://schemas.microsoft.com/office/drawing/2014/main" id="{200EB8B7-A65A-B756-B230-60C3C6586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9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4" name="Line 599">
              <a:extLst>
                <a:ext uri="{FF2B5EF4-FFF2-40B4-BE49-F238E27FC236}">
                  <a16:creationId xmlns:a16="http://schemas.microsoft.com/office/drawing/2014/main" id="{47E8B36D-7F9C-4BD5-35CC-61B8329FF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2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5" name="Line 600">
              <a:extLst>
                <a:ext uri="{FF2B5EF4-FFF2-40B4-BE49-F238E27FC236}">
                  <a16:creationId xmlns:a16="http://schemas.microsoft.com/office/drawing/2014/main" id="{3C4D9986-ECAC-956F-AE02-42E49B70B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6" name="Line 601">
              <a:extLst>
                <a:ext uri="{FF2B5EF4-FFF2-40B4-BE49-F238E27FC236}">
                  <a16:creationId xmlns:a16="http://schemas.microsoft.com/office/drawing/2014/main" id="{CCFE49B3-A97B-F295-2C08-B90B26E6D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7" name="Line 602">
              <a:extLst>
                <a:ext uri="{FF2B5EF4-FFF2-40B4-BE49-F238E27FC236}">
                  <a16:creationId xmlns:a16="http://schemas.microsoft.com/office/drawing/2014/main" id="{94E22B39-BE85-5AD9-3088-6AF1A7BD3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8" name="Line 603">
              <a:extLst>
                <a:ext uri="{FF2B5EF4-FFF2-40B4-BE49-F238E27FC236}">
                  <a16:creationId xmlns:a16="http://schemas.microsoft.com/office/drawing/2014/main" id="{D0EE47EF-DCE8-F5A3-CA0F-0A0C48AC4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9" name="Line 604">
              <a:extLst>
                <a:ext uri="{FF2B5EF4-FFF2-40B4-BE49-F238E27FC236}">
                  <a16:creationId xmlns:a16="http://schemas.microsoft.com/office/drawing/2014/main" id="{E93E2970-9C32-3B05-80EA-F81126F85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0" name="Line 605">
              <a:extLst>
                <a:ext uri="{FF2B5EF4-FFF2-40B4-BE49-F238E27FC236}">
                  <a16:creationId xmlns:a16="http://schemas.microsoft.com/office/drawing/2014/main" id="{F54766CF-EF84-9C58-684D-DED0D0E91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1" name="Line 606">
              <a:extLst>
                <a:ext uri="{FF2B5EF4-FFF2-40B4-BE49-F238E27FC236}">
                  <a16:creationId xmlns:a16="http://schemas.microsoft.com/office/drawing/2014/main" id="{15514E53-2E15-289B-C5B0-B7E8B850C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606"/>
              <a:ext cx="11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02" name="Line 607">
              <a:extLst>
                <a:ext uri="{FF2B5EF4-FFF2-40B4-BE49-F238E27FC236}">
                  <a16:creationId xmlns:a16="http://schemas.microsoft.com/office/drawing/2014/main" id="{1C4C6206-4898-C750-B2DD-6AFA952A1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2606"/>
              <a:ext cx="12" cy="1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87" name="Line 608">
            <a:extLst>
              <a:ext uri="{FF2B5EF4-FFF2-40B4-BE49-F238E27FC236}">
                <a16:creationId xmlns:a16="http://schemas.microsoft.com/office/drawing/2014/main" id="{CC1E15A9-C43B-B42E-15AF-46659C774D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4476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609">
            <a:extLst>
              <a:ext uri="{FF2B5EF4-FFF2-40B4-BE49-F238E27FC236}">
                <a16:creationId xmlns:a16="http://schemas.microsoft.com/office/drawing/2014/main" id="{8394D9CC-6130-B3B5-474B-74AAB8791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57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Line 610">
            <a:extLst>
              <a:ext uri="{FF2B5EF4-FFF2-40B4-BE49-F238E27FC236}">
                <a16:creationId xmlns:a16="http://schemas.microsoft.com/office/drawing/2014/main" id="{58402113-C1FD-235A-1F82-658C69007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70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0" name="Line 611">
            <a:extLst>
              <a:ext uri="{FF2B5EF4-FFF2-40B4-BE49-F238E27FC236}">
                <a16:creationId xmlns:a16="http://schemas.microsoft.com/office/drawing/2014/main" id="{CE520A8D-9DF4-140F-D8FB-0520838A3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830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612">
            <a:extLst>
              <a:ext uri="{FF2B5EF4-FFF2-40B4-BE49-F238E27FC236}">
                <a16:creationId xmlns:a16="http://schemas.microsoft.com/office/drawing/2014/main" id="{47EEDCA7-768E-594D-5224-7B83A2AB4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5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613">
            <a:extLst>
              <a:ext uri="{FF2B5EF4-FFF2-40B4-BE49-F238E27FC236}">
                <a16:creationId xmlns:a16="http://schemas.microsoft.com/office/drawing/2014/main" id="{FB0AC465-7DB3-FFAF-0BDE-6B0FC2B7E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08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Line 614">
            <a:extLst>
              <a:ext uri="{FF2B5EF4-FFF2-40B4-BE49-F238E27FC236}">
                <a16:creationId xmlns:a16="http://schemas.microsoft.com/office/drawing/2014/main" id="{23CA4D88-BDFB-C4A8-00A7-DD0E90E3A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21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4" name="Line 615">
            <a:extLst>
              <a:ext uri="{FF2B5EF4-FFF2-40B4-BE49-F238E27FC236}">
                <a16:creationId xmlns:a16="http://schemas.microsoft.com/office/drawing/2014/main" id="{5FE231A5-E00A-5FF6-317A-4CCB98E8D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1814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5" name="Line 616">
            <a:extLst>
              <a:ext uri="{FF2B5EF4-FFF2-40B4-BE49-F238E27FC236}">
                <a16:creationId xmlns:a16="http://schemas.microsoft.com/office/drawing/2014/main" id="{DC9389D2-1D79-7DA4-80CB-05E912A85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9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6" name="Line 617">
            <a:extLst>
              <a:ext uri="{FF2B5EF4-FFF2-40B4-BE49-F238E27FC236}">
                <a16:creationId xmlns:a16="http://schemas.microsoft.com/office/drawing/2014/main" id="{37F7AA82-1D1D-4641-9145-B4C0A7FCB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4364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7" name="Line 618">
            <a:extLst>
              <a:ext uri="{FF2B5EF4-FFF2-40B4-BE49-F238E27FC236}">
                <a16:creationId xmlns:a16="http://schemas.microsoft.com/office/drawing/2014/main" id="{CD3EE193-AB2E-D547-84F7-2E2D5F875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9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8" name="Line 619">
            <a:extLst>
              <a:ext uri="{FF2B5EF4-FFF2-40B4-BE49-F238E27FC236}">
                <a16:creationId xmlns:a16="http://schemas.microsoft.com/office/drawing/2014/main" id="{3EC1316A-7897-9E76-50F7-BA2981296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6914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Line 620">
            <a:extLst>
              <a:ext uri="{FF2B5EF4-FFF2-40B4-BE49-F238E27FC236}">
                <a16:creationId xmlns:a16="http://schemas.microsoft.com/office/drawing/2014/main" id="{CFEAAA2A-F891-7323-BE6B-A9AE5AFC2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8189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Line 621">
            <a:extLst>
              <a:ext uri="{FF2B5EF4-FFF2-40B4-BE49-F238E27FC236}">
                <a16:creationId xmlns:a16="http://schemas.microsoft.com/office/drawing/2014/main" id="{A5709401-D14D-2FBF-426C-571C7482B8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9464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1" name="Line 622">
            <a:extLst>
              <a:ext uri="{FF2B5EF4-FFF2-40B4-BE49-F238E27FC236}">
                <a16:creationId xmlns:a16="http://schemas.microsoft.com/office/drawing/2014/main" id="{BD29F489-45DB-AC68-2CB2-CD05BD3AF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0739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2" name="Line 623">
            <a:extLst>
              <a:ext uri="{FF2B5EF4-FFF2-40B4-BE49-F238E27FC236}">
                <a16:creationId xmlns:a16="http://schemas.microsoft.com/office/drawing/2014/main" id="{07B9B4AB-3EA6-4243-0DBE-8D83A1A38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2014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3" name="Line 624">
            <a:extLst>
              <a:ext uri="{FF2B5EF4-FFF2-40B4-BE49-F238E27FC236}">
                <a16:creationId xmlns:a16="http://schemas.microsoft.com/office/drawing/2014/main" id="{AB1B6568-EE3E-9C0C-3256-B51D0BFAE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3289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4" name="Line 625">
            <a:extLst>
              <a:ext uri="{FF2B5EF4-FFF2-40B4-BE49-F238E27FC236}">
                <a16:creationId xmlns:a16="http://schemas.microsoft.com/office/drawing/2014/main" id="{FE4DE13D-632E-9934-A898-D5911E2F4D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4564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5" name="Line 626">
            <a:extLst>
              <a:ext uri="{FF2B5EF4-FFF2-40B4-BE49-F238E27FC236}">
                <a16:creationId xmlns:a16="http://schemas.microsoft.com/office/drawing/2014/main" id="{7D888174-1435-96AD-FFF6-5C15B371F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5839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6" name="Line 627">
            <a:extLst>
              <a:ext uri="{FF2B5EF4-FFF2-40B4-BE49-F238E27FC236}">
                <a16:creationId xmlns:a16="http://schemas.microsoft.com/office/drawing/2014/main" id="{8CD17A3A-F2E1-6207-59D6-3CFCA9257F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5526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7" name="Line 628">
            <a:extLst>
              <a:ext uri="{FF2B5EF4-FFF2-40B4-BE49-F238E27FC236}">
                <a16:creationId xmlns:a16="http://schemas.microsoft.com/office/drawing/2014/main" id="{03609E91-BEFB-9C08-2D9B-4CC5231EB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6801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8" name="Line 629">
            <a:extLst>
              <a:ext uri="{FF2B5EF4-FFF2-40B4-BE49-F238E27FC236}">
                <a16:creationId xmlns:a16="http://schemas.microsoft.com/office/drawing/2014/main" id="{7D16A4EB-DF32-7937-CD21-4EB7C1C7C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9664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9" name="Line 630">
            <a:extLst>
              <a:ext uri="{FF2B5EF4-FFF2-40B4-BE49-F238E27FC236}">
                <a16:creationId xmlns:a16="http://schemas.microsoft.com/office/drawing/2014/main" id="{63B2A133-6AD0-80C7-BFF6-7B354CD85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939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0" name="Line 631">
            <a:extLst>
              <a:ext uri="{FF2B5EF4-FFF2-40B4-BE49-F238E27FC236}">
                <a16:creationId xmlns:a16="http://schemas.microsoft.com/office/drawing/2014/main" id="{39E40968-843A-40B8-4D58-C02DF6BBC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2214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1" name="Line 632">
            <a:extLst>
              <a:ext uri="{FF2B5EF4-FFF2-40B4-BE49-F238E27FC236}">
                <a16:creationId xmlns:a16="http://schemas.microsoft.com/office/drawing/2014/main" id="{275084BD-34C1-3EE3-0D89-C40070745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3489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2" name="Line 633">
            <a:extLst>
              <a:ext uri="{FF2B5EF4-FFF2-40B4-BE49-F238E27FC236}">
                <a16:creationId xmlns:a16="http://schemas.microsoft.com/office/drawing/2014/main" id="{832F636D-FE10-4035-90E8-4C7DD6C6C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4764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3" name="Line 634">
            <a:extLst>
              <a:ext uri="{FF2B5EF4-FFF2-40B4-BE49-F238E27FC236}">
                <a16:creationId xmlns:a16="http://schemas.microsoft.com/office/drawing/2014/main" id="{7AAE22AB-C80C-C962-EAF4-E6D53337B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603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4" name="Line 635">
            <a:extLst>
              <a:ext uri="{FF2B5EF4-FFF2-40B4-BE49-F238E27FC236}">
                <a16:creationId xmlns:a16="http://schemas.microsoft.com/office/drawing/2014/main" id="{9B2EC8DA-B090-BDCD-CE49-899834C9F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731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5" name="Line 636">
            <a:extLst>
              <a:ext uri="{FF2B5EF4-FFF2-40B4-BE49-F238E27FC236}">
                <a16:creationId xmlns:a16="http://schemas.microsoft.com/office/drawing/2014/main" id="{AE18B56F-2596-1B28-7A61-E33A82514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858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6" name="Line 637">
            <a:extLst>
              <a:ext uri="{FF2B5EF4-FFF2-40B4-BE49-F238E27FC236}">
                <a16:creationId xmlns:a16="http://schemas.microsoft.com/office/drawing/2014/main" id="{5B95A3C8-8976-9AF8-46E9-430BE9A54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986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7" name="Line 638">
            <a:extLst>
              <a:ext uri="{FF2B5EF4-FFF2-40B4-BE49-F238E27FC236}">
                <a16:creationId xmlns:a16="http://schemas.microsoft.com/office/drawing/2014/main" id="{5D69BA9E-B2B8-E07A-819D-6A79282D6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113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8" name="Line 639">
            <a:extLst>
              <a:ext uri="{FF2B5EF4-FFF2-40B4-BE49-F238E27FC236}">
                <a16:creationId xmlns:a16="http://schemas.microsoft.com/office/drawing/2014/main" id="{AE7DEC19-3DE9-CFFF-DC20-9CA72A8ED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241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9" name="Line 640">
            <a:extLst>
              <a:ext uri="{FF2B5EF4-FFF2-40B4-BE49-F238E27FC236}">
                <a16:creationId xmlns:a16="http://schemas.microsoft.com/office/drawing/2014/main" id="{FFF94DE1-28C0-4080-AD67-8FC802D6E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0" name="Line 641">
            <a:extLst>
              <a:ext uri="{FF2B5EF4-FFF2-40B4-BE49-F238E27FC236}">
                <a16:creationId xmlns:a16="http://schemas.microsoft.com/office/drawing/2014/main" id="{2335A1BD-2628-B267-4B49-EDE1EB437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33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1" name="Line 642">
            <a:extLst>
              <a:ext uri="{FF2B5EF4-FFF2-40B4-BE49-F238E27FC236}">
                <a16:creationId xmlns:a16="http://schemas.microsoft.com/office/drawing/2014/main" id="{69C63470-6B42-64B2-686E-7A8DA3008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46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2" name="Line 643">
            <a:extLst>
              <a:ext uri="{FF2B5EF4-FFF2-40B4-BE49-F238E27FC236}">
                <a16:creationId xmlns:a16="http://schemas.microsoft.com/office/drawing/2014/main" id="{402A7577-867E-A2D4-992D-357D21B70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59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3" name="Line 644">
            <a:extLst>
              <a:ext uri="{FF2B5EF4-FFF2-40B4-BE49-F238E27FC236}">
                <a16:creationId xmlns:a16="http://schemas.microsoft.com/office/drawing/2014/main" id="{31C43317-E81A-32BA-9BCB-82712A430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720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4" name="Line 645">
            <a:extLst>
              <a:ext uri="{FF2B5EF4-FFF2-40B4-BE49-F238E27FC236}">
                <a16:creationId xmlns:a16="http://schemas.microsoft.com/office/drawing/2014/main" id="{A8591856-BB5A-0E41-8114-E82AE87D0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4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5" name="Line 646">
            <a:extLst>
              <a:ext uri="{FF2B5EF4-FFF2-40B4-BE49-F238E27FC236}">
                <a16:creationId xmlns:a16="http://schemas.microsoft.com/office/drawing/2014/main" id="{914E6974-150A-8572-7FCB-0A07159AF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0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6" name="Line 647">
            <a:extLst>
              <a:ext uri="{FF2B5EF4-FFF2-40B4-BE49-F238E27FC236}">
                <a16:creationId xmlns:a16="http://schemas.microsoft.com/office/drawing/2014/main" id="{ECE37CCE-A48D-AFB8-CAE4-987595FBE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1025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7" name="Line 648">
            <a:extLst>
              <a:ext uri="{FF2B5EF4-FFF2-40B4-BE49-F238E27FC236}">
                <a16:creationId xmlns:a16="http://schemas.microsoft.com/office/drawing/2014/main" id="{EBC076FA-10B3-E4A1-F3FB-5BE97F6D5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2300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8" name="Line 649">
            <a:extLst>
              <a:ext uri="{FF2B5EF4-FFF2-40B4-BE49-F238E27FC236}">
                <a16:creationId xmlns:a16="http://schemas.microsoft.com/office/drawing/2014/main" id="{7F1664CB-99C4-1B54-F8D2-C138FA0E2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35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9" name="Line 650">
            <a:extLst>
              <a:ext uri="{FF2B5EF4-FFF2-40B4-BE49-F238E27FC236}">
                <a16:creationId xmlns:a16="http://schemas.microsoft.com/office/drawing/2014/main" id="{FB8F8978-0696-8916-C610-3902D8D1C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0" name="Line 651">
            <a:extLst>
              <a:ext uri="{FF2B5EF4-FFF2-40B4-BE49-F238E27FC236}">
                <a16:creationId xmlns:a16="http://schemas.microsoft.com/office/drawing/2014/main" id="{B8BE49DD-B294-80F5-7D87-406217A9A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61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1" name="Line 652">
            <a:extLst>
              <a:ext uri="{FF2B5EF4-FFF2-40B4-BE49-F238E27FC236}">
                <a16:creationId xmlns:a16="http://schemas.microsoft.com/office/drawing/2014/main" id="{0F4AEF21-A4B3-8604-BD45-E421B8252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740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2" name="Line 653">
            <a:extLst>
              <a:ext uri="{FF2B5EF4-FFF2-40B4-BE49-F238E27FC236}">
                <a16:creationId xmlns:a16="http://schemas.microsoft.com/office/drawing/2014/main" id="{A4ED661A-7E1B-5853-C380-2CABD954AA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7089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3" name="Line 654">
            <a:extLst>
              <a:ext uri="{FF2B5EF4-FFF2-40B4-BE49-F238E27FC236}">
                <a16:creationId xmlns:a16="http://schemas.microsoft.com/office/drawing/2014/main" id="{F6A83AAF-7254-1D45-FC1F-CD3587431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8364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4" name="Line 655">
            <a:extLst>
              <a:ext uri="{FF2B5EF4-FFF2-40B4-BE49-F238E27FC236}">
                <a16:creationId xmlns:a16="http://schemas.microsoft.com/office/drawing/2014/main" id="{034A4842-2569-7F73-5A1F-79D57A8FE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9639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5" name="Line 656">
            <a:extLst>
              <a:ext uri="{FF2B5EF4-FFF2-40B4-BE49-F238E27FC236}">
                <a16:creationId xmlns:a16="http://schemas.microsoft.com/office/drawing/2014/main" id="{7DB11B39-7B3F-D331-EF7A-2CC9A540B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0914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6" name="Line 657">
            <a:extLst>
              <a:ext uri="{FF2B5EF4-FFF2-40B4-BE49-F238E27FC236}">
                <a16:creationId xmlns:a16="http://schemas.microsoft.com/office/drawing/2014/main" id="{B6A6EE79-C8FF-25AC-8985-A278876B0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2189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7" name="Line 658">
            <a:extLst>
              <a:ext uri="{FF2B5EF4-FFF2-40B4-BE49-F238E27FC236}">
                <a16:creationId xmlns:a16="http://schemas.microsoft.com/office/drawing/2014/main" id="{E20149DA-1C2B-7FEE-11F1-C0249038C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3464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8" name="Line 659">
            <a:extLst>
              <a:ext uri="{FF2B5EF4-FFF2-40B4-BE49-F238E27FC236}">
                <a16:creationId xmlns:a16="http://schemas.microsoft.com/office/drawing/2014/main" id="{4D9717A9-B4DD-6ECD-FE4D-10EB4A26C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4739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9" name="Line 660">
            <a:extLst>
              <a:ext uri="{FF2B5EF4-FFF2-40B4-BE49-F238E27FC236}">
                <a16:creationId xmlns:a16="http://schemas.microsoft.com/office/drawing/2014/main" id="{AA0CBF90-9729-64A2-2E2F-6DC2F0D7E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6014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0" name="Line 661">
            <a:extLst>
              <a:ext uri="{FF2B5EF4-FFF2-40B4-BE49-F238E27FC236}">
                <a16:creationId xmlns:a16="http://schemas.microsoft.com/office/drawing/2014/main" id="{2E29FCD9-52A2-D8A5-E3E5-BC1F4F625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7289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1" name="Line 662">
            <a:extLst>
              <a:ext uri="{FF2B5EF4-FFF2-40B4-BE49-F238E27FC236}">
                <a16:creationId xmlns:a16="http://schemas.microsoft.com/office/drawing/2014/main" id="{9AFE933E-9FDF-7A18-2B5B-4487564AA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8564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2" name="Line 663">
            <a:extLst>
              <a:ext uri="{FF2B5EF4-FFF2-40B4-BE49-F238E27FC236}">
                <a16:creationId xmlns:a16="http://schemas.microsoft.com/office/drawing/2014/main" id="{D4B02405-C798-44C2-E8F5-EF13CA5CE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9839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3" name="Line 664">
            <a:extLst>
              <a:ext uri="{FF2B5EF4-FFF2-40B4-BE49-F238E27FC236}">
                <a16:creationId xmlns:a16="http://schemas.microsoft.com/office/drawing/2014/main" id="{560C4C81-AD94-2B8B-3741-EDE070FD6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1114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4" name="Line 665">
            <a:extLst>
              <a:ext uri="{FF2B5EF4-FFF2-40B4-BE49-F238E27FC236}">
                <a16:creationId xmlns:a16="http://schemas.microsoft.com/office/drawing/2014/main" id="{204E6E78-2C0D-CE2A-8216-42CC013F6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0801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5" name="Line 666">
            <a:extLst>
              <a:ext uri="{FF2B5EF4-FFF2-40B4-BE49-F238E27FC236}">
                <a16:creationId xmlns:a16="http://schemas.microsoft.com/office/drawing/2014/main" id="{10FEE77A-5A74-E96B-8CFA-F18C60702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2076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6" name="Line 667">
            <a:extLst>
              <a:ext uri="{FF2B5EF4-FFF2-40B4-BE49-F238E27FC236}">
                <a16:creationId xmlns:a16="http://schemas.microsoft.com/office/drawing/2014/main" id="{A3227D41-5F11-EB51-75AA-E9F4826E5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3351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7" name="Line 668">
            <a:extLst>
              <a:ext uri="{FF2B5EF4-FFF2-40B4-BE49-F238E27FC236}">
                <a16:creationId xmlns:a16="http://schemas.microsoft.com/office/drawing/2014/main" id="{DF2FD391-8F81-EE9A-93C2-82A81DBE9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4626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8" name="Line 669">
            <a:extLst>
              <a:ext uri="{FF2B5EF4-FFF2-40B4-BE49-F238E27FC236}">
                <a16:creationId xmlns:a16="http://schemas.microsoft.com/office/drawing/2014/main" id="{9EB9D1E3-61B9-0652-8A4D-8A5027B89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5901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9" name="Line 670">
            <a:extLst>
              <a:ext uri="{FF2B5EF4-FFF2-40B4-BE49-F238E27FC236}">
                <a16:creationId xmlns:a16="http://schemas.microsoft.com/office/drawing/2014/main" id="{2B8D2783-75AC-D1DD-8B5B-8C8E808F2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7176" y="4225925"/>
            <a:ext cx="22225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0" name="Line 671">
            <a:extLst>
              <a:ext uri="{FF2B5EF4-FFF2-40B4-BE49-F238E27FC236}">
                <a16:creationId xmlns:a16="http://schemas.microsoft.com/office/drawing/2014/main" id="{63DB593F-251F-7E0A-7BA8-8DE850354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0039" y="4225925"/>
            <a:ext cx="20637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1" name="Line 672">
            <a:extLst>
              <a:ext uri="{FF2B5EF4-FFF2-40B4-BE49-F238E27FC236}">
                <a16:creationId xmlns:a16="http://schemas.microsoft.com/office/drawing/2014/main" id="{CF4E8C18-5615-64BE-776D-029AC58D1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131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2" name="Line 673">
            <a:extLst>
              <a:ext uri="{FF2B5EF4-FFF2-40B4-BE49-F238E27FC236}">
                <a16:creationId xmlns:a16="http://schemas.microsoft.com/office/drawing/2014/main" id="{84A812CF-8E7E-06C7-6CD0-3628652D5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258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3" name="Line 674">
            <a:extLst>
              <a:ext uri="{FF2B5EF4-FFF2-40B4-BE49-F238E27FC236}">
                <a16:creationId xmlns:a16="http://schemas.microsoft.com/office/drawing/2014/main" id="{28C19EF3-E3C9-40DF-280F-04856C0A44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386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4" name="Line 675">
            <a:extLst>
              <a:ext uri="{FF2B5EF4-FFF2-40B4-BE49-F238E27FC236}">
                <a16:creationId xmlns:a16="http://schemas.microsoft.com/office/drawing/2014/main" id="{AAE15BF3-477A-8A4C-B999-A4DA749E5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513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5" name="Line 676">
            <a:extLst>
              <a:ext uri="{FF2B5EF4-FFF2-40B4-BE49-F238E27FC236}">
                <a16:creationId xmlns:a16="http://schemas.microsoft.com/office/drawing/2014/main" id="{1956ED55-F4B3-0BB1-CDA1-0083F69EF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641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6" name="Line 677">
            <a:extLst>
              <a:ext uri="{FF2B5EF4-FFF2-40B4-BE49-F238E27FC236}">
                <a16:creationId xmlns:a16="http://schemas.microsoft.com/office/drawing/2014/main" id="{13F34713-7DAB-A1A5-5487-6A3D6734D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7688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7" name="Line 678">
            <a:extLst>
              <a:ext uri="{FF2B5EF4-FFF2-40B4-BE49-F238E27FC236}">
                <a16:creationId xmlns:a16="http://schemas.microsoft.com/office/drawing/2014/main" id="{4FA2E1FB-5AEF-4E0C-9845-77A5E2B62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8963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8" name="Line 679">
            <a:extLst>
              <a:ext uri="{FF2B5EF4-FFF2-40B4-BE49-F238E27FC236}">
                <a16:creationId xmlns:a16="http://schemas.microsoft.com/office/drawing/2014/main" id="{37232579-538F-2749-8F63-567A08391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86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9" name="Line 680">
            <a:extLst>
              <a:ext uri="{FF2B5EF4-FFF2-40B4-BE49-F238E27FC236}">
                <a16:creationId xmlns:a16="http://schemas.microsoft.com/office/drawing/2014/main" id="{05BC3AF2-BA4F-C24F-2533-CCD29A545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992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0" name="Line 681">
            <a:extLst>
              <a:ext uri="{FF2B5EF4-FFF2-40B4-BE49-F238E27FC236}">
                <a16:creationId xmlns:a16="http://schemas.microsoft.com/office/drawing/2014/main" id="{753657B4-AF20-9F4B-B429-8A2277BDCF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120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1" name="Line 682">
            <a:extLst>
              <a:ext uri="{FF2B5EF4-FFF2-40B4-BE49-F238E27FC236}">
                <a16:creationId xmlns:a16="http://schemas.microsoft.com/office/drawing/2014/main" id="{FFDC5513-0FA3-0763-1356-0D5966F0E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2475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2" name="Line 683">
            <a:extLst>
              <a:ext uri="{FF2B5EF4-FFF2-40B4-BE49-F238E27FC236}">
                <a16:creationId xmlns:a16="http://schemas.microsoft.com/office/drawing/2014/main" id="{8F68622B-29DF-59F6-E1B8-1AD359853D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3750" y="4225925"/>
            <a:ext cx="20638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3" name="Line 684">
            <a:extLst>
              <a:ext uri="{FF2B5EF4-FFF2-40B4-BE49-F238E27FC236}">
                <a16:creationId xmlns:a16="http://schemas.microsoft.com/office/drawing/2014/main" id="{C720C4FC-9ED1-D018-86BD-84BE7823C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5025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4" name="Line 685">
            <a:extLst>
              <a:ext uri="{FF2B5EF4-FFF2-40B4-BE49-F238E27FC236}">
                <a16:creationId xmlns:a16="http://schemas.microsoft.com/office/drawing/2014/main" id="{DB093107-355C-B43E-1435-7E203B0ED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6300" y="4225925"/>
            <a:ext cx="19050" cy="1588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5" name="Line 686">
            <a:extLst>
              <a:ext uri="{FF2B5EF4-FFF2-40B4-BE49-F238E27FC236}">
                <a16:creationId xmlns:a16="http://schemas.microsoft.com/office/drawing/2014/main" id="{F2BDF5BA-558A-6AD5-E401-B31EE67522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6101" y="5138739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6" name="Line 687">
            <a:extLst>
              <a:ext uri="{FF2B5EF4-FFF2-40B4-BE49-F238E27FC236}">
                <a16:creationId xmlns:a16="http://schemas.microsoft.com/office/drawing/2014/main" id="{2FFEEDA4-6969-A924-7B85-3086EF8AA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8925" y="5138739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7" name="Rectangle 688">
            <a:extLst>
              <a:ext uri="{FF2B5EF4-FFF2-40B4-BE49-F238E27FC236}">
                <a16:creationId xmlns:a16="http://schemas.microsoft.com/office/drawing/2014/main" id="{DD076EC3-66F6-4B7D-053E-6F51896A5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338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1</a:t>
            </a:r>
            <a:endParaRPr lang="en-US" altLang="en-US"/>
          </a:p>
        </p:txBody>
      </p:sp>
      <p:sp>
        <p:nvSpPr>
          <p:cNvPr id="20568" name="Line 689">
            <a:extLst>
              <a:ext uri="{FF2B5EF4-FFF2-40B4-BE49-F238E27FC236}">
                <a16:creationId xmlns:a16="http://schemas.microsoft.com/office/drawing/2014/main" id="{07E3C642-917E-70A7-42B4-A0F0AECE2B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74076" y="5138739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9" name="Line 690">
            <a:extLst>
              <a:ext uri="{FF2B5EF4-FFF2-40B4-BE49-F238E27FC236}">
                <a16:creationId xmlns:a16="http://schemas.microsoft.com/office/drawing/2014/main" id="{86C4DE4C-5A91-969B-03F9-A91465405B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6900" y="5138739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0" name="Rectangle 691">
            <a:extLst>
              <a:ext uri="{FF2B5EF4-FFF2-40B4-BE49-F238E27FC236}">
                <a16:creationId xmlns:a16="http://schemas.microsoft.com/office/drawing/2014/main" id="{C3998462-8804-8776-D40C-4EE59AE38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9313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9</a:t>
            </a:r>
            <a:endParaRPr lang="en-US" altLang="en-US"/>
          </a:p>
        </p:txBody>
      </p:sp>
      <p:sp>
        <p:nvSpPr>
          <p:cNvPr id="20571" name="Line 692">
            <a:extLst>
              <a:ext uri="{FF2B5EF4-FFF2-40B4-BE49-F238E27FC236}">
                <a16:creationId xmlns:a16="http://schemas.microsoft.com/office/drawing/2014/main" id="{25F3BA24-8ECD-45AA-7B73-4C74BDE28A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1314" y="5138739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2" name="Line 693">
            <a:extLst>
              <a:ext uri="{FF2B5EF4-FFF2-40B4-BE49-F238E27FC236}">
                <a16:creationId xmlns:a16="http://schemas.microsoft.com/office/drawing/2014/main" id="{3ED1E52C-C55C-1E1F-D85A-2B5CE9FEE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4138" y="5138739"/>
            <a:ext cx="512762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3" name="Rectangle 694">
            <a:extLst>
              <a:ext uri="{FF2B5EF4-FFF2-40B4-BE49-F238E27FC236}">
                <a16:creationId xmlns:a16="http://schemas.microsoft.com/office/drawing/2014/main" id="{6D2724C1-83C5-BABC-48F9-A868AC09D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8</a:t>
            </a:r>
            <a:endParaRPr lang="en-US" altLang="en-US"/>
          </a:p>
        </p:txBody>
      </p:sp>
      <p:sp>
        <p:nvSpPr>
          <p:cNvPr id="20574" name="Line 695">
            <a:extLst>
              <a:ext uri="{FF2B5EF4-FFF2-40B4-BE49-F238E27FC236}">
                <a16:creationId xmlns:a16="http://schemas.microsoft.com/office/drawing/2014/main" id="{23AE5E92-BDC7-3AF3-80E2-04CB77C0AC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46964" y="5138739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5" name="Line 696">
            <a:extLst>
              <a:ext uri="{FF2B5EF4-FFF2-40B4-BE49-F238E27FC236}">
                <a16:creationId xmlns:a16="http://schemas.microsoft.com/office/drawing/2014/main" id="{4AB78C59-4E7E-9AAE-5639-351A58C1C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8200" y="5138739"/>
            <a:ext cx="5159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6" name="Rectangle 697">
            <a:extLst>
              <a:ext uri="{FF2B5EF4-FFF2-40B4-BE49-F238E27FC236}">
                <a16:creationId xmlns:a16="http://schemas.microsoft.com/office/drawing/2014/main" id="{05423EB1-C206-1BC9-0FB7-7D9F36334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7</a:t>
            </a:r>
            <a:endParaRPr lang="en-US" altLang="en-US"/>
          </a:p>
        </p:txBody>
      </p:sp>
      <p:sp>
        <p:nvSpPr>
          <p:cNvPr id="20577" name="Line 698">
            <a:extLst>
              <a:ext uri="{FF2B5EF4-FFF2-40B4-BE49-F238E27FC236}">
                <a16:creationId xmlns:a16="http://schemas.microsoft.com/office/drawing/2014/main" id="{2A15E0E8-D56B-3E6F-3526-39FBB4BF4C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1025" y="5138739"/>
            <a:ext cx="1588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8" name="Line 699">
            <a:extLst>
              <a:ext uri="{FF2B5EF4-FFF2-40B4-BE49-F238E27FC236}">
                <a16:creationId xmlns:a16="http://schemas.microsoft.com/office/drawing/2014/main" id="{55B398E1-D13A-6AFF-2BBF-0404A1DDF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3850" y="5138739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9" name="Rectangle 700">
            <a:extLst>
              <a:ext uri="{FF2B5EF4-FFF2-40B4-BE49-F238E27FC236}">
                <a16:creationId xmlns:a16="http://schemas.microsoft.com/office/drawing/2014/main" id="{C6D6044B-4770-7AD8-2C8A-7398B5D14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6</a:t>
            </a:r>
            <a:endParaRPr lang="en-US" altLang="en-US"/>
          </a:p>
        </p:txBody>
      </p:sp>
      <p:sp>
        <p:nvSpPr>
          <p:cNvPr id="20580" name="Line 701">
            <a:extLst>
              <a:ext uri="{FF2B5EF4-FFF2-40B4-BE49-F238E27FC236}">
                <a16:creationId xmlns:a16="http://schemas.microsoft.com/office/drawing/2014/main" id="{0DC55241-1362-3633-F651-543F1FCD04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5089" y="5138739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1" name="Line 702">
            <a:extLst>
              <a:ext uri="{FF2B5EF4-FFF2-40B4-BE49-F238E27FC236}">
                <a16:creationId xmlns:a16="http://schemas.microsoft.com/office/drawing/2014/main" id="{280000E7-23DE-0DB8-0D58-34104981E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7914" y="5138739"/>
            <a:ext cx="515937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2" name="Rectangle 703">
            <a:extLst>
              <a:ext uri="{FF2B5EF4-FFF2-40B4-BE49-F238E27FC236}">
                <a16:creationId xmlns:a16="http://schemas.microsoft.com/office/drawing/2014/main" id="{C1C17DB2-927B-937F-ADC0-D8B0AA691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5</a:t>
            </a:r>
            <a:endParaRPr lang="en-US" altLang="en-US"/>
          </a:p>
        </p:txBody>
      </p:sp>
      <p:sp>
        <p:nvSpPr>
          <p:cNvPr id="20583" name="Line 704">
            <a:extLst>
              <a:ext uri="{FF2B5EF4-FFF2-40B4-BE49-F238E27FC236}">
                <a16:creationId xmlns:a16="http://schemas.microsoft.com/office/drawing/2014/main" id="{B94C9C88-B2A3-3427-A67B-407D435B76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0739" y="5138739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4" name="Line 705">
            <a:extLst>
              <a:ext uri="{FF2B5EF4-FFF2-40B4-BE49-F238E27FC236}">
                <a16:creationId xmlns:a16="http://schemas.microsoft.com/office/drawing/2014/main" id="{254B8BDA-E0B0-961A-7277-9C78E0E6E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3563" y="5138739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5" name="Rectangle 706">
            <a:extLst>
              <a:ext uri="{FF2B5EF4-FFF2-40B4-BE49-F238E27FC236}">
                <a16:creationId xmlns:a16="http://schemas.microsoft.com/office/drawing/2014/main" id="{395B33C8-9E10-8F64-5BC8-3E454D2E9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975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4</a:t>
            </a:r>
            <a:endParaRPr lang="en-US" altLang="en-US"/>
          </a:p>
        </p:txBody>
      </p:sp>
      <p:sp>
        <p:nvSpPr>
          <p:cNvPr id="20586" name="Line 707">
            <a:extLst>
              <a:ext uri="{FF2B5EF4-FFF2-40B4-BE49-F238E27FC236}">
                <a16:creationId xmlns:a16="http://schemas.microsoft.com/office/drawing/2014/main" id="{96225F29-41B1-5AB7-BCBA-0BDD08F171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6389" y="5138739"/>
            <a:ext cx="3175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7" name="Line 708">
            <a:extLst>
              <a:ext uri="{FF2B5EF4-FFF2-40B4-BE49-F238E27FC236}">
                <a16:creationId xmlns:a16="http://schemas.microsoft.com/office/drawing/2014/main" id="{7E8F2CF3-C833-C1FA-F013-3F616EA21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213" y="5138739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8" name="Rectangle 709">
            <a:extLst>
              <a:ext uri="{FF2B5EF4-FFF2-40B4-BE49-F238E27FC236}">
                <a16:creationId xmlns:a16="http://schemas.microsoft.com/office/drawing/2014/main" id="{C71E9403-D912-2C45-FB3E-C4BF147A4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3</a:t>
            </a:r>
            <a:endParaRPr lang="en-US" altLang="en-US"/>
          </a:p>
        </p:txBody>
      </p:sp>
      <p:sp>
        <p:nvSpPr>
          <p:cNvPr id="20589" name="Line 710">
            <a:extLst>
              <a:ext uri="{FF2B5EF4-FFF2-40B4-BE49-F238E27FC236}">
                <a16:creationId xmlns:a16="http://schemas.microsoft.com/office/drawing/2014/main" id="{89D4166A-E84B-AE28-BB92-F47FCCC454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2039" y="5138739"/>
            <a:ext cx="1587" cy="128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90" name="Line 711">
            <a:extLst>
              <a:ext uri="{FF2B5EF4-FFF2-40B4-BE49-F238E27FC236}">
                <a16:creationId xmlns:a16="http://schemas.microsoft.com/office/drawing/2014/main" id="{373F8428-2724-2611-7C43-592707A00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4863" y="5138739"/>
            <a:ext cx="51435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91" name="Rectangle 712">
            <a:extLst>
              <a:ext uri="{FF2B5EF4-FFF2-40B4-BE49-F238E27FC236}">
                <a16:creationId xmlns:a16="http://schemas.microsoft.com/office/drawing/2014/main" id="{0DB55B6D-0DCA-6F07-FA10-C527584E5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54562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</a:rPr>
              <a:t>2</a:t>
            </a:r>
            <a:endParaRPr lang="en-US" altLang="en-US"/>
          </a:p>
        </p:txBody>
      </p:sp>
      <p:sp>
        <p:nvSpPr>
          <p:cNvPr id="171721" name="Freeform 713">
            <a:extLst>
              <a:ext uri="{FF2B5EF4-FFF2-40B4-BE49-F238E27FC236}">
                <a16:creationId xmlns:a16="http://schemas.microsoft.com/office/drawing/2014/main" id="{8798B965-6D0E-4EE5-67B4-062DEB5A7857}"/>
              </a:ext>
            </a:extLst>
          </p:cNvPr>
          <p:cNvSpPr>
            <a:spLocks/>
          </p:cNvSpPr>
          <p:nvPr/>
        </p:nvSpPr>
        <p:spPr bwMode="auto">
          <a:xfrm>
            <a:off x="4349750" y="4765676"/>
            <a:ext cx="1543050" cy="131763"/>
          </a:xfrm>
          <a:custGeom>
            <a:avLst/>
            <a:gdLst>
              <a:gd name="T0" fmla="*/ 2147483647 w 863"/>
              <a:gd name="T1" fmla="*/ 2147483647 h 72"/>
              <a:gd name="T2" fmla="*/ 2147483647 w 863"/>
              <a:gd name="T3" fmla="*/ 2147483647 h 72"/>
              <a:gd name="T4" fmla="*/ 2147483647 w 863"/>
              <a:gd name="T5" fmla="*/ 2147483647 h 72"/>
              <a:gd name="T6" fmla="*/ 2147483647 w 863"/>
              <a:gd name="T7" fmla="*/ 2147483647 h 72"/>
              <a:gd name="T8" fmla="*/ 2147483647 w 863"/>
              <a:gd name="T9" fmla="*/ 2147483647 h 72"/>
              <a:gd name="T10" fmla="*/ 2147483647 w 863"/>
              <a:gd name="T11" fmla="*/ 2147483647 h 72"/>
              <a:gd name="T12" fmla="*/ 2147483647 w 863"/>
              <a:gd name="T13" fmla="*/ 0 h 72"/>
              <a:gd name="T14" fmla="*/ 2147483647 w 863"/>
              <a:gd name="T15" fmla="*/ 0 h 72"/>
              <a:gd name="T16" fmla="*/ 2147483647 w 863"/>
              <a:gd name="T17" fmla="*/ 2147483647 h 72"/>
              <a:gd name="T18" fmla="*/ 0 w 863"/>
              <a:gd name="T19" fmla="*/ 2147483647 h 72"/>
              <a:gd name="T20" fmla="*/ 0 w 863"/>
              <a:gd name="T21" fmla="*/ 2147483647 h 72"/>
              <a:gd name="T22" fmla="*/ 2147483647 w 863"/>
              <a:gd name="T23" fmla="*/ 2147483647 h 72"/>
              <a:gd name="T24" fmla="*/ 2147483647 w 863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2"/>
              <a:gd name="T41" fmla="*/ 863 w 863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2">
                <a:moveTo>
                  <a:pt x="5" y="72"/>
                </a:moveTo>
                <a:lnTo>
                  <a:pt x="857" y="72"/>
                </a:lnTo>
                <a:lnTo>
                  <a:pt x="861" y="70"/>
                </a:lnTo>
                <a:lnTo>
                  <a:pt x="863" y="66"/>
                </a:lnTo>
                <a:lnTo>
                  <a:pt x="863" y="6"/>
                </a:lnTo>
                <a:lnTo>
                  <a:pt x="861" y="2"/>
                </a:lnTo>
                <a:lnTo>
                  <a:pt x="857" y="0"/>
                </a:lnTo>
                <a:lnTo>
                  <a:pt x="5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5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23" name="Freeform 715">
            <a:extLst>
              <a:ext uri="{FF2B5EF4-FFF2-40B4-BE49-F238E27FC236}">
                <a16:creationId xmlns:a16="http://schemas.microsoft.com/office/drawing/2014/main" id="{BB881DD0-6D20-00EB-ED20-F705076128BC}"/>
              </a:ext>
            </a:extLst>
          </p:cNvPr>
          <p:cNvSpPr>
            <a:spLocks/>
          </p:cNvSpPr>
          <p:nvPr/>
        </p:nvSpPr>
        <p:spPr bwMode="auto">
          <a:xfrm>
            <a:off x="5378450" y="4521201"/>
            <a:ext cx="2058988" cy="131763"/>
          </a:xfrm>
          <a:custGeom>
            <a:avLst/>
            <a:gdLst>
              <a:gd name="T0" fmla="*/ 2147483647 w 1151"/>
              <a:gd name="T1" fmla="*/ 2147483647 h 72"/>
              <a:gd name="T2" fmla="*/ 2147483647 w 1151"/>
              <a:gd name="T3" fmla="*/ 2147483647 h 72"/>
              <a:gd name="T4" fmla="*/ 2147483647 w 1151"/>
              <a:gd name="T5" fmla="*/ 2147483647 h 72"/>
              <a:gd name="T6" fmla="*/ 2147483647 w 1151"/>
              <a:gd name="T7" fmla="*/ 2147483647 h 72"/>
              <a:gd name="T8" fmla="*/ 2147483647 w 1151"/>
              <a:gd name="T9" fmla="*/ 2147483647 h 72"/>
              <a:gd name="T10" fmla="*/ 2147483647 w 1151"/>
              <a:gd name="T11" fmla="*/ 2147483647 h 72"/>
              <a:gd name="T12" fmla="*/ 2147483647 w 1151"/>
              <a:gd name="T13" fmla="*/ 0 h 72"/>
              <a:gd name="T14" fmla="*/ 2147483647 w 1151"/>
              <a:gd name="T15" fmla="*/ 0 h 72"/>
              <a:gd name="T16" fmla="*/ 2147483647 w 1151"/>
              <a:gd name="T17" fmla="*/ 2147483647 h 72"/>
              <a:gd name="T18" fmla="*/ 0 w 1151"/>
              <a:gd name="T19" fmla="*/ 2147483647 h 72"/>
              <a:gd name="T20" fmla="*/ 0 w 1151"/>
              <a:gd name="T21" fmla="*/ 2147483647 h 72"/>
              <a:gd name="T22" fmla="*/ 2147483647 w 1151"/>
              <a:gd name="T23" fmla="*/ 2147483647 h 72"/>
              <a:gd name="T24" fmla="*/ 2147483647 w 1151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51"/>
              <a:gd name="T40" fmla="*/ 0 h 72"/>
              <a:gd name="T41" fmla="*/ 1151 w 1151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51" h="72">
                <a:moveTo>
                  <a:pt x="6" y="72"/>
                </a:moveTo>
                <a:lnTo>
                  <a:pt x="1146" y="72"/>
                </a:lnTo>
                <a:lnTo>
                  <a:pt x="1150" y="70"/>
                </a:lnTo>
                <a:lnTo>
                  <a:pt x="1151" y="66"/>
                </a:lnTo>
                <a:lnTo>
                  <a:pt x="1151" y="6"/>
                </a:lnTo>
                <a:lnTo>
                  <a:pt x="1150" y="2"/>
                </a:lnTo>
                <a:lnTo>
                  <a:pt x="1146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27" name="Freeform 719">
            <a:extLst>
              <a:ext uri="{FF2B5EF4-FFF2-40B4-BE49-F238E27FC236}">
                <a16:creationId xmlns:a16="http://schemas.microsoft.com/office/drawing/2014/main" id="{3752D468-00F0-FE08-CE1B-022452186EB6}"/>
              </a:ext>
            </a:extLst>
          </p:cNvPr>
          <p:cNvSpPr>
            <a:spLocks/>
          </p:cNvSpPr>
          <p:nvPr/>
        </p:nvSpPr>
        <p:spPr bwMode="auto">
          <a:xfrm>
            <a:off x="6923089" y="4216400"/>
            <a:ext cx="1544637" cy="128588"/>
          </a:xfrm>
          <a:custGeom>
            <a:avLst/>
            <a:gdLst>
              <a:gd name="T0" fmla="*/ 2147483647 w 863"/>
              <a:gd name="T1" fmla="*/ 2147483647 h 71"/>
              <a:gd name="T2" fmla="*/ 2147483647 w 863"/>
              <a:gd name="T3" fmla="*/ 2147483647 h 71"/>
              <a:gd name="T4" fmla="*/ 2147483647 w 863"/>
              <a:gd name="T5" fmla="*/ 2147483647 h 71"/>
              <a:gd name="T6" fmla="*/ 2147483647 w 863"/>
              <a:gd name="T7" fmla="*/ 2147483647 h 71"/>
              <a:gd name="T8" fmla="*/ 2147483647 w 863"/>
              <a:gd name="T9" fmla="*/ 2147483647 h 71"/>
              <a:gd name="T10" fmla="*/ 2147483647 w 863"/>
              <a:gd name="T11" fmla="*/ 2147483647 h 71"/>
              <a:gd name="T12" fmla="*/ 2147483647 w 863"/>
              <a:gd name="T13" fmla="*/ 0 h 71"/>
              <a:gd name="T14" fmla="*/ 2147483647 w 863"/>
              <a:gd name="T15" fmla="*/ 0 h 71"/>
              <a:gd name="T16" fmla="*/ 2147483647 w 863"/>
              <a:gd name="T17" fmla="*/ 2147483647 h 71"/>
              <a:gd name="T18" fmla="*/ 0 w 863"/>
              <a:gd name="T19" fmla="*/ 2147483647 h 71"/>
              <a:gd name="T20" fmla="*/ 0 w 863"/>
              <a:gd name="T21" fmla="*/ 2147483647 h 71"/>
              <a:gd name="T22" fmla="*/ 2147483647 w 863"/>
              <a:gd name="T23" fmla="*/ 2147483647 h 71"/>
              <a:gd name="T24" fmla="*/ 2147483647 w 863"/>
              <a:gd name="T25" fmla="*/ 2147483647 h 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1"/>
              <a:gd name="T41" fmla="*/ 863 w 863"/>
              <a:gd name="T42" fmla="*/ 71 h 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1">
                <a:moveTo>
                  <a:pt x="5" y="71"/>
                </a:moveTo>
                <a:lnTo>
                  <a:pt x="857" y="71"/>
                </a:lnTo>
                <a:lnTo>
                  <a:pt x="862" y="69"/>
                </a:lnTo>
                <a:lnTo>
                  <a:pt x="863" y="66"/>
                </a:lnTo>
                <a:lnTo>
                  <a:pt x="863" y="5"/>
                </a:lnTo>
                <a:lnTo>
                  <a:pt x="862" y="1"/>
                </a:lnTo>
                <a:lnTo>
                  <a:pt x="857" y="0"/>
                </a:lnTo>
                <a:lnTo>
                  <a:pt x="5" y="0"/>
                </a:lnTo>
                <a:lnTo>
                  <a:pt x="2" y="1"/>
                </a:lnTo>
                <a:lnTo>
                  <a:pt x="0" y="5"/>
                </a:lnTo>
                <a:lnTo>
                  <a:pt x="0" y="66"/>
                </a:lnTo>
                <a:lnTo>
                  <a:pt x="2" y="69"/>
                </a:lnTo>
                <a:lnTo>
                  <a:pt x="5" y="71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29" name="Freeform 721">
            <a:extLst>
              <a:ext uri="{FF2B5EF4-FFF2-40B4-BE49-F238E27FC236}">
                <a16:creationId xmlns:a16="http://schemas.microsoft.com/office/drawing/2014/main" id="{6868B073-EA73-2EED-25BB-D03046101917}"/>
              </a:ext>
            </a:extLst>
          </p:cNvPr>
          <p:cNvSpPr>
            <a:spLocks/>
          </p:cNvSpPr>
          <p:nvPr/>
        </p:nvSpPr>
        <p:spPr bwMode="auto">
          <a:xfrm>
            <a:off x="7437438" y="4770438"/>
            <a:ext cx="514350" cy="131762"/>
          </a:xfrm>
          <a:custGeom>
            <a:avLst/>
            <a:gdLst>
              <a:gd name="T0" fmla="*/ 2147483647 w 288"/>
              <a:gd name="T1" fmla="*/ 2147483647 h 72"/>
              <a:gd name="T2" fmla="*/ 2147483647 w 288"/>
              <a:gd name="T3" fmla="*/ 2147483647 h 72"/>
              <a:gd name="T4" fmla="*/ 2147483647 w 288"/>
              <a:gd name="T5" fmla="*/ 2147483647 h 72"/>
              <a:gd name="T6" fmla="*/ 2147483647 w 288"/>
              <a:gd name="T7" fmla="*/ 2147483647 h 72"/>
              <a:gd name="T8" fmla="*/ 2147483647 w 288"/>
              <a:gd name="T9" fmla="*/ 2147483647 h 72"/>
              <a:gd name="T10" fmla="*/ 2147483647 w 288"/>
              <a:gd name="T11" fmla="*/ 2147483647 h 72"/>
              <a:gd name="T12" fmla="*/ 2147483647 w 288"/>
              <a:gd name="T13" fmla="*/ 0 h 72"/>
              <a:gd name="T14" fmla="*/ 2147483647 w 288"/>
              <a:gd name="T15" fmla="*/ 0 h 72"/>
              <a:gd name="T16" fmla="*/ 2147483647 w 288"/>
              <a:gd name="T17" fmla="*/ 2147483647 h 72"/>
              <a:gd name="T18" fmla="*/ 0 w 288"/>
              <a:gd name="T19" fmla="*/ 2147483647 h 72"/>
              <a:gd name="T20" fmla="*/ 0 w 288"/>
              <a:gd name="T21" fmla="*/ 2147483647 h 72"/>
              <a:gd name="T22" fmla="*/ 2147483647 w 288"/>
              <a:gd name="T23" fmla="*/ 2147483647 h 72"/>
              <a:gd name="T24" fmla="*/ 2147483647 w 288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88"/>
              <a:gd name="T40" fmla="*/ 0 h 72"/>
              <a:gd name="T41" fmla="*/ 288 w 288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88" h="72">
                <a:moveTo>
                  <a:pt x="6" y="72"/>
                </a:moveTo>
                <a:lnTo>
                  <a:pt x="282" y="72"/>
                </a:lnTo>
                <a:lnTo>
                  <a:pt x="287" y="70"/>
                </a:lnTo>
                <a:lnTo>
                  <a:pt x="288" y="66"/>
                </a:lnTo>
                <a:lnTo>
                  <a:pt x="288" y="6"/>
                </a:lnTo>
                <a:lnTo>
                  <a:pt x="287" y="2"/>
                </a:lnTo>
                <a:lnTo>
                  <a:pt x="282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96" name="Rectangle 723">
            <a:extLst>
              <a:ext uri="{FF2B5EF4-FFF2-40B4-BE49-F238E27FC236}">
                <a16:creationId xmlns:a16="http://schemas.microsoft.com/office/drawing/2014/main" id="{C8AAD3C8-E984-D1C7-ED7D-3EE71972B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713288"/>
            <a:ext cx="6492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Times"/>
              </a:rPr>
              <a:t>Machine 1</a:t>
            </a:r>
            <a:endParaRPr lang="en-US" altLang="en-US"/>
          </a:p>
        </p:txBody>
      </p:sp>
      <p:sp>
        <p:nvSpPr>
          <p:cNvPr id="20597" name="Rectangle 724">
            <a:extLst>
              <a:ext uri="{FF2B5EF4-FFF2-40B4-BE49-F238E27FC236}">
                <a16:creationId xmlns:a16="http://schemas.microsoft.com/office/drawing/2014/main" id="{6C709F55-D148-25B1-B864-8FB5CDF70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179888"/>
            <a:ext cx="6492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Times"/>
              </a:rPr>
              <a:t>Machine 3</a:t>
            </a:r>
            <a:endParaRPr lang="en-US" altLang="en-US"/>
          </a:p>
        </p:txBody>
      </p:sp>
      <p:sp>
        <p:nvSpPr>
          <p:cNvPr id="20598" name="Rectangle 725">
            <a:extLst>
              <a:ext uri="{FF2B5EF4-FFF2-40B4-BE49-F238E27FC236}">
                <a16:creationId xmlns:a16="http://schemas.microsoft.com/office/drawing/2014/main" id="{45CDF821-90AE-8242-7ABB-46826E176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1" y="4454525"/>
            <a:ext cx="65562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rgbClr val="000000"/>
                </a:solidFill>
                <a:latin typeface="Times"/>
              </a:rPr>
              <a:t>Machine 2</a:t>
            </a:r>
            <a:endParaRPr lang="en-US" altLang="en-US"/>
          </a:p>
        </p:txBody>
      </p:sp>
      <p:sp>
        <p:nvSpPr>
          <p:cNvPr id="20599" name="Freeform 726">
            <a:extLst>
              <a:ext uri="{FF2B5EF4-FFF2-40B4-BE49-F238E27FC236}">
                <a16:creationId xmlns:a16="http://schemas.microsoft.com/office/drawing/2014/main" id="{2BAD3852-AB65-7AA3-C927-05F5CC10BDB1}"/>
              </a:ext>
            </a:extLst>
          </p:cNvPr>
          <p:cNvSpPr>
            <a:spLocks/>
          </p:cNvSpPr>
          <p:nvPr/>
        </p:nvSpPr>
        <p:spPr bwMode="auto">
          <a:xfrm>
            <a:off x="3841751" y="3835400"/>
            <a:ext cx="5148263" cy="1303338"/>
          </a:xfrm>
          <a:custGeom>
            <a:avLst/>
            <a:gdLst>
              <a:gd name="T0" fmla="*/ 0 w 2878"/>
              <a:gd name="T1" fmla="*/ 0 h 718"/>
              <a:gd name="T2" fmla="*/ 0 w 2878"/>
              <a:gd name="T3" fmla="*/ 2147483647 h 718"/>
              <a:gd name="T4" fmla="*/ 2147483647 w 2878"/>
              <a:gd name="T5" fmla="*/ 2147483647 h 718"/>
              <a:gd name="T6" fmla="*/ 0 60000 65536"/>
              <a:gd name="T7" fmla="*/ 0 60000 65536"/>
              <a:gd name="T8" fmla="*/ 0 60000 65536"/>
              <a:gd name="T9" fmla="*/ 0 w 2878"/>
              <a:gd name="T10" fmla="*/ 0 h 718"/>
              <a:gd name="T11" fmla="*/ 2878 w 2878"/>
              <a:gd name="T12" fmla="*/ 718 h 7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78" h="718">
                <a:moveTo>
                  <a:pt x="0" y="0"/>
                </a:moveTo>
                <a:lnTo>
                  <a:pt x="0" y="718"/>
                </a:lnTo>
                <a:lnTo>
                  <a:pt x="2878" y="71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735" name="Freeform 727">
            <a:extLst>
              <a:ext uri="{FF2B5EF4-FFF2-40B4-BE49-F238E27FC236}">
                <a16:creationId xmlns:a16="http://schemas.microsoft.com/office/drawing/2014/main" id="{D8933E92-8691-D0F6-BEE6-DCF91EF9DA2F}"/>
              </a:ext>
            </a:extLst>
          </p:cNvPr>
          <p:cNvSpPr>
            <a:spLocks/>
          </p:cNvSpPr>
          <p:nvPr/>
        </p:nvSpPr>
        <p:spPr bwMode="auto">
          <a:xfrm>
            <a:off x="4349750" y="4521201"/>
            <a:ext cx="1028700" cy="131763"/>
          </a:xfrm>
          <a:custGeom>
            <a:avLst/>
            <a:gdLst>
              <a:gd name="T0" fmla="*/ 2147483647 w 575"/>
              <a:gd name="T1" fmla="*/ 2147483647 h 72"/>
              <a:gd name="T2" fmla="*/ 2147483647 w 575"/>
              <a:gd name="T3" fmla="*/ 2147483647 h 72"/>
              <a:gd name="T4" fmla="*/ 2147483647 w 575"/>
              <a:gd name="T5" fmla="*/ 2147483647 h 72"/>
              <a:gd name="T6" fmla="*/ 2147483647 w 575"/>
              <a:gd name="T7" fmla="*/ 2147483647 h 72"/>
              <a:gd name="T8" fmla="*/ 2147483647 w 575"/>
              <a:gd name="T9" fmla="*/ 2147483647 h 72"/>
              <a:gd name="T10" fmla="*/ 2147483647 w 575"/>
              <a:gd name="T11" fmla="*/ 2147483647 h 72"/>
              <a:gd name="T12" fmla="*/ 2147483647 w 575"/>
              <a:gd name="T13" fmla="*/ 0 h 72"/>
              <a:gd name="T14" fmla="*/ 2147483647 w 575"/>
              <a:gd name="T15" fmla="*/ 0 h 72"/>
              <a:gd name="T16" fmla="*/ 2147483647 w 575"/>
              <a:gd name="T17" fmla="*/ 2147483647 h 72"/>
              <a:gd name="T18" fmla="*/ 0 w 575"/>
              <a:gd name="T19" fmla="*/ 2147483647 h 72"/>
              <a:gd name="T20" fmla="*/ 0 w 575"/>
              <a:gd name="T21" fmla="*/ 2147483647 h 72"/>
              <a:gd name="T22" fmla="*/ 2147483647 w 575"/>
              <a:gd name="T23" fmla="*/ 2147483647 h 72"/>
              <a:gd name="T24" fmla="*/ 2147483647 w 575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75"/>
              <a:gd name="T40" fmla="*/ 0 h 72"/>
              <a:gd name="T41" fmla="*/ 575 w 575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75" h="72">
                <a:moveTo>
                  <a:pt x="5" y="72"/>
                </a:moveTo>
                <a:lnTo>
                  <a:pt x="569" y="72"/>
                </a:lnTo>
                <a:lnTo>
                  <a:pt x="573" y="70"/>
                </a:lnTo>
                <a:lnTo>
                  <a:pt x="575" y="66"/>
                </a:lnTo>
                <a:lnTo>
                  <a:pt x="575" y="6"/>
                </a:lnTo>
                <a:lnTo>
                  <a:pt x="573" y="2"/>
                </a:lnTo>
                <a:lnTo>
                  <a:pt x="569" y="0"/>
                </a:lnTo>
                <a:lnTo>
                  <a:pt x="5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5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25" name="Freeform 717">
            <a:extLst>
              <a:ext uri="{FF2B5EF4-FFF2-40B4-BE49-F238E27FC236}">
                <a16:creationId xmlns:a16="http://schemas.microsoft.com/office/drawing/2014/main" id="{327F8A48-C1BB-271A-8128-F21814FF3CEE}"/>
              </a:ext>
            </a:extLst>
          </p:cNvPr>
          <p:cNvSpPr>
            <a:spLocks/>
          </p:cNvSpPr>
          <p:nvPr/>
        </p:nvSpPr>
        <p:spPr bwMode="auto">
          <a:xfrm>
            <a:off x="5892800" y="4765676"/>
            <a:ext cx="1544638" cy="131763"/>
          </a:xfrm>
          <a:custGeom>
            <a:avLst/>
            <a:gdLst>
              <a:gd name="T0" fmla="*/ 2147483647 w 863"/>
              <a:gd name="T1" fmla="*/ 2147483647 h 72"/>
              <a:gd name="T2" fmla="*/ 2147483647 w 863"/>
              <a:gd name="T3" fmla="*/ 2147483647 h 72"/>
              <a:gd name="T4" fmla="*/ 2147483647 w 863"/>
              <a:gd name="T5" fmla="*/ 2147483647 h 72"/>
              <a:gd name="T6" fmla="*/ 2147483647 w 863"/>
              <a:gd name="T7" fmla="*/ 2147483647 h 72"/>
              <a:gd name="T8" fmla="*/ 2147483647 w 863"/>
              <a:gd name="T9" fmla="*/ 2147483647 h 72"/>
              <a:gd name="T10" fmla="*/ 2147483647 w 863"/>
              <a:gd name="T11" fmla="*/ 2147483647 h 72"/>
              <a:gd name="T12" fmla="*/ 2147483647 w 863"/>
              <a:gd name="T13" fmla="*/ 0 h 72"/>
              <a:gd name="T14" fmla="*/ 2147483647 w 863"/>
              <a:gd name="T15" fmla="*/ 0 h 72"/>
              <a:gd name="T16" fmla="*/ 2147483647 w 863"/>
              <a:gd name="T17" fmla="*/ 2147483647 h 72"/>
              <a:gd name="T18" fmla="*/ 0 w 863"/>
              <a:gd name="T19" fmla="*/ 2147483647 h 72"/>
              <a:gd name="T20" fmla="*/ 0 w 863"/>
              <a:gd name="T21" fmla="*/ 2147483647 h 72"/>
              <a:gd name="T22" fmla="*/ 2147483647 w 863"/>
              <a:gd name="T23" fmla="*/ 2147483647 h 72"/>
              <a:gd name="T24" fmla="*/ 2147483647 w 863"/>
              <a:gd name="T25" fmla="*/ 2147483647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3"/>
              <a:gd name="T40" fmla="*/ 0 h 72"/>
              <a:gd name="T41" fmla="*/ 863 w 863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3" h="72">
                <a:moveTo>
                  <a:pt x="6" y="72"/>
                </a:moveTo>
                <a:lnTo>
                  <a:pt x="858" y="72"/>
                </a:lnTo>
                <a:lnTo>
                  <a:pt x="862" y="70"/>
                </a:lnTo>
                <a:lnTo>
                  <a:pt x="863" y="66"/>
                </a:lnTo>
                <a:lnTo>
                  <a:pt x="863" y="6"/>
                </a:lnTo>
                <a:lnTo>
                  <a:pt x="862" y="2"/>
                </a:lnTo>
                <a:lnTo>
                  <a:pt x="858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66"/>
                </a:lnTo>
                <a:lnTo>
                  <a:pt x="2" y="70"/>
                </a:lnTo>
                <a:lnTo>
                  <a:pt x="6" y="72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1737" name="Freeform 729">
            <a:extLst>
              <a:ext uri="{FF2B5EF4-FFF2-40B4-BE49-F238E27FC236}">
                <a16:creationId xmlns:a16="http://schemas.microsoft.com/office/drawing/2014/main" id="{209047A5-C67F-7D8B-F6F0-3839C99E7BD1}"/>
              </a:ext>
            </a:extLst>
          </p:cNvPr>
          <p:cNvSpPr>
            <a:spLocks/>
          </p:cNvSpPr>
          <p:nvPr/>
        </p:nvSpPr>
        <p:spPr bwMode="auto">
          <a:xfrm>
            <a:off x="4862514" y="4216400"/>
            <a:ext cx="1546225" cy="128588"/>
          </a:xfrm>
          <a:custGeom>
            <a:avLst/>
            <a:gdLst>
              <a:gd name="T0" fmla="*/ 2147483647 w 864"/>
              <a:gd name="T1" fmla="*/ 2147483647 h 71"/>
              <a:gd name="T2" fmla="*/ 2147483647 w 864"/>
              <a:gd name="T3" fmla="*/ 2147483647 h 71"/>
              <a:gd name="T4" fmla="*/ 2147483647 w 864"/>
              <a:gd name="T5" fmla="*/ 2147483647 h 71"/>
              <a:gd name="T6" fmla="*/ 2147483647 w 864"/>
              <a:gd name="T7" fmla="*/ 2147483647 h 71"/>
              <a:gd name="T8" fmla="*/ 2147483647 w 864"/>
              <a:gd name="T9" fmla="*/ 2147483647 h 71"/>
              <a:gd name="T10" fmla="*/ 2147483647 w 864"/>
              <a:gd name="T11" fmla="*/ 2147483647 h 71"/>
              <a:gd name="T12" fmla="*/ 2147483647 w 864"/>
              <a:gd name="T13" fmla="*/ 0 h 71"/>
              <a:gd name="T14" fmla="*/ 2147483647 w 864"/>
              <a:gd name="T15" fmla="*/ 0 h 71"/>
              <a:gd name="T16" fmla="*/ 2147483647 w 864"/>
              <a:gd name="T17" fmla="*/ 2147483647 h 71"/>
              <a:gd name="T18" fmla="*/ 0 w 864"/>
              <a:gd name="T19" fmla="*/ 2147483647 h 71"/>
              <a:gd name="T20" fmla="*/ 0 w 864"/>
              <a:gd name="T21" fmla="*/ 2147483647 h 71"/>
              <a:gd name="T22" fmla="*/ 2147483647 w 864"/>
              <a:gd name="T23" fmla="*/ 2147483647 h 71"/>
              <a:gd name="T24" fmla="*/ 2147483647 w 864"/>
              <a:gd name="T25" fmla="*/ 2147483647 h 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864"/>
              <a:gd name="T40" fmla="*/ 0 h 71"/>
              <a:gd name="T41" fmla="*/ 864 w 864"/>
              <a:gd name="T42" fmla="*/ 71 h 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864" h="71">
                <a:moveTo>
                  <a:pt x="6" y="71"/>
                </a:moveTo>
                <a:lnTo>
                  <a:pt x="858" y="71"/>
                </a:lnTo>
                <a:lnTo>
                  <a:pt x="863" y="69"/>
                </a:lnTo>
                <a:lnTo>
                  <a:pt x="864" y="66"/>
                </a:lnTo>
                <a:lnTo>
                  <a:pt x="864" y="5"/>
                </a:lnTo>
                <a:lnTo>
                  <a:pt x="863" y="1"/>
                </a:lnTo>
                <a:lnTo>
                  <a:pt x="858" y="0"/>
                </a:lnTo>
                <a:lnTo>
                  <a:pt x="6" y="0"/>
                </a:lnTo>
                <a:lnTo>
                  <a:pt x="2" y="1"/>
                </a:lnTo>
                <a:lnTo>
                  <a:pt x="0" y="5"/>
                </a:lnTo>
                <a:lnTo>
                  <a:pt x="0" y="66"/>
                </a:lnTo>
                <a:lnTo>
                  <a:pt x="2" y="69"/>
                </a:lnTo>
                <a:lnTo>
                  <a:pt x="6" y="71"/>
                </a:lnTo>
                <a:close/>
              </a:path>
            </a:pathLst>
          </a:custGeom>
          <a:solidFill>
            <a:srgbClr val="C0C0C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1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1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1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1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1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1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1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1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914</Words>
  <Application>Microsoft Office PowerPoint</Application>
  <PresentationFormat>Widescreen</PresentationFormat>
  <Paragraphs>146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Arial</vt:lpstr>
      <vt:lpstr>Symbol</vt:lpstr>
      <vt:lpstr>Times</vt:lpstr>
      <vt:lpstr>Times New Roman</vt:lpstr>
      <vt:lpstr>Trebuchet MS</vt:lpstr>
      <vt:lpstr>Wingdings</vt:lpstr>
      <vt:lpstr>Wingdings 3</vt:lpstr>
      <vt:lpstr>Facet</vt:lpstr>
      <vt:lpstr>Equation</vt:lpstr>
      <vt:lpstr>CS535: Algorithm Design and Analysis  The Greedy Method</vt:lpstr>
      <vt:lpstr>The Greedy Method</vt:lpstr>
      <vt:lpstr>The Fractional Knapsack Problem</vt:lpstr>
      <vt:lpstr>Example</vt:lpstr>
      <vt:lpstr>The Fractional Knapsack Algorithm</vt:lpstr>
      <vt:lpstr>Task Scheduling</vt:lpstr>
      <vt:lpstr>Task Scheduling Algorithm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2</cp:revision>
  <dcterms:created xsi:type="dcterms:W3CDTF">2024-11-04T00:12:54Z</dcterms:created>
  <dcterms:modified xsi:type="dcterms:W3CDTF">2024-11-04T00:28:06Z</dcterms:modified>
</cp:coreProperties>
</file>