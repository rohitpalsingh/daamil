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66" r:id="rId3"/>
    <p:sldId id="268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AAA96-F151-495A-8F6C-4358807A0B6C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8EAF7-C119-4B4A-AE6A-9A7230965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771D30AF-2F1E-7171-66AB-E792AEAEF3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E3E626D1-1433-3AF7-A8D6-A25C1A6F7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5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4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2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9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0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947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4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3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47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01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8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13739-2AA9-4ED7-A8B1-9C346DE44144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A6AF53-71F3-4622-8363-051BE1C61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4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43100F1-3ED2-BE26-4300-AEDB215175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r>
              <a:rPr lang="en-US" altLang="en-US" dirty="0"/>
              <a:t>Some Interesting Algorithms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F9871EB-1662-BC17-A5EF-67621AF425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18, 2024</a:t>
            </a:r>
          </a:p>
        </p:txBody>
      </p:sp>
      <p:sp>
        <p:nvSpPr>
          <p:cNvPr id="16387" name="TextBox 3">
            <a:extLst>
              <a:ext uri="{FF2B5EF4-FFF2-40B4-BE49-F238E27FC236}">
                <a16:creationId xmlns:a16="http://schemas.microsoft.com/office/drawing/2014/main" id="{D365758A-EF40-EF01-D265-CDBE5C9B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6.3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78D4B26-CBA1-98B1-6CE5-C2ECEAC66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Optimal Binary Search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65B67-915B-5644-3EE9-B4CA6A3E6905}"/>
              </a:ext>
            </a:extLst>
          </p:cNvPr>
          <p:cNvSpPr txBox="1"/>
          <p:nvPr/>
        </p:nvSpPr>
        <p:spPr>
          <a:xfrm>
            <a:off x="608507" y="1674674"/>
            <a:ext cx="111607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Given a sorted array key 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[0.. n-1]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The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array 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freq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[0.. n-1]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of frequency counts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.</a:t>
            </a:r>
          </a:p>
          <a:p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Construct a binary search tree of all keys such that the total cost of all the searches is as small as possible.</a:t>
            </a:r>
          </a:p>
          <a:p>
            <a:br>
              <a:rPr lang="en-US" dirty="0"/>
            </a:b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cost of a BST node is the level of that node multiplied by its frequency. The level of the root is 1.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2F51E28-D8D6-7024-5941-3E7BA49FE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Longest Common Subsequence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185D1-E968-0188-06BD-2E5AAB60731C}"/>
              </a:ext>
            </a:extLst>
          </p:cNvPr>
          <p:cNvSpPr txBox="1"/>
          <p:nvPr/>
        </p:nvSpPr>
        <p:spPr>
          <a:xfrm>
            <a:off x="1310148" y="1957071"/>
            <a:ext cx="6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Input: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s1 = “AGGTAB”, s2 = “GXTXAYB”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Output: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4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The longest common subsequence is “GTAB”.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E28746-CD05-201A-FA3D-85610DD24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11072214" cy="1320800"/>
          </a:xfrm>
        </p:spPr>
        <p:txBody>
          <a:bodyPr/>
          <a:lstStyle/>
          <a:p>
            <a:pPr eaLnBrk="1" hangingPunct="1"/>
            <a:r>
              <a:rPr lang="en-US" altLang="en-US" dirty="0"/>
              <a:t>Longest Increasing/Decreasing Subsequence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E048D-2A7C-7C62-4FE4-3F8FB5091586}"/>
              </a:ext>
            </a:extLst>
          </p:cNvPr>
          <p:cNvSpPr txBox="1"/>
          <p:nvPr/>
        </p:nvSpPr>
        <p:spPr>
          <a:xfrm>
            <a:off x="1546122" y="2075058"/>
            <a:ext cx="6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 err="1">
                <a:solidFill>
                  <a:srgbClr val="273239"/>
                </a:solidFill>
                <a:effectLst/>
                <a:latin typeface="Nunito" pitchFamily="2" charset="0"/>
              </a:rPr>
              <a:t>nput</a:t>
            </a: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: 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arr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[] = {3, 10, 2, 1, 20}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Output: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3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Explanation: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 The longest increasing subsequence is 3, 10, 20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D56D792C-ECD8-3B99-2D82-CFFCF9211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Maximum Subarray Sum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F8D23-4A3D-E383-39AF-D27F401544F5}"/>
              </a:ext>
            </a:extLst>
          </p:cNvPr>
          <p:cNvSpPr txBox="1"/>
          <p:nvPr/>
        </p:nvSpPr>
        <p:spPr>
          <a:xfrm>
            <a:off x="1624781" y="1930400"/>
            <a:ext cx="6100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Input: </a:t>
            </a:r>
            <a:r>
              <a:rPr lang="en-US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arr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[] = {2, 3, -8, 7, -1, 2, 3}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Output: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 11</a:t>
            </a:r>
            <a:br>
              <a:rPr lang="en-US" dirty="0"/>
            </a:br>
            <a:r>
              <a:rPr lang="en-US" b="1" i="1" dirty="0">
                <a:solidFill>
                  <a:srgbClr val="273239"/>
                </a:solidFill>
                <a:effectLst/>
                <a:latin typeface="Nunito" pitchFamily="2" charset="0"/>
              </a:rPr>
              <a:t>Explanation: </a:t>
            </a:r>
            <a:r>
              <a:rPr lang="en-US" b="0" i="1" dirty="0">
                <a:solidFill>
                  <a:srgbClr val="273239"/>
                </a:solidFill>
                <a:effectLst/>
                <a:latin typeface="Nunito" pitchFamily="2" charset="0"/>
              </a:rPr>
              <a:t>The subarray {7, -1, 2, 3} has the largest sum 11.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225</Words>
  <Application>Microsoft Office PowerPoint</Application>
  <PresentationFormat>Widescreen</PresentationFormat>
  <Paragraphs>19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Nunito</vt:lpstr>
      <vt:lpstr>Trebuchet MS</vt:lpstr>
      <vt:lpstr>Wingdings 3</vt:lpstr>
      <vt:lpstr>Facet</vt:lpstr>
      <vt:lpstr>CS535: Algorithm Design and Analysis Some Interesting Algorithms</vt:lpstr>
      <vt:lpstr>Optimal Binary Search Tree</vt:lpstr>
      <vt:lpstr>Longest Common Subsequence</vt:lpstr>
      <vt:lpstr>Longest Increasing/Decreasing Subsequence</vt:lpstr>
      <vt:lpstr>Maximum Subarray Sum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3</cp:revision>
  <dcterms:created xsi:type="dcterms:W3CDTF">2024-11-18T02:53:41Z</dcterms:created>
  <dcterms:modified xsi:type="dcterms:W3CDTF">2024-11-29T10:50:57Z</dcterms:modified>
</cp:coreProperties>
</file>